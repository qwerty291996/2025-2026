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7" r:id="rId1"/>
  </p:sldMasterIdLst>
  <p:notesMasterIdLst>
    <p:notesMasterId r:id="rId16"/>
  </p:notesMasterIdLst>
  <p:handoutMasterIdLst>
    <p:handoutMasterId r:id="rId17"/>
  </p:handoutMasterIdLst>
  <p:sldIdLst>
    <p:sldId id="256" r:id="rId2"/>
    <p:sldId id="257" r:id="rId3"/>
    <p:sldId id="266" r:id="rId4"/>
    <p:sldId id="275" r:id="rId5"/>
    <p:sldId id="276" r:id="rId6"/>
    <p:sldId id="277" r:id="rId7"/>
    <p:sldId id="278" r:id="rId8"/>
    <p:sldId id="279" r:id="rId9"/>
    <p:sldId id="280" r:id="rId10"/>
    <p:sldId id="281" r:id="rId11"/>
    <p:sldId id="282" r:id="rId12"/>
    <p:sldId id="283" r:id="rId13"/>
    <p:sldId id="284" r:id="rId14"/>
    <p:sldId id="285" r:id="rId15"/>
  </p:sldIdLst>
  <p:sldSz cx="9144000" cy="6858000" type="screen4x3"/>
  <p:notesSz cx="6797675" cy="9874250"/>
  <p:defaultTextStyle>
    <a:defPPr>
      <a:defRPr lang="ru-RU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99CCFF"/>
    <a:srgbClr val="9999FF"/>
    <a:srgbClr val="800000"/>
    <a:srgbClr val="CCECFF"/>
    <a:srgbClr val="003399"/>
    <a:srgbClr val="CCCCFF"/>
    <a:srgbClr val="EAEA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047" autoAdjust="0"/>
    <p:restoredTop sz="97876" autoAdjust="0"/>
  </p:normalViewPr>
  <p:slideViewPr>
    <p:cSldViewPr>
      <p:cViewPr varScale="1">
        <p:scale>
          <a:sx n="111" d="100"/>
          <a:sy n="111" d="100"/>
        </p:scale>
        <p:origin x="-1824" y="-1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3" d="100"/>
          <a:sy n="53" d="100"/>
        </p:scale>
        <p:origin x="-1842" y="-102"/>
      </p:cViewPr>
      <p:guideLst>
        <p:guide orient="horz" pos="3110"/>
        <p:guide pos="2142"/>
      </p:guideLst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3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3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5882FF9F-91BF-447F-999D-81B9B773C0AF}" type="datetimeFigureOut">
              <a:rPr lang="ru-RU"/>
              <a:pPr>
                <a:defRPr/>
              </a:pPr>
              <a:t>17.01.2018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378950"/>
            <a:ext cx="2946400" cy="4937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49688" y="9378950"/>
            <a:ext cx="2946400" cy="4937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0D86C5D3-299E-43DC-88F7-671F251F1701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3142613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3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3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66129E68-D73D-475A-ADF7-3A685EE8BADA}" type="datetimeFigureOut">
              <a:rPr lang="ru-RU"/>
              <a:pPr>
                <a:defRPr/>
              </a:pPr>
              <a:t>17.01.2018</a:t>
            </a:fld>
            <a:endParaRPr lang="ru-R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30275" y="739775"/>
            <a:ext cx="4937125" cy="370363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ru-RU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450" y="4691063"/>
            <a:ext cx="5438775" cy="44418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ru-RU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378950"/>
            <a:ext cx="2946400" cy="4937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49688" y="9378950"/>
            <a:ext cx="2946400" cy="4937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E8CD64E6-B177-4F72-A07A-3E93DB6B6EC5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2004742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ru-RU" altLang="ru-RU" smtClean="0"/>
          </a:p>
        </p:txBody>
      </p:sp>
      <p:sp>
        <p:nvSpPr>
          <p:cNvPr id="1741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08C184E2-7277-4828-9C10-49F0CFF76654}" type="slidenum">
              <a:rPr lang="ru-RU" altLang="ru-RU" smtClean="0">
                <a:latin typeface="Verdana" pitchFamily="34" charset="0"/>
              </a:rPr>
              <a:pPr eaLnBrk="1" hangingPunct="1">
                <a:spcBef>
                  <a:spcPct val="0"/>
                </a:spcBef>
              </a:pPr>
              <a:t>1</a:t>
            </a:fld>
            <a:endParaRPr lang="ru-RU" altLang="ru-RU" smtClean="0">
              <a:latin typeface="Verdana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7"/>
          <p:cNvSpPr>
            <a:spLocks noChangeArrowheads="1"/>
          </p:cNvSpPr>
          <p:nvPr/>
        </p:nvSpPr>
        <p:spPr bwMode="auto">
          <a:xfrm>
            <a:off x="685800" y="2393950"/>
            <a:ext cx="7772400" cy="109538"/>
          </a:xfrm>
          <a:custGeom>
            <a:avLst/>
            <a:gdLst>
              <a:gd name="T0" fmla="*/ 0 w 1000"/>
              <a:gd name="T1" fmla="*/ 0 h 1000"/>
              <a:gd name="T2" fmla="*/ 2147483647 w 1000"/>
              <a:gd name="T3" fmla="*/ 0 h 1000"/>
              <a:gd name="T4" fmla="*/ 2147483647 w 1000"/>
              <a:gd name="T5" fmla="*/ 2147483647 h 1000"/>
              <a:gd name="T6" fmla="*/ 0 w 1000"/>
              <a:gd name="T7" fmla="*/ 2147483647 h 1000"/>
              <a:gd name="T8" fmla="*/ 0 w 1000"/>
              <a:gd name="T9" fmla="*/ 0 h 1000"/>
              <a:gd name="T10" fmla="*/ 2147483647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618" y="0"/>
                </a:lnTo>
                <a:lnTo>
                  <a:pt x="618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uz-Cyrl-UZ"/>
          </a:p>
        </p:txBody>
      </p:sp>
      <p:sp>
        <p:nvSpPr>
          <p:cNvPr id="542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990600"/>
            <a:ext cx="7772400" cy="1371600"/>
          </a:xfrm>
        </p:spPr>
        <p:txBody>
          <a:bodyPr/>
          <a:lstStyle>
            <a:lvl1pPr>
              <a:defRPr sz="4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447800" y="3429000"/>
            <a:ext cx="7010400" cy="16002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2800"/>
            </a:lvl1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5" name="Rectangle 9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Rectangle 11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69DE971-B85D-4A5D-AEA8-3044EC48DD93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653033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0B4122E-62FE-48FD-897D-333900C718DC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441382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7D8A898-EC15-4AD2-AFF1-895EEE51A41E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440955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66738" y="1752600"/>
            <a:ext cx="3924300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3438" y="1752600"/>
            <a:ext cx="3924300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B723CC0-85C0-45D0-9CF0-89B102871A1D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881429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8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9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A9E502C-A59B-4B14-997D-0420E0BA26AB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815614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DDD745-264E-47CF-B221-D80444934FBC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097813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ED0D399-D2AC-4D2B-9AF9-7434AE84D766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496445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C57981-287F-44D1-A64D-C8557325FA7D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596954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ru-RU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09D1060-AB7C-4D03-BE1E-EC025571EDAB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092153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5642953-98B0-42F1-BDC1-9DB7DE3220B9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26606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73838" y="304800"/>
            <a:ext cx="2001837" cy="57150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66738" y="304800"/>
            <a:ext cx="5854700" cy="57150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5138D82-C725-4AC0-90BF-62332069EEEA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00384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lgGrid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ru-RU" altLang="ru-RU" smtClean="0"/>
              <a:t>Образец заголовка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66738" y="1752600"/>
            <a:ext cx="8001000" cy="426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 altLang="ru-RU" smtClean="0"/>
              <a:t>Образец текста</a:t>
            </a:r>
          </a:p>
          <a:p>
            <a:pPr lvl="1"/>
            <a:r>
              <a:rPr lang="ru-RU" altLang="ru-RU" smtClean="0"/>
              <a:t>Второй уровень</a:t>
            </a:r>
          </a:p>
          <a:p>
            <a:pPr lvl="2"/>
            <a:r>
              <a:rPr lang="ru-RU" altLang="ru-RU" smtClean="0"/>
              <a:t>Третий уровень</a:t>
            </a:r>
          </a:p>
          <a:p>
            <a:pPr lvl="3"/>
            <a:r>
              <a:rPr lang="ru-RU" altLang="ru-RU" smtClean="0"/>
              <a:t>Четвертый уровень</a:t>
            </a:r>
          </a:p>
          <a:p>
            <a:pPr lvl="4"/>
            <a:r>
              <a:rPr lang="ru-RU" altLang="ru-RU" smtClean="0"/>
              <a:t>Пятый уровень</a:t>
            </a:r>
          </a:p>
        </p:txBody>
      </p:sp>
      <p:sp>
        <p:nvSpPr>
          <p:cNvPr id="1028" name="AutoShape 4"/>
          <p:cNvSpPr>
            <a:spLocks noChangeArrowheads="1"/>
          </p:cNvSpPr>
          <p:nvPr/>
        </p:nvSpPr>
        <p:spPr bwMode="auto">
          <a:xfrm>
            <a:off x="609600" y="1566863"/>
            <a:ext cx="7958138" cy="109537"/>
          </a:xfrm>
          <a:custGeom>
            <a:avLst/>
            <a:gdLst>
              <a:gd name="T0" fmla="*/ 0 w 1000"/>
              <a:gd name="T1" fmla="*/ 0 h 1000"/>
              <a:gd name="T2" fmla="*/ 2147483647 w 1000"/>
              <a:gd name="T3" fmla="*/ 0 h 1000"/>
              <a:gd name="T4" fmla="*/ 2147483647 w 1000"/>
              <a:gd name="T5" fmla="*/ 2147483647 h 1000"/>
              <a:gd name="T6" fmla="*/ 0 w 1000"/>
              <a:gd name="T7" fmla="*/ 2147483647 h 1000"/>
              <a:gd name="T8" fmla="*/ 0 w 1000"/>
              <a:gd name="T9" fmla="*/ 0 h 1000"/>
              <a:gd name="T10" fmla="*/ 2147483647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uz-Cyrl-UZ"/>
          </a:p>
        </p:txBody>
      </p:sp>
      <p:sp>
        <p:nvSpPr>
          <p:cNvPr id="1029" name="Line 5"/>
          <p:cNvSpPr>
            <a:spLocks noChangeShapeType="1"/>
          </p:cNvSpPr>
          <p:nvPr/>
        </p:nvSpPr>
        <p:spPr bwMode="auto">
          <a:xfrm flipV="1">
            <a:off x="609600" y="6172200"/>
            <a:ext cx="7924800" cy="0"/>
          </a:xfrm>
          <a:prstGeom prst="line">
            <a:avLst/>
          </a:prstGeom>
          <a:noFill/>
          <a:ln w="317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uz-Cyrl-UZ"/>
          </a:p>
        </p:txBody>
      </p:sp>
      <p:sp>
        <p:nvSpPr>
          <p:cNvPr id="53254" name="Rectangle 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19812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3255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3256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19812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D9CE9EB2-53EC-400E-AA72-D242BFC1B9DE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94" r:id="rId1"/>
    <p:sldLayoutId id="2147484084" r:id="rId2"/>
    <p:sldLayoutId id="2147484085" r:id="rId3"/>
    <p:sldLayoutId id="2147484086" r:id="rId4"/>
    <p:sldLayoutId id="2147484087" r:id="rId5"/>
    <p:sldLayoutId id="2147484088" r:id="rId6"/>
    <p:sldLayoutId id="2147484089" r:id="rId7"/>
    <p:sldLayoutId id="2147484090" r:id="rId8"/>
    <p:sldLayoutId id="2147484091" r:id="rId9"/>
    <p:sldLayoutId id="2147484092" r:id="rId10"/>
    <p:sldLayoutId id="2147484093" r:id="rId11"/>
  </p:sldLayoutIdLst>
  <p:timing>
    <p:tnLst>
      <p:par>
        <p:cTn id="1" dur="indefinite" restart="never" nodeType="tmRoot"/>
      </p:par>
    </p:tnLst>
  </p:timing>
  <p:txStyles>
    <p:titleStyle>
      <a:lvl1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9pPr>
    </p:titleStyle>
    <p:bodyStyle>
      <a:lvl1pPr marL="469900" indent="-4699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o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908050" indent="-43656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n"/>
        <a:defRPr sz="2600">
          <a:solidFill>
            <a:schemeClr val="tx1"/>
          </a:solidFill>
          <a:latin typeface="+mn-lt"/>
        </a:defRPr>
      </a:lvl2pPr>
      <a:lvl3pPr marL="1304925" indent="-395288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o"/>
        <a:defRPr sz="2300">
          <a:solidFill>
            <a:schemeClr val="tx1"/>
          </a:solidFill>
          <a:latin typeface="+mn-lt"/>
        </a:defRPr>
      </a:lvl3pPr>
      <a:lvl4pPr marL="1693863" indent="-3873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4pPr>
      <a:lvl5pPr marL="2093913" indent="-398463" algn="l" rtl="0" eaLnBrk="0" fontAlgn="base" hangingPunct="0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5pPr>
      <a:lvl6pPr marL="25511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30083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34655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9227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lowchart: Process 9"/>
          <p:cNvSpPr/>
          <p:nvPr/>
        </p:nvSpPr>
        <p:spPr>
          <a:xfrm>
            <a:off x="219044" y="253977"/>
            <a:ext cx="8721900" cy="6429420"/>
          </a:xfrm>
          <a:prstGeom prst="flowChartProcess">
            <a:avLst/>
          </a:prstGeom>
          <a:noFill/>
          <a:ln w="57150">
            <a:solidFill>
              <a:srgbClr val="002060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3077" name="Rectangle 5"/>
          <p:cNvSpPr>
            <a:spLocks noChangeArrowheads="1"/>
          </p:cNvSpPr>
          <p:nvPr/>
        </p:nvSpPr>
        <p:spPr bwMode="auto">
          <a:xfrm>
            <a:off x="503238" y="461963"/>
            <a:ext cx="8172450" cy="771525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  <a:miter lim="800000"/>
            <a:headEnd/>
            <a:tailEnd/>
          </a:ln>
          <a:effectLst>
            <a:prstShdw prst="shdw17" dist="17961" dir="2700000">
              <a:srgbClr val="C0C0C0">
                <a:gamma/>
                <a:shade val="60000"/>
                <a:invGamma/>
                <a:alpha val="50000"/>
              </a:srgbClr>
            </a:prstShdw>
          </a:effectLst>
        </p:spPr>
        <p:txBody>
          <a:bodyPr anchor="ctr">
            <a:spAutoFit/>
          </a:bodyPr>
          <a:lstStyle/>
          <a:p>
            <a:pPr algn="ctr" eaLnBrk="0" hangingPunct="0">
              <a:defRPr/>
            </a:pPr>
            <a:r>
              <a:rPr lang="uz-Cyrl-UZ" sz="2200" b="1"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Тошкент ахборот технологиялари университети қошидаги </a:t>
            </a:r>
            <a:r>
              <a:rPr lang="ru-RU" sz="2200" b="1"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Радиоэлектрон тизимлар ва ахборот</a:t>
            </a:r>
            <a:r>
              <a:rPr lang="en-US" sz="2200" b="1"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 </a:t>
            </a:r>
            <a:r>
              <a:rPr lang="ru-RU" sz="2200" b="1"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технологиялари</a:t>
            </a:r>
            <a:r>
              <a:rPr lang="en-US" sz="2200" b="1"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 </a:t>
            </a:r>
            <a:r>
              <a:rPr lang="ru-RU" sz="2200" b="1"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Маркази</a:t>
            </a:r>
            <a:endParaRPr lang="ru-RU" sz="2200">
              <a:solidFill>
                <a:srgbClr val="800000"/>
              </a:solidFill>
              <a:latin typeface="Times New Roman" pitchFamily="18" charset="0"/>
            </a:endParaRPr>
          </a:p>
        </p:txBody>
      </p:sp>
      <p:sp>
        <p:nvSpPr>
          <p:cNvPr id="3079" name="Rectangle 7"/>
          <p:cNvSpPr>
            <a:spLocks noChangeArrowheads="1"/>
          </p:cNvSpPr>
          <p:nvPr/>
        </p:nvSpPr>
        <p:spPr bwMode="auto">
          <a:xfrm>
            <a:off x="1081088" y="1574800"/>
            <a:ext cx="688340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93441" dir="12191915">
              <a:schemeClr val="accent1">
                <a:gamma/>
                <a:shade val="60000"/>
                <a:invGamma/>
                <a:alpha val="50000"/>
              </a:schemeClr>
            </a:prstShdw>
          </a:effectLst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uz-Cyrl-UZ" sz="3200" b="1"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Математиканинг махсус бўлимлари</a:t>
            </a:r>
            <a:endParaRPr lang="ru-RU" sz="3200" b="1">
              <a:solidFill>
                <a:srgbClr val="003399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</a:endParaRPr>
          </a:p>
        </p:txBody>
      </p:sp>
      <p:sp>
        <p:nvSpPr>
          <p:cNvPr id="3081" name="Rectangle 9"/>
          <p:cNvSpPr>
            <a:spLocks noChangeArrowheads="1"/>
          </p:cNvSpPr>
          <p:nvPr/>
        </p:nvSpPr>
        <p:spPr bwMode="auto">
          <a:xfrm>
            <a:off x="250825" y="2816225"/>
            <a:ext cx="8534400" cy="10772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1pPr>
            <a:lvl2pPr marL="998538" indent="-28575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2pPr>
            <a:lvl3pPr marL="1406525" indent="-22860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3pPr>
            <a:lvl4pPr marL="1814513" indent="-22860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4pPr>
            <a:lvl5pPr marL="2222500" indent="-22860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5pPr>
            <a:lvl6pPr marL="26797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6pPr>
            <a:lvl7pPr marL="31369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7pPr>
            <a:lvl8pPr marL="35941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8pPr>
            <a:lvl9pPr marL="40513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algn="ctr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None/>
              <a:defRPr/>
            </a:pPr>
            <a:r>
              <a:rPr lang="ru-RU" altLang="ru-RU" sz="3200" b="1" dirty="0" err="1">
                <a:latin typeface="Times New Roman" pitchFamily="18" charset="0"/>
              </a:rPr>
              <a:t>Графлар</a:t>
            </a:r>
            <a:r>
              <a:rPr lang="ru-RU" altLang="ru-RU" sz="3200" b="1" dirty="0">
                <a:latin typeface="Times New Roman" pitchFamily="18" charset="0"/>
              </a:rPr>
              <a:t> </a:t>
            </a:r>
            <a:r>
              <a:rPr lang="ru-RU" altLang="ru-RU" sz="3200" b="1" dirty="0" err="1">
                <a:latin typeface="Times New Roman" pitchFamily="18" charset="0"/>
              </a:rPr>
              <a:t>назарияси</a:t>
            </a:r>
            <a:r>
              <a:rPr lang="ru-RU" altLang="ru-RU" sz="3200" b="1" dirty="0">
                <a:latin typeface="Times New Roman" pitchFamily="18" charset="0"/>
              </a:rPr>
              <a:t>. </a:t>
            </a:r>
            <a:endParaRPr lang="en-US" altLang="ru-RU" sz="3200" b="1" dirty="0" smtClean="0">
              <a:latin typeface="Times New Roman" pitchFamily="18" charset="0"/>
            </a:endParaRPr>
          </a:p>
          <a:p>
            <a:pPr algn="ctr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None/>
              <a:defRPr/>
            </a:pPr>
            <a:r>
              <a:rPr lang="ru-RU" altLang="ru-RU" sz="3200" b="1" dirty="0" smtClean="0">
                <a:latin typeface="Times New Roman" pitchFamily="18" charset="0"/>
              </a:rPr>
              <a:t>Эйлер </a:t>
            </a:r>
            <a:r>
              <a:rPr lang="ru-RU" altLang="ru-RU" sz="3200" b="1" dirty="0" err="1">
                <a:latin typeface="Times New Roman" pitchFamily="18" charset="0"/>
              </a:rPr>
              <a:t>ва</a:t>
            </a:r>
            <a:r>
              <a:rPr lang="ru-RU" altLang="ru-RU" sz="3200" b="1" dirty="0">
                <a:latin typeface="Times New Roman" pitchFamily="18" charset="0"/>
              </a:rPr>
              <a:t> Гамильтон </a:t>
            </a:r>
            <a:r>
              <a:rPr lang="ru-RU" altLang="ru-RU" sz="3200" b="1" dirty="0" err="1">
                <a:latin typeface="Times New Roman" pitchFamily="18" charset="0"/>
              </a:rPr>
              <a:t>графлари</a:t>
            </a:r>
            <a:r>
              <a:rPr lang="ru-RU" altLang="ru-RU" sz="3200" b="1" dirty="0">
                <a:latin typeface="Times New Roman" pitchFamily="18" charset="0"/>
              </a:rPr>
              <a:t>.</a:t>
            </a:r>
            <a:endParaRPr lang="en-US" altLang="ru-RU" sz="3000" b="1" dirty="0" smtClean="0">
              <a:latin typeface="Times New Roman" pitchFamily="18" charset="0"/>
            </a:endParaRPr>
          </a:p>
        </p:txBody>
      </p:sp>
      <p:sp>
        <p:nvSpPr>
          <p:cNvPr id="3080" name="Rectangle 10"/>
          <p:cNvSpPr>
            <a:spLocks noChangeArrowheads="1"/>
          </p:cNvSpPr>
          <p:nvPr/>
        </p:nvSpPr>
        <p:spPr bwMode="auto">
          <a:xfrm>
            <a:off x="2987675" y="6057900"/>
            <a:ext cx="3241675" cy="349250"/>
          </a:xfrm>
          <a:prstGeom prst="rect">
            <a:avLst/>
          </a:prstGeom>
          <a:noFill/>
          <a:ln w="9525" cap="rnd">
            <a:solidFill>
              <a:schemeClr val="tx1"/>
            </a:solidFill>
            <a:prstDash val="sysDot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marL="469900" indent="-469900" eaLnBrk="0" hangingPunct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o"/>
              <a:defRPr sz="3000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n"/>
              <a:defRPr sz="2600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o"/>
              <a:defRPr sz="2300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spcBef>
                <a:spcPct val="25000"/>
              </a:spcBef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algn="ctr">
              <a:lnSpc>
                <a:spcPct val="90000"/>
              </a:lnSpc>
              <a:buFont typeface="Wingdings" pitchFamily="2" charset="2"/>
              <a:buNone/>
            </a:pPr>
            <a:r>
              <a:rPr lang="uz-Cyrl-UZ" altLang="ru-RU" sz="1800" b="1" dirty="0">
                <a:latin typeface="Times New Roman" pitchFamily="18" charset="0"/>
              </a:rPr>
              <a:t>Тошкент – </a:t>
            </a:r>
            <a:r>
              <a:rPr lang="uz-Cyrl-UZ" altLang="ru-RU" sz="1800" b="1" dirty="0" smtClean="0">
                <a:latin typeface="Times New Roman" pitchFamily="18" charset="0"/>
              </a:rPr>
              <a:t>2016</a:t>
            </a:r>
            <a:endParaRPr lang="ru-RU" altLang="ru-RU" sz="1800" dirty="0">
              <a:solidFill>
                <a:srgbClr val="003300"/>
              </a:solidFill>
              <a:latin typeface="Times New Roman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9" presetClass="entr" presetSubtype="0" ac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20"/>
                                          </p:val>
                                        </p:tav>
                                        <p:tav tm="50000">
                                          <p:val>
                                            <p:strVal val="#ppt_h/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3"/>
                                          </p:val>
                                        </p:tav>
                                        <p:tav tm="5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lowchart: Process 9"/>
          <p:cNvSpPr/>
          <p:nvPr/>
        </p:nvSpPr>
        <p:spPr>
          <a:xfrm>
            <a:off x="97020" y="146203"/>
            <a:ext cx="8984810" cy="6634662"/>
          </a:xfrm>
          <a:prstGeom prst="flowChartProcess">
            <a:avLst/>
          </a:prstGeom>
          <a:noFill/>
          <a:ln w="19050">
            <a:solidFill>
              <a:srgbClr val="002060"/>
            </a:solidFill>
          </a:ln>
          <a:effectLst>
            <a:glow rad="101600">
              <a:schemeClr val="accent1">
                <a:satMod val="175000"/>
                <a:alpha val="4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  <p:cxnSp>
        <p:nvCxnSpPr>
          <p:cNvPr id="6" name="Straight Connector 5"/>
          <p:cNvCxnSpPr/>
          <p:nvPr/>
        </p:nvCxnSpPr>
        <p:spPr>
          <a:xfrm>
            <a:off x="285720" y="766744"/>
            <a:ext cx="8568000" cy="1588"/>
          </a:xfrm>
          <a:prstGeom prst="line">
            <a:avLst/>
          </a:prstGeom>
          <a:ln>
            <a:solidFill>
              <a:schemeClr val="accent2">
                <a:lumMod val="50000"/>
              </a:schemeClr>
            </a:solidFill>
            <a:headEnd type="diamond" w="med" len="med"/>
            <a:tailEnd type="diamond" w="med" len="med"/>
          </a:ln>
          <a:effectLst>
            <a:glow rad="63500">
              <a:schemeClr val="accent3">
                <a:satMod val="175000"/>
                <a:alpha val="4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4102" name="Rectangle 8"/>
          <p:cNvSpPr>
            <a:spLocks noChangeArrowheads="1"/>
          </p:cNvSpPr>
          <p:nvPr/>
        </p:nvSpPr>
        <p:spPr bwMode="auto">
          <a:xfrm>
            <a:off x="395288" y="242888"/>
            <a:ext cx="8316912" cy="457200"/>
          </a:xfrm>
          <a:prstGeom prst="rect">
            <a:avLst/>
          </a:prstGeom>
          <a:solidFill>
            <a:srgbClr val="003399"/>
          </a:solidFill>
          <a:ln>
            <a:noFill/>
          </a:ln>
          <a:effectLst>
            <a:prstShdw prst="shdw17" dist="17961" dir="2700000">
              <a:srgbClr val="001F5C"/>
            </a:prst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o"/>
              <a:defRPr sz="3000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n"/>
              <a:defRPr sz="2600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o"/>
              <a:defRPr sz="2300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spcBef>
                <a:spcPct val="25000"/>
              </a:spcBef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uz-Cyrl-UZ" altLang="ru-RU" sz="2400" b="1" dirty="0" smtClean="0">
                <a:solidFill>
                  <a:schemeClr val="bg1"/>
                </a:solidFill>
                <a:latin typeface="Times New Roman" pitchFamily="18" charset="0"/>
              </a:rPr>
              <a:t>Графлар назарияси</a:t>
            </a:r>
            <a:endParaRPr lang="uz-Cyrl-UZ" altLang="ru-RU" sz="2400" b="1" dirty="0">
              <a:solidFill>
                <a:schemeClr val="bg1"/>
              </a:solidFill>
              <a:latin typeface="Times New Roman" pitchFamily="18" charset="0"/>
            </a:endParaRPr>
          </a:p>
        </p:txBody>
      </p:sp>
      <p:sp>
        <p:nvSpPr>
          <p:cNvPr id="2" name="AutoShape 13" descr="Точечные ромбики"/>
          <p:cNvSpPr>
            <a:spLocks noChangeArrowheads="1"/>
          </p:cNvSpPr>
          <p:nvPr/>
        </p:nvSpPr>
        <p:spPr bwMode="auto">
          <a:xfrm>
            <a:off x="215900" y="836712"/>
            <a:ext cx="8753475" cy="5832000"/>
          </a:xfrm>
          <a:prstGeom prst="foldedCorner">
            <a:avLst>
              <a:gd name="adj" fmla="val 4333"/>
            </a:avLst>
          </a:prstGeom>
          <a:pattFill prst="dotDmnd">
            <a:fgClr>
              <a:schemeClr val="bg2"/>
            </a:fgClr>
            <a:bgClr>
              <a:schemeClr val="bg1"/>
            </a:bgClr>
          </a:pattFill>
          <a:ln w="15875">
            <a:solidFill>
              <a:srgbClr val="000080"/>
            </a:solidFill>
            <a:round/>
            <a:headEnd/>
            <a:tailEnd/>
          </a:ln>
          <a:effectLst>
            <a:prstShdw prst="shdw17" dist="17961" dir="2700000">
              <a:srgbClr val="00004D">
                <a:alpha val="50000"/>
              </a:srgbClr>
            </a:prstShdw>
          </a:effectLst>
        </p:spPr>
        <p:txBody>
          <a:bodyPr bIns="0" anchor="t" anchorCtr="0"/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o"/>
              <a:defRPr sz="3000">
                <a:solidFill>
                  <a:schemeClr val="tx1"/>
                </a:solidFill>
                <a:latin typeface="Verdana" pitchFamily="34" charset="0"/>
              </a:defRPr>
            </a:lvl1pPr>
            <a:lvl2pPr marL="1258888" indent="-342900" eaLnBrk="0" hangingPunct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n"/>
              <a:defRPr sz="2600">
                <a:solidFill>
                  <a:schemeClr val="tx1"/>
                </a:solidFill>
                <a:latin typeface="Verdana" pitchFamily="34" charset="0"/>
              </a:defRPr>
            </a:lvl2pPr>
            <a:lvl3pPr marL="1781175" indent="-342900" eaLnBrk="0" hangingPunct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o"/>
              <a:defRPr sz="2300">
                <a:solidFill>
                  <a:schemeClr val="tx1"/>
                </a:solidFill>
                <a:latin typeface="Verdana" pitchFamily="34" charset="0"/>
              </a:defRPr>
            </a:lvl3pPr>
            <a:lvl4pPr marL="2303463" indent="-342900" eaLnBrk="0" hangingPunct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</a:defRPr>
            </a:lvl4pPr>
            <a:lvl5pPr marL="2825750" indent="-342900" eaLnBrk="0" hangingPunct="0">
              <a:spcBef>
                <a:spcPct val="25000"/>
              </a:spcBef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</a:defRPr>
            </a:lvl5pPr>
            <a:lvl6pPr marL="3282950" indent="-3429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</a:defRPr>
            </a:lvl6pPr>
            <a:lvl7pPr marL="3740150" indent="-3429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</a:defRPr>
            </a:lvl7pPr>
            <a:lvl8pPr marL="4197350" indent="-3429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</a:defRPr>
            </a:lvl8pPr>
            <a:lvl9pPr marL="4654550" indent="-3429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ClrTx/>
              <a:buFontTx/>
              <a:buNone/>
            </a:pPr>
            <a:endParaRPr kumimoji="1" lang="ru-RU" altLang="zh-CN" sz="2200" b="1" dirty="0">
              <a:solidFill>
                <a:schemeClr val="accent2"/>
              </a:solidFill>
              <a:latin typeface="Times New Roman" pitchFamily="18" charset="0"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285720" y="1132867"/>
            <a:ext cx="8568000" cy="49244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55600" algn="just">
              <a:spcAft>
                <a:spcPts val="1200"/>
              </a:spcAft>
            </a:pPr>
            <a:r>
              <a:rPr lang="uz-Cyrl-UZ" sz="2400" dirty="0" smtClean="0">
                <a:latin typeface="Times New Roman"/>
                <a:ea typeface="Times New Roman"/>
              </a:rPr>
              <a:t>Айтайлик иккита </a:t>
            </a:r>
            <a:r>
              <a:rPr lang="uz-Cyrl-UZ" sz="2400" b="1" i="1" dirty="0" smtClean="0">
                <a:latin typeface="Times New Roman"/>
                <a:ea typeface="Times New Roman"/>
              </a:rPr>
              <a:t>V</a:t>
            </a:r>
            <a:r>
              <a:rPr lang="uz-Cyrl-UZ" sz="2400" b="1" i="1" dirty="0">
                <a:latin typeface="Times New Roman"/>
                <a:ea typeface="Times New Roman"/>
              </a:rPr>
              <a:t>, E </a:t>
            </a:r>
            <a:r>
              <a:rPr lang="uz-Cyrl-UZ" sz="2400" dirty="0">
                <a:latin typeface="Times New Roman"/>
                <a:ea typeface="Times New Roman"/>
              </a:rPr>
              <a:t>– тўплам (чекли) берилган бўлиб, бу </a:t>
            </a:r>
            <a:r>
              <a:rPr lang="uz-Cyrl-UZ" sz="2400" dirty="0" smtClean="0">
                <a:latin typeface="Times New Roman"/>
                <a:ea typeface="Times New Roman"/>
              </a:rPr>
              <a:t>ерда:</a:t>
            </a:r>
          </a:p>
          <a:p>
            <a:pPr marL="717550" indent="-285750" algn="just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uz-Cyrl-UZ" sz="2400" b="1" i="1" dirty="0" smtClean="0">
                <a:latin typeface="Times New Roman"/>
                <a:ea typeface="Times New Roman"/>
              </a:rPr>
              <a:t>V</a:t>
            </a:r>
            <a:r>
              <a:rPr lang="uz-Cyrl-UZ" sz="2400" dirty="0" smtClean="0">
                <a:latin typeface="Times New Roman"/>
                <a:ea typeface="Times New Roman"/>
              </a:rPr>
              <a:t> – чекли </a:t>
            </a:r>
            <a:r>
              <a:rPr lang="uz-Cyrl-UZ" sz="2400" dirty="0">
                <a:latin typeface="Times New Roman"/>
                <a:ea typeface="Times New Roman"/>
              </a:rPr>
              <a:t>сондаги нуқталар (учлар</a:t>
            </a:r>
            <a:r>
              <a:rPr lang="uz-Cyrl-UZ" sz="2400" dirty="0" smtClean="0">
                <a:latin typeface="Times New Roman"/>
                <a:ea typeface="Times New Roman"/>
              </a:rPr>
              <a:t>) тўплами</a:t>
            </a:r>
            <a:r>
              <a:rPr lang="uz-Cyrl-UZ" sz="2400" dirty="0">
                <a:latin typeface="Times New Roman"/>
                <a:ea typeface="Times New Roman"/>
              </a:rPr>
              <a:t>, </a:t>
            </a:r>
            <a:endParaRPr lang="uz-Cyrl-UZ" sz="2400" dirty="0" smtClean="0">
              <a:latin typeface="Times New Roman"/>
              <a:ea typeface="Times New Roman"/>
            </a:endParaRPr>
          </a:p>
          <a:p>
            <a:pPr marL="717550" indent="-285750" algn="just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uz-Cyrl-UZ" sz="2400" b="1" i="1" dirty="0" smtClean="0">
                <a:latin typeface="Times New Roman"/>
                <a:ea typeface="Times New Roman"/>
              </a:rPr>
              <a:t>Е</a:t>
            </a:r>
            <a:r>
              <a:rPr lang="uz-Cyrl-UZ" sz="2400" dirty="0" smtClean="0">
                <a:latin typeface="Times New Roman"/>
                <a:ea typeface="Times New Roman"/>
              </a:rPr>
              <a:t> – </a:t>
            </a:r>
            <a:r>
              <a:rPr lang="uz-Cyrl-UZ" sz="2400" dirty="0" smtClean="0">
                <a:latin typeface="Times New Roman"/>
                <a:ea typeface="Times New Roman"/>
              </a:rPr>
              <a:t>эса тартибланмаган </a:t>
            </a:r>
            <a:r>
              <a:rPr lang="uz-Cyrl-UZ" sz="2400" i="1" dirty="0" smtClean="0">
                <a:latin typeface="Times New Roman"/>
                <a:ea typeface="Times New Roman"/>
              </a:rPr>
              <a:t>V</a:t>
            </a:r>
            <a:r>
              <a:rPr lang="uz-Cyrl-UZ" sz="2400" dirty="0" smtClean="0">
                <a:latin typeface="Times New Roman"/>
                <a:ea typeface="Times New Roman"/>
              </a:rPr>
              <a:t> </a:t>
            </a:r>
            <a:r>
              <a:rPr lang="uz-Cyrl-UZ" sz="2400" dirty="0">
                <a:latin typeface="Times New Roman"/>
                <a:ea typeface="Times New Roman"/>
              </a:rPr>
              <a:t>– тўплам элементлари жуфтлигидан иборат бўлсин. </a:t>
            </a:r>
            <a:endParaRPr lang="uz-Cyrl-UZ" sz="2400" dirty="0" smtClean="0">
              <a:latin typeface="Times New Roman"/>
              <a:ea typeface="Times New Roman"/>
            </a:endParaRPr>
          </a:p>
          <a:p>
            <a:pPr indent="355600" algn="just">
              <a:spcAft>
                <a:spcPts val="1200"/>
              </a:spcAft>
            </a:pPr>
            <a:r>
              <a:rPr lang="uz-Cyrl-UZ" sz="2400" dirty="0" smtClean="0">
                <a:latin typeface="Times New Roman"/>
                <a:ea typeface="Times New Roman"/>
              </a:rPr>
              <a:t>У </a:t>
            </a:r>
            <a:r>
              <a:rPr lang="uz-Cyrl-UZ" sz="2400" dirty="0">
                <a:latin typeface="Times New Roman"/>
                <a:ea typeface="Times New Roman"/>
              </a:rPr>
              <a:t>ҳолда тўпламларнинг </a:t>
            </a:r>
            <a:r>
              <a:rPr lang="uz-Cyrl-UZ" sz="2400" b="1" i="1" dirty="0" smtClean="0">
                <a:solidFill>
                  <a:srgbClr val="C00000"/>
                </a:solidFill>
                <a:latin typeface="Times New Roman"/>
                <a:ea typeface="Times New Roman"/>
              </a:rPr>
              <a:t>V</a:t>
            </a:r>
            <a:r>
              <a:rPr lang="uz-Cyrl-UZ" sz="2400" b="1" i="1" dirty="0">
                <a:solidFill>
                  <a:srgbClr val="C00000"/>
                </a:solidFill>
                <a:latin typeface="Times New Roman"/>
                <a:ea typeface="Times New Roman"/>
              </a:rPr>
              <a:t>, </a:t>
            </a:r>
            <a:r>
              <a:rPr lang="uz-Cyrl-UZ" sz="2400" b="1" i="1" dirty="0" smtClean="0">
                <a:solidFill>
                  <a:srgbClr val="C00000"/>
                </a:solidFill>
                <a:latin typeface="Times New Roman"/>
                <a:ea typeface="Times New Roman"/>
              </a:rPr>
              <a:t>E </a:t>
            </a:r>
            <a:r>
              <a:rPr lang="uz-Cyrl-UZ" sz="2400" b="1" dirty="0" smtClean="0">
                <a:solidFill>
                  <a:srgbClr val="C00000"/>
                </a:solidFill>
                <a:latin typeface="Times New Roman"/>
                <a:ea typeface="Times New Roman"/>
              </a:rPr>
              <a:t>– </a:t>
            </a:r>
            <a:r>
              <a:rPr lang="uz-Cyrl-UZ" sz="2400" b="1" dirty="0" smtClean="0">
                <a:solidFill>
                  <a:srgbClr val="C00000"/>
                </a:solidFill>
                <a:latin typeface="Times New Roman"/>
                <a:ea typeface="Times New Roman"/>
              </a:rPr>
              <a:t>мажмуасига граф </a:t>
            </a:r>
            <a:r>
              <a:rPr lang="uz-Cyrl-UZ" sz="2400" b="1" dirty="0">
                <a:solidFill>
                  <a:srgbClr val="C00000"/>
                </a:solidFill>
                <a:latin typeface="Times New Roman"/>
                <a:ea typeface="Times New Roman"/>
              </a:rPr>
              <a:t>деб аталади </a:t>
            </a:r>
            <a:r>
              <a:rPr lang="uz-Cyrl-UZ" sz="2400" b="1" dirty="0" smtClean="0">
                <a:solidFill>
                  <a:srgbClr val="C00000"/>
                </a:solidFill>
                <a:latin typeface="Times New Roman"/>
                <a:ea typeface="Times New Roman"/>
              </a:rPr>
              <a:t>ва </a:t>
            </a:r>
            <a:r>
              <a:rPr lang="uz-Cyrl-UZ" sz="2400" b="1" i="1" dirty="0" smtClean="0">
                <a:solidFill>
                  <a:srgbClr val="C00000"/>
                </a:solidFill>
                <a:latin typeface="Times New Roman"/>
                <a:ea typeface="Times New Roman"/>
              </a:rPr>
              <a:t>G(V,E</a:t>
            </a:r>
            <a:r>
              <a:rPr lang="uz-Cyrl-UZ" sz="2400" b="1" i="1" dirty="0" smtClean="0">
                <a:solidFill>
                  <a:srgbClr val="C00000"/>
                </a:solidFill>
                <a:latin typeface="Times New Roman"/>
                <a:ea typeface="Times New Roman"/>
              </a:rPr>
              <a:t>) </a:t>
            </a:r>
            <a:r>
              <a:rPr lang="uz-Cyrl-UZ" sz="2400" b="1" dirty="0" smtClean="0">
                <a:solidFill>
                  <a:srgbClr val="C00000"/>
                </a:solidFill>
                <a:latin typeface="Times New Roman"/>
                <a:ea typeface="Times New Roman"/>
              </a:rPr>
              <a:t>– каби </a:t>
            </a:r>
            <a:r>
              <a:rPr lang="uz-Cyrl-UZ" sz="2400" b="1" dirty="0">
                <a:solidFill>
                  <a:srgbClr val="C00000"/>
                </a:solidFill>
                <a:latin typeface="Times New Roman"/>
                <a:ea typeface="Times New Roman"/>
              </a:rPr>
              <a:t>белгиланади.</a:t>
            </a:r>
            <a:endParaRPr lang="uz-Cyrl-UZ" sz="1400" dirty="0">
              <a:solidFill>
                <a:srgbClr val="C00000"/>
              </a:solidFill>
              <a:latin typeface="Times New Roman"/>
              <a:ea typeface="Times New Roman"/>
            </a:endParaRPr>
          </a:p>
          <a:p>
            <a:pPr indent="355600" algn="just">
              <a:spcAft>
                <a:spcPts val="1200"/>
              </a:spcAft>
            </a:pPr>
            <a:r>
              <a:rPr lang="en-US" sz="2400" b="1" i="1" dirty="0" smtClean="0">
                <a:solidFill>
                  <a:srgbClr val="C00000"/>
                </a:solidFill>
                <a:latin typeface="Times New Roman"/>
                <a:ea typeface="Times New Roman"/>
              </a:rPr>
              <a:t>V</a:t>
            </a:r>
            <a:r>
              <a:rPr lang="uz-Cyrl-UZ" sz="2400" dirty="0" smtClean="0">
                <a:latin typeface="Times New Roman"/>
                <a:ea typeface="Times New Roman"/>
              </a:rPr>
              <a:t> </a:t>
            </a:r>
            <a:r>
              <a:rPr lang="ru-RU" sz="2400" dirty="0" smtClean="0">
                <a:latin typeface="Times New Roman"/>
                <a:ea typeface="Times New Roman"/>
              </a:rPr>
              <a:t>– </a:t>
            </a:r>
            <a:r>
              <a:rPr lang="ru-RU" sz="2400" dirty="0" err="1" smtClean="0">
                <a:latin typeface="Times New Roman"/>
                <a:ea typeface="Times New Roman"/>
              </a:rPr>
              <a:t>графнинг</a:t>
            </a:r>
            <a:r>
              <a:rPr lang="ru-RU" sz="2400" dirty="0" smtClean="0">
                <a:latin typeface="Times New Roman"/>
                <a:ea typeface="Times New Roman"/>
              </a:rPr>
              <a:t> </a:t>
            </a:r>
            <a:r>
              <a:rPr lang="ru-RU" sz="2400" dirty="0" err="1">
                <a:latin typeface="Times New Roman"/>
                <a:ea typeface="Times New Roman"/>
              </a:rPr>
              <a:t>учлари</a:t>
            </a:r>
            <a:r>
              <a:rPr lang="ru-RU" sz="2400" dirty="0">
                <a:latin typeface="Times New Roman"/>
                <a:ea typeface="Times New Roman"/>
              </a:rPr>
              <a:t> т</a:t>
            </a:r>
            <a:r>
              <a:rPr lang="uz-Cyrl-UZ" sz="2400" dirty="0">
                <a:latin typeface="Times New Roman"/>
                <a:ea typeface="Times New Roman"/>
              </a:rPr>
              <a:t>ў</a:t>
            </a:r>
            <a:r>
              <a:rPr lang="ru-RU" sz="2400" dirty="0" err="1">
                <a:latin typeface="Times New Roman"/>
                <a:ea typeface="Times New Roman"/>
              </a:rPr>
              <a:t>плами</a:t>
            </a:r>
            <a:r>
              <a:rPr lang="ru-RU" sz="2400" dirty="0">
                <a:latin typeface="Times New Roman"/>
                <a:ea typeface="Times New Roman"/>
              </a:rPr>
              <a:t>, </a:t>
            </a:r>
            <a:r>
              <a:rPr lang="ru-RU" sz="2400" b="1" i="1" dirty="0" smtClean="0">
                <a:solidFill>
                  <a:srgbClr val="C00000"/>
                </a:solidFill>
                <a:latin typeface="Times New Roman"/>
                <a:ea typeface="Times New Roman"/>
              </a:rPr>
              <a:t>Е</a:t>
            </a:r>
            <a:r>
              <a:rPr lang="ru-RU" sz="2400" i="1" dirty="0" smtClean="0">
                <a:latin typeface="Times New Roman"/>
                <a:ea typeface="Times New Roman"/>
              </a:rPr>
              <a:t> </a:t>
            </a:r>
            <a:r>
              <a:rPr lang="ru-RU" sz="2400" dirty="0" smtClean="0">
                <a:latin typeface="Times New Roman"/>
                <a:ea typeface="Times New Roman"/>
              </a:rPr>
              <a:t>– </a:t>
            </a:r>
            <a:r>
              <a:rPr lang="ru-RU" sz="2400" dirty="0" err="1" smtClean="0">
                <a:latin typeface="Times New Roman"/>
                <a:ea typeface="Times New Roman"/>
              </a:rPr>
              <a:t>графнинг</a:t>
            </a:r>
            <a:r>
              <a:rPr lang="ru-RU" sz="2400" dirty="0" smtClean="0">
                <a:latin typeface="Times New Roman"/>
                <a:ea typeface="Times New Roman"/>
              </a:rPr>
              <a:t> </a:t>
            </a:r>
            <a:r>
              <a:rPr lang="uz-Cyrl-UZ" sz="2400" dirty="0">
                <a:latin typeface="Times New Roman"/>
                <a:ea typeface="Times New Roman"/>
              </a:rPr>
              <a:t>қ</a:t>
            </a:r>
            <a:r>
              <a:rPr lang="ru-RU" sz="2400" dirty="0" err="1">
                <a:latin typeface="Times New Roman"/>
                <a:ea typeface="Times New Roman"/>
              </a:rPr>
              <a:t>ирралари</a:t>
            </a:r>
            <a:r>
              <a:rPr lang="ru-RU" sz="2400" dirty="0">
                <a:latin typeface="Times New Roman"/>
                <a:ea typeface="Times New Roman"/>
              </a:rPr>
              <a:t> т</a:t>
            </a:r>
            <a:r>
              <a:rPr lang="uz-Cyrl-UZ" sz="2400" dirty="0">
                <a:latin typeface="Times New Roman"/>
                <a:ea typeface="Times New Roman"/>
              </a:rPr>
              <a:t>ў</a:t>
            </a:r>
            <a:r>
              <a:rPr lang="ru-RU" sz="2400" dirty="0" err="1">
                <a:latin typeface="Times New Roman"/>
                <a:ea typeface="Times New Roman"/>
              </a:rPr>
              <a:t>плами</a:t>
            </a:r>
            <a:r>
              <a:rPr lang="ru-RU" sz="2400" dirty="0">
                <a:latin typeface="Times New Roman"/>
                <a:ea typeface="Times New Roman"/>
              </a:rPr>
              <a:t> </a:t>
            </a:r>
            <a:r>
              <a:rPr lang="ru-RU" sz="2400" dirty="0" err="1">
                <a:latin typeface="Times New Roman"/>
                <a:ea typeface="Times New Roman"/>
              </a:rPr>
              <a:t>деб</a:t>
            </a:r>
            <a:r>
              <a:rPr lang="ru-RU" sz="2400" dirty="0">
                <a:latin typeface="Times New Roman"/>
                <a:ea typeface="Times New Roman"/>
              </a:rPr>
              <a:t> </a:t>
            </a:r>
            <a:r>
              <a:rPr lang="ru-RU" sz="2400" dirty="0" err="1">
                <a:latin typeface="Times New Roman"/>
                <a:ea typeface="Times New Roman"/>
              </a:rPr>
              <a:t>юритилади</a:t>
            </a:r>
            <a:r>
              <a:rPr lang="ru-RU" sz="2400" dirty="0">
                <a:latin typeface="Times New Roman"/>
                <a:ea typeface="Times New Roman"/>
              </a:rPr>
              <a:t>.</a:t>
            </a:r>
            <a:endParaRPr lang="uz-Cyrl-UZ" sz="1400" dirty="0">
              <a:latin typeface="Times New Roman"/>
              <a:ea typeface="Times New Roman"/>
            </a:endParaRPr>
          </a:p>
          <a:p>
            <a:pPr indent="355600" algn="just">
              <a:spcAft>
                <a:spcPts val="1200"/>
              </a:spcAft>
            </a:pPr>
            <a:r>
              <a:rPr lang="ru-RU" sz="2400" dirty="0">
                <a:latin typeface="Times New Roman"/>
                <a:ea typeface="Times New Roman"/>
              </a:rPr>
              <a:t>(</a:t>
            </a:r>
            <a:r>
              <a:rPr lang="ru-RU" sz="2400" i="1" dirty="0">
                <a:latin typeface="Times New Roman"/>
                <a:ea typeface="Times New Roman"/>
              </a:rPr>
              <a:t>а</a:t>
            </a:r>
            <a:r>
              <a:rPr lang="en-US" sz="2400" baseline="-25000" dirty="0" err="1">
                <a:latin typeface="Times New Roman"/>
                <a:ea typeface="Times New Roman"/>
              </a:rPr>
              <a:t>i</a:t>
            </a:r>
            <a:r>
              <a:rPr lang="ru-RU" sz="2400" dirty="0" smtClean="0">
                <a:latin typeface="Times New Roman"/>
                <a:ea typeface="Times New Roman"/>
              </a:rPr>
              <a:t>, </a:t>
            </a:r>
            <a:r>
              <a:rPr lang="en-US" sz="2400" i="1" dirty="0" err="1" smtClean="0">
                <a:latin typeface="Times New Roman"/>
                <a:ea typeface="Times New Roman"/>
              </a:rPr>
              <a:t>a</a:t>
            </a:r>
            <a:r>
              <a:rPr lang="en-US" sz="2400" baseline="-25000" dirty="0" err="1" smtClean="0">
                <a:latin typeface="Times New Roman"/>
                <a:ea typeface="Times New Roman"/>
              </a:rPr>
              <a:t>j</a:t>
            </a:r>
            <a:r>
              <a:rPr lang="ru-RU" sz="2400" dirty="0">
                <a:latin typeface="Times New Roman"/>
                <a:ea typeface="Times New Roman"/>
              </a:rPr>
              <a:t>) – </a:t>
            </a:r>
            <a:r>
              <a:rPr lang="uz-Cyrl-UZ" sz="2400" dirty="0">
                <a:latin typeface="Times New Roman"/>
                <a:ea typeface="Times New Roman"/>
              </a:rPr>
              <a:t>қ</a:t>
            </a:r>
            <a:r>
              <a:rPr lang="ru-RU" sz="2400" dirty="0" err="1">
                <a:latin typeface="Times New Roman"/>
                <a:ea typeface="Times New Roman"/>
              </a:rPr>
              <a:t>ирра</a:t>
            </a:r>
            <a:r>
              <a:rPr lang="ru-RU" sz="2400" dirty="0">
                <a:latin typeface="Times New Roman"/>
                <a:ea typeface="Times New Roman"/>
              </a:rPr>
              <a:t> </a:t>
            </a:r>
            <a:r>
              <a:rPr lang="ru-RU" sz="2400" dirty="0" err="1" smtClean="0">
                <a:latin typeface="Times New Roman"/>
                <a:ea typeface="Times New Roman"/>
              </a:rPr>
              <a:t>деганда</a:t>
            </a:r>
            <a:r>
              <a:rPr lang="ru-RU" sz="2400" dirty="0" smtClean="0">
                <a:latin typeface="Times New Roman"/>
                <a:ea typeface="Times New Roman"/>
              </a:rPr>
              <a:t> </a:t>
            </a:r>
            <a:r>
              <a:rPr lang="ru-RU" sz="2400" i="1" dirty="0" smtClean="0">
                <a:latin typeface="Times New Roman"/>
                <a:ea typeface="Times New Roman"/>
              </a:rPr>
              <a:t>а</a:t>
            </a:r>
            <a:r>
              <a:rPr lang="en-US" sz="2400" baseline="-25000" dirty="0" smtClean="0">
                <a:latin typeface="Times New Roman"/>
                <a:ea typeface="Times New Roman"/>
              </a:rPr>
              <a:t>i</a:t>
            </a:r>
            <a:r>
              <a:rPr lang="ru-RU" sz="2400" dirty="0" smtClean="0">
                <a:latin typeface="Times New Roman"/>
                <a:ea typeface="Times New Roman"/>
              </a:rPr>
              <a:t> </a:t>
            </a:r>
            <a:r>
              <a:rPr lang="ru-RU" sz="2400" dirty="0" err="1" smtClean="0">
                <a:latin typeface="Times New Roman"/>
                <a:ea typeface="Times New Roman"/>
              </a:rPr>
              <a:t>ва</a:t>
            </a:r>
            <a:r>
              <a:rPr lang="ru-RU" sz="2400" dirty="0" smtClean="0">
                <a:latin typeface="Times New Roman"/>
                <a:ea typeface="Times New Roman"/>
              </a:rPr>
              <a:t> </a:t>
            </a:r>
            <a:r>
              <a:rPr lang="ru-RU" sz="2400" i="1" dirty="0" smtClean="0">
                <a:latin typeface="Times New Roman"/>
                <a:ea typeface="Times New Roman"/>
              </a:rPr>
              <a:t>а</a:t>
            </a:r>
            <a:r>
              <a:rPr lang="en-US" sz="2400" baseline="-25000" dirty="0">
                <a:latin typeface="Times New Roman"/>
                <a:ea typeface="Times New Roman"/>
              </a:rPr>
              <a:t>j</a:t>
            </a:r>
            <a:r>
              <a:rPr lang="ru-RU" sz="2400" dirty="0">
                <a:latin typeface="Times New Roman"/>
                <a:ea typeface="Times New Roman"/>
              </a:rPr>
              <a:t> – </a:t>
            </a:r>
            <a:r>
              <a:rPr lang="ru-RU" sz="2400" dirty="0" err="1">
                <a:latin typeface="Times New Roman"/>
                <a:ea typeface="Times New Roman"/>
              </a:rPr>
              <a:t>учларни</a:t>
            </a:r>
            <a:r>
              <a:rPr lang="ru-RU" sz="2400" dirty="0">
                <a:latin typeface="Times New Roman"/>
                <a:ea typeface="Times New Roman"/>
              </a:rPr>
              <a:t> </a:t>
            </a:r>
            <a:r>
              <a:rPr lang="ru-RU" sz="2400" dirty="0" err="1">
                <a:latin typeface="Times New Roman"/>
                <a:ea typeface="Times New Roman"/>
              </a:rPr>
              <a:t>бирлаштирувчи</a:t>
            </a:r>
            <a:r>
              <a:rPr lang="ru-RU" sz="2400" dirty="0">
                <a:latin typeface="Times New Roman"/>
                <a:ea typeface="Times New Roman"/>
              </a:rPr>
              <a:t> </a:t>
            </a:r>
            <a:r>
              <a:rPr lang="ru-RU" sz="2400" dirty="0" err="1">
                <a:latin typeface="Times New Roman"/>
                <a:ea typeface="Times New Roman"/>
              </a:rPr>
              <a:t>кесма</a:t>
            </a:r>
            <a:r>
              <a:rPr lang="ru-RU" sz="2400" dirty="0">
                <a:latin typeface="Times New Roman"/>
                <a:ea typeface="Times New Roman"/>
              </a:rPr>
              <a:t> (</a:t>
            </a:r>
            <a:r>
              <a:rPr lang="ru-RU" sz="2400" dirty="0" err="1">
                <a:latin typeface="Times New Roman"/>
                <a:ea typeface="Times New Roman"/>
              </a:rPr>
              <a:t>ёки</a:t>
            </a:r>
            <a:r>
              <a:rPr lang="ru-RU" sz="2400" dirty="0">
                <a:latin typeface="Times New Roman"/>
                <a:ea typeface="Times New Roman"/>
              </a:rPr>
              <a:t> </a:t>
            </a:r>
            <a:r>
              <a:rPr lang="ru-RU" sz="2400" dirty="0" err="1">
                <a:latin typeface="Times New Roman"/>
                <a:ea typeface="Times New Roman"/>
              </a:rPr>
              <a:t>ёй</a:t>
            </a:r>
            <a:r>
              <a:rPr lang="ru-RU" sz="2400" dirty="0">
                <a:latin typeface="Times New Roman"/>
                <a:ea typeface="Times New Roman"/>
              </a:rPr>
              <a:t>) туш</a:t>
            </a:r>
            <a:r>
              <a:rPr lang="uz-Cyrl-UZ" sz="2400" dirty="0">
                <a:latin typeface="Times New Roman"/>
                <a:ea typeface="Times New Roman"/>
              </a:rPr>
              <a:t>у</a:t>
            </a:r>
            <a:r>
              <a:rPr lang="ru-RU" sz="2400" dirty="0" err="1">
                <a:latin typeface="Times New Roman"/>
                <a:ea typeface="Times New Roman"/>
              </a:rPr>
              <a:t>нилади</a:t>
            </a:r>
            <a:r>
              <a:rPr lang="ru-RU" sz="2400" dirty="0">
                <a:latin typeface="Times New Roman"/>
                <a:ea typeface="Times New Roman"/>
              </a:rPr>
              <a:t>.</a:t>
            </a:r>
            <a:endParaRPr lang="uz-Cyrl-UZ" sz="1400" dirty="0">
              <a:effectLst/>
              <a:latin typeface="Times New Roman"/>
              <a:ea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lowchart: Process 9"/>
          <p:cNvSpPr/>
          <p:nvPr/>
        </p:nvSpPr>
        <p:spPr>
          <a:xfrm>
            <a:off x="97020" y="146203"/>
            <a:ext cx="8984810" cy="6634662"/>
          </a:xfrm>
          <a:prstGeom prst="flowChartProcess">
            <a:avLst/>
          </a:prstGeom>
          <a:noFill/>
          <a:ln w="19050">
            <a:solidFill>
              <a:srgbClr val="002060"/>
            </a:solidFill>
          </a:ln>
          <a:effectLst>
            <a:glow rad="101600">
              <a:schemeClr val="accent1">
                <a:satMod val="175000"/>
                <a:alpha val="4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  <p:cxnSp>
        <p:nvCxnSpPr>
          <p:cNvPr id="6" name="Straight Connector 5"/>
          <p:cNvCxnSpPr/>
          <p:nvPr/>
        </p:nvCxnSpPr>
        <p:spPr>
          <a:xfrm>
            <a:off x="285720" y="260648"/>
            <a:ext cx="8568000" cy="1588"/>
          </a:xfrm>
          <a:prstGeom prst="line">
            <a:avLst/>
          </a:prstGeom>
          <a:ln>
            <a:solidFill>
              <a:schemeClr val="accent2">
                <a:lumMod val="50000"/>
              </a:schemeClr>
            </a:solidFill>
            <a:headEnd type="diamond" w="med" len="med"/>
            <a:tailEnd type="diamond" w="med" len="med"/>
          </a:ln>
          <a:effectLst>
            <a:glow rad="63500">
              <a:schemeClr val="accent3">
                <a:satMod val="175000"/>
                <a:alpha val="4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" name="AutoShape 13" descr="Точечные ромбики"/>
          <p:cNvSpPr>
            <a:spLocks noChangeArrowheads="1"/>
          </p:cNvSpPr>
          <p:nvPr/>
        </p:nvSpPr>
        <p:spPr bwMode="auto">
          <a:xfrm>
            <a:off x="142875" y="368660"/>
            <a:ext cx="8856663" cy="5940000"/>
          </a:xfrm>
          <a:prstGeom prst="foldedCorner">
            <a:avLst>
              <a:gd name="adj" fmla="val 4333"/>
            </a:avLst>
          </a:prstGeom>
          <a:pattFill prst="dotDmnd">
            <a:fgClr>
              <a:schemeClr val="bg2"/>
            </a:fgClr>
            <a:bgClr>
              <a:schemeClr val="bg1"/>
            </a:bgClr>
          </a:pattFill>
          <a:ln w="15875">
            <a:solidFill>
              <a:srgbClr val="000080"/>
            </a:solidFill>
            <a:round/>
            <a:headEnd/>
            <a:tailEnd/>
          </a:ln>
          <a:effectLst>
            <a:prstShdw prst="shdw17" dist="17961" dir="2700000">
              <a:srgbClr val="00004D">
                <a:alpha val="50000"/>
              </a:srgbClr>
            </a:prstShdw>
          </a:effectLst>
        </p:spPr>
        <p:txBody>
          <a:bodyPr bIns="0" anchor="t" anchorCtr="0">
            <a:normAutofit lnSpcReduction="10000"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1pPr>
            <a:lvl2pPr marL="1258888" indent="-34290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2pPr>
            <a:lvl3pPr marL="1781175" indent="-34290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3pPr>
            <a:lvl4pPr marL="2303463" indent="-34290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4pPr>
            <a:lvl5pPr marL="2825750" indent="-34290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5pPr>
            <a:lvl6pPr marL="328295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6pPr>
            <a:lvl7pPr marL="374015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7pPr>
            <a:lvl8pPr marL="419735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8pPr>
            <a:lvl9pPr marL="465455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indent="449580" algn="just">
              <a:spcAft>
                <a:spcPts val="0"/>
              </a:spcAft>
            </a:pPr>
            <a:endParaRPr lang="ru-RU" sz="2400" dirty="0" smtClean="0">
              <a:latin typeface="Times New Roman"/>
              <a:ea typeface="Times New Roman"/>
            </a:endParaRPr>
          </a:p>
          <a:p>
            <a:pPr indent="449580" algn="just">
              <a:spcAft>
                <a:spcPts val="0"/>
              </a:spcAft>
            </a:pPr>
            <a:endParaRPr lang="ru-RU" sz="2400" dirty="0">
              <a:latin typeface="Times New Roman"/>
              <a:ea typeface="Times New Roman"/>
            </a:endParaRPr>
          </a:p>
          <a:p>
            <a:pPr indent="449580" algn="just">
              <a:spcAft>
                <a:spcPts val="0"/>
              </a:spcAft>
            </a:pPr>
            <a:endParaRPr lang="ru-RU" sz="2400" dirty="0" smtClean="0">
              <a:latin typeface="Times New Roman"/>
              <a:ea typeface="Times New Roman"/>
            </a:endParaRPr>
          </a:p>
          <a:p>
            <a:pPr indent="449580" algn="just">
              <a:spcAft>
                <a:spcPts val="0"/>
              </a:spcAft>
            </a:pPr>
            <a:endParaRPr lang="ru-RU" sz="2400" dirty="0">
              <a:latin typeface="Times New Roman"/>
              <a:ea typeface="Times New Roman"/>
            </a:endParaRPr>
          </a:p>
          <a:p>
            <a:pPr indent="449580" algn="just">
              <a:spcAft>
                <a:spcPts val="0"/>
              </a:spcAft>
            </a:pPr>
            <a:endParaRPr lang="ru-RU" sz="2400" dirty="0" smtClean="0">
              <a:latin typeface="Times New Roman"/>
              <a:ea typeface="Times New Roman"/>
            </a:endParaRPr>
          </a:p>
          <a:p>
            <a:pPr indent="449580" algn="just">
              <a:spcAft>
                <a:spcPts val="0"/>
              </a:spcAft>
            </a:pPr>
            <a:endParaRPr lang="ru-RU" sz="2400" dirty="0">
              <a:latin typeface="Times New Roman"/>
              <a:ea typeface="Times New Roman"/>
            </a:endParaRPr>
          </a:p>
          <a:p>
            <a:pPr indent="449580" algn="just">
              <a:spcAft>
                <a:spcPts val="0"/>
              </a:spcAft>
            </a:pPr>
            <a:endParaRPr lang="ru-RU" sz="2400" dirty="0" smtClean="0">
              <a:latin typeface="Times New Roman"/>
              <a:ea typeface="Times New Roman"/>
            </a:endParaRPr>
          </a:p>
          <a:p>
            <a:pPr indent="449580" algn="just">
              <a:spcAft>
                <a:spcPts val="0"/>
              </a:spcAft>
            </a:pPr>
            <a:endParaRPr lang="ru-RU" sz="2400" dirty="0">
              <a:latin typeface="Times New Roman"/>
              <a:ea typeface="Times New Roman"/>
            </a:endParaRPr>
          </a:p>
          <a:p>
            <a:pPr indent="449580" algn="just">
              <a:spcAft>
                <a:spcPts val="0"/>
              </a:spcAft>
            </a:pPr>
            <a:endParaRPr lang="ru-RU" sz="2400" dirty="0" smtClean="0">
              <a:latin typeface="Times New Roman"/>
              <a:ea typeface="Times New Roman"/>
            </a:endParaRPr>
          </a:p>
          <a:p>
            <a:pPr indent="449580" algn="just">
              <a:spcAft>
                <a:spcPts val="0"/>
              </a:spcAft>
            </a:pPr>
            <a:endParaRPr lang="ru-RU" sz="2000" dirty="0" smtClean="0">
              <a:latin typeface="Times New Roman"/>
              <a:ea typeface="Times New Roman"/>
            </a:endParaRPr>
          </a:p>
          <a:p>
            <a:pPr indent="449580" algn="just">
              <a:spcAft>
                <a:spcPts val="600"/>
              </a:spcAft>
            </a:pPr>
            <a:r>
              <a:rPr lang="ru-RU" sz="2000" dirty="0" err="1" smtClean="0">
                <a:latin typeface="Times New Roman"/>
                <a:ea typeface="Times New Roman"/>
              </a:rPr>
              <a:t>Айтайлик</a:t>
            </a:r>
            <a:r>
              <a:rPr lang="ru-RU" sz="2000" dirty="0" smtClean="0">
                <a:latin typeface="Times New Roman"/>
                <a:ea typeface="Times New Roman"/>
              </a:rPr>
              <a:t> </a:t>
            </a:r>
            <a:r>
              <a:rPr lang="ru-RU" sz="2000" i="1" dirty="0" smtClean="0">
                <a:latin typeface="Times New Roman"/>
                <a:ea typeface="Times New Roman"/>
              </a:rPr>
              <a:t>а</a:t>
            </a:r>
            <a:r>
              <a:rPr lang="ru-RU" sz="2000" baseline="-25000" dirty="0" smtClean="0">
                <a:latin typeface="Times New Roman"/>
                <a:ea typeface="Times New Roman"/>
              </a:rPr>
              <a:t>1</a:t>
            </a:r>
            <a:r>
              <a:rPr lang="ru-RU" sz="2000" dirty="0" smtClean="0">
                <a:latin typeface="Times New Roman"/>
                <a:ea typeface="Times New Roman"/>
              </a:rPr>
              <a:t>, </a:t>
            </a:r>
            <a:r>
              <a:rPr lang="ru-RU" sz="2000" i="1" dirty="0" smtClean="0">
                <a:latin typeface="Times New Roman"/>
                <a:ea typeface="Times New Roman"/>
              </a:rPr>
              <a:t>а</a:t>
            </a:r>
            <a:r>
              <a:rPr lang="ru-RU" sz="2000" baseline="-25000" dirty="0" smtClean="0">
                <a:latin typeface="Times New Roman"/>
                <a:ea typeface="Times New Roman"/>
              </a:rPr>
              <a:t>2</a:t>
            </a:r>
            <a:r>
              <a:rPr lang="ru-RU" sz="2000" dirty="0" smtClean="0">
                <a:latin typeface="Times New Roman"/>
                <a:ea typeface="Times New Roman"/>
              </a:rPr>
              <a:t> </a:t>
            </a:r>
            <a:r>
              <a:rPr lang="ru-RU" sz="2000" dirty="0">
                <a:latin typeface="Times New Roman"/>
                <a:ea typeface="Times New Roman"/>
              </a:rPr>
              <a:t>– граф </a:t>
            </a:r>
            <a:r>
              <a:rPr lang="ru-RU" sz="2000" dirty="0" err="1">
                <a:latin typeface="Times New Roman"/>
                <a:ea typeface="Times New Roman"/>
              </a:rPr>
              <a:t>учлари</a:t>
            </a:r>
            <a:r>
              <a:rPr lang="ru-RU" sz="2000" dirty="0" smtClean="0">
                <a:latin typeface="Times New Roman"/>
                <a:ea typeface="Times New Roman"/>
              </a:rPr>
              <a:t>, </a:t>
            </a:r>
            <a:r>
              <a:rPr lang="ru-RU" sz="2000" i="1" dirty="0" smtClean="0">
                <a:latin typeface="Times New Roman"/>
                <a:ea typeface="Times New Roman"/>
              </a:rPr>
              <a:t>е</a:t>
            </a:r>
            <a:r>
              <a:rPr lang="ru-RU" sz="2000" dirty="0" smtClean="0">
                <a:latin typeface="Times New Roman"/>
                <a:ea typeface="Times New Roman"/>
              </a:rPr>
              <a:t>=(</a:t>
            </a:r>
            <a:r>
              <a:rPr lang="ru-RU" sz="2000" i="1" dirty="0">
                <a:latin typeface="Times New Roman"/>
                <a:ea typeface="Times New Roman"/>
              </a:rPr>
              <a:t>а</a:t>
            </a:r>
            <a:r>
              <a:rPr lang="ru-RU" sz="2000" baseline="-25000" dirty="0">
                <a:latin typeface="Times New Roman"/>
                <a:ea typeface="Times New Roman"/>
              </a:rPr>
              <a:t>1</a:t>
            </a:r>
            <a:r>
              <a:rPr lang="ru-RU" sz="2000" dirty="0">
                <a:latin typeface="Times New Roman"/>
                <a:ea typeface="Times New Roman"/>
              </a:rPr>
              <a:t>, </a:t>
            </a:r>
            <a:r>
              <a:rPr lang="ru-RU" sz="2000" i="1" dirty="0">
                <a:latin typeface="Times New Roman"/>
                <a:ea typeface="Times New Roman"/>
              </a:rPr>
              <a:t>а</a:t>
            </a:r>
            <a:r>
              <a:rPr lang="ru-RU" sz="2000" baseline="-25000" dirty="0">
                <a:latin typeface="Times New Roman"/>
                <a:ea typeface="Times New Roman"/>
              </a:rPr>
              <a:t>2</a:t>
            </a:r>
            <a:r>
              <a:rPr lang="ru-RU" sz="2000" dirty="0" smtClean="0">
                <a:latin typeface="Times New Roman"/>
                <a:ea typeface="Times New Roman"/>
              </a:rPr>
              <a:t>) – </a:t>
            </a:r>
            <a:r>
              <a:rPr lang="ru-RU" sz="2000" dirty="0" err="1" smtClean="0">
                <a:latin typeface="Times New Roman"/>
                <a:ea typeface="Times New Roman"/>
              </a:rPr>
              <a:t>эса</a:t>
            </a:r>
            <a:r>
              <a:rPr lang="ru-RU" sz="2000" dirty="0" smtClean="0">
                <a:latin typeface="Times New Roman"/>
                <a:ea typeface="Times New Roman"/>
              </a:rPr>
              <a:t> </a:t>
            </a:r>
            <a:r>
              <a:rPr lang="ru-RU" sz="2000" dirty="0" err="1">
                <a:latin typeface="Times New Roman"/>
                <a:ea typeface="Times New Roman"/>
              </a:rPr>
              <a:t>бу</a:t>
            </a:r>
            <a:r>
              <a:rPr lang="ru-RU" sz="2000" dirty="0">
                <a:latin typeface="Times New Roman"/>
                <a:ea typeface="Times New Roman"/>
              </a:rPr>
              <a:t> </a:t>
            </a:r>
            <a:r>
              <a:rPr lang="ru-RU" sz="2000" dirty="0" err="1">
                <a:latin typeface="Times New Roman"/>
                <a:ea typeface="Times New Roman"/>
              </a:rPr>
              <a:t>учларни</a:t>
            </a:r>
            <a:r>
              <a:rPr lang="ru-RU" sz="2000" dirty="0">
                <a:latin typeface="Times New Roman"/>
                <a:ea typeface="Times New Roman"/>
              </a:rPr>
              <a:t> </a:t>
            </a:r>
            <a:r>
              <a:rPr lang="ru-RU" sz="2000" dirty="0" err="1">
                <a:latin typeface="Times New Roman"/>
                <a:ea typeface="Times New Roman"/>
              </a:rPr>
              <a:t>туташтирувчи</a:t>
            </a:r>
            <a:r>
              <a:rPr lang="ru-RU" sz="2000" dirty="0">
                <a:latin typeface="Times New Roman"/>
                <a:ea typeface="Times New Roman"/>
              </a:rPr>
              <a:t> </a:t>
            </a:r>
            <a:r>
              <a:rPr lang="uz-Cyrl-UZ" sz="2000" dirty="0">
                <a:latin typeface="Times New Roman"/>
                <a:ea typeface="Times New Roman"/>
              </a:rPr>
              <a:t>қ</a:t>
            </a:r>
            <a:r>
              <a:rPr lang="ru-RU" sz="2000" dirty="0" err="1">
                <a:latin typeface="Times New Roman"/>
                <a:ea typeface="Times New Roman"/>
              </a:rPr>
              <a:t>ирра</a:t>
            </a:r>
            <a:r>
              <a:rPr lang="ru-RU" sz="2000" dirty="0">
                <a:latin typeface="Times New Roman"/>
                <a:ea typeface="Times New Roman"/>
              </a:rPr>
              <a:t> б</a:t>
            </a:r>
            <a:r>
              <a:rPr lang="uz-Cyrl-UZ" sz="2000" dirty="0">
                <a:latin typeface="Times New Roman"/>
                <a:ea typeface="Times New Roman"/>
              </a:rPr>
              <a:t>ў</a:t>
            </a:r>
            <a:r>
              <a:rPr lang="ru-RU" sz="2000" dirty="0" err="1">
                <a:latin typeface="Times New Roman"/>
                <a:ea typeface="Times New Roman"/>
              </a:rPr>
              <a:t>лсин</a:t>
            </a:r>
            <a:r>
              <a:rPr lang="ru-RU" sz="2000" dirty="0">
                <a:latin typeface="Times New Roman"/>
                <a:ea typeface="Times New Roman"/>
              </a:rPr>
              <a:t>. У </a:t>
            </a:r>
            <a:r>
              <a:rPr lang="uz-Cyrl-UZ" sz="2000" dirty="0">
                <a:latin typeface="Times New Roman"/>
                <a:ea typeface="Times New Roman"/>
              </a:rPr>
              <a:t>ҳ</a:t>
            </a:r>
            <a:r>
              <a:rPr lang="ru-RU" sz="2000" dirty="0" err="1" smtClean="0">
                <a:latin typeface="Times New Roman"/>
                <a:ea typeface="Times New Roman"/>
              </a:rPr>
              <a:t>олда</a:t>
            </a:r>
            <a:r>
              <a:rPr lang="ru-RU" sz="2000" dirty="0" smtClean="0">
                <a:latin typeface="Times New Roman"/>
                <a:ea typeface="Times New Roman"/>
              </a:rPr>
              <a:t> </a:t>
            </a:r>
            <a:r>
              <a:rPr lang="ru-RU" sz="2000" b="1" i="1" dirty="0" smtClean="0">
                <a:latin typeface="Times New Roman"/>
                <a:ea typeface="Times New Roman"/>
              </a:rPr>
              <a:t>а</a:t>
            </a:r>
            <a:r>
              <a:rPr lang="ru-RU" sz="2000" b="1" baseline="-25000" dirty="0" smtClean="0">
                <a:latin typeface="Times New Roman"/>
                <a:ea typeface="Times New Roman"/>
              </a:rPr>
              <a:t>1</a:t>
            </a:r>
            <a:r>
              <a:rPr lang="ru-RU" sz="2000" b="1" dirty="0" smtClean="0">
                <a:latin typeface="Times New Roman"/>
                <a:ea typeface="Times New Roman"/>
              </a:rPr>
              <a:t> </a:t>
            </a:r>
            <a:r>
              <a:rPr lang="ru-RU" sz="2000" b="1" dirty="0">
                <a:latin typeface="Times New Roman"/>
                <a:ea typeface="Times New Roman"/>
              </a:rPr>
              <a:t>– </a:t>
            </a:r>
            <a:r>
              <a:rPr lang="ru-RU" sz="2000" b="1" dirty="0" err="1">
                <a:latin typeface="Times New Roman"/>
                <a:ea typeface="Times New Roman"/>
              </a:rPr>
              <a:t>уч</a:t>
            </a:r>
            <a:r>
              <a:rPr lang="ru-RU" sz="2000" b="1" dirty="0">
                <a:latin typeface="Times New Roman"/>
                <a:ea typeface="Times New Roman"/>
              </a:rPr>
              <a:t> </a:t>
            </a:r>
            <a:r>
              <a:rPr lang="ru-RU" sz="2000" b="1" dirty="0" err="1">
                <a:latin typeface="Times New Roman"/>
                <a:ea typeface="Times New Roman"/>
              </a:rPr>
              <a:t>ва</a:t>
            </a:r>
            <a:r>
              <a:rPr lang="ru-RU" sz="2000" b="1" dirty="0">
                <a:latin typeface="Times New Roman"/>
                <a:ea typeface="Times New Roman"/>
              </a:rPr>
              <a:t> </a:t>
            </a:r>
            <a:r>
              <a:rPr lang="ru-RU" sz="2000" b="1" i="1" dirty="0">
                <a:latin typeface="Times New Roman"/>
                <a:ea typeface="Times New Roman"/>
              </a:rPr>
              <a:t>е</a:t>
            </a:r>
            <a:r>
              <a:rPr lang="ru-RU" sz="2000" b="1" dirty="0">
                <a:latin typeface="Times New Roman"/>
                <a:ea typeface="Times New Roman"/>
              </a:rPr>
              <a:t> – </a:t>
            </a:r>
            <a:r>
              <a:rPr lang="uz-Cyrl-UZ" sz="2000" b="1" dirty="0">
                <a:latin typeface="Times New Roman"/>
                <a:ea typeface="Times New Roman"/>
              </a:rPr>
              <a:t>қ</a:t>
            </a:r>
            <a:r>
              <a:rPr lang="ru-RU" sz="2000" b="1" dirty="0" err="1">
                <a:latin typeface="Times New Roman"/>
                <a:ea typeface="Times New Roman"/>
              </a:rPr>
              <a:t>ирра</a:t>
            </a:r>
            <a:r>
              <a:rPr lang="ru-RU" sz="2000" b="1" dirty="0">
                <a:latin typeface="Times New Roman"/>
                <a:ea typeface="Times New Roman"/>
              </a:rPr>
              <a:t> «</a:t>
            </a:r>
            <a:r>
              <a:rPr lang="ru-RU" sz="2000" b="1" dirty="0" smtClean="0">
                <a:latin typeface="Times New Roman"/>
                <a:ea typeface="Times New Roman"/>
              </a:rPr>
              <a:t>инцидент (</a:t>
            </a:r>
            <a:r>
              <a:rPr lang="ru-RU" sz="2000" b="1" dirty="0">
                <a:latin typeface="Times New Roman"/>
                <a:ea typeface="Times New Roman"/>
              </a:rPr>
              <a:t>т</a:t>
            </a:r>
            <a:r>
              <a:rPr lang="uz-Cyrl-UZ" sz="2000" b="1" dirty="0">
                <a:latin typeface="Times New Roman"/>
                <a:ea typeface="Times New Roman"/>
              </a:rPr>
              <a:t>ўқ</a:t>
            </a:r>
            <a:r>
              <a:rPr lang="ru-RU" sz="2000" b="1" dirty="0">
                <a:latin typeface="Times New Roman"/>
                <a:ea typeface="Times New Roman"/>
              </a:rPr>
              <a:t>наш)»</a:t>
            </a:r>
            <a:r>
              <a:rPr lang="ru-RU" sz="2000" dirty="0">
                <a:latin typeface="Times New Roman"/>
                <a:ea typeface="Times New Roman"/>
              </a:rPr>
              <a:t> </a:t>
            </a:r>
            <a:r>
              <a:rPr lang="ru-RU" sz="2000" dirty="0" err="1" smtClean="0">
                <a:latin typeface="Times New Roman"/>
                <a:ea typeface="Times New Roman"/>
              </a:rPr>
              <a:t>ва</a:t>
            </a:r>
            <a:r>
              <a:rPr lang="ru-RU" sz="2000" dirty="0" smtClean="0">
                <a:latin typeface="Times New Roman"/>
                <a:ea typeface="Times New Roman"/>
              </a:rPr>
              <a:t> </a:t>
            </a:r>
            <a:r>
              <a:rPr lang="ru-RU" sz="2000" b="1" i="1" dirty="0" smtClean="0">
                <a:latin typeface="Times New Roman"/>
                <a:ea typeface="Times New Roman"/>
              </a:rPr>
              <a:t>а</a:t>
            </a:r>
            <a:r>
              <a:rPr lang="ru-RU" sz="2000" b="1" baseline="-25000" dirty="0" smtClean="0">
                <a:latin typeface="Times New Roman"/>
                <a:ea typeface="Times New Roman"/>
              </a:rPr>
              <a:t>2</a:t>
            </a:r>
            <a:r>
              <a:rPr lang="ru-RU" sz="2000" b="1" dirty="0" smtClean="0">
                <a:latin typeface="Times New Roman"/>
                <a:ea typeface="Times New Roman"/>
              </a:rPr>
              <a:t> </a:t>
            </a:r>
            <a:r>
              <a:rPr lang="ru-RU" sz="2000" b="1" dirty="0">
                <a:latin typeface="Times New Roman"/>
                <a:ea typeface="Times New Roman"/>
              </a:rPr>
              <a:t>– </a:t>
            </a:r>
            <a:r>
              <a:rPr lang="ru-RU" sz="2000" b="1" dirty="0" err="1" smtClean="0">
                <a:latin typeface="Times New Roman"/>
                <a:ea typeface="Times New Roman"/>
              </a:rPr>
              <a:t>уч</a:t>
            </a:r>
            <a:r>
              <a:rPr lang="ru-RU" sz="2000" b="1" dirty="0" smtClean="0">
                <a:latin typeface="Times New Roman"/>
                <a:ea typeface="Times New Roman"/>
              </a:rPr>
              <a:t> </a:t>
            </a:r>
            <a:r>
              <a:rPr lang="ru-RU" sz="2000" b="1" dirty="0" err="1" smtClean="0">
                <a:latin typeface="Times New Roman"/>
                <a:ea typeface="Times New Roman"/>
              </a:rPr>
              <a:t>ва</a:t>
            </a:r>
            <a:r>
              <a:rPr lang="ru-RU" sz="2000" b="1" dirty="0" smtClean="0">
                <a:latin typeface="Times New Roman"/>
                <a:ea typeface="Times New Roman"/>
              </a:rPr>
              <a:t> </a:t>
            </a:r>
            <a:r>
              <a:rPr lang="ru-RU" sz="2000" b="1" dirty="0">
                <a:latin typeface="Times New Roman"/>
                <a:ea typeface="Times New Roman"/>
              </a:rPr>
              <a:t>е – </a:t>
            </a:r>
            <a:r>
              <a:rPr lang="uz-Cyrl-UZ" sz="2000" b="1" dirty="0">
                <a:latin typeface="Times New Roman"/>
                <a:ea typeface="Times New Roman"/>
              </a:rPr>
              <a:t>қ</a:t>
            </a:r>
            <a:r>
              <a:rPr lang="ru-RU" sz="2000" b="1" dirty="0" err="1" smtClean="0">
                <a:latin typeface="Times New Roman"/>
                <a:ea typeface="Times New Roman"/>
              </a:rPr>
              <a:t>ирра</a:t>
            </a:r>
            <a:r>
              <a:rPr lang="ru-RU" sz="2000" b="1" dirty="0" smtClean="0">
                <a:latin typeface="Times New Roman"/>
                <a:ea typeface="Times New Roman"/>
              </a:rPr>
              <a:t> </a:t>
            </a:r>
            <a:r>
              <a:rPr lang="uz-Cyrl-UZ" sz="2000" b="1" dirty="0" smtClean="0">
                <a:latin typeface="Times New Roman"/>
                <a:ea typeface="Times New Roman"/>
              </a:rPr>
              <a:t>ҳ</a:t>
            </a:r>
            <a:r>
              <a:rPr lang="ru-RU" sz="2000" b="1" dirty="0" err="1">
                <a:latin typeface="Times New Roman"/>
                <a:ea typeface="Times New Roman"/>
              </a:rPr>
              <a:t>ам</a:t>
            </a:r>
            <a:r>
              <a:rPr lang="ru-RU" sz="2000" b="1" dirty="0">
                <a:latin typeface="Times New Roman"/>
                <a:ea typeface="Times New Roman"/>
              </a:rPr>
              <a:t> «инцидент» </a:t>
            </a:r>
            <a:r>
              <a:rPr lang="ru-RU" sz="2000" dirty="0" err="1">
                <a:latin typeface="Times New Roman"/>
                <a:ea typeface="Times New Roman"/>
              </a:rPr>
              <a:t>деб</a:t>
            </a:r>
            <a:r>
              <a:rPr lang="ru-RU" sz="2000" dirty="0">
                <a:latin typeface="Times New Roman"/>
                <a:ea typeface="Times New Roman"/>
              </a:rPr>
              <a:t> </a:t>
            </a:r>
            <a:r>
              <a:rPr lang="ru-RU" sz="2000" dirty="0" err="1">
                <a:latin typeface="Times New Roman"/>
                <a:ea typeface="Times New Roman"/>
              </a:rPr>
              <a:t>юритилади</a:t>
            </a:r>
            <a:r>
              <a:rPr lang="ru-RU" sz="2000" dirty="0">
                <a:latin typeface="Times New Roman"/>
                <a:ea typeface="Times New Roman"/>
              </a:rPr>
              <a:t>. </a:t>
            </a:r>
            <a:endParaRPr lang="ru-RU" sz="2000" dirty="0" smtClean="0">
              <a:latin typeface="Times New Roman"/>
              <a:ea typeface="Times New Roman"/>
            </a:endParaRPr>
          </a:p>
          <a:p>
            <a:pPr indent="449580" algn="just">
              <a:spcAft>
                <a:spcPts val="600"/>
              </a:spcAft>
            </a:pPr>
            <a:r>
              <a:rPr lang="ru-RU" sz="2000" b="1" dirty="0">
                <a:solidFill>
                  <a:srgbClr val="C00000"/>
                </a:solidFill>
                <a:latin typeface="Times New Roman"/>
                <a:ea typeface="Times New Roman"/>
              </a:rPr>
              <a:t>Т</a:t>
            </a:r>
            <a:r>
              <a:rPr lang="uz-Cyrl-UZ" sz="2000" b="1" dirty="0">
                <a:solidFill>
                  <a:srgbClr val="C00000"/>
                </a:solidFill>
                <a:latin typeface="Times New Roman"/>
                <a:ea typeface="Times New Roman"/>
              </a:rPr>
              <a:t>аъриф</a:t>
            </a:r>
            <a:r>
              <a:rPr lang="ru-RU" sz="2000" b="1" dirty="0">
                <a:solidFill>
                  <a:srgbClr val="C00000"/>
                </a:solidFill>
                <a:latin typeface="Times New Roman"/>
                <a:ea typeface="Times New Roman"/>
              </a:rPr>
              <a:t>.</a:t>
            </a:r>
            <a:r>
              <a:rPr lang="ru-RU" sz="2000" dirty="0">
                <a:solidFill>
                  <a:srgbClr val="C00000"/>
                </a:solidFill>
                <a:latin typeface="Times New Roman"/>
                <a:ea typeface="Times New Roman"/>
              </a:rPr>
              <a:t> </a:t>
            </a:r>
            <a:r>
              <a:rPr lang="ru-RU" sz="2000" dirty="0" err="1">
                <a:latin typeface="Times New Roman"/>
                <a:ea typeface="Times New Roman"/>
              </a:rPr>
              <a:t>Иккита</a:t>
            </a:r>
            <a:r>
              <a:rPr lang="ru-RU" sz="2000" dirty="0">
                <a:latin typeface="Times New Roman"/>
                <a:ea typeface="Times New Roman"/>
              </a:rPr>
              <a:t> </a:t>
            </a:r>
            <a:r>
              <a:rPr lang="uz-Cyrl-UZ" sz="2000" b="1" dirty="0">
                <a:latin typeface="Times New Roman"/>
                <a:ea typeface="Times New Roman"/>
              </a:rPr>
              <a:t>қ</a:t>
            </a:r>
            <a:r>
              <a:rPr lang="ru-RU" sz="2000" b="1" dirty="0" err="1">
                <a:latin typeface="Times New Roman"/>
                <a:ea typeface="Times New Roman"/>
              </a:rPr>
              <a:t>ирра</a:t>
            </a:r>
            <a:r>
              <a:rPr lang="ru-RU" sz="2000" b="1" dirty="0">
                <a:latin typeface="Times New Roman"/>
                <a:ea typeface="Times New Roman"/>
              </a:rPr>
              <a:t> </a:t>
            </a:r>
            <a:r>
              <a:rPr lang="uz-Cyrl-UZ" sz="2000" b="1" dirty="0">
                <a:latin typeface="Times New Roman"/>
                <a:ea typeface="Times New Roman"/>
              </a:rPr>
              <a:t>ў</a:t>
            </a:r>
            <a:r>
              <a:rPr lang="ru-RU" sz="2000" b="1" dirty="0" err="1">
                <a:latin typeface="Times New Roman"/>
                <a:ea typeface="Times New Roman"/>
              </a:rPr>
              <a:t>заро</a:t>
            </a:r>
            <a:r>
              <a:rPr lang="ru-RU" sz="2000" b="1" dirty="0">
                <a:latin typeface="Times New Roman"/>
                <a:ea typeface="Times New Roman"/>
              </a:rPr>
              <a:t> </a:t>
            </a:r>
            <a:r>
              <a:rPr lang="ru-RU" sz="2000" b="1" dirty="0" err="1" smtClean="0">
                <a:latin typeface="Times New Roman"/>
                <a:ea typeface="Times New Roman"/>
              </a:rPr>
              <a:t>ёндош</a:t>
            </a:r>
            <a:r>
              <a:rPr lang="ru-RU" sz="2000" b="1" dirty="0" smtClean="0">
                <a:latin typeface="Times New Roman"/>
                <a:ea typeface="Times New Roman"/>
              </a:rPr>
              <a:t> </a:t>
            </a:r>
            <a:r>
              <a:rPr lang="ru-RU" sz="2000" dirty="0" err="1" smtClean="0">
                <a:latin typeface="Times New Roman"/>
                <a:ea typeface="Times New Roman"/>
              </a:rPr>
              <a:t>дейилади</a:t>
            </a:r>
            <a:r>
              <a:rPr lang="ru-RU" sz="2000" dirty="0">
                <a:latin typeface="Times New Roman"/>
                <a:ea typeface="Times New Roman"/>
              </a:rPr>
              <a:t>, </a:t>
            </a:r>
            <a:r>
              <a:rPr lang="ru-RU" sz="2000" dirty="0" err="1">
                <a:latin typeface="Times New Roman"/>
                <a:ea typeface="Times New Roman"/>
              </a:rPr>
              <a:t>агарда</a:t>
            </a:r>
            <a:r>
              <a:rPr lang="ru-RU" sz="2000" dirty="0">
                <a:latin typeface="Times New Roman"/>
                <a:ea typeface="Times New Roman"/>
              </a:rPr>
              <a:t> </a:t>
            </a:r>
            <a:r>
              <a:rPr lang="ru-RU" sz="2000" dirty="0" err="1">
                <a:latin typeface="Times New Roman"/>
                <a:ea typeface="Times New Roman"/>
              </a:rPr>
              <a:t>бу</a:t>
            </a:r>
            <a:r>
              <a:rPr lang="ru-RU" sz="2000" dirty="0">
                <a:latin typeface="Times New Roman"/>
                <a:ea typeface="Times New Roman"/>
              </a:rPr>
              <a:t> </a:t>
            </a:r>
            <a:r>
              <a:rPr lang="ru-RU" sz="2000" dirty="0" err="1">
                <a:latin typeface="Times New Roman"/>
                <a:ea typeface="Times New Roman"/>
              </a:rPr>
              <a:t>икки</a:t>
            </a:r>
            <a:r>
              <a:rPr lang="ru-RU" sz="2000" dirty="0">
                <a:latin typeface="Times New Roman"/>
                <a:ea typeface="Times New Roman"/>
              </a:rPr>
              <a:t> </a:t>
            </a:r>
            <a:r>
              <a:rPr lang="ru-RU" sz="2000" dirty="0" err="1">
                <a:latin typeface="Times New Roman"/>
                <a:ea typeface="Times New Roman"/>
              </a:rPr>
              <a:t>кирра</a:t>
            </a:r>
            <a:r>
              <a:rPr lang="ru-RU" sz="2000" dirty="0">
                <a:latin typeface="Times New Roman"/>
                <a:ea typeface="Times New Roman"/>
              </a:rPr>
              <a:t> </a:t>
            </a:r>
            <a:r>
              <a:rPr lang="ru-RU" sz="2000" dirty="0" err="1">
                <a:latin typeface="Times New Roman"/>
                <a:ea typeface="Times New Roman"/>
              </a:rPr>
              <a:t>битта</a:t>
            </a:r>
            <a:r>
              <a:rPr lang="ru-RU" sz="2000" dirty="0">
                <a:latin typeface="Times New Roman"/>
                <a:ea typeface="Times New Roman"/>
              </a:rPr>
              <a:t> </a:t>
            </a:r>
            <a:r>
              <a:rPr lang="ru-RU" sz="2000" dirty="0" err="1">
                <a:latin typeface="Times New Roman"/>
                <a:ea typeface="Times New Roman"/>
              </a:rPr>
              <a:t>учга</a:t>
            </a:r>
            <a:r>
              <a:rPr lang="ru-RU" sz="2000" dirty="0">
                <a:latin typeface="Times New Roman"/>
                <a:ea typeface="Times New Roman"/>
              </a:rPr>
              <a:t> «инцидент» б</a:t>
            </a:r>
            <a:r>
              <a:rPr lang="uz-Cyrl-UZ" sz="2000" dirty="0">
                <a:latin typeface="Times New Roman"/>
                <a:ea typeface="Times New Roman"/>
              </a:rPr>
              <a:t>ў</a:t>
            </a:r>
            <a:r>
              <a:rPr lang="ru-RU" sz="2000" dirty="0" err="1">
                <a:latin typeface="Times New Roman"/>
                <a:ea typeface="Times New Roman"/>
              </a:rPr>
              <a:t>лса</a:t>
            </a:r>
            <a:r>
              <a:rPr lang="ru-RU" sz="2000" dirty="0">
                <a:latin typeface="Times New Roman"/>
                <a:ea typeface="Times New Roman"/>
              </a:rPr>
              <a:t>.</a:t>
            </a:r>
            <a:endParaRPr lang="uz-Cyrl-UZ" sz="1200" dirty="0">
              <a:latin typeface="Times New Roman"/>
              <a:ea typeface="Times New Roman"/>
            </a:endParaRPr>
          </a:p>
          <a:p>
            <a:pPr indent="449580" algn="just">
              <a:spcAft>
                <a:spcPts val="600"/>
              </a:spcAft>
            </a:pPr>
            <a:r>
              <a:rPr lang="ru-RU" sz="2000" b="1" dirty="0">
                <a:solidFill>
                  <a:srgbClr val="C00000"/>
                </a:solidFill>
                <a:latin typeface="Times New Roman"/>
                <a:ea typeface="Times New Roman"/>
              </a:rPr>
              <a:t>Т</a:t>
            </a:r>
            <a:r>
              <a:rPr lang="uz-Cyrl-UZ" sz="2000" b="1" dirty="0">
                <a:solidFill>
                  <a:srgbClr val="C00000"/>
                </a:solidFill>
                <a:latin typeface="Times New Roman"/>
                <a:ea typeface="Times New Roman"/>
              </a:rPr>
              <a:t>аъриф</a:t>
            </a:r>
            <a:r>
              <a:rPr lang="ru-RU" sz="2000" b="1" dirty="0">
                <a:solidFill>
                  <a:srgbClr val="C00000"/>
                </a:solidFill>
                <a:latin typeface="Times New Roman"/>
                <a:ea typeface="Times New Roman"/>
              </a:rPr>
              <a:t>.</a:t>
            </a:r>
            <a:r>
              <a:rPr lang="ru-RU" sz="2000" dirty="0">
                <a:solidFill>
                  <a:srgbClr val="C00000"/>
                </a:solidFill>
                <a:latin typeface="Times New Roman"/>
                <a:ea typeface="Times New Roman"/>
              </a:rPr>
              <a:t> </a:t>
            </a:r>
            <a:r>
              <a:rPr lang="ru-RU" sz="2000" dirty="0" err="1">
                <a:latin typeface="Times New Roman"/>
                <a:ea typeface="Times New Roman"/>
              </a:rPr>
              <a:t>Агар</a:t>
            </a:r>
            <a:r>
              <a:rPr lang="ru-RU" sz="2000" dirty="0">
                <a:latin typeface="Times New Roman"/>
                <a:ea typeface="Times New Roman"/>
              </a:rPr>
              <a:t> </a:t>
            </a:r>
            <a:r>
              <a:rPr lang="ru-RU" sz="2000" dirty="0" err="1">
                <a:latin typeface="Times New Roman"/>
                <a:ea typeface="Times New Roman"/>
              </a:rPr>
              <a:t>иккита</a:t>
            </a:r>
            <a:r>
              <a:rPr lang="ru-RU" sz="2000" dirty="0">
                <a:latin typeface="Times New Roman"/>
                <a:ea typeface="Times New Roman"/>
              </a:rPr>
              <a:t> </a:t>
            </a:r>
            <a:r>
              <a:rPr lang="ru-RU" sz="2000" dirty="0" err="1">
                <a:latin typeface="Times New Roman"/>
                <a:ea typeface="Times New Roman"/>
              </a:rPr>
              <a:t>уч</a:t>
            </a:r>
            <a:r>
              <a:rPr lang="ru-RU" sz="2000" dirty="0">
                <a:latin typeface="Times New Roman"/>
                <a:ea typeface="Times New Roman"/>
              </a:rPr>
              <a:t> </a:t>
            </a:r>
            <a:r>
              <a:rPr lang="ru-RU" sz="2000" dirty="0" err="1" smtClean="0">
                <a:latin typeface="Times New Roman"/>
                <a:ea typeface="Times New Roman"/>
              </a:rPr>
              <a:t>битта</a:t>
            </a:r>
            <a:r>
              <a:rPr lang="ru-RU" sz="2000" dirty="0" smtClean="0">
                <a:latin typeface="Times New Roman"/>
                <a:ea typeface="Times New Roman"/>
              </a:rPr>
              <a:t> </a:t>
            </a:r>
            <a:r>
              <a:rPr lang="ru-RU" sz="2000" dirty="0" err="1" smtClean="0">
                <a:latin typeface="Times New Roman"/>
                <a:ea typeface="Times New Roman"/>
              </a:rPr>
              <a:t>киррага</a:t>
            </a:r>
            <a:r>
              <a:rPr lang="ru-RU" sz="2000" dirty="0" smtClean="0">
                <a:latin typeface="Times New Roman"/>
                <a:ea typeface="Times New Roman"/>
              </a:rPr>
              <a:t> </a:t>
            </a:r>
            <a:r>
              <a:rPr lang="ru-RU" sz="2000" dirty="0">
                <a:latin typeface="Times New Roman"/>
                <a:ea typeface="Times New Roman"/>
              </a:rPr>
              <a:t>«инцидент» б</a:t>
            </a:r>
            <a:r>
              <a:rPr lang="uz-Cyrl-UZ" sz="2000" dirty="0">
                <a:latin typeface="Times New Roman"/>
                <a:ea typeface="Times New Roman"/>
              </a:rPr>
              <a:t>ў</a:t>
            </a:r>
            <a:r>
              <a:rPr lang="ru-RU" sz="2000" dirty="0" err="1">
                <a:latin typeface="Times New Roman"/>
                <a:ea typeface="Times New Roman"/>
              </a:rPr>
              <a:t>лса</a:t>
            </a:r>
            <a:r>
              <a:rPr lang="ru-RU" sz="2000" dirty="0">
                <a:latin typeface="Times New Roman"/>
                <a:ea typeface="Times New Roman"/>
              </a:rPr>
              <a:t>, у </a:t>
            </a:r>
            <a:r>
              <a:rPr lang="uz-Cyrl-UZ" sz="2000" dirty="0">
                <a:latin typeface="Times New Roman"/>
                <a:ea typeface="Times New Roman"/>
              </a:rPr>
              <a:t>ҳ</a:t>
            </a:r>
            <a:r>
              <a:rPr lang="ru-RU" sz="2000" dirty="0" err="1">
                <a:latin typeface="Times New Roman"/>
                <a:ea typeface="Times New Roman"/>
              </a:rPr>
              <a:t>олда</a:t>
            </a:r>
            <a:r>
              <a:rPr lang="ru-RU" sz="2000" dirty="0">
                <a:latin typeface="Times New Roman"/>
                <a:ea typeface="Times New Roman"/>
              </a:rPr>
              <a:t> </a:t>
            </a:r>
            <a:r>
              <a:rPr lang="ru-RU" sz="2000" b="1" dirty="0" err="1">
                <a:latin typeface="Times New Roman"/>
                <a:ea typeface="Times New Roman"/>
              </a:rPr>
              <a:t>бу</a:t>
            </a:r>
            <a:r>
              <a:rPr lang="ru-RU" sz="2000" b="1" dirty="0">
                <a:latin typeface="Times New Roman"/>
                <a:ea typeface="Times New Roman"/>
              </a:rPr>
              <a:t> </a:t>
            </a:r>
            <a:r>
              <a:rPr lang="ru-RU" sz="2000" b="1" dirty="0" err="1">
                <a:latin typeface="Times New Roman"/>
                <a:ea typeface="Times New Roman"/>
              </a:rPr>
              <a:t>учлар</a:t>
            </a:r>
            <a:r>
              <a:rPr lang="ru-RU" sz="2000" b="1" dirty="0">
                <a:latin typeface="Times New Roman"/>
                <a:ea typeface="Times New Roman"/>
              </a:rPr>
              <a:t> </a:t>
            </a:r>
            <a:r>
              <a:rPr lang="uz-Cyrl-UZ" sz="2000" b="1" dirty="0">
                <a:latin typeface="Times New Roman"/>
                <a:ea typeface="Times New Roman"/>
              </a:rPr>
              <a:t>ў</a:t>
            </a:r>
            <a:r>
              <a:rPr lang="ru-RU" sz="2000" b="1" dirty="0" err="1" smtClean="0">
                <a:latin typeface="Times New Roman"/>
                <a:ea typeface="Times New Roman"/>
              </a:rPr>
              <a:t>заро</a:t>
            </a:r>
            <a:r>
              <a:rPr lang="ru-RU" sz="2000" b="1" dirty="0" smtClean="0">
                <a:latin typeface="Times New Roman"/>
                <a:ea typeface="Times New Roman"/>
              </a:rPr>
              <a:t> </a:t>
            </a:r>
            <a:r>
              <a:rPr lang="ru-RU" sz="2000" b="1" dirty="0" err="1" smtClean="0">
                <a:latin typeface="Times New Roman"/>
                <a:ea typeface="Times New Roman"/>
              </a:rPr>
              <a:t>ёндош</a:t>
            </a:r>
            <a:r>
              <a:rPr lang="ru-RU" sz="2000" b="1" dirty="0" smtClean="0">
                <a:latin typeface="Times New Roman"/>
                <a:ea typeface="Times New Roman"/>
              </a:rPr>
              <a:t> </a:t>
            </a:r>
            <a:r>
              <a:rPr lang="ru-RU" sz="2000" dirty="0" err="1" smtClean="0">
                <a:latin typeface="Times New Roman"/>
                <a:ea typeface="Times New Roman"/>
              </a:rPr>
              <a:t>деб</a:t>
            </a:r>
            <a:r>
              <a:rPr lang="ru-RU" sz="2000" dirty="0" smtClean="0">
                <a:latin typeface="Times New Roman"/>
                <a:ea typeface="Times New Roman"/>
              </a:rPr>
              <a:t> </a:t>
            </a:r>
            <a:r>
              <a:rPr lang="ru-RU" sz="2000" dirty="0" err="1" smtClean="0">
                <a:latin typeface="Times New Roman"/>
                <a:ea typeface="Times New Roman"/>
              </a:rPr>
              <a:t>аталади</a:t>
            </a:r>
            <a:r>
              <a:rPr lang="ru-RU" sz="2000" dirty="0" smtClean="0">
                <a:latin typeface="Times New Roman"/>
                <a:ea typeface="Times New Roman"/>
              </a:rPr>
              <a:t>.</a:t>
            </a:r>
            <a:endParaRPr lang="uz-Cyrl-UZ" sz="2000" dirty="0">
              <a:effectLst/>
              <a:latin typeface="Times New Roman"/>
              <a:ea typeface="Times New Roman"/>
            </a:endParaRPr>
          </a:p>
        </p:txBody>
      </p:sp>
      <p:sp>
        <p:nvSpPr>
          <p:cNvPr id="4109" name="Line 16"/>
          <p:cNvSpPr>
            <a:spLocks noChangeShapeType="1"/>
          </p:cNvSpPr>
          <p:nvPr/>
        </p:nvSpPr>
        <p:spPr bwMode="auto">
          <a:xfrm>
            <a:off x="323850" y="6669360"/>
            <a:ext cx="8461375" cy="0"/>
          </a:xfrm>
          <a:prstGeom prst="line">
            <a:avLst/>
          </a:prstGeom>
          <a:noFill/>
          <a:ln w="127000">
            <a:pattFill prst="dkHorz">
              <a:fgClr>
                <a:schemeClr val="tx1"/>
              </a:fgClr>
              <a:bgClr>
                <a:srgbClr val="FFFFFF"/>
              </a:bgClr>
            </a:pattFill>
            <a:round/>
            <a:headEnd/>
            <a:tailEnd/>
          </a:ln>
          <a:effectLst>
            <a:prstShdw prst="shdw17" dist="17961" dir="2700000">
              <a:schemeClr val="tx1">
                <a:gamma/>
                <a:shade val="60000"/>
                <a:invGamma/>
              </a:schemeClr>
            </a:prstShdw>
          </a:effectLst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" name="Прямоугольник 6"/>
          <p:cNvSpPr/>
          <p:nvPr/>
        </p:nvSpPr>
        <p:spPr>
          <a:xfrm>
            <a:off x="285719" y="476672"/>
            <a:ext cx="8499505" cy="17851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55600" algn="just">
              <a:spcAft>
                <a:spcPts val="1200"/>
              </a:spcAft>
            </a:pPr>
            <a:r>
              <a:rPr lang="ru-RU" sz="2000" b="1" dirty="0" err="1" smtClean="0">
                <a:solidFill>
                  <a:srgbClr val="C00000"/>
                </a:solidFill>
                <a:latin typeface="Times New Roman"/>
                <a:ea typeface="Times New Roman"/>
              </a:rPr>
              <a:t>Мисол</a:t>
            </a:r>
            <a:r>
              <a:rPr lang="en-US" sz="2000" b="1" dirty="0" smtClean="0">
                <a:solidFill>
                  <a:srgbClr val="C00000"/>
                </a:solidFill>
                <a:latin typeface="Times New Roman"/>
                <a:ea typeface="Times New Roman"/>
              </a:rPr>
              <a:t>. </a:t>
            </a:r>
            <a:r>
              <a:rPr lang="ru-RU" sz="2000" dirty="0" err="1" smtClean="0">
                <a:latin typeface="Times New Roman"/>
                <a:ea typeface="Times New Roman"/>
              </a:rPr>
              <a:t>Агар</a:t>
            </a:r>
            <a:r>
              <a:rPr lang="en-US" sz="2000" dirty="0" smtClean="0">
                <a:latin typeface="Times New Roman"/>
                <a:ea typeface="Times New Roman"/>
              </a:rPr>
              <a:t> </a:t>
            </a:r>
            <a:r>
              <a:rPr lang="en-US" sz="2000" i="1" dirty="0" smtClean="0">
                <a:latin typeface="Times New Roman"/>
                <a:ea typeface="Times New Roman"/>
              </a:rPr>
              <a:t>V</a:t>
            </a:r>
            <a:r>
              <a:rPr lang="en-US" sz="2000" i="1" dirty="0" smtClean="0">
                <a:latin typeface="Times New Roman"/>
                <a:ea typeface="Times New Roman"/>
              </a:rPr>
              <a:t>={</a:t>
            </a:r>
            <a:r>
              <a:rPr lang="en-US" sz="2000" i="1" dirty="0">
                <a:latin typeface="Times New Roman"/>
                <a:ea typeface="Times New Roman"/>
              </a:rPr>
              <a:t>a</a:t>
            </a:r>
            <a:r>
              <a:rPr lang="en-US" sz="2000" i="1" baseline="-25000" dirty="0">
                <a:latin typeface="Times New Roman"/>
                <a:ea typeface="Times New Roman"/>
              </a:rPr>
              <a:t>1</a:t>
            </a:r>
            <a:r>
              <a:rPr lang="en-US" sz="2000" i="1" dirty="0">
                <a:latin typeface="Times New Roman"/>
                <a:ea typeface="Times New Roman"/>
              </a:rPr>
              <a:t>,a</a:t>
            </a:r>
            <a:r>
              <a:rPr lang="en-US" sz="2000" i="1" baseline="-25000" dirty="0">
                <a:latin typeface="Times New Roman"/>
                <a:ea typeface="Times New Roman"/>
              </a:rPr>
              <a:t>2</a:t>
            </a:r>
            <a:r>
              <a:rPr lang="en-US" sz="2000" i="1" dirty="0">
                <a:latin typeface="Times New Roman"/>
                <a:ea typeface="Times New Roman"/>
              </a:rPr>
              <a:t>,a</a:t>
            </a:r>
            <a:r>
              <a:rPr lang="en-US" sz="2000" i="1" baseline="-25000" dirty="0">
                <a:latin typeface="Times New Roman"/>
                <a:ea typeface="Times New Roman"/>
              </a:rPr>
              <a:t>3</a:t>
            </a:r>
            <a:r>
              <a:rPr lang="en-US" sz="2000" i="1" dirty="0">
                <a:latin typeface="Times New Roman"/>
                <a:ea typeface="Times New Roman"/>
              </a:rPr>
              <a:t>,a</a:t>
            </a:r>
            <a:r>
              <a:rPr lang="en-US" sz="2000" i="1" baseline="-25000" dirty="0">
                <a:latin typeface="Times New Roman"/>
                <a:ea typeface="Times New Roman"/>
              </a:rPr>
              <a:t>4</a:t>
            </a:r>
            <a:r>
              <a:rPr lang="en-US" sz="2000" i="1" dirty="0">
                <a:latin typeface="Times New Roman"/>
                <a:ea typeface="Times New Roman"/>
              </a:rPr>
              <a:t>,a</a:t>
            </a:r>
            <a:r>
              <a:rPr lang="en-US" sz="2000" i="1" baseline="-25000" dirty="0">
                <a:latin typeface="Times New Roman"/>
                <a:ea typeface="Times New Roman"/>
              </a:rPr>
              <a:t>5</a:t>
            </a:r>
            <a:r>
              <a:rPr lang="en-US" sz="2000" i="1" dirty="0">
                <a:latin typeface="Times New Roman"/>
                <a:ea typeface="Times New Roman"/>
              </a:rPr>
              <a:t>,a</a:t>
            </a:r>
            <a:r>
              <a:rPr lang="en-US" sz="2000" i="1" baseline="-25000" dirty="0">
                <a:latin typeface="Times New Roman"/>
                <a:ea typeface="Times New Roman"/>
              </a:rPr>
              <a:t>6</a:t>
            </a:r>
            <a:r>
              <a:rPr lang="en-US" sz="2000" i="1" dirty="0">
                <a:latin typeface="Times New Roman"/>
                <a:ea typeface="Times New Roman"/>
              </a:rPr>
              <a:t>,a</a:t>
            </a:r>
            <a:r>
              <a:rPr lang="en-US" sz="2000" i="1" baseline="-25000" dirty="0">
                <a:latin typeface="Times New Roman"/>
                <a:ea typeface="Times New Roman"/>
              </a:rPr>
              <a:t>7</a:t>
            </a:r>
            <a:r>
              <a:rPr lang="en-US" sz="2000" i="1" dirty="0" smtClean="0">
                <a:latin typeface="Times New Roman"/>
                <a:ea typeface="Times New Roman"/>
              </a:rPr>
              <a:t>}, E</a:t>
            </a:r>
            <a:r>
              <a:rPr lang="en-US" sz="2000" i="1" dirty="0" smtClean="0">
                <a:latin typeface="Times New Roman"/>
                <a:ea typeface="Times New Roman"/>
              </a:rPr>
              <a:t>={(</a:t>
            </a:r>
            <a:r>
              <a:rPr lang="en-US" sz="2000" i="1" dirty="0">
                <a:latin typeface="Times New Roman"/>
                <a:ea typeface="Times New Roman"/>
              </a:rPr>
              <a:t>a</a:t>
            </a:r>
            <a:r>
              <a:rPr lang="en-US" sz="2000" i="1" baseline="-25000" dirty="0">
                <a:latin typeface="Times New Roman"/>
                <a:ea typeface="Times New Roman"/>
              </a:rPr>
              <a:t>1</a:t>
            </a:r>
            <a:r>
              <a:rPr lang="en-US" sz="2000" i="1" dirty="0">
                <a:latin typeface="Times New Roman"/>
                <a:ea typeface="Times New Roman"/>
              </a:rPr>
              <a:t>,a</a:t>
            </a:r>
            <a:r>
              <a:rPr lang="en-US" sz="2000" i="1" baseline="-25000" dirty="0">
                <a:latin typeface="Times New Roman"/>
                <a:ea typeface="Times New Roman"/>
              </a:rPr>
              <a:t>2</a:t>
            </a:r>
            <a:r>
              <a:rPr lang="en-US" sz="2000" i="1" dirty="0">
                <a:latin typeface="Times New Roman"/>
                <a:ea typeface="Times New Roman"/>
              </a:rPr>
              <a:t>), (a</a:t>
            </a:r>
            <a:r>
              <a:rPr lang="en-US" sz="2000" i="1" baseline="-25000" dirty="0">
                <a:latin typeface="Times New Roman"/>
                <a:ea typeface="Times New Roman"/>
              </a:rPr>
              <a:t>2,</a:t>
            </a:r>
            <a:r>
              <a:rPr lang="en-US" sz="2000" i="1" dirty="0">
                <a:latin typeface="Times New Roman"/>
                <a:ea typeface="Times New Roman"/>
              </a:rPr>
              <a:t> a</a:t>
            </a:r>
            <a:r>
              <a:rPr lang="en-US" sz="2000" i="1" baseline="-25000" dirty="0">
                <a:latin typeface="Times New Roman"/>
                <a:ea typeface="Times New Roman"/>
              </a:rPr>
              <a:t>2</a:t>
            </a:r>
            <a:r>
              <a:rPr lang="en-US" sz="2000" i="1" dirty="0">
                <a:latin typeface="Times New Roman"/>
                <a:ea typeface="Times New Roman"/>
              </a:rPr>
              <a:t>), (a</a:t>
            </a:r>
            <a:r>
              <a:rPr lang="en-US" sz="2000" i="1" baseline="-25000" dirty="0">
                <a:latin typeface="Times New Roman"/>
                <a:ea typeface="Times New Roman"/>
              </a:rPr>
              <a:t>4</a:t>
            </a:r>
            <a:r>
              <a:rPr lang="en-US" sz="2000" i="1" dirty="0">
                <a:latin typeface="Times New Roman"/>
                <a:ea typeface="Times New Roman"/>
              </a:rPr>
              <a:t>,a</a:t>
            </a:r>
            <a:r>
              <a:rPr lang="en-US" sz="2000" i="1" baseline="-25000" dirty="0">
                <a:latin typeface="Times New Roman"/>
                <a:ea typeface="Times New Roman"/>
              </a:rPr>
              <a:t>5</a:t>
            </a:r>
            <a:r>
              <a:rPr lang="en-US" sz="2000" i="1" dirty="0">
                <a:latin typeface="Times New Roman"/>
                <a:ea typeface="Times New Roman"/>
              </a:rPr>
              <a:t>), (a</a:t>
            </a:r>
            <a:r>
              <a:rPr lang="en-US" sz="2000" i="1" baseline="-25000" dirty="0">
                <a:latin typeface="Times New Roman"/>
                <a:ea typeface="Times New Roman"/>
              </a:rPr>
              <a:t>5</a:t>
            </a:r>
            <a:r>
              <a:rPr lang="en-US" sz="2000" i="1" dirty="0">
                <a:latin typeface="Times New Roman"/>
                <a:ea typeface="Times New Roman"/>
              </a:rPr>
              <a:t>,a</a:t>
            </a:r>
            <a:r>
              <a:rPr lang="en-US" sz="2000" i="1" baseline="-25000" dirty="0">
                <a:latin typeface="Times New Roman"/>
                <a:ea typeface="Times New Roman"/>
              </a:rPr>
              <a:t>6</a:t>
            </a:r>
            <a:r>
              <a:rPr lang="en-US" sz="2000" i="1" dirty="0">
                <a:latin typeface="Times New Roman"/>
                <a:ea typeface="Times New Roman"/>
              </a:rPr>
              <a:t>), (a</a:t>
            </a:r>
            <a:r>
              <a:rPr lang="en-US" sz="2000" i="1" baseline="-25000" dirty="0">
                <a:latin typeface="Times New Roman"/>
                <a:ea typeface="Times New Roman"/>
              </a:rPr>
              <a:t>5</a:t>
            </a:r>
            <a:r>
              <a:rPr lang="en-US" sz="2000" i="1" dirty="0">
                <a:latin typeface="Times New Roman"/>
                <a:ea typeface="Times New Roman"/>
              </a:rPr>
              <a:t>,a</a:t>
            </a:r>
            <a:r>
              <a:rPr lang="en-US" sz="2000" i="1" baseline="-25000" dirty="0">
                <a:latin typeface="Times New Roman"/>
                <a:ea typeface="Times New Roman"/>
              </a:rPr>
              <a:t>6</a:t>
            </a:r>
            <a:r>
              <a:rPr lang="en-US" sz="2000" i="1" dirty="0">
                <a:latin typeface="Times New Roman"/>
                <a:ea typeface="Times New Roman"/>
              </a:rPr>
              <a:t>), (a</a:t>
            </a:r>
            <a:r>
              <a:rPr lang="en-US" sz="2000" i="1" baseline="-25000" dirty="0">
                <a:latin typeface="Times New Roman"/>
                <a:ea typeface="Times New Roman"/>
              </a:rPr>
              <a:t>6</a:t>
            </a:r>
            <a:r>
              <a:rPr lang="en-US" sz="2000" i="1" dirty="0">
                <a:latin typeface="Times New Roman"/>
                <a:ea typeface="Times New Roman"/>
              </a:rPr>
              <a:t>,a</a:t>
            </a:r>
            <a:r>
              <a:rPr lang="en-US" sz="2000" i="1" baseline="-25000" dirty="0">
                <a:latin typeface="Times New Roman"/>
                <a:ea typeface="Times New Roman"/>
              </a:rPr>
              <a:t>7</a:t>
            </a:r>
            <a:r>
              <a:rPr lang="en-US" sz="2000" i="1" dirty="0">
                <a:latin typeface="Times New Roman"/>
                <a:ea typeface="Times New Roman"/>
              </a:rPr>
              <a:t>),(a</a:t>
            </a:r>
            <a:r>
              <a:rPr lang="en-US" sz="2000" i="1" baseline="-25000" dirty="0">
                <a:latin typeface="Times New Roman"/>
                <a:ea typeface="Times New Roman"/>
              </a:rPr>
              <a:t>5</a:t>
            </a:r>
            <a:r>
              <a:rPr lang="en-US" sz="2000" i="1" dirty="0">
                <a:latin typeface="Times New Roman"/>
                <a:ea typeface="Times New Roman"/>
              </a:rPr>
              <a:t>,a</a:t>
            </a:r>
            <a:r>
              <a:rPr lang="en-US" sz="2000" i="1" baseline="-25000" dirty="0">
                <a:latin typeface="Times New Roman"/>
                <a:ea typeface="Times New Roman"/>
              </a:rPr>
              <a:t>7</a:t>
            </a:r>
            <a:r>
              <a:rPr lang="en-US" sz="2000" i="1" dirty="0" smtClean="0">
                <a:latin typeface="Times New Roman"/>
                <a:ea typeface="Times New Roman"/>
              </a:rPr>
              <a:t>)}</a:t>
            </a:r>
            <a:r>
              <a:rPr lang="uz-Cyrl-UZ" sz="2000" i="1" dirty="0" smtClean="0">
                <a:latin typeface="Times New Roman"/>
                <a:ea typeface="Times New Roman"/>
              </a:rPr>
              <a:t> </a:t>
            </a:r>
            <a:r>
              <a:rPr lang="ru-RU" sz="2000" dirty="0" smtClean="0">
                <a:latin typeface="Times New Roman"/>
                <a:ea typeface="Times New Roman"/>
              </a:rPr>
              <a:t>б</a:t>
            </a:r>
            <a:r>
              <a:rPr lang="uz-Cyrl-UZ" sz="2000" dirty="0">
                <a:latin typeface="Times New Roman"/>
                <a:ea typeface="Times New Roman"/>
              </a:rPr>
              <a:t>ў</a:t>
            </a:r>
            <a:r>
              <a:rPr lang="ru-RU" sz="2000" dirty="0" err="1">
                <a:latin typeface="Times New Roman"/>
                <a:ea typeface="Times New Roman"/>
              </a:rPr>
              <a:t>лса</a:t>
            </a:r>
            <a:r>
              <a:rPr lang="en-US" sz="2000" dirty="0">
                <a:latin typeface="Times New Roman"/>
                <a:ea typeface="Times New Roman"/>
              </a:rPr>
              <a:t>, </a:t>
            </a:r>
            <a:r>
              <a:rPr lang="ru-RU" sz="2000" dirty="0">
                <a:latin typeface="Times New Roman"/>
                <a:ea typeface="Times New Roman"/>
              </a:rPr>
              <a:t>у </a:t>
            </a:r>
            <a:r>
              <a:rPr lang="ru-RU" sz="2000" dirty="0" err="1" smtClean="0">
                <a:latin typeface="Times New Roman"/>
                <a:ea typeface="Times New Roman"/>
              </a:rPr>
              <a:t>ҳолда</a:t>
            </a:r>
            <a:r>
              <a:rPr lang="en-US" sz="2000" dirty="0" smtClean="0">
                <a:latin typeface="Times New Roman"/>
                <a:ea typeface="Times New Roman"/>
              </a:rPr>
              <a:t> </a:t>
            </a:r>
            <a:r>
              <a:rPr lang="en-US" sz="2000" i="1" dirty="0" smtClean="0">
                <a:latin typeface="Times New Roman"/>
                <a:ea typeface="Times New Roman"/>
              </a:rPr>
              <a:t>V</a:t>
            </a:r>
            <a:r>
              <a:rPr lang="en-US" sz="2000" dirty="0" smtClean="0">
                <a:latin typeface="Times New Roman"/>
                <a:ea typeface="Times New Roman"/>
              </a:rPr>
              <a:t> </a:t>
            </a:r>
            <a:r>
              <a:rPr lang="ru-RU" sz="2000" dirty="0" err="1" smtClean="0">
                <a:latin typeface="Times New Roman"/>
                <a:ea typeface="Times New Roman"/>
              </a:rPr>
              <a:t>ва</a:t>
            </a:r>
            <a:r>
              <a:rPr lang="ru-RU" sz="2000" dirty="0" smtClean="0">
                <a:latin typeface="Times New Roman"/>
                <a:ea typeface="Times New Roman"/>
              </a:rPr>
              <a:t> </a:t>
            </a:r>
            <a:r>
              <a:rPr lang="en-US" sz="2000" i="1" dirty="0">
                <a:latin typeface="Times New Roman"/>
                <a:ea typeface="Times New Roman"/>
              </a:rPr>
              <a:t>E</a:t>
            </a:r>
            <a:r>
              <a:rPr lang="en-US" sz="2000" dirty="0">
                <a:latin typeface="Times New Roman"/>
                <a:ea typeface="Times New Roman"/>
              </a:rPr>
              <a:t> </a:t>
            </a:r>
            <a:r>
              <a:rPr lang="ru-RU" sz="2000" dirty="0" smtClean="0">
                <a:latin typeface="Times New Roman"/>
                <a:ea typeface="Times New Roman"/>
              </a:rPr>
              <a:t>т</a:t>
            </a:r>
            <a:r>
              <a:rPr lang="uz-Cyrl-UZ" sz="2000" dirty="0">
                <a:latin typeface="Times New Roman"/>
                <a:ea typeface="Times New Roman"/>
              </a:rPr>
              <a:t>ў</a:t>
            </a:r>
            <a:r>
              <a:rPr lang="ru-RU" sz="2000" dirty="0" err="1">
                <a:latin typeface="Times New Roman"/>
                <a:ea typeface="Times New Roman"/>
              </a:rPr>
              <a:t>пламлар</a:t>
            </a:r>
            <a:r>
              <a:rPr lang="ru-RU" sz="2000" dirty="0">
                <a:latin typeface="Times New Roman"/>
                <a:ea typeface="Times New Roman"/>
              </a:rPr>
              <a:t> </a:t>
            </a:r>
            <a:r>
              <a:rPr lang="ru-RU" sz="2000" dirty="0" err="1" smtClean="0">
                <a:latin typeface="Times New Roman"/>
                <a:ea typeface="Times New Roman"/>
              </a:rPr>
              <a:t>мажмуаси</a:t>
            </a:r>
            <a:r>
              <a:rPr lang="en-US" sz="2000" dirty="0" smtClean="0">
                <a:latin typeface="Times New Roman"/>
                <a:ea typeface="Times New Roman"/>
              </a:rPr>
              <a:t> </a:t>
            </a:r>
            <a:r>
              <a:rPr lang="en-US" sz="2000" i="1" dirty="0" smtClean="0">
                <a:latin typeface="Times New Roman"/>
                <a:ea typeface="Times New Roman"/>
              </a:rPr>
              <a:t>G(V,E</a:t>
            </a:r>
            <a:r>
              <a:rPr lang="en-US" sz="2000" i="1" dirty="0" smtClean="0">
                <a:latin typeface="Times New Roman"/>
                <a:ea typeface="Times New Roman"/>
              </a:rPr>
              <a:t>)</a:t>
            </a:r>
            <a:r>
              <a:rPr lang="uz-Cyrl-UZ" sz="2000" dirty="0" smtClean="0">
                <a:latin typeface="Times New Roman"/>
                <a:ea typeface="Times New Roman"/>
              </a:rPr>
              <a:t> </a:t>
            </a:r>
            <a:r>
              <a:rPr lang="en-US" sz="2000" dirty="0" smtClean="0">
                <a:latin typeface="Times New Roman"/>
                <a:ea typeface="Times New Roman"/>
              </a:rPr>
              <a:t>– </a:t>
            </a:r>
            <a:r>
              <a:rPr lang="ru-RU" sz="2000" dirty="0" err="1" smtClean="0">
                <a:latin typeface="Times New Roman"/>
                <a:ea typeface="Times New Roman"/>
              </a:rPr>
              <a:t>графни</a:t>
            </a:r>
            <a:r>
              <a:rPr lang="ru-RU" sz="2000" dirty="0" smtClean="0">
                <a:latin typeface="Times New Roman"/>
                <a:ea typeface="Times New Roman"/>
              </a:rPr>
              <a:t> </a:t>
            </a:r>
            <a:r>
              <a:rPr lang="ru-RU" sz="2000" dirty="0" err="1">
                <a:latin typeface="Times New Roman"/>
                <a:ea typeface="Times New Roman"/>
              </a:rPr>
              <a:t>ани</a:t>
            </a:r>
            <a:r>
              <a:rPr lang="uz-Cyrl-UZ" sz="2000" dirty="0">
                <a:latin typeface="Times New Roman"/>
                <a:ea typeface="Times New Roman"/>
              </a:rPr>
              <a:t>қ</a:t>
            </a:r>
            <a:r>
              <a:rPr lang="ru-RU" sz="2000" dirty="0" err="1">
                <a:latin typeface="Times New Roman"/>
                <a:ea typeface="Times New Roman"/>
              </a:rPr>
              <a:t>ланг</a:t>
            </a:r>
            <a:r>
              <a:rPr lang="en-US" sz="2000" dirty="0" smtClean="0">
                <a:latin typeface="Times New Roman"/>
                <a:ea typeface="Times New Roman"/>
              </a:rPr>
              <a:t>.</a:t>
            </a:r>
            <a:endParaRPr lang="uz-Cyrl-UZ" sz="2000" dirty="0" smtClean="0">
              <a:latin typeface="Times New Roman"/>
              <a:ea typeface="Times New Roman"/>
            </a:endParaRPr>
          </a:p>
          <a:p>
            <a:pPr indent="355600" algn="just">
              <a:spcAft>
                <a:spcPts val="1200"/>
              </a:spcAft>
            </a:pPr>
            <a:r>
              <a:rPr lang="ru-RU" sz="2000" b="1" dirty="0" err="1">
                <a:solidFill>
                  <a:srgbClr val="C00000"/>
                </a:solidFill>
                <a:latin typeface="Times New Roman"/>
                <a:ea typeface="Times New Roman"/>
              </a:rPr>
              <a:t>Ечиш</a:t>
            </a:r>
            <a:r>
              <a:rPr lang="en-US" sz="2000" b="1" dirty="0">
                <a:solidFill>
                  <a:srgbClr val="C00000"/>
                </a:solidFill>
                <a:latin typeface="Times New Roman"/>
                <a:ea typeface="Times New Roman"/>
              </a:rPr>
              <a:t>.</a:t>
            </a:r>
            <a:r>
              <a:rPr lang="en-US" sz="2000" dirty="0">
                <a:solidFill>
                  <a:srgbClr val="C00000"/>
                </a:solidFill>
                <a:latin typeface="Times New Roman"/>
                <a:ea typeface="Times New Roman"/>
              </a:rPr>
              <a:t> </a:t>
            </a:r>
            <a:r>
              <a:rPr lang="ru-RU" sz="2000" dirty="0" err="1" smtClean="0">
                <a:latin typeface="Times New Roman"/>
                <a:ea typeface="Times New Roman"/>
              </a:rPr>
              <a:t>Келтирилган</a:t>
            </a:r>
            <a:r>
              <a:rPr lang="en-US" sz="2000" dirty="0" smtClean="0">
                <a:latin typeface="Times New Roman"/>
                <a:ea typeface="Times New Roman"/>
              </a:rPr>
              <a:t> </a:t>
            </a:r>
            <a:r>
              <a:rPr lang="ru-RU" sz="2000" dirty="0" smtClean="0">
                <a:latin typeface="Times New Roman"/>
                <a:ea typeface="Times New Roman"/>
              </a:rPr>
              <a:t>т</a:t>
            </a:r>
            <a:r>
              <a:rPr lang="uz-Cyrl-UZ" sz="2000" dirty="0">
                <a:latin typeface="Times New Roman"/>
                <a:ea typeface="Times New Roman"/>
              </a:rPr>
              <a:t>ў</a:t>
            </a:r>
            <a:r>
              <a:rPr lang="ru-RU" sz="2000" dirty="0" err="1">
                <a:latin typeface="Times New Roman"/>
                <a:ea typeface="Times New Roman"/>
              </a:rPr>
              <a:t>пламлар</a:t>
            </a:r>
            <a:r>
              <a:rPr lang="ru-RU" sz="2000" dirty="0">
                <a:latin typeface="Times New Roman"/>
                <a:ea typeface="Times New Roman"/>
              </a:rPr>
              <a:t> </a:t>
            </a:r>
            <a:r>
              <a:rPr lang="ru-RU" sz="2000" dirty="0" err="1">
                <a:latin typeface="Times New Roman"/>
                <a:ea typeface="Times New Roman"/>
              </a:rPr>
              <a:t>мажмуий</a:t>
            </a:r>
            <a:r>
              <a:rPr lang="ru-RU" sz="2000" dirty="0">
                <a:latin typeface="Times New Roman"/>
                <a:ea typeface="Times New Roman"/>
              </a:rPr>
              <a:t> </a:t>
            </a:r>
            <a:r>
              <a:rPr lang="uz-Cyrl-UZ" sz="2000" dirty="0">
                <a:latin typeface="Times New Roman"/>
                <a:ea typeface="Times New Roman"/>
              </a:rPr>
              <a:t>қ</a:t>
            </a:r>
            <a:r>
              <a:rPr lang="ru-RU" sz="2000" dirty="0" err="1" smtClean="0">
                <a:latin typeface="Times New Roman"/>
                <a:ea typeface="Times New Roman"/>
              </a:rPr>
              <a:t>уйидаги</a:t>
            </a:r>
            <a:r>
              <a:rPr lang="en-US" sz="2000" dirty="0" smtClean="0">
                <a:latin typeface="Times New Roman"/>
                <a:ea typeface="Times New Roman"/>
              </a:rPr>
              <a:t> </a:t>
            </a:r>
            <a:r>
              <a:rPr lang="ru-RU" sz="2000" dirty="0" smtClean="0">
                <a:latin typeface="Times New Roman"/>
                <a:ea typeface="Times New Roman"/>
              </a:rPr>
              <a:t>к</a:t>
            </a:r>
            <a:r>
              <a:rPr lang="uz-Cyrl-UZ" sz="2000" dirty="0">
                <a:latin typeface="Times New Roman"/>
                <a:ea typeface="Times New Roman"/>
              </a:rPr>
              <a:t>ў</a:t>
            </a:r>
            <a:r>
              <a:rPr lang="ru-RU" sz="2000" dirty="0" err="1">
                <a:latin typeface="Times New Roman"/>
                <a:ea typeface="Times New Roman"/>
              </a:rPr>
              <a:t>ринишда</a:t>
            </a:r>
            <a:r>
              <a:rPr lang="ru-RU" sz="2000" dirty="0">
                <a:latin typeface="Times New Roman"/>
                <a:ea typeface="Times New Roman"/>
              </a:rPr>
              <a:t> </a:t>
            </a:r>
            <a:r>
              <a:rPr lang="ru-RU" sz="2000" dirty="0" err="1">
                <a:latin typeface="Times New Roman"/>
                <a:ea typeface="Times New Roman"/>
              </a:rPr>
              <a:t>тасвирланади</a:t>
            </a:r>
            <a:r>
              <a:rPr lang="en-US" sz="2000" dirty="0" smtClean="0">
                <a:latin typeface="Times New Roman"/>
                <a:ea typeface="Times New Roman"/>
              </a:rPr>
              <a:t>:</a:t>
            </a:r>
            <a:endParaRPr lang="uz-Cyrl-UZ" sz="2000" dirty="0">
              <a:effectLst/>
              <a:latin typeface="Times New Roman"/>
              <a:ea typeface="Times New Roman"/>
            </a:endParaRPr>
          </a:p>
        </p:txBody>
      </p:sp>
      <p:pic>
        <p:nvPicPr>
          <p:cNvPr id="32806" name="Picture 38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144" r="40166"/>
          <a:stretch/>
        </p:blipFill>
        <p:spPr bwMode="auto">
          <a:xfrm>
            <a:off x="1547664" y="2204864"/>
            <a:ext cx="5546173" cy="12362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lowchart: Process 9"/>
          <p:cNvSpPr/>
          <p:nvPr/>
        </p:nvSpPr>
        <p:spPr>
          <a:xfrm>
            <a:off x="97020" y="146203"/>
            <a:ext cx="8984810" cy="6634662"/>
          </a:xfrm>
          <a:prstGeom prst="flowChartProcess">
            <a:avLst/>
          </a:prstGeom>
          <a:noFill/>
          <a:ln w="19050">
            <a:solidFill>
              <a:srgbClr val="002060"/>
            </a:solidFill>
          </a:ln>
          <a:effectLst>
            <a:glow rad="101600">
              <a:schemeClr val="accent1">
                <a:satMod val="175000"/>
                <a:alpha val="4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  <p:cxnSp>
        <p:nvCxnSpPr>
          <p:cNvPr id="6" name="Straight Connector 5"/>
          <p:cNvCxnSpPr/>
          <p:nvPr/>
        </p:nvCxnSpPr>
        <p:spPr>
          <a:xfrm>
            <a:off x="285720" y="368660"/>
            <a:ext cx="8568000" cy="1588"/>
          </a:xfrm>
          <a:prstGeom prst="line">
            <a:avLst/>
          </a:prstGeom>
          <a:ln>
            <a:solidFill>
              <a:schemeClr val="accent2">
                <a:lumMod val="50000"/>
              </a:schemeClr>
            </a:solidFill>
            <a:headEnd type="diamond" w="med" len="med"/>
            <a:tailEnd type="diamond" w="med" len="med"/>
          </a:ln>
          <a:effectLst>
            <a:glow rad="63500">
              <a:schemeClr val="accent3">
                <a:satMod val="175000"/>
                <a:alpha val="4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" name="AutoShape 13" descr="Точечные ромбики"/>
          <p:cNvSpPr>
            <a:spLocks noChangeArrowheads="1"/>
          </p:cNvSpPr>
          <p:nvPr/>
        </p:nvSpPr>
        <p:spPr bwMode="auto">
          <a:xfrm>
            <a:off x="142875" y="548680"/>
            <a:ext cx="8856663" cy="5940000"/>
          </a:xfrm>
          <a:prstGeom prst="foldedCorner">
            <a:avLst>
              <a:gd name="adj" fmla="val 4333"/>
            </a:avLst>
          </a:prstGeom>
          <a:pattFill prst="dotDmnd">
            <a:fgClr>
              <a:schemeClr val="bg2"/>
            </a:fgClr>
            <a:bgClr>
              <a:schemeClr val="bg1"/>
            </a:bgClr>
          </a:pattFill>
          <a:ln w="15875">
            <a:solidFill>
              <a:srgbClr val="000080"/>
            </a:solidFill>
            <a:round/>
            <a:headEnd/>
            <a:tailEnd/>
          </a:ln>
          <a:effectLst>
            <a:prstShdw prst="shdw17" dist="17961" dir="2700000">
              <a:srgbClr val="00004D">
                <a:alpha val="50000"/>
              </a:srgbClr>
            </a:prstShdw>
          </a:effectLst>
        </p:spPr>
        <p:txBody>
          <a:bodyPr bIns="0" anchor="t" anchorCtr="0">
            <a:norm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1pPr>
            <a:lvl2pPr marL="1258888" indent="-34290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2pPr>
            <a:lvl3pPr marL="1781175" indent="-34290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3pPr>
            <a:lvl4pPr marL="2303463" indent="-34290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4pPr>
            <a:lvl5pPr marL="2825750" indent="-34290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5pPr>
            <a:lvl6pPr marL="328295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6pPr>
            <a:lvl7pPr marL="374015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7pPr>
            <a:lvl8pPr marL="419735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8pPr>
            <a:lvl9pPr marL="465455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indent="449580" algn="just">
              <a:spcAft>
                <a:spcPts val="0"/>
              </a:spcAft>
            </a:pPr>
            <a:endParaRPr lang="ru-RU" sz="2400" b="1" dirty="0" smtClean="0">
              <a:latin typeface="Times New Roman"/>
              <a:ea typeface="Times New Roman"/>
            </a:endParaRPr>
          </a:p>
          <a:p>
            <a:pPr indent="449580" algn="just">
              <a:spcAft>
                <a:spcPts val="0"/>
              </a:spcAft>
            </a:pPr>
            <a:endParaRPr lang="ru-RU" sz="2400" b="1" dirty="0">
              <a:latin typeface="Times New Roman"/>
              <a:ea typeface="Times New Roman"/>
            </a:endParaRPr>
          </a:p>
          <a:p>
            <a:pPr indent="449580" algn="just">
              <a:spcAft>
                <a:spcPts val="0"/>
              </a:spcAft>
            </a:pPr>
            <a:endParaRPr lang="ru-RU" sz="2400" b="1" dirty="0" smtClean="0">
              <a:latin typeface="Times New Roman"/>
              <a:ea typeface="Times New Roman"/>
            </a:endParaRPr>
          </a:p>
          <a:p>
            <a:pPr indent="449580" algn="just">
              <a:spcAft>
                <a:spcPts val="0"/>
              </a:spcAft>
            </a:pPr>
            <a:endParaRPr lang="ru-RU" sz="2400" b="1" dirty="0">
              <a:latin typeface="Times New Roman"/>
              <a:ea typeface="Times New Roman"/>
            </a:endParaRPr>
          </a:p>
          <a:p>
            <a:pPr indent="449580" algn="just">
              <a:spcAft>
                <a:spcPts val="0"/>
              </a:spcAft>
            </a:pPr>
            <a:endParaRPr lang="ru-RU" sz="2400" b="1" dirty="0" smtClean="0">
              <a:latin typeface="Times New Roman"/>
              <a:ea typeface="Times New Roman"/>
            </a:endParaRPr>
          </a:p>
          <a:p>
            <a:pPr indent="449580" algn="just">
              <a:spcAft>
                <a:spcPts val="0"/>
              </a:spcAft>
            </a:pPr>
            <a:endParaRPr lang="ru-RU" sz="2400" b="1" dirty="0">
              <a:latin typeface="Times New Roman"/>
              <a:ea typeface="Times New Roman"/>
            </a:endParaRPr>
          </a:p>
          <a:p>
            <a:pPr indent="449580" algn="just">
              <a:spcAft>
                <a:spcPts val="0"/>
              </a:spcAft>
            </a:pPr>
            <a:endParaRPr lang="ru-RU" sz="2400" b="1" dirty="0" smtClean="0">
              <a:latin typeface="Times New Roman"/>
              <a:ea typeface="Times New Roman"/>
            </a:endParaRPr>
          </a:p>
          <a:p>
            <a:pPr indent="449580" algn="just">
              <a:spcAft>
                <a:spcPts val="0"/>
              </a:spcAft>
            </a:pPr>
            <a:endParaRPr lang="ru-RU" sz="2400" b="1" dirty="0">
              <a:latin typeface="Times New Roman"/>
              <a:ea typeface="Times New Roman"/>
            </a:endParaRPr>
          </a:p>
          <a:p>
            <a:pPr indent="449580" algn="just">
              <a:spcAft>
                <a:spcPts val="0"/>
              </a:spcAft>
            </a:pPr>
            <a:endParaRPr lang="ru-RU" sz="2400" b="1" dirty="0" smtClean="0">
              <a:latin typeface="Times New Roman"/>
              <a:ea typeface="Times New Roman"/>
            </a:endParaRPr>
          </a:p>
          <a:p>
            <a:pPr indent="449580" algn="just">
              <a:spcAft>
                <a:spcPts val="0"/>
              </a:spcAft>
            </a:pPr>
            <a:r>
              <a:rPr lang="ru-RU" sz="2400" b="1" dirty="0" err="1" smtClean="0">
                <a:solidFill>
                  <a:srgbClr val="C00000"/>
                </a:solidFill>
                <a:latin typeface="Times New Roman"/>
                <a:ea typeface="Times New Roman"/>
              </a:rPr>
              <a:t>Ечиш</a:t>
            </a:r>
            <a:r>
              <a:rPr lang="ru-RU" sz="2400" b="1" dirty="0" smtClean="0">
                <a:solidFill>
                  <a:srgbClr val="C00000"/>
                </a:solidFill>
                <a:latin typeface="Times New Roman"/>
                <a:ea typeface="Times New Roman"/>
              </a:rPr>
              <a:t>:</a:t>
            </a:r>
            <a:r>
              <a:rPr lang="ru-RU" sz="2400" dirty="0" smtClean="0">
                <a:solidFill>
                  <a:srgbClr val="C00000"/>
                </a:solidFill>
                <a:latin typeface="Times New Roman"/>
                <a:ea typeface="Times New Roman"/>
              </a:rPr>
              <a:t> </a:t>
            </a:r>
            <a:r>
              <a:rPr lang="ru-RU" sz="2400" dirty="0" err="1" smtClean="0">
                <a:latin typeface="Times New Roman"/>
                <a:ea typeface="Times New Roman"/>
              </a:rPr>
              <a:t>Бу</a:t>
            </a:r>
            <a:r>
              <a:rPr lang="ru-RU" sz="2400" dirty="0" smtClean="0">
                <a:latin typeface="Times New Roman"/>
                <a:ea typeface="Times New Roman"/>
              </a:rPr>
              <a:t> </a:t>
            </a:r>
            <a:r>
              <a:rPr lang="ru-RU" sz="2400" dirty="0" err="1" smtClean="0">
                <a:latin typeface="Times New Roman"/>
                <a:ea typeface="Times New Roman"/>
              </a:rPr>
              <a:t>графда</a:t>
            </a:r>
            <a:r>
              <a:rPr lang="ru-RU" sz="2400" dirty="0" smtClean="0">
                <a:latin typeface="Times New Roman"/>
                <a:ea typeface="Times New Roman"/>
              </a:rPr>
              <a:t> </a:t>
            </a:r>
            <a:r>
              <a:rPr lang="ru-RU" sz="2400" i="1" dirty="0" smtClean="0">
                <a:latin typeface="Times New Roman"/>
                <a:ea typeface="Times New Roman"/>
              </a:rPr>
              <a:t>а</a:t>
            </a:r>
            <a:r>
              <a:rPr lang="ru-RU" sz="2400" baseline="-25000" dirty="0" smtClean="0">
                <a:latin typeface="Times New Roman"/>
                <a:ea typeface="Times New Roman"/>
              </a:rPr>
              <a:t>1</a:t>
            </a:r>
            <a:r>
              <a:rPr lang="ru-RU" sz="2400" dirty="0" smtClean="0">
                <a:latin typeface="Times New Roman"/>
                <a:ea typeface="Times New Roman"/>
              </a:rPr>
              <a:t> </a:t>
            </a:r>
            <a:r>
              <a:rPr lang="ru-RU" sz="2400" dirty="0" err="1">
                <a:latin typeface="Times New Roman"/>
                <a:ea typeface="Times New Roman"/>
              </a:rPr>
              <a:t>ва</a:t>
            </a:r>
            <a:r>
              <a:rPr lang="ru-RU" sz="2400" dirty="0">
                <a:latin typeface="Times New Roman"/>
                <a:ea typeface="Times New Roman"/>
              </a:rPr>
              <a:t> </a:t>
            </a:r>
            <a:r>
              <a:rPr lang="ru-RU" sz="2400" i="1" dirty="0" smtClean="0">
                <a:latin typeface="Times New Roman"/>
                <a:ea typeface="Times New Roman"/>
              </a:rPr>
              <a:t>а</a:t>
            </a:r>
            <a:r>
              <a:rPr lang="ru-RU" sz="2400" baseline="-25000" dirty="0" smtClean="0">
                <a:latin typeface="Times New Roman"/>
                <a:ea typeface="Times New Roman"/>
              </a:rPr>
              <a:t>2</a:t>
            </a:r>
            <a:r>
              <a:rPr lang="ru-RU" sz="2400" dirty="0" smtClean="0">
                <a:latin typeface="Times New Roman"/>
                <a:ea typeface="Times New Roman"/>
              </a:rPr>
              <a:t>, </a:t>
            </a:r>
            <a:r>
              <a:rPr lang="ru-RU" sz="2400" i="1" dirty="0" smtClean="0">
                <a:latin typeface="Times New Roman"/>
                <a:ea typeface="Times New Roman"/>
              </a:rPr>
              <a:t>а</a:t>
            </a:r>
            <a:r>
              <a:rPr lang="ru-RU" sz="2400" baseline="-25000" dirty="0" smtClean="0">
                <a:latin typeface="Times New Roman"/>
                <a:ea typeface="Times New Roman"/>
              </a:rPr>
              <a:t>2</a:t>
            </a:r>
            <a:r>
              <a:rPr lang="ru-RU" sz="2400" dirty="0" smtClean="0">
                <a:latin typeface="Times New Roman"/>
                <a:ea typeface="Times New Roman"/>
              </a:rPr>
              <a:t> </a:t>
            </a:r>
            <a:r>
              <a:rPr lang="ru-RU" sz="2400" dirty="0" err="1">
                <a:latin typeface="Times New Roman"/>
                <a:ea typeface="Times New Roman"/>
              </a:rPr>
              <a:t>ва</a:t>
            </a:r>
            <a:r>
              <a:rPr lang="ru-RU" sz="2400" dirty="0">
                <a:latin typeface="Times New Roman"/>
                <a:ea typeface="Times New Roman"/>
              </a:rPr>
              <a:t> </a:t>
            </a:r>
            <a:r>
              <a:rPr lang="ru-RU" sz="2400" i="1" dirty="0" smtClean="0">
                <a:latin typeface="Times New Roman"/>
                <a:ea typeface="Times New Roman"/>
              </a:rPr>
              <a:t>а</a:t>
            </a:r>
            <a:r>
              <a:rPr lang="ru-RU" sz="2400" baseline="-25000" dirty="0" smtClean="0">
                <a:latin typeface="Times New Roman"/>
                <a:ea typeface="Times New Roman"/>
              </a:rPr>
              <a:t>3,</a:t>
            </a:r>
            <a:r>
              <a:rPr lang="ru-RU" sz="2400" dirty="0" smtClean="0">
                <a:latin typeface="Times New Roman"/>
                <a:ea typeface="Times New Roman"/>
              </a:rPr>
              <a:t> </a:t>
            </a:r>
            <a:r>
              <a:rPr lang="ru-RU" sz="2400" i="1" dirty="0">
                <a:latin typeface="Times New Roman"/>
                <a:ea typeface="Times New Roman"/>
              </a:rPr>
              <a:t>а</a:t>
            </a:r>
            <a:r>
              <a:rPr lang="ru-RU" sz="2400" baseline="-25000" dirty="0">
                <a:latin typeface="Times New Roman"/>
                <a:ea typeface="Times New Roman"/>
              </a:rPr>
              <a:t>3</a:t>
            </a:r>
            <a:r>
              <a:rPr lang="ru-RU" sz="2400" dirty="0">
                <a:latin typeface="Times New Roman"/>
                <a:ea typeface="Times New Roman"/>
              </a:rPr>
              <a:t> </a:t>
            </a:r>
            <a:r>
              <a:rPr lang="ru-RU" sz="2400" dirty="0" err="1">
                <a:latin typeface="Times New Roman"/>
                <a:ea typeface="Times New Roman"/>
              </a:rPr>
              <a:t>ва</a:t>
            </a:r>
            <a:r>
              <a:rPr lang="ru-RU" sz="2400" dirty="0">
                <a:latin typeface="Times New Roman"/>
                <a:ea typeface="Times New Roman"/>
              </a:rPr>
              <a:t> </a:t>
            </a:r>
            <a:r>
              <a:rPr lang="ru-RU" sz="2400" i="1" dirty="0">
                <a:latin typeface="Times New Roman"/>
                <a:ea typeface="Times New Roman"/>
              </a:rPr>
              <a:t>а</a:t>
            </a:r>
            <a:r>
              <a:rPr lang="ru-RU" sz="2400" baseline="-25000" dirty="0">
                <a:latin typeface="Times New Roman"/>
                <a:ea typeface="Times New Roman"/>
              </a:rPr>
              <a:t>4</a:t>
            </a:r>
            <a:r>
              <a:rPr lang="ru-RU" sz="2400" dirty="0">
                <a:latin typeface="Times New Roman"/>
                <a:ea typeface="Times New Roman"/>
              </a:rPr>
              <a:t>, </a:t>
            </a:r>
            <a:r>
              <a:rPr lang="ru-RU" sz="2400" i="1" dirty="0" smtClean="0">
                <a:latin typeface="Times New Roman"/>
                <a:ea typeface="Times New Roman"/>
              </a:rPr>
              <a:t>а</a:t>
            </a:r>
            <a:r>
              <a:rPr lang="ru-RU" sz="2400" baseline="-25000" dirty="0" smtClean="0">
                <a:latin typeface="Times New Roman"/>
                <a:ea typeface="Times New Roman"/>
              </a:rPr>
              <a:t>4 </a:t>
            </a:r>
            <a:r>
              <a:rPr lang="ru-RU" sz="2400" dirty="0" err="1" smtClean="0">
                <a:latin typeface="Times New Roman"/>
                <a:ea typeface="Times New Roman"/>
              </a:rPr>
              <a:t>ва</a:t>
            </a:r>
            <a:r>
              <a:rPr lang="ru-RU" sz="2400" dirty="0" smtClean="0">
                <a:latin typeface="Times New Roman"/>
                <a:ea typeface="Times New Roman"/>
              </a:rPr>
              <a:t> </a:t>
            </a:r>
            <a:r>
              <a:rPr lang="ru-RU" sz="2400" i="1" dirty="0">
                <a:latin typeface="Times New Roman"/>
                <a:ea typeface="Times New Roman"/>
              </a:rPr>
              <a:t>а</a:t>
            </a:r>
            <a:r>
              <a:rPr lang="ru-RU" sz="2400" baseline="-25000" dirty="0">
                <a:latin typeface="Times New Roman"/>
                <a:ea typeface="Times New Roman"/>
              </a:rPr>
              <a:t>1,</a:t>
            </a:r>
            <a:r>
              <a:rPr lang="ru-RU" sz="2400" dirty="0">
                <a:latin typeface="Times New Roman"/>
                <a:ea typeface="Times New Roman"/>
              </a:rPr>
              <a:t> </a:t>
            </a:r>
            <a:r>
              <a:rPr lang="ru-RU" sz="2400" i="1" dirty="0" smtClean="0">
                <a:latin typeface="Times New Roman"/>
                <a:ea typeface="Times New Roman"/>
              </a:rPr>
              <a:t>а</a:t>
            </a:r>
            <a:r>
              <a:rPr lang="ru-RU" sz="2400" baseline="-25000" dirty="0" smtClean="0">
                <a:latin typeface="Times New Roman"/>
                <a:ea typeface="Times New Roman"/>
              </a:rPr>
              <a:t>2 </a:t>
            </a:r>
            <a:r>
              <a:rPr lang="ru-RU" sz="2400" dirty="0" err="1" smtClean="0">
                <a:latin typeface="Times New Roman"/>
                <a:ea typeface="Times New Roman"/>
              </a:rPr>
              <a:t>ва</a:t>
            </a:r>
            <a:r>
              <a:rPr lang="ru-RU" sz="2400" dirty="0" smtClean="0">
                <a:latin typeface="Times New Roman"/>
                <a:ea typeface="Times New Roman"/>
              </a:rPr>
              <a:t> </a:t>
            </a:r>
            <a:r>
              <a:rPr lang="ru-RU" sz="2400" i="1" dirty="0" smtClean="0">
                <a:latin typeface="Times New Roman"/>
                <a:ea typeface="Times New Roman"/>
              </a:rPr>
              <a:t>а</a:t>
            </a:r>
            <a:r>
              <a:rPr lang="ru-RU" sz="2400" baseline="-25000" dirty="0" smtClean="0">
                <a:latin typeface="Times New Roman"/>
                <a:ea typeface="Times New Roman"/>
              </a:rPr>
              <a:t>4</a:t>
            </a:r>
            <a:r>
              <a:rPr lang="ru-RU" sz="2400" dirty="0" smtClean="0">
                <a:latin typeface="Times New Roman"/>
                <a:ea typeface="Times New Roman"/>
              </a:rPr>
              <a:t> </a:t>
            </a:r>
            <a:r>
              <a:rPr lang="ru-RU" sz="2400" dirty="0">
                <a:latin typeface="Times New Roman"/>
                <a:ea typeface="Times New Roman"/>
              </a:rPr>
              <a:t>– </a:t>
            </a:r>
            <a:r>
              <a:rPr lang="ru-RU" sz="2400" dirty="0" err="1">
                <a:latin typeface="Times New Roman"/>
                <a:ea typeface="Times New Roman"/>
              </a:rPr>
              <a:t>учлар</a:t>
            </a:r>
            <a:r>
              <a:rPr lang="ru-RU" sz="2400" dirty="0">
                <a:latin typeface="Times New Roman"/>
                <a:ea typeface="Times New Roman"/>
              </a:rPr>
              <a:t> </a:t>
            </a:r>
            <a:r>
              <a:rPr lang="uz-Cyrl-UZ" sz="2400" dirty="0">
                <a:latin typeface="Times New Roman"/>
                <a:ea typeface="Times New Roman"/>
              </a:rPr>
              <a:t>ў</a:t>
            </a:r>
            <a:r>
              <a:rPr lang="ru-RU" sz="2400" dirty="0" err="1">
                <a:latin typeface="Times New Roman"/>
                <a:ea typeface="Times New Roman"/>
              </a:rPr>
              <a:t>заро</a:t>
            </a:r>
            <a:r>
              <a:rPr lang="ru-RU" sz="2400" dirty="0">
                <a:latin typeface="Times New Roman"/>
                <a:ea typeface="Times New Roman"/>
              </a:rPr>
              <a:t> </a:t>
            </a:r>
            <a:r>
              <a:rPr lang="ru-RU" sz="2400" dirty="0" err="1">
                <a:latin typeface="Times New Roman"/>
                <a:ea typeface="Times New Roman"/>
              </a:rPr>
              <a:t>ёндош</a:t>
            </a:r>
            <a:r>
              <a:rPr lang="ru-RU" sz="2400" dirty="0">
                <a:latin typeface="Times New Roman"/>
                <a:ea typeface="Times New Roman"/>
              </a:rPr>
              <a:t> б</a:t>
            </a:r>
            <a:r>
              <a:rPr lang="uz-Cyrl-UZ" sz="2400" dirty="0">
                <a:latin typeface="Times New Roman"/>
                <a:ea typeface="Times New Roman"/>
              </a:rPr>
              <a:t>ў</a:t>
            </a:r>
            <a:r>
              <a:rPr lang="ru-RU" sz="2400" dirty="0" err="1">
                <a:latin typeface="Times New Roman"/>
                <a:ea typeface="Times New Roman"/>
              </a:rPr>
              <a:t>лса</a:t>
            </a:r>
            <a:r>
              <a:rPr lang="ru-RU" sz="2400" dirty="0">
                <a:latin typeface="Times New Roman"/>
                <a:ea typeface="Times New Roman"/>
              </a:rPr>
              <a:t>, </a:t>
            </a:r>
            <a:r>
              <a:rPr lang="ru-RU" sz="2400" i="1" dirty="0">
                <a:latin typeface="Times New Roman"/>
                <a:ea typeface="Times New Roman"/>
              </a:rPr>
              <a:t>а</a:t>
            </a:r>
            <a:r>
              <a:rPr lang="ru-RU" sz="2400" baseline="-25000" dirty="0">
                <a:latin typeface="Times New Roman"/>
                <a:ea typeface="Times New Roman"/>
              </a:rPr>
              <a:t>1</a:t>
            </a:r>
            <a:r>
              <a:rPr lang="ru-RU" sz="2400" dirty="0">
                <a:latin typeface="Times New Roman"/>
                <a:ea typeface="Times New Roman"/>
              </a:rPr>
              <a:t> </a:t>
            </a:r>
            <a:r>
              <a:rPr lang="ru-RU" sz="2400" dirty="0" err="1">
                <a:latin typeface="Times New Roman"/>
                <a:ea typeface="Times New Roman"/>
              </a:rPr>
              <a:t>ва</a:t>
            </a:r>
            <a:r>
              <a:rPr lang="ru-RU" sz="2400" dirty="0">
                <a:latin typeface="Times New Roman"/>
                <a:ea typeface="Times New Roman"/>
              </a:rPr>
              <a:t> </a:t>
            </a:r>
            <a:r>
              <a:rPr lang="ru-RU" sz="2400" i="1" dirty="0" smtClean="0">
                <a:latin typeface="Times New Roman"/>
                <a:ea typeface="Times New Roman"/>
              </a:rPr>
              <a:t>а</a:t>
            </a:r>
            <a:r>
              <a:rPr lang="ru-RU" sz="2400" baseline="-25000" dirty="0" smtClean="0">
                <a:latin typeface="Times New Roman"/>
                <a:ea typeface="Times New Roman"/>
              </a:rPr>
              <a:t>3</a:t>
            </a:r>
            <a:r>
              <a:rPr lang="ru-RU" sz="2400" dirty="0" smtClean="0">
                <a:latin typeface="Times New Roman"/>
                <a:ea typeface="Times New Roman"/>
              </a:rPr>
              <a:t> </a:t>
            </a:r>
            <a:r>
              <a:rPr lang="ru-RU" sz="2400" dirty="0" err="1" smtClean="0">
                <a:latin typeface="Times New Roman"/>
                <a:ea typeface="Times New Roman"/>
              </a:rPr>
              <a:t>учлар</a:t>
            </a:r>
            <a:r>
              <a:rPr lang="ru-RU" sz="2400" dirty="0" smtClean="0">
                <a:latin typeface="Times New Roman"/>
                <a:ea typeface="Times New Roman"/>
              </a:rPr>
              <a:t> </a:t>
            </a:r>
            <a:r>
              <a:rPr lang="ru-RU" sz="2400" dirty="0" err="1">
                <a:latin typeface="Times New Roman"/>
                <a:ea typeface="Times New Roman"/>
              </a:rPr>
              <a:t>ёндош</a:t>
            </a:r>
            <a:r>
              <a:rPr lang="ru-RU" sz="2400" dirty="0">
                <a:latin typeface="Times New Roman"/>
                <a:ea typeface="Times New Roman"/>
              </a:rPr>
              <a:t> </a:t>
            </a:r>
            <a:r>
              <a:rPr lang="ru-RU" sz="2400" dirty="0" err="1">
                <a:latin typeface="Times New Roman"/>
                <a:ea typeface="Times New Roman"/>
              </a:rPr>
              <a:t>эмас</a:t>
            </a:r>
            <a:r>
              <a:rPr lang="ru-RU" sz="2400" dirty="0">
                <a:latin typeface="Times New Roman"/>
                <a:ea typeface="Times New Roman"/>
              </a:rPr>
              <a:t>. </a:t>
            </a:r>
            <a:r>
              <a:rPr lang="ru-RU" sz="2400" dirty="0" err="1" smtClean="0">
                <a:latin typeface="Times New Roman"/>
                <a:ea typeface="Times New Roman"/>
              </a:rPr>
              <a:t>Шунингдек</a:t>
            </a:r>
            <a:r>
              <a:rPr lang="ru-RU" sz="2400" dirty="0" smtClean="0">
                <a:latin typeface="Times New Roman"/>
                <a:ea typeface="Times New Roman"/>
              </a:rPr>
              <a:t> е</a:t>
            </a:r>
            <a:r>
              <a:rPr lang="ru-RU" sz="2400" baseline="-25000" dirty="0" smtClean="0">
                <a:latin typeface="Times New Roman"/>
                <a:ea typeface="Times New Roman"/>
              </a:rPr>
              <a:t>1 </a:t>
            </a:r>
            <a:r>
              <a:rPr lang="ru-RU" sz="2400" dirty="0" err="1">
                <a:latin typeface="Times New Roman"/>
                <a:ea typeface="Times New Roman"/>
              </a:rPr>
              <a:t>ва</a:t>
            </a:r>
            <a:r>
              <a:rPr lang="ru-RU" sz="2400" dirty="0">
                <a:latin typeface="Times New Roman"/>
                <a:ea typeface="Times New Roman"/>
              </a:rPr>
              <a:t> </a:t>
            </a:r>
            <a:r>
              <a:rPr lang="ru-RU" sz="2400" dirty="0" smtClean="0">
                <a:latin typeface="Times New Roman"/>
                <a:ea typeface="Times New Roman"/>
              </a:rPr>
              <a:t>е</a:t>
            </a:r>
            <a:r>
              <a:rPr lang="ru-RU" sz="2400" baseline="-25000" dirty="0" smtClean="0">
                <a:latin typeface="Times New Roman"/>
                <a:ea typeface="Times New Roman"/>
              </a:rPr>
              <a:t>2</a:t>
            </a:r>
            <a:r>
              <a:rPr lang="ru-RU" sz="2400" dirty="0" smtClean="0">
                <a:latin typeface="Times New Roman"/>
                <a:ea typeface="Times New Roman"/>
              </a:rPr>
              <a:t>, </a:t>
            </a:r>
            <a:r>
              <a:rPr lang="ru-RU" sz="2400" dirty="0" smtClean="0">
                <a:latin typeface="Times New Roman"/>
                <a:ea typeface="Times New Roman"/>
              </a:rPr>
              <a:t>е</a:t>
            </a:r>
            <a:r>
              <a:rPr lang="ru-RU" sz="2400" baseline="-25000" dirty="0" smtClean="0">
                <a:latin typeface="Times New Roman"/>
                <a:ea typeface="Times New Roman"/>
              </a:rPr>
              <a:t>2 </a:t>
            </a:r>
            <a:r>
              <a:rPr lang="ru-RU" sz="2400" dirty="0" err="1" smtClean="0">
                <a:latin typeface="Times New Roman"/>
                <a:ea typeface="Times New Roman"/>
              </a:rPr>
              <a:t>ва</a:t>
            </a:r>
            <a:r>
              <a:rPr lang="ru-RU" sz="2400" dirty="0" smtClean="0">
                <a:latin typeface="Times New Roman"/>
                <a:ea typeface="Times New Roman"/>
              </a:rPr>
              <a:t> </a:t>
            </a:r>
            <a:r>
              <a:rPr lang="ru-RU" sz="2400" dirty="0">
                <a:latin typeface="Times New Roman"/>
                <a:ea typeface="Times New Roman"/>
              </a:rPr>
              <a:t>е</a:t>
            </a:r>
            <a:r>
              <a:rPr lang="ru-RU" sz="2400" baseline="-25000" dirty="0">
                <a:latin typeface="Times New Roman"/>
                <a:ea typeface="Times New Roman"/>
              </a:rPr>
              <a:t>3</a:t>
            </a:r>
            <a:r>
              <a:rPr lang="ru-RU" sz="2400" dirty="0">
                <a:latin typeface="Times New Roman"/>
                <a:ea typeface="Times New Roman"/>
              </a:rPr>
              <a:t>, е</a:t>
            </a:r>
            <a:r>
              <a:rPr lang="ru-RU" sz="2400" baseline="-25000" dirty="0">
                <a:latin typeface="Times New Roman"/>
                <a:ea typeface="Times New Roman"/>
              </a:rPr>
              <a:t>3</a:t>
            </a:r>
            <a:r>
              <a:rPr lang="ru-RU" sz="2400" dirty="0">
                <a:latin typeface="Times New Roman"/>
                <a:ea typeface="Times New Roman"/>
              </a:rPr>
              <a:t> </a:t>
            </a:r>
            <a:r>
              <a:rPr lang="ru-RU" sz="2400" dirty="0" err="1">
                <a:latin typeface="Times New Roman"/>
                <a:ea typeface="Times New Roman"/>
              </a:rPr>
              <a:t>ва</a:t>
            </a:r>
            <a:r>
              <a:rPr lang="ru-RU" sz="2400" dirty="0">
                <a:latin typeface="Times New Roman"/>
                <a:ea typeface="Times New Roman"/>
              </a:rPr>
              <a:t> е</a:t>
            </a:r>
            <a:r>
              <a:rPr lang="ru-RU" sz="2400" baseline="-25000" dirty="0">
                <a:latin typeface="Times New Roman"/>
                <a:ea typeface="Times New Roman"/>
              </a:rPr>
              <a:t>4</a:t>
            </a:r>
            <a:r>
              <a:rPr lang="ru-RU" sz="2400" dirty="0">
                <a:latin typeface="Times New Roman"/>
                <a:ea typeface="Times New Roman"/>
              </a:rPr>
              <a:t>, е</a:t>
            </a:r>
            <a:r>
              <a:rPr lang="ru-RU" sz="2400" baseline="-25000" dirty="0">
                <a:latin typeface="Times New Roman"/>
                <a:ea typeface="Times New Roman"/>
              </a:rPr>
              <a:t>4</a:t>
            </a:r>
            <a:r>
              <a:rPr lang="ru-RU" sz="2400" dirty="0">
                <a:latin typeface="Times New Roman"/>
                <a:ea typeface="Times New Roman"/>
              </a:rPr>
              <a:t> </a:t>
            </a:r>
            <a:r>
              <a:rPr lang="ru-RU" sz="2400" dirty="0" err="1">
                <a:latin typeface="Times New Roman"/>
                <a:ea typeface="Times New Roman"/>
              </a:rPr>
              <a:t>ва</a:t>
            </a:r>
            <a:r>
              <a:rPr lang="ru-RU" sz="2400" dirty="0">
                <a:latin typeface="Times New Roman"/>
                <a:ea typeface="Times New Roman"/>
              </a:rPr>
              <a:t> е</a:t>
            </a:r>
            <a:r>
              <a:rPr lang="ru-RU" sz="2400" baseline="-25000" dirty="0">
                <a:latin typeface="Times New Roman"/>
                <a:ea typeface="Times New Roman"/>
              </a:rPr>
              <a:t>1</a:t>
            </a:r>
            <a:r>
              <a:rPr lang="ru-RU" sz="2400" dirty="0">
                <a:latin typeface="Times New Roman"/>
                <a:ea typeface="Times New Roman"/>
              </a:rPr>
              <a:t>, е</a:t>
            </a:r>
            <a:r>
              <a:rPr lang="ru-RU" sz="2400" baseline="-25000" dirty="0">
                <a:latin typeface="Times New Roman"/>
                <a:ea typeface="Times New Roman"/>
              </a:rPr>
              <a:t>1</a:t>
            </a:r>
            <a:r>
              <a:rPr lang="ru-RU" sz="2400" dirty="0">
                <a:latin typeface="Times New Roman"/>
                <a:ea typeface="Times New Roman"/>
              </a:rPr>
              <a:t> </a:t>
            </a:r>
            <a:r>
              <a:rPr lang="ru-RU" sz="2400" dirty="0" err="1">
                <a:latin typeface="Times New Roman"/>
                <a:ea typeface="Times New Roman"/>
              </a:rPr>
              <a:t>ва</a:t>
            </a:r>
            <a:r>
              <a:rPr lang="ru-RU" sz="2400" dirty="0">
                <a:latin typeface="Times New Roman"/>
                <a:ea typeface="Times New Roman"/>
              </a:rPr>
              <a:t> </a:t>
            </a:r>
            <a:r>
              <a:rPr lang="ru-RU" sz="2400" dirty="0" smtClean="0">
                <a:latin typeface="Times New Roman"/>
                <a:ea typeface="Times New Roman"/>
              </a:rPr>
              <a:t>е</a:t>
            </a:r>
            <a:r>
              <a:rPr lang="ru-RU" sz="2400" baseline="-25000" dirty="0" smtClean="0">
                <a:latin typeface="Times New Roman"/>
                <a:ea typeface="Times New Roman"/>
              </a:rPr>
              <a:t>5</a:t>
            </a:r>
            <a:r>
              <a:rPr lang="ru-RU" sz="2400" dirty="0" smtClean="0">
                <a:latin typeface="Times New Roman"/>
                <a:ea typeface="Times New Roman"/>
              </a:rPr>
              <a:t>, </a:t>
            </a:r>
            <a:r>
              <a:rPr lang="ru-RU" sz="2400" dirty="0" smtClean="0">
                <a:latin typeface="Times New Roman"/>
                <a:ea typeface="Times New Roman"/>
              </a:rPr>
              <a:t>е</a:t>
            </a:r>
            <a:r>
              <a:rPr lang="ru-RU" sz="2400" baseline="-25000" dirty="0" smtClean="0">
                <a:latin typeface="Times New Roman"/>
                <a:ea typeface="Times New Roman"/>
              </a:rPr>
              <a:t>2 </a:t>
            </a:r>
            <a:r>
              <a:rPr lang="ru-RU" sz="2400" dirty="0" err="1" smtClean="0">
                <a:latin typeface="Times New Roman"/>
                <a:ea typeface="Times New Roman"/>
              </a:rPr>
              <a:t>ва</a:t>
            </a:r>
            <a:r>
              <a:rPr lang="ru-RU" sz="2400" dirty="0" smtClean="0">
                <a:latin typeface="Times New Roman"/>
                <a:ea typeface="Times New Roman"/>
              </a:rPr>
              <a:t> </a:t>
            </a:r>
            <a:r>
              <a:rPr lang="ru-RU" sz="2400" dirty="0" smtClean="0">
                <a:latin typeface="Times New Roman"/>
                <a:ea typeface="Times New Roman"/>
              </a:rPr>
              <a:t>е</a:t>
            </a:r>
            <a:r>
              <a:rPr lang="ru-RU" sz="2400" baseline="-25000" dirty="0" smtClean="0">
                <a:latin typeface="Times New Roman"/>
                <a:ea typeface="Times New Roman"/>
              </a:rPr>
              <a:t>5</a:t>
            </a:r>
            <a:r>
              <a:rPr lang="ru-RU" sz="2400" dirty="0" smtClean="0">
                <a:latin typeface="Times New Roman"/>
                <a:ea typeface="Times New Roman"/>
              </a:rPr>
              <a:t>, </a:t>
            </a:r>
            <a:r>
              <a:rPr lang="ru-RU" sz="2400" dirty="0" smtClean="0">
                <a:latin typeface="Times New Roman"/>
                <a:ea typeface="Times New Roman"/>
              </a:rPr>
              <a:t>е</a:t>
            </a:r>
            <a:r>
              <a:rPr lang="ru-RU" sz="2400" baseline="-25000" dirty="0" smtClean="0">
                <a:latin typeface="Times New Roman"/>
                <a:ea typeface="Times New Roman"/>
              </a:rPr>
              <a:t>3 </a:t>
            </a:r>
            <a:r>
              <a:rPr lang="ru-RU" sz="2400" dirty="0" err="1" smtClean="0">
                <a:latin typeface="Times New Roman"/>
                <a:ea typeface="Times New Roman"/>
              </a:rPr>
              <a:t>ва</a:t>
            </a:r>
            <a:r>
              <a:rPr lang="ru-RU" sz="2400" dirty="0" smtClean="0">
                <a:latin typeface="Times New Roman"/>
                <a:ea typeface="Times New Roman"/>
              </a:rPr>
              <a:t> </a:t>
            </a:r>
            <a:r>
              <a:rPr lang="ru-RU" sz="2400" dirty="0">
                <a:latin typeface="Times New Roman"/>
                <a:ea typeface="Times New Roman"/>
              </a:rPr>
              <a:t>е</a:t>
            </a:r>
            <a:r>
              <a:rPr lang="ru-RU" sz="2400" baseline="-25000" dirty="0">
                <a:latin typeface="Times New Roman"/>
                <a:ea typeface="Times New Roman"/>
              </a:rPr>
              <a:t>5</a:t>
            </a:r>
            <a:r>
              <a:rPr lang="ru-RU" sz="2400" dirty="0">
                <a:latin typeface="Times New Roman"/>
                <a:ea typeface="Times New Roman"/>
              </a:rPr>
              <a:t>, е</a:t>
            </a:r>
            <a:r>
              <a:rPr lang="ru-RU" sz="2400" baseline="-25000" dirty="0">
                <a:latin typeface="Times New Roman"/>
                <a:ea typeface="Times New Roman"/>
              </a:rPr>
              <a:t>4</a:t>
            </a:r>
            <a:r>
              <a:rPr lang="ru-RU" sz="2400" dirty="0">
                <a:latin typeface="Times New Roman"/>
                <a:ea typeface="Times New Roman"/>
              </a:rPr>
              <a:t> </a:t>
            </a:r>
            <a:r>
              <a:rPr lang="ru-RU" sz="2400" dirty="0" err="1" smtClean="0">
                <a:latin typeface="Times New Roman"/>
                <a:ea typeface="Times New Roman"/>
              </a:rPr>
              <a:t>ва</a:t>
            </a:r>
            <a:r>
              <a:rPr lang="ru-RU" sz="2400" dirty="0" smtClean="0">
                <a:latin typeface="Times New Roman"/>
                <a:ea typeface="Times New Roman"/>
              </a:rPr>
              <a:t> е</a:t>
            </a:r>
            <a:r>
              <a:rPr lang="ru-RU" sz="2400" baseline="-25000" dirty="0" smtClean="0">
                <a:latin typeface="Times New Roman"/>
                <a:ea typeface="Times New Roman"/>
              </a:rPr>
              <a:t>5</a:t>
            </a:r>
            <a:r>
              <a:rPr lang="ru-RU" sz="2400" dirty="0" smtClean="0">
                <a:latin typeface="Times New Roman"/>
                <a:ea typeface="Times New Roman"/>
              </a:rPr>
              <a:t>- </a:t>
            </a:r>
            <a:r>
              <a:rPr lang="uz-Cyrl-UZ" sz="2400" dirty="0">
                <a:latin typeface="Times New Roman"/>
                <a:ea typeface="Times New Roman"/>
              </a:rPr>
              <a:t>қ</a:t>
            </a:r>
            <a:r>
              <a:rPr lang="ru-RU" sz="2400" dirty="0" err="1">
                <a:latin typeface="Times New Roman"/>
                <a:ea typeface="Times New Roman"/>
              </a:rPr>
              <a:t>ирралар</a:t>
            </a:r>
            <a:r>
              <a:rPr lang="ru-RU" sz="2400" dirty="0">
                <a:latin typeface="Times New Roman"/>
                <a:ea typeface="Times New Roman"/>
              </a:rPr>
              <a:t> </a:t>
            </a:r>
            <a:r>
              <a:rPr lang="uz-Cyrl-UZ" sz="2400" dirty="0">
                <a:latin typeface="Times New Roman"/>
                <a:ea typeface="Times New Roman"/>
              </a:rPr>
              <a:t>ў</a:t>
            </a:r>
            <a:r>
              <a:rPr lang="ru-RU" sz="2400" dirty="0" err="1">
                <a:latin typeface="Times New Roman"/>
                <a:ea typeface="Times New Roman"/>
              </a:rPr>
              <a:t>заро</a:t>
            </a:r>
            <a:r>
              <a:rPr lang="ru-RU" sz="2400" dirty="0">
                <a:latin typeface="Times New Roman"/>
                <a:ea typeface="Times New Roman"/>
              </a:rPr>
              <a:t> </a:t>
            </a:r>
            <a:r>
              <a:rPr lang="ru-RU" sz="2400" dirty="0" err="1">
                <a:latin typeface="Times New Roman"/>
                <a:ea typeface="Times New Roman"/>
              </a:rPr>
              <a:t>ёндош</a:t>
            </a:r>
            <a:r>
              <a:rPr lang="ru-RU" sz="2400" dirty="0">
                <a:latin typeface="Times New Roman"/>
                <a:ea typeface="Times New Roman"/>
              </a:rPr>
              <a:t>, е</a:t>
            </a:r>
            <a:r>
              <a:rPr lang="ru-RU" sz="2400" baseline="-25000" dirty="0">
                <a:latin typeface="Times New Roman"/>
                <a:ea typeface="Times New Roman"/>
              </a:rPr>
              <a:t>1</a:t>
            </a:r>
            <a:r>
              <a:rPr lang="ru-RU" sz="2400" dirty="0">
                <a:latin typeface="Times New Roman"/>
                <a:ea typeface="Times New Roman"/>
              </a:rPr>
              <a:t> </a:t>
            </a:r>
            <a:r>
              <a:rPr lang="ru-RU" sz="2400" dirty="0" err="1">
                <a:latin typeface="Times New Roman"/>
                <a:ea typeface="Times New Roman"/>
              </a:rPr>
              <a:t>ва</a:t>
            </a:r>
            <a:r>
              <a:rPr lang="ru-RU" sz="2400" dirty="0">
                <a:latin typeface="Times New Roman"/>
                <a:ea typeface="Times New Roman"/>
              </a:rPr>
              <a:t> е</a:t>
            </a:r>
            <a:r>
              <a:rPr lang="ru-RU" sz="2400" baseline="-25000" dirty="0">
                <a:latin typeface="Times New Roman"/>
                <a:ea typeface="Times New Roman"/>
              </a:rPr>
              <a:t>3</a:t>
            </a:r>
            <a:r>
              <a:rPr lang="ru-RU" sz="2400" dirty="0">
                <a:latin typeface="Times New Roman"/>
                <a:ea typeface="Times New Roman"/>
              </a:rPr>
              <a:t> </a:t>
            </a:r>
            <a:r>
              <a:rPr lang="uz-Cyrl-UZ" sz="2400" dirty="0">
                <a:latin typeface="Times New Roman"/>
                <a:ea typeface="Times New Roman"/>
              </a:rPr>
              <a:t>ҳ</a:t>
            </a:r>
            <a:r>
              <a:rPr lang="ru-RU" sz="2400" dirty="0" err="1" smtClean="0">
                <a:latin typeface="Times New Roman"/>
                <a:ea typeface="Times New Roman"/>
              </a:rPr>
              <a:t>амда</a:t>
            </a:r>
            <a:r>
              <a:rPr lang="ru-RU" sz="2400" dirty="0" smtClean="0">
                <a:latin typeface="Times New Roman"/>
                <a:ea typeface="Times New Roman"/>
              </a:rPr>
              <a:t> е</a:t>
            </a:r>
            <a:r>
              <a:rPr lang="ru-RU" sz="2400" baseline="-25000" dirty="0" smtClean="0">
                <a:latin typeface="Times New Roman"/>
                <a:ea typeface="Times New Roman"/>
              </a:rPr>
              <a:t>2</a:t>
            </a:r>
            <a:r>
              <a:rPr lang="ru-RU" sz="2400" dirty="0" smtClean="0">
                <a:latin typeface="Times New Roman"/>
                <a:ea typeface="Times New Roman"/>
              </a:rPr>
              <a:t> </a:t>
            </a:r>
            <a:r>
              <a:rPr lang="ru-RU" sz="2400" dirty="0" err="1">
                <a:latin typeface="Times New Roman"/>
                <a:ea typeface="Times New Roman"/>
              </a:rPr>
              <a:t>ва</a:t>
            </a:r>
            <a:r>
              <a:rPr lang="ru-RU" sz="2400" dirty="0">
                <a:latin typeface="Times New Roman"/>
                <a:ea typeface="Times New Roman"/>
              </a:rPr>
              <a:t> е</a:t>
            </a:r>
            <a:r>
              <a:rPr lang="ru-RU" sz="2400" baseline="-25000" dirty="0">
                <a:latin typeface="Times New Roman"/>
                <a:ea typeface="Times New Roman"/>
              </a:rPr>
              <a:t>4</a:t>
            </a:r>
            <a:r>
              <a:rPr lang="ru-RU" sz="2400" dirty="0">
                <a:latin typeface="Times New Roman"/>
                <a:ea typeface="Times New Roman"/>
              </a:rPr>
              <a:t> </a:t>
            </a:r>
            <a:r>
              <a:rPr lang="uz-Cyrl-UZ" sz="2400" dirty="0">
                <a:latin typeface="Times New Roman"/>
                <a:ea typeface="Times New Roman"/>
              </a:rPr>
              <a:t>қ</a:t>
            </a:r>
            <a:r>
              <a:rPr lang="ru-RU" sz="2400" dirty="0" err="1">
                <a:latin typeface="Times New Roman"/>
                <a:ea typeface="Times New Roman"/>
              </a:rPr>
              <a:t>ирралар</a:t>
            </a:r>
            <a:r>
              <a:rPr lang="ru-RU" sz="2400" dirty="0">
                <a:latin typeface="Times New Roman"/>
                <a:ea typeface="Times New Roman"/>
              </a:rPr>
              <a:t> </a:t>
            </a:r>
            <a:r>
              <a:rPr lang="ru-RU" sz="2400" dirty="0" err="1">
                <a:latin typeface="Times New Roman"/>
                <a:ea typeface="Times New Roman"/>
              </a:rPr>
              <a:t>эса</a:t>
            </a:r>
            <a:r>
              <a:rPr lang="ru-RU" sz="2400" dirty="0">
                <a:latin typeface="Times New Roman"/>
                <a:ea typeface="Times New Roman"/>
              </a:rPr>
              <a:t> </a:t>
            </a:r>
            <a:r>
              <a:rPr lang="ru-RU" sz="2400" dirty="0" err="1">
                <a:latin typeface="Times New Roman"/>
                <a:ea typeface="Times New Roman"/>
              </a:rPr>
              <a:t>эса</a:t>
            </a:r>
            <a:r>
              <a:rPr lang="ru-RU" sz="2400" dirty="0">
                <a:latin typeface="Times New Roman"/>
                <a:ea typeface="Times New Roman"/>
              </a:rPr>
              <a:t> </a:t>
            </a:r>
            <a:r>
              <a:rPr lang="uz-Cyrl-UZ" sz="2400" dirty="0">
                <a:latin typeface="Times New Roman"/>
                <a:ea typeface="Times New Roman"/>
              </a:rPr>
              <a:t>ў</a:t>
            </a:r>
            <a:r>
              <a:rPr lang="ru-RU" sz="2400" dirty="0" err="1">
                <a:latin typeface="Times New Roman"/>
                <a:ea typeface="Times New Roman"/>
              </a:rPr>
              <a:t>заро</a:t>
            </a:r>
            <a:r>
              <a:rPr lang="ru-RU" sz="2400" dirty="0">
                <a:latin typeface="Times New Roman"/>
                <a:ea typeface="Times New Roman"/>
              </a:rPr>
              <a:t> </a:t>
            </a:r>
            <a:r>
              <a:rPr lang="ru-RU" sz="2400" dirty="0" err="1">
                <a:latin typeface="Times New Roman"/>
                <a:ea typeface="Times New Roman"/>
              </a:rPr>
              <a:t>ёндош</a:t>
            </a:r>
            <a:r>
              <a:rPr lang="ru-RU" sz="2400" dirty="0">
                <a:latin typeface="Times New Roman"/>
                <a:ea typeface="Times New Roman"/>
              </a:rPr>
              <a:t> б</a:t>
            </a:r>
            <a:r>
              <a:rPr lang="uz-Cyrl-UZ" sz="2400" dirty="0">
                <a:latin typeface="Times New Roman"/>
                <a:ea typeface="Times New Roman"/>
              </a:rPr>
              <a:t>ў</a:t>
            </a:r>
            <a:r>
              <a:rPr lang="ru-RU" sz="2400" dirty="0">
                <a:latin typeface="Times New Roman"/>
                <a:ea typeface="Times New Roman"/>
              </a:rPr>
              <a:t>ла </a:t>
            </a:r>
            <a:r>
              <a:rPr lang="ru-RU" sz="2400" dirty="0" err="1">
                <a:latin typeface="Times New Roman"/>
                <a:ea typeface="Times New Roman"/>
              </a:rPr>
              <a:t>олмайди</a:t>
            </a:r>
            <a:r>
              <a:rPr lang="ru-RU" sz="2400" dirty="0">
                <a:latin typeface="Times New Roman"/>
                <a:ea typeface="Times New Roman"/>
              </a:rPr>
              <a:t>, </a:t>
            </a:r>
            <a:r>
              <a:rPr lang="ru-RU" sz="2400" dirty="0" err="1">
                <a:latin typeface="Times New Roman"/>
                <a:ea typeface="Times New Roman"/>
              </a:rPr>
              <a:t>чунки</a:t>
            </a:r>
            <a:r>
              <a:rPr lang="ru-RU" sz="2400" dirty="0">
                <a:latin typeface="Times New Roman"/>
                <a:ea typeface="Times New Roman"/>
              </a:rPr>
              <a:t> </a:t>
            </a:r>
            <a:r>
              <a:rPr lang="ru-RU" sz="2400" dirty="0" err="1">
                <a:latin typeface="Times New Roman"/>
                <a:ea typeface="Times New Roman"/>
              </a:rPr>
              <a:t>таьриф</a:t>
            </a:r>
            <a:r>
              <a:rPr lang="ru-RU" sz="2400" dirty="0">
                <a:latin typeface="Times New Roman"/>
                <a:ea typeface="Times New Roman"/>
              </a:rPr>
              <a:t> </a:t>
            </a:r>
            <a:r>
              <a:rPr lang="ru-RU" sz="2400" dirty="0" err="1">
                <a:latin typeface="Times New Roman"/>
                <a:ea typeface="Times New Roman"/>
              </a:rPr>
              <a:t>шартларига</a:t>
            </a:r>
            <a:r>
              <a:rPr lang="ru-RU" sz="2400" dirty="0">
                <a:latin typeface="Times New Roman"/>
                <a:ea typeface="Times New Roman"/>
              </a:rPr>
              <a:t> </a:t>
            </a:r>
            <a:r>
              <a:rPr lang="uz-Cyrl-UZ" sz="2400" dirty="0">
                <a:latin typeface="Times New Roman"/>
                <a:ea typeface="Times New Roman"/>
              </a:rPr>
              <a:t>мос </a:t>
            </a:r>
            <a:r>
              <a:rPr lang="ru-RU" sz="2400" dirty="0" err="1">
                <a:latin typeface="Times New Roman"/>
                <a:ea typeface="Times New Roman"/>
              </a:rPr>
              <a:t>келма</a:t>
            </a:r>
            <a:r>
              <a:rPr lang="uz-Cyrl-UZ" sz="2400" dirty="0">
                <a:latin typeface="Times New Roman"/>
                <a:ea typeface="Times New Roman"/>
              </a:rPr>
              <a:t>йди</a:t>
            </a:r>
            <a:r>
              <a:rPr lang="ru-RU" sz="2400" dirty="0">
                <a:latin typeface="Times New Roman"/>
                <a:ea typeface="Times New Roman"/>
              </a:rPr>
              <a:t>.</a:t>
            </a:r>
            <a:endParaRPr lang="uz-Cyrl-UZ" sz="1400" dirty="0">
              <a:effectLst/>
              <a:latin typeface="Times New Roman"/>
              <a:ea typeface="Times New Roman"/>
            </a:endParaRPr>
          </a:p>
        </p:txBody>
      </p:sp>
      <p:sp>
        <p:nvSpPr>
          <p:cNvPr id="4109" name="Line 16"/>
          <p:cNvSpPr>
            <a:spLocks noChangeShapeType="1"/>
          </p:cNvSpPr>
          <p:nvPr/>
        </p:nvSpPr>
        <p:spPr bwMode="auto">
          <a:xfrm>
            <a:off x="323850" y="6669360"/>
            <a:ext cx="8461375" cy="0"/>
          </a:xfrm>
          <a:prstGeom prst="line">
            <a:avLst/>
          </a:prstGeom>
          <a:noFill/>
          <a:ln w="127000">
            <a:pattFill prst="dkHorz">
              <a:fgClr>
                <a:schemeClr val="tx1"/>
              </a:fgClr>
              <a:bgClr>
                <a:srgbClr val="FFFFFF"/>
              </a:bgClr>
            </a:pattFill>
            <a:round/>
            <a:headEnd/>
            <a:tailEnd/>
          </a:ln>
          <a:effectLst>
            <a:prstShdw prst="shdw17" dist="17961" dir="2700000">
              <a:schemeClr val="tx1">
                <a:gamma/>
                <a:shade val="60000"/>
                <a:invGamma/>
              </a:schemeClr>
            </a:prstShdw>
          </a:effectLst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5" name="Прямоугольник 4"/>
          <p:cNvSpPr/>
          <p:nvPr/>
        </p:nvSpPr>
        <p:spPr>
          <a:xfrm>
            <a:off x="215516" y="656692"/>
            <a:ext cx="8638204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49580" algn="just">
              <a:spcAft>
                <a:spcPts val="0"/>
              </a:spcAft>
            </a:pPr>
            <a:r>
              <a:rPr lang="ru-RU" sz="2000" b="1" dirty="0" err="1" smtClean="0">
                <a:solidFill>
                  <a:srgbClr val="C00000"/>
                </a:solidFill>
                <a:latin typeface="Times New Roman"/>
                <a:ea typeface="Times New Roman"/>
              </a:rPr>
              <a:t>Мисол</a:t>
            </a:r>
            <a:r>
              <a:rPr lang="ru-RU" sz="2000" b="1" dirty="0" smtClean="0">
                <a:solidFill>
                  <a:srgbClr val="C00000"/>
                </a:solidFill>
                <a:latin typeface="Times New Roman"/>
                <a:ea typeface="Times New Roman"/>
              </a:rPr>
              <a:t>.</a:t>
            </a:r>
            <a:r>
              <a:rPr lang="ru-RU" sz="2000" dirty="0" smtClean="0">
                <a:solidFill>
                  <a:srgbClr val="C00000"/>
                </a:solidFill>
                <a:latin typeface="Times New Roman"/>
                <a:ea typeface="Times New Roman"/>
              </a:rPr>
              <a:t> </a:t>
            </a:r>
            <a:r>
              <a:rPr lang="uz-Cyrl-UZ" sz="2000" dirty="0">
                <a:latin typeface="Times New Roman"/>
                <a:ea typeface="Times New Roman"/>
              </a:rPr>
              <a:t>Қ</a:t>
            </a:r>
            <a:r>
              <a:rPr lang="ru-RU" sz="2000" dirty="0" err="1">
                <a:latin typeface="Times New Roman"/>
                <a:ea typeface="Times New Roman"/>
              </a:rPr>
              <a:t>уйида</a:t>
            </a:r>
            <a:r>
              <a:rPr lang="ru-RU" sz="2000" dirty="0">
                <a:latin typeface="Times New Roman"/>
                <a:ea typeface="Times New Roman"/>
              </a:rPr>
              <a:t> </a:t>
            </a:r>
            <a:r>
              <a:rPr lang="ru-RU" sz="2000" dirty="0" err="1">
                <a:latin typeface="Times New Roman"/>
                <a:ea typeface="Times New Roman"/>
              </a:rPr>
              <a:t>тасвирланган</a:t>
            </a:r>
            <a:r>
              <a:rPr lang="ru-RU" sz="2000" dirty="0">
                <a:latin typeface="Times New Roman"/>
                <a:ea typeface="Times New Roman"/>
              </a:rPr>
              <a:t> граф </a:t>
            </a:r>
            <a:r>
              <a:rPr lang="ru-RU" sz="2000" dirty="0" err="1">
                <a:latin typeface="Times New Roman"/>
                <a:ea typeface="Times New Roman"/>
              </a:rPr>
              <a:t>учун</a:t>
            </a:r>
            <a:r>
              <a:rPr lang="ru-RU" sz="2000" dirty="0">
                <a:latin typeface="Times New Roman"/>
                <a:ea typeface="Times New Roman"/>
              </a:rPr>
              <a:t> </a:t>
            </a:r>
            <a:r>
              <a:rPr lang="uz-Cyrl-UZ" sz="2000" dirty="0">
                <a:latin typeface="Times New Roman"/>
                <a:ea typeface="Times New Roman"/>
              </a:rPr>
              <a:t>қ</a:t>
            </a:r>
            <a:r>
              <a:rPr lang="ru-RU" sz="2000" dirty="0" err="1">
                <a:latin typeface="Times New Roman"/>
                <a:ea typeface="Times New Roman"/>
              </a:rPr>
              <a:t>айси</a:t>
            </a:r>
            <a:r>
              <a:rPr lang="ru-RU" sz="2000" dirty="0">
                <a:latin typeface="Times New Roman"/>
                <a:ea typeface="Times New Roman"/>
              </a:rPr>
              <a:t> </a:t>
            </a:r>
            <a:r>
              <a:rPr lang="ru-RU" sz="2000" dirty="0" err="1">
                <a:latin typeface="Times New Roman"/>
                <a:ea typeface="Times New Roman"/>
              </a:rPr>
              <a:t>учлар</a:t>
            </a:r>
            <a:r>
              <a:rPr lang="ru-RU" sz="2000" dirty="0">
                <a:latin typeface="Times New Roman"/>
                <a:ea typeface="Times New Roman"/>
              </a:rPr>
              <a:t>, </a:t>
            </a:r>
            <a:r>
              <a:rPr lang="uz-Cyrl-UZ" sz="2000" dirty="0">
                <a:latin typeface="Times New Roman"/>
                <a:ea typeface="Times New Roman"/>
              </a:rPr>
              <a:t>қ</a:t>
            </a:r>
            <a:r>
              <a:rPr lang="ru-RU" sz="2000" dirty="0" err="1">
                <a:latin typeface="Times New Roman"/>
                <a:ea typeface="Times New Roman"/>
              </a:rPr>
              <a:t>ирралар</a:t>
            </a:r>
            <a:r>
              <a:rPr lang="ru-RU" sz="2000" dirty="0">
                <a:latin typeface="Times New Roman"/>
                <a:ea typeface="Times New Roman"/>
              </a:rPr>
              <a:t> </a:t>
            </a:r>
            <a:r>
              <a:rPr lang="uz-Cyrl-UZ" sz="2000" dirty="0">
                <a:latin typeface="Times New Roman"/>
                <a:ea typeface="Times New Roman"/>
              </a:rPr>
              <a:t>ў</a:t>
            </a:r>
            <a:r>
              <a:rPr lang="ru-RU" sz="2000" dirty="0" err="1">
                <a:latin typeface="Times New Roman"/>
                <a:ea typeface="Times New Roman"/>
              </a:rPr>
              <a:t>заро</a:t>
            </a:r>
            <a:r>
              <a:rPr lang="ru-RU" sz="2000" dirty="0">
                <a:latin typeface="Times New Roman"/>
                <a:ea typeface="Times New Roman"/>
              </a:rPr>
              <a:t> </a:t>
            </a:r>
            <a:r>
              <a:rPr lang="ru-RU" sz="2000" dirty="0" err="1">
                <a:latin typeface="Times New Roman"/>
                <a:ea typeface="Times New Roman"/>
              </a:rPr>
              <a:t>ёндош</a:t>
            </a:r>
            <a:r>
              <a:rPr lang="ru-RU" sz="2000" dirty="0">
                <a:latin typeface="Times New Roman"/>
                <a:ea typeface="Times New Roman"/>
              </a:rPr>
              <a:t> </a:t>
            </a:r>
            <a:r>
              <a:rPr lang="ru-RU" sz="2000" dirty="0" err="1">
                <a:latin typeface="Times New Roman"/>
                <a:ea typeface="Times New Roman"/>
              </a:rPr>
              <a:t>эканликлари</a:t>
            </a:r>
            <a:r>
              <a:rPr lang="ru-RU" sz="2000" dirty="0">
                <a:latin typeface="Times New Roman"/>
                <a:ea typeface="Times New Roman"/>
              </a:rPr>
              <a:t> </a:t>
            </a:r>
            <a:r>
              <a:rPr lang="ru-RU" sz="2000" dirty="0" err="1">
                <a:latin typeface="Times New Roman"/>
                <a:ea typeface="Times New Roman"/>
              </a:rPr>
              <a:t>ани</a:t>
            </a:r>
            <a:r>
              <a:rPr lang="uz-Cyrl-UZ" sz="2000" dirty="0">
                <a:latin typeface="Times New Roman"/>
                <a:ea typeface="Times New Roman"/>
              </a:rPr>
              <a:t>қ</a:t>
            </a:r>
            <a:r>
              <a:rPr lang="ru-RU" sz="2000" dirty="0" err="1">
                <a:latin typeface="Times New Roman"/>
                <a:ea typeface="Times New Roman"/>
              </a:rPr>
              <a:t>лансин</a:t>
            </a:r>
            <a:r>
              <a:rPr lang="ru-RU" sz="2000" dirty="0">
                <a:latin typeface="Times New Roman"/>
                <a:ea typeface="Times New Roman"/>
              </a:rPr>
              <a:t>.</a:t>
            </a:r>
            <a:endParaRPr lang="uz-Cyrl-UZ" sz="2000" dirty="0">
              <a:effectLst/>
              <a:latin typeface="Times New Roman"/>
              <a:ea typeface="Times New Roman"/>
            </a:endParaRPr>
          </a:p>
        </p:txBody>
      </p:sp>
      <p:pic>
        <p:nvPicPr>
          <p:cNvPr id="33809" name="Picture 17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855" t="27767" r="55475" b="36566"/>
          <a:stretch/>
        </p:blipFill>
        <p:spPr bwMode="auto">
          <a:xfrm>
            <a:off x="2807804" y="1515533"/>
            <a:ext cx="2020097" cy="20031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079454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lowchart: Process 9"/>
          <p:cNvSpPr/>
          <p:nvPr/>
        </p:nvSpPr>
        <p:spPr>
          <a:xfrm>
            <a:off x="97020" y="146203"/>
            <a:ext cx="8984810" cy="6634662"/>
          </a:xfrm>
          <a:prstGeom prst="flowChartProcess">
            <a:avLst/>
          </a:prstGeom>
          <a:noFill/>
          <a:ln w="19050">
            <a:solidFill>
              <a:srgbClr val="002060"/>
            </a:solidFill>
          </a:ln>
          <a:effectLst>
            <a:glow rad="101600">
              <a:schemeClr val="accent1">
                <a:satMod val="175000"/>
                <a:alpha val="4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  <p:cxnSp>
        <p:nvCxnSpPr>
          <p:cNvPr id="6" name="Straight Connector 5"/>
          <p:cNvCxnSpPr/>
          <p:nvPr/>
        </p:nvCxnSpPr>
        <p:spPr>
          <a:xfrm>
            <a:off x="285720" y="260648"/>
            <a:ext cx="8568000" cy="1588"/>
          </a:xfrm>
          <a:prstGeom prst="line">
            <a:avLst/>
          </a:prstGeom>
          <a:ln>
            <a:solidFill>
              <a:schemeClr val="accent2">
                <a:lumMod val="50000"/>
              </a:schemeClr>
            </a:solidFill>
            <a:headEnd type="diamond" w="med" len="med"/>
            <a:tailEnd type="diamond" w="med" len="med"/>
          </a:ln>
          <a:effectLst>
            <a:glow rad="63500">
              <a:schemeClr val="accent3">
                <a:satMod val="175000"/>
                <a:alpha val="4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" name="AutoShape 13" descr="Точечные ромбики"/>
          <p:cNvSpPr>
            <a:spLocks noChangeArrowheads="1"/>
          </p:cNvSpPr>
          <p:nvPr/>
        </p:nvSpPr>
        <p:spPr bwMode="auto">
          <a:xfrm>
            <a:off x="142875" y="404664"/>
            <a:ext cx="8856663" cy="6084016"/>
          </a:xfrm>
          <a:prstGeom prst="foldedCorner">
            <a:avLst>
              <a:gd name="adj" fmla="val 4333"/>
            </a:avLst>
          </a:prstGeom>
          <a:pattFill prst="dotDmnd">
            <a:fgClr>
              <a:schemeClr val="bg2"/>
            </a:fgClr>
            <a:bgClr>
              <a:schemeClr val="bg1"/>
            </a:bgClr>
          </a:pattFill>
          <a:ln w="15875">
            <a:solidFill>
              <a:srgbClr val="000080"/>
            </a:solidFill>
            <a:round/>
            <a:headEnd/>
            <a:tailEnd/>
          </a:ln>
          <a:effectLst>
            <a:prstShdw prst="shdw17" dist="17961" dir="2700000">
              <a:srgbClr val="00004D">
                <a:alpha val="50000"/>
              </a:srgbClr>
            </a:prstShdw>
          </a:effectLst>
        </p:spPr>
        <p:txBody>
          <a:bodyPr bIns="0" anchor="t" anchorCtr="0">
            <a:norm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1pPr>
            <a:lvl2pPr marL="1258888" indent="-34290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2pPr>
            <a:lvl3pPr marL="1781175" indent="-34290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3pPr>
            <a:lvl4pPr marL="2303463" indent="-34290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4pPr>
            <a:lvl5pPr marL="2825750" indent="-34290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5pPr>
            <a:lvl6pPr marL="328295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6pPr>
            <a:lvl7pPr marL="374015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7pPr>
            <a:lvl8pPr marL="419735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8pPr>
            <a:lvl9pPr marL="465455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indent="449580" algn="just">
              <a:spcAft>
                <a:spcPts val="0"/>
              </a:spcAft>
            </a:pPr>
            <a:endParaRPr lang="ru-RU" b="1" dirty="0" smtClean="0">
              <a:latin typeface="Times New Roman"/>
              <a:ea typeface="Times New Roman"/>
            </a:endParaRPr>
          </a:p>
          <a:p>
            <a:pPr indent="449580" algn="just">
              <a:spcAft>
                <a:spcPts val="0"/>
              </a:spcAft>
            </a:pPr>
            <a:endParaRPr lang="ru-RU" b="1" dirty="0">
              <a:latin typeface="Times New Roman"/>
              <a:ea typeface="Times New Roman"/>
            </a:endParaRPr>
          </a:p>
          <a:p>
            <a:pPr indent="449580" algn="just">
              <a:spcAft>
                <a:spcPts val="0"/>
              </a:spcAft>
            </a:pPr>
            <a:endParaRPr lang="ru-RU" b="1" dirty="0" smtClean="0">
              <a:latin typeface="Times New Roman"/>
              <a:ea typeface="Times New Roman"/>
            </a:endParaRPr>
          </a:p>
          <a:p>
            <a:pPr indent="449580" algn="just">
              <a:spcAft>
                <a:spcPts val="0"/>
              </a:spcAft>
            </a:pPr>
            <a:endParaRPr lang="ru-RU" b="1" dirty="0">
              <a:latin typeface="Times New Roman"/>
              <a:ea typeface="Times New Roman"/>
            </a:endParaRPr>
          </a:p>
          <a:p>
            <a:pPr indent="449580" algn="just">
              <a:spcAft>
                <a:spcPts val="0"/>
              </a:spcAft>
            </a:pPr>
            <a:endParaRPr lang="ru-RU" b="1" dirty="0" smtClean="0">
              <a:latin typeface="Times New Roman"/>
              <a:ea typeface="Times New Roman"/>
            </a:endParaRPr>
          </a:p>
          <a:p>
            <a:pPr indent="449580" algn="just">
              <a:spcAft>
                <a:spcPts val="0"/>
              </a:spcAft>
            </a:pPr>
            <a:endParaRPr lang="ru-RU" b="1" dirty="0" smtClean="0">
              <a:solidFill>
                <a:srgbClr val="C00000"/>
              </a:solidFill>
              <a:latin typeface="Times New Roman"/>
              <a:ea typeface="Times New Roman"/>
            </a:endParaRPr>
          </a:p>
          <a:p>
            <a:pPr indent="449580" algn="just">
              <a:spcAft>
                <a:spcPts val="0"/>
              </a:spcAft>
            </a:pPr>
            <a:r>
              <a:rPr lang="ru-RU" b="1" dirty="0" err="1" smtClean="0">
                <a:solidFill>
                  <a:srgbClr val="C00000"/>
                </a:solidFill>
                <a:latin typeface="Times New Roman"/>
                <a:ea typeface="Times New Roman"/>
              </a:rPr>
              <a:t>Мисол</a:t>
            </a:r>
            <a:r>
              <a:rPr lang="ru-RU" b="1" dirty="0">
                <a:solidFill>
                  <a:srgbClr val="C00000"/>
                </a:solidFill>
                <a:latin typeface="Times New Roman"/>
                <a:ea typeface="Times New Roman"/>
              </a:rPr>
              <a:t>.</a:t>
            </a:r>
            <a:r>
              <a:rPr lang="ru-RU" dirty="0" smtClean="0">
                <a:solidFill>
                  <a:srgbClr val="C00000"/>
                </a:solidFill>
                <a:latin typeface="Times New Roman"/>
                <a:ea typeface="Times New Roman"/>
              </a:rPr>
              <a:t> </a:t>
            </a:r>
            <a:r>
              <a:rPr lang="uz-Cyrl-UZ" dirty="0">
                <a:latin typeface="Times New Roman"/>
                <a:ea typeface="Times New Roman"/>
              </a:rPr>
              <a:t>Қ</a:t>
            </a:r>
            <a:r>
              <a:rPr lang="ru-RU" dirty="0" err="1">
                <a:latin typeface="Times New Roman"/>
                <a:ea typeface="Times New Roman"/>
              </a:rPr>
              <a:t>уйидагича</a:t>
            </a:r>
            <a:r>
              <a:rPr lang="ru-RU" dirty="0">
                <a:latin typeface="Times New Roman"/>
                <a:ea typeface="Times New Roman"/>
              </a:rPr>
              <a:t> </a:t>
            </a:r>
            <a:r>
              <a:rPr lang="ru-RU" dirty="0" err="1">
                <a:latin typeface="Times New Roman"/>
                <a:ea typeface="Times New Roman"/>
              </a:rPr>
              <a:t>берилган</a:t>
            </a:r>
            <a:r>
              <a:rPr lang="ru-RU" dirty="0">
                <a:latin typeface="Times New Roman"/>
                <a:ea typeface="Times New Roman"/>
              </a:rPr>
              <a:t> граф:</a:t>
            </a:r>
            <a:endParaRPr lang="uz-Cyrl-UZ" dirty="0">
              <a:latin typeface="Times New Roman"/>
              <a:ea typeface="Times New Roman"/>
            </a:endParaRPr>
          </a:p>
          <a:p>
            <a:pPr algn="just">
              <a:spcAft>
                <a:spcPts val="0"/>
              </a:spcAft>
            </a:pPr>
            <a:r>
              <a:rPr lang="ru-RU" dirty="0">
                <a:latin typeface="Times New Roman"/>
                <a:ea typeface="Times New Roman"/>
              </a:rPr>
              <a:t> 	</a:t>
            </a:r>
            <a:r>
              <a:rPr lang="uz-Cyrl-UZ" dirty="0" smtClean="0">
                <a:latin typeface="Times New Roman"/>
                <a:ea typeface="Times New Roman"/>
              </a:rPr>
              <a:t> </a:t>
            </a:r>
            <a:r>
              <a:rPr lang="en-US" i="1" dirty="0" smtClean="0">
                <a:latin typeface="Times New Roman"/>
                <a:ea typeface="Times New Roman"/>
              </a:rPr>
              <a:t>V</a:t>
            </a:r>
            <a:r>
              <a:rPr lang="ru-RU" i="1" dirty="0">
                <a:latin typeface="Times New Roman"/>
                <a:ea typeface="Times New Roman"/>
              </a:rPr>
              <a:t>={ 1,2,3,4,5,6,7</a:t>
            </a:r>
            <a:r>
              <a:rPr lang="ru-RU" i="1" dirty="0" smtClean="0">
                <a:latin typeface="Times New Roman"/>
                <a:ea typeface="Times New Roman"/>
              </a:rPr>
              <a:t>}; </a:t>
            </a:r>
            <a:endParaRPr lang="uz-Cyrl-UZ" i="1" dirty="0">
              <a:latin typeface="Times New Roman"/>
              <a:ea typeface="Times New Roman"/>
            </a:endParaRPr>
          </a:p>
          <a:p>
            <a:pPr algn="just">
              <a:spcAft>
                <a:spcPts val="0"/>
              </a:spcAft>
            </a:pPr>
            <a:r>
              <a:rPr lang="ru-RU" i="1" dirty="0" smtClean="0">
                <a:latin typeface="Times New Roman"/>
                <a:ea typeface="Times New Roman"/>
              </a:rPr>
              <a:t> </a:t>
            </a:r>
            <a:r>
              <a:rPr lang="en-US" i="1" dirty="0" smtClean="0">
                <a:latin typeface="Times New Roman"/>
                <a:ea typeface="Times New Roman"/>
              </a:rPr>
              <a:t>E</a:t>
            </a:r>
            <a:r>
              <a:rPr lang="ru-RU" i="1" dirty="0">
                <a:latin typeface="Times New Roman"/>
                <a:ea typeface="Times New Roman"/>
              </a:rPr>
              <a:t>= {(1,2),(1,3),(2,1),(2,3),(2,4),(2,5),(2,7),(3,5),(4,5),(4,7),(6,4),(6,5),(6,7),(7,4) </a:t>
            </a:r>
            <a:r>
              <a:rPr lang="ru-RU" i="1" dirty="0" smtClean="0">
                <a:latin typeface="Times New Roman"/>
                <a:ea typeface="Times New Roman"/>
              </a:rPr>
              <a:t>} </a:t>
            </a:r>
            <a:endParaRPr lang="uz-Cyrl-UZ" i="1" dirty="0">
              <a:latin typeface="Times New Roman"/>
              <a:ea typeface="Times New Roman"/>
            </a:endParaRPr>
          </a:p>
          <a:p>
            <a:pPr algn="just">
              <a:spcAft>
                <a:spcPts val="0"/>
              </a:spcAft>
            </a:pPr>
            <a:r>
              <a:rPr lang="ru-RU" dirty="0" err="1" smtClean="0">
                <a:latin typeface="Times New Roman"/>
                <a:ea typeface="Times New Roman"/>
              </a:rPr>
              <a:t>ориентирланган</a:t>
            </a:r>
            <a:r>
              <a:rPr lang="ru-RU" dirty="0" smtClean="0">
                <a:latin typeface="Times New Roman"/>
                <a:ea typeface="Times New Roman"/>
              </a:rPr>
              <a:t> </a:t>
            </a:r>
            <a:r>
              <a:rPr lang="ru-RU" dirty="0" err="1">
                <a:latin typeface="Times New Roman"/>
                <a:ea typeface="Times New Roman"/>
              </a:rPr>
              <a:t>графга</a:t>
            </a:r>
            <a:r>
              <a:rPr lang="ru-RU" dirty="0">
                <a:latin typeface="Times New Roman"/>
                <a:ea typeface="Times New Roman"/>
              </a:rPr>
              <a:t> </a:t>
            </a:r>
            <a:r>
              <a:rPr lang="ru-RU" dirty="0" err="1">
                <a:latin typeface="Times New Roman"/>
                <a:ea typeface="Times New Roman"/>
              </a:rPr>
              <a:t>мисол</a:t>
            </a:r>
            <a:r>
              <a:rPr lang="ru-RU" dirty="0">
                <a:latin typeface="Times New Roman"/>
                <a:ea typeface="Times New Roman"/>
              </a:rPr>
              <a:t> б</a:t>
            </a:r>
            <a:r>
              <a:rPr lang="uz-Cyrl-UZ" dirty="0">
                <a:latin typeface="Times New Roman"/>
                <a:ea typeface="Times New Roman"/>
              </a:rPr>
              <a:t>ў</a:t>
            </a:r>
            <a:r>
              <a:rPr lang="ru-RU" dirty="0">
                <a:latin typeface="Times New Roman"/>
                <a:ea typeface="Times New Roman"/>
              </a:rPr>
              <a:t>ла </a:t>
            </a:r>
            <a:r>
              <a:rPr lang="ru-RU" dirty="0" err="1">
                <a:latin typeface="Times New Roman"/>
                <a:ea typeface="Times New Roman"/>
              </a:rPr>
              <a:t>олади</a:t>
            </a:r>
            <a:r>
              <a:rPr lang="ru-RU" dirty="0">
                <a:latin typeface="Times New Roman"/>
                <a:ea typeface="Times New Roman"/>
              </a:rPr>
              <a:t>.</a:t>
            </a:r>
            <a:endParaRPr lang="uz-Cyrl-UZ" dirty="0">
              <a:latin typeface="Times New Roman"/>
              <a:ea typeface="Times New Roman"/>
            </a:endParaRPr>
          </a:p>
          <a:p>
            <a:pPr indent="449580" algn="just">
              <a:spcAft>
                <a:spcPts val="0"/>
              </a:spcAft>
            </a:pPr>
            <a:r>
              <a:rPr lang="ru-RU" b="1" dirty="0" err="1">
                <a:solidFill>
                  <a:srgbClr val="C00000"/>
                </a:solidFill>
                <a:latin typeface="Times New Roman"/>
                <a:ea typeface="Times New Roman"/>
              </a:rPr>
              <a:t>Ечиш</a:t>
            </a:r>
            <a:r>
              <a:rPr lang="ru-RU" b="1" dirty="0">
                <a:solidFill>
                  <a:srgbClr val="C00000"/>
                </a:solidFill>
                <a:latin typeface="Times New Roman"/>
                <a:ea typeface="Times New Roman"/>
              </a:rPr>
              <a:t>.</a:t>
            </a:r>
            <a:r>
              <a:rPr lang="ru-RU" dirty="0">
                <a:solidFill>
                  <a:srgbClr val="C00000"/>
                </a:solidFill>
                <a:latin typeface="Times New Roman"/>
                <a:ea typeface="Times New Roman"/>
              </a:rPr>
              <a:t> </a:t>
            </a:r>
            <a:r>
              <a:rPr lang="ru-RU" dirty="0" err="1">
                <a:latin typeface="Times New Roman"/>
                <a:ea typeface="Times New Roman"/>
              </a:rPr>
              <a:t>Бу</a:t>
            </a:r>
            <a:r>
              <a:rPr lang="ru-RU" dirty="0">
                <a:latin typeface="Times New Roman"/>
                <a:ea typeface="Times New Roman"/>
              </a:rPr>
              <a:t> </a:t>
            </a:r>
            <a:r>
              <a:rPr lang="ru-RU" dirty="0" err="1" smtClean="0">
                <a:latin typeface="Times New Roman"/>
                <a:ea typeface="Times New Roman"/>
              </a:rPr>
              <a:t>ерда</a:t>
            </a:r>
            <a:r>
              <a:rPr lang="ru-RU" dirty="0" smtClean="0">
                <a:latin typeface="Times New Roman"/>
                <a:ea typeface="Times New Roman"/>
              </a:rPr>
              <a:t> </a:t>
            </a:r>
            <a:r>
              <a:rPr lang="ru-RU" i="1" dirty="0" smtClean="0">
                <a:latin typeface="Times New Roman"/>
                <a:ea typeface="Times New Roman"/>
              </a:rPr>
              <a:t>Е</a:t>
            </a:r>
            <a:r>
              <a:rPr lang="ru-RU" dirty="0" smtClean="0">
                <a:latin typeface="Times New Roman"/>
                <a:ea typeface="Times New Roman"/>
              </a:rPr>
              <a:t> </a:t>
            </a:r>
            <a:r>
              <a:rPr lang="ru-RU" dirty="0" smtClean="0">
                <a:latin typeface="Times New Roman"/>
                <a:ea typeface="Times New Roman"/>
              </a:rPr>
              <a:t>– т</a:t>
            </a:r>
            <a:r>
              <a:rPr lang="uz-Cyrl-UZ" dirty="0" smtClean="0">
                <a:latin typeface="Times New Roman"/>
                <a:ea typeface="Times New Roman"/>
              </a:rPr>
              <a:t>ў</a:t>
            </a:r>
            <a:r>
              <a:rPr lang="ru-RU" dirty="0" err="1">
                <a:latin typeface="Times New Roman"/>
                <a:ea typeface="Times New Roman"/>
              </a:rPr>
              <a:t>плам</a:t>
            </a:r>
            <a:r>
              <a:rPr lang="ru-RU" dirty="0">
                <a:latin typeface="Times New Roman"/>
                <a:ea typeface="Times New Roman"/>
              </a:rPr>
              <a:t> </a:t>
            </a:r>
            <a:r>
              <a:rPr lang="ru-RU" dirty="0" err="1">
                <a:latin typeface="Times New Roman"/>
                <a:ea typeface="Times New Roman"/>
              </a:rPr>
              <a:t>элементларига</a:t>
            </a:r>
            <a:r>
              <a:rPr lang="ru-RU" dirty="0">
                <a:latin typeface="Times New Roman"/>
                <a:ea typeface="Times New Roman"/>
              </a:rPr>
              <a:t> </a:t>
            </a:r>
            <a:r>
              <a:rPr lang="ru-RU" dirty="0" err="1">
                <a:latin typeface="Times New Roman"/>
                <a:ea typeface="Times New Roman"/>
              </a:rPr>
              <a:t>эьтибор</a:t>
            </a:r>
            <a:r>
              <a:rPr lang="ru-RU" dirty="0">
                <a:latin typeface="Times New Roman"/>
                <a:ea typeface="Times New Roman"/>
              </a:rPr>
              <a:t> </a:t>
            </a:r>
            <a:r>
              <a:rPr lang="uz-Cyrl-UZ" dirty="0">
                <a:latin typeface="Times New Roman"/>
                <a:ea typeface="Times New Roman"/>
              </a:rPr>
              <a:t>қ</a:t>
            </a:r>
            <a:r>
              <a:rPr lang="ru-RU" dirty="0" err="1">
                <a:latin typeface="Times New Roman"/>
                <a:ea typeface="Times New Roman"/>
              </a:rPr>
              <a:t>илсак</a:t>
            </a:r>
            <a:r>
              <a:rPr lang="ru-RU" dirty="0" smtClean="0">
                <a:latin typeface="Times New Roman"/>
                <a:ea typeface="Times New Roman"/>
              </a:rPr>
              <a:t>, </a:t>
            </a:r>
            <a:r>
              <a:rPr lang="ru-RU" dirty="0" err="1" smtClean="0">
                <a:latin typeface="Times New Roman"/>
                <a:ea typeface="Times New Roman"/>
              </a:rPr>
              <a:t>барчаси</a:t>
            </a:r>
            <a:r>
              <a:rPr lang="ru-RU" dirty="0" smtClean="0">
                <a:latin typeface="Times New Roman"/>
                <a:ea typeface="Times New Roman"/>
              </a:rPr>
              <a:t> </a:t>
            </a:r>
            <a:r>
              <a:rPr lang="ru-RU" dirty="0" err="1">
                <a:latin typeface="Times New Roman"/>
                <a:ea typeface="Times New Roman"/>
              </a:rPr>
              <a:t>тартибланган</a:t>
            </a:r>
            <a:r>
              <a:rPr lang="ru-RU" dirty="0">
                <a:latin typeface="Times New Roman"/>
                <a:ea typeface="Times New Roman"/>
              </a:rPr>
              <a:t> </a:t>
            </a:r>
            <a:r>
              <a:rPr lang="ru-RU" dirty="0" err="1">
                <a:latin typeface="Times New Roman"/>
                <a:ea typeface="Times New Roman"/>
              </a:rPr>
              <a:t>яьни</a:t>
            </a:r>
            <a:r>
              <a:rPr lang="ru-RU" dirty="0">
                <a:latin typeface="Times New Roman"/>
                <a:ea typeface="Times New Roman"/>
              </a:rPr>
              <a:t> </a:t>
            </a:r>
            <a:r>
              <a:rPr lang="ru-RU" dirty="0" err="1">
                <a:latin typeface="Times New Roman"/>
                <a:ea typeface="Times New Roman"/>
              </a:rPr>
              <a:t>бу</a:t>
            </a:r>
            <a:r>
              <a:rPr lang="ru-RU" dirty="0">
                <a:latin typeface="Times New Roman"/>
                <a:ea typeface="Times New Roman"/>
              </a:rPr>
              <a:t> </a:t>
            </a:r>
            <a:r>
              <a:rPr lang="ru-RU" dirty="0" err="1">
                <a:latin typeface="Times New Roman"/>
                <a:ea typeface="Times New Roman"/>
              </a:rPr>
              <a:t>жуфтликлар</a:t>
            </a:r>
            <a:r>
              <a:rPr lang="ru-RU" dirty="0">
                <a:latin typeface="Times New Roman"/>
                <a:ea typeface="Times New Roman"/>
              </a:rPr>
              <a:t> </a:t>
            </a:r>
            <a:r>
              <a:rPr lang="ru-RU" dirty="0" err="1" smtClean="0">
                <a:latin typeface="Times New Roman"/>
                <a:ea typeface="Times New Roman"/>
              </a:rPr>
              <a:t>ичида</a:t>
            </a:r>
            <a:r>
              <a:rPr lang="ru-RU" dirty="0" smtClean="0">
                <a:latin typeface="Times New Roman"/>
                <a:ea typeface="Times New Roman"/>
              </a:rPr>
              <a:t> (</a:t>
            </a:r>
            <a:r>
              <a:rPr lang="ru-RU" i="1" dirty="0">
                <a:latin typeface="Times New Roman"/>
                <a:ea typeface="Times New Roman"/>
              </a:rPr>
              <a:t>а</a:t>
            </a:r>
            <a:r>
              <a:rPr lang="en-US" i="1" baseline="-25000" dirty="0" err="1">
                <a:latin typeface="Times New Roman"/>
                <a:ea typeface="Times New Roman"/>
              </a:rPr>
              <a:t>i</a:t>
            </a:r>
            <a:r>
              <a:rPr lang="ru-RU" i="1" dirty="0">
                <a:latin typeface="Times New Roman"/>
                <a:ea typeface="Times New Roman"/>
              </a:rPr>
              <a:t>, </a:t>
            </a:r>
            <a:r>
              <a:rPr lang="en-US" i="1" dirty="0" err="1">
                <a:latin typeface="Times New Roman"/>
                <a:ea typeface="Times New Roman"/>
              </a:rPr>
              <a:t>a</a:t>
            </a:r>
            <a:r>
              <a:rPr lang="en-US" i="1" baseline="-25000" dirty="0" err="1">
                <a:latin typeface="Times New Roman"/>
                <a:ea typeface="Times New Roman"/>
              </a:rPr>
              <a:t>j</a:t>
            </a:r>
            <a:r>
              <a:rPr lang="ru-RU" dirty="0">
                <a:latin typeface="Times New Roman"/>
                <a:ea typeface="Times New Roman"/>
              </a:rPr>
              <a:t>); </a:t>
            </a:r>
            <a:r>
              <a:rPr lang="en-US" i="1" dirty="0" err="1">
                <a:latin typeface="Times New Roman"/>
                <a:ea typeface="Times New Roman"/>
              </a:rPr>
              <a:t>i</a:t>
            </a:r>
            <a:r>
              <a:rPr lang="ru-RU" dirty="0">
                <a:latin typeface="Times New Roman"/>
                <a:ea typeface="Times New Roman"/>
              </a:rPr>
              <a:t> </a:t>
            </a:r>
            <a:r>
              <a:rPr lang="ru-RU" dirty="0" smtClean="0">
                <a:latin typeface="Times New Roman"/>
                <a:ea typeface="Times New Roman"/>
              </a:rPr>
              <a:t>=</a:t>
            </a:r>
            <a:r>
              <a:rPr lang="en-US" i="1" dirty="0" smtClean="0">
                <a:latin typeface="Times New Roman"/>
                <a:ea typeface="Times New Roman"/>
              </a:rPr>
              <a:t>j</a:t>
            </a:r>
            <a:r>
              <a:rPr lang="ru-RU" dirty="0" smtClean="0">
                <a:latin typeface="Times New Roman"/>
                <a:ea typeface="Times New Roman"/>
              </a:rPr>
              <a:t> б</a:t>
            </a:r>
            <a:r>
              <a:rPr lang="uz-Cyrl-UZ" dirty="0">
                <a:latin typeface="Times New Roman"/>
                <a:ea typeface="Times New Roman"/>
              </a:rPr>
              <a:t>ў</a:t>
            </a:r>
            <a:r>
              <a:rPr lang="ru-RU" dirty="0" err="1">
                <a:latin typeface="Times New Roman"/>
                <a:ea typeface="Times New Roman"/>
              </a:rPr>
              <a:t>ладиганлари</a:t>
            </a:r>
            <a:r>
              <a:rPr lang="ru-RU" dirty="0">
                <a:latin typeface="Times New Roman"/>
                <a:ea typeface="Times New Roman"/>
              </a:rPr>
              <a:t> й</a:t>
            </a:r>
            <a:r>
              <a:rPr lang="uz-Cyrl-UZ" dirty="0">
                <a:latin typeface="Times New Roman"/>
                <a:ea typeface="Times New Roman"/>
              </a:rPr>
              <a:t>ўқ.</a:t>
            </a:r>
            <a:r>
              <a:rPr lang="ru-RU" dirty="0">
                <a:latin typeface="Times New Roman"/>
                <a:ea typeface="Times New Roman"/>
              </a:rPr>
              <a:t> Шу </a:t>
            </a:r>
            <a:r>
              <a:rPr lang="ru-RU" dirty="0" err="1">
                <a:latin typeface="Times New Roman"/>
                <a:ea typeface="Times New Roman"/>
              </a:rPr>
              <a:t>сабабли</a:t>
            </a:r>
            <a:r>
              <a:rPr lang="ru-RU" dirty="0">
                <a:latin typeface="Times New Roman"/>
                <a:ea typeface="Times New Roman"/>
              </a:rPr>
              <a:t> </a:t>
            </a:r>
            <a:r>
              <a:rPr lang="uz-Cyrl-UZ" dirty="0">
                <a:latin typeface="Times New Roman"/>
                <a:ea typeface="Times New Roman"/>
              </a:rPr>
              <a:t>ҳ</a:t>
            </a:r>
            <a:r>
              <a:rPr lang="ru-RU" dirty="0" err="1">
                <a:latin typeface="Times New Roman"/>
                <a:ea typeface="Times New Roman"/>
              </a:rPr>
              <a:t>ам</a:t>
            </a:r>
            <a:r>
              <a:rPr lang="ru-RU" dirty="0">
                <a:latin typeface="Times New Roman"/>
                <a:ea typeface="Times New Roman"/>
              </a:rPr>
              <a:t> </a:t>
            </a:r>
            <a:r>
              <a:rPr lang="ru-RU" dirty="0" err="1">
                <a:latin typeface="Times New Roman"/>
                <a:ea typeface="Times New Roman"/>
              </a:rPr>
              <a:t>берилган</a:t>
            </a:r>
            <a:r>
              <a:rPr lang="ru-RU" dirty="0">
                <a:latin typeface="Times New Roman"/>
                <a:ea typeface="Times New Roman"/>
              </a:rPr>
              <a:t> граф </a:t>
            </a:r>
            <a:r>
              <a:rPr lang="ru-RU" dirty="0" err="1" smtClean="0">
                <a:latin typeface="Times New Roman"/>
                <a:ea typeface="Times New Roman"/>
              </a:rPr>
              <a:t>ориентирланган</a:t>
            </a:r>
            <a:r>
              <a:rPr lang="ru-RU" dirty="0" smtClean="0">
                <a:latin typeface="Times New Roman"/>
                <a:ea typeface="Times New Roman"/>
              </a:rPr>
              <a:t> </a:t>
            </a:r>
            <a:r>
              <a:rPr lang="ru-RU" dirty="0" err="1">
                <a:latin typeface="Times New Roman"/>
                <a:ea typeface="Times New Roman"/>
              </a:rPr>
              <a:t>графга</a:t>
            </a:r>
            <a:r>
              <a:rPr lang="ru-RU" dirty="0">
                <a:latin typeface="Times New Roman"/>
                <a:ea typeface="Times New Roman"/>
              </a:rPr>
              <a:t> </a:t>
            </a:r>
            <a:r>
              <a:rPr lang="ru-RU" dirty="0" err="1">
                <a:latin typeface="Times New Roman"/>
                <a:ea typeface="Times New Roman"/>
              </a:rPr>
              <a:t>мисол</a:t>
            </a:r>
            <a:r>
              <a:rPr lang="ru-RU" dirty="0">
                <a:latin typeface="Times New Roman"/>
                <a:ea typeface="Times New Roman"/>
              </a:rPr>
              <a:t> б</a:t>
            </a:r>
            <a:r>
              <a:rPr lang="uz-Cyrl-UZ" dirty="0">
                <a:latin typeface="Times New Roman"/>
                <a:ea typeface="Times New Roman"/>
              </a:rPr>
              <a:t>ў</a:t>
            </a:r>
            <a:r>
              <a:rPr lang="ru-RU" dirty="0">
                <a:latin typeface="Times New Roman"/>
                <a:ea typeface="Times New Roman"/>
              </a:rPr>
              <a:t>ла </a:t>
            </a:r>
            <a:r>
              <a:rPr lang="ru-RU" dirty="0" err="1">
                <a:latin typeface="Times New Roman"/>
                <a:ea typeface="Times New Roman"/>
              </a:rPr>
              <a:t>олади</a:t>
            </a:r>
            <a:r>
              <a:rPr lang="ru-RU" dirty="0">
                <a:latin typeface="Times New Roman"/>
                <a:ea typeface="Times New Roman"/>
              </a:rPr>
              <a:t> </a:t>
            </a:r>
            <a:r>
              <a:rPr lang="ru-RU" dirty="0" err="1">
                <a:latin typeface="Times New Roman"/>
                <a:ea typeface="Times New Roman"/>
              </a:rPr>
              <a:t>ва</a:t>
            </a:r>
            <a:r>
              <a:rPr lang="ru-RU" dirty="0">
                <a:latin typeface="Times New Roman"/>
                <a:ea typeface="Times New Roman"/>
              </a:rPr>
              <a:t> </a:t>
            </a:r>
            <a:r>
              <a:rPr lang="uz-Cyrl-UZ" dirty="0">
                <a:latin typeface="Times New Roman"/>
                <a:ea typeface="Times New Roman"/>
              </a:rPr>
              <a:t>қ</a:t>
            </a:r>
            <a:r>
              <a:rPr lang="ru-RU" dirty="0" err="1">
                <a:latin typeface="Times New Roman"/>
                <a:ea typeface="Times New Roman"/>
              </a:rPr>
              <a:t>уйидагича</a:t>
            </a:r>
            <a:r>
              <a:rPr lang="ru-RU" dirty="0">
                <a:latin typeface="Times New Roman"/>
                <a:ea typeface="Times New Roman"/>
              </a:rPr>
              <a:t> график</a:t>
            </a:r>
            <a:r>
              <a:rPr lang="uz-Cyrl-UZ" dirty="0">
                <a:latin typeface="Times New Roman"/>
                <a:ea typeface="Times New Roman"/>
              </a:rPr>
              <a:t>да</a:t>
            </a:r>
            <a:r>
              <a:rPr lang="ru-RU" dirty="0">
                <a:latin typeface="Times New Roman"/>
                <a:ea typeface="Times New Roman"/>
              </a:rPr>
              <a:t> </a:t>
            </a:r>
            <a:r>
              <a:rPr lang="ru-RU" dirty="0" err="1">
                <a:latin typeface="Times New Roman"/>
                <a:ea typeface="Times New Roman"/>
              </a:rPr>
              <a:t>тасвирлаш</a:t>
            </a:r>
            <a:r>
              <a:rPr lang="ru-RU" dirty="0">
                <a:latin typeface="Times New Roman"/>
                <a:ea typeface="Times New Roman"/>
              </a:rPr>
              <a:t> </a:t>
            </a:r>
            <a:r>
              <a:rPr lang="ru-RU" dirty="0" err="1">
                <a:latin typeface="Times New Roman"/>
                <a:ea typeface="Times New Roman"/>
              </a:rPr>
              <a:t>мумкин</a:t>
            </a:r>
            <a:r>
              <a:rPr lang="ru-RU" dirty="0">
                <a:latin typeface="Times New Roman"/>
                <a:ea typeface="Times New Roman"/>
              </a:rPr>
              <a:t>.</a:t>
            </a:r>
            <a:endParaRPr lang="uz-Cyrl-UZ" dirty="0">
              <a:effectLst/>
              <a:latin typeface="Times New Roman"/>
              <a:ea typeface="Times New Roman"/>
            </a:endParaRPr>
          </a:p>
        </p:txBody>
      </p:sp>
      <p:sp>
        <p:nvSpPr>
          <p:cNvPr id="4109" name="Line 16"/>
          <p:cNvSpPr>
            <a:spLocks noChangeShapeType="1"/>
          </p:cNvSpPr>
          <p:nvPr/>
        </p:nvSpPr>
        <p:spPr bwMode="auto">
          <a:xfrm>
            <a:off x="323850" y="6669360"/>
            <a:ext cx="8461375" cy="0"/>
          </a:xfrm>
          <a:prstGeom prst="line">
            <a:avLst/>
          </a:prstGeom>
          <a:noFill/>
          <a:ln w="127000">
            <a:pattFill prst="dkHorz">
              <a:fgClr>
                <a:schemeClr val="tx1"/>
              </a:fgClr>
              <a:bgClr>
                <a:srgbClr val="FFFFFF"/>
              </a:bgClr>
            </a:pattFill>
            <a:round/>
            <a:headEnd/>
            <a:tailEnd/>
          </a:ln>
          <a:effectLst>
            <a:prstShdw prst="shdw17" dist="17961" dir="2700000">
              <a:schemeClr val="tx1">
                <a:gamma/>
                <a:shade val="60000"/>
                <a:invGamma/>
              </a:schemeClr>
            </a:prstShdw>
          </a:effectLst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3" name="Прямоугольник 2"/>
          <p:cNvSpPr/>
          <p:nvPr/>
        </p:nvSpPr>
        <p:spPr>
          <a:xfrm>
            <a:off x="215516" y="476672"/>
            <a:ext cx="8712968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55600" algn="just">
              <a:spcAft>
                <a:spcPts val="0"/>
              </a:spcAft>
            </a:pPr>
            <a:r>
              <a:rPr lang="ru-RU" dirty="0" err="1">
                <a:latin typeface="Times New Roman"/>
                <a:ea typeface="Times New Roman"/>
              </a:rPr>
              <a:t>Фараз</a:t>
            </a:r>
            <a:r>
              <a:rPr lang="ru-RU" dirty="0">
                <a:latin typeface="Times New Roman"/>
                <a:ea typeface="Times New Roman"/>
              </a:rPr>
              <a:t> </a:t>
            </a:r>
            <a:r>
              <a:rPr lang="uz-Cyrl-UZ" dirty="0">
                <a:latin typeface="Times New Roman"/>
                <a:ea typeface="Times New Roman"/>
              </a:rPr>
              <a:t>қ</a:t>
            </a:r>
            <a:r>
              <a:rPr lang="ru-RU" dirty="0" err="1">
                <a:latin typeface="Times New Roman"/>
                <a:ea typeface="Times New Roman"/>
              </a:rPr>
              <a:t>илайлик</a:t>
            </a:r>
            <a:r>
              <a:rPr lang="ru-RU" dirty="0">
                <a:latin typeface="Times New Roman"/>
                <a:ea typeface="Times New Roman"/>
              </a:rPr>
              <a:t>, </a:t>
            </a:r>
            <a:r>
              <a:rPr lang="ru-RU" dirty="0" err="1" smtClean="0">
                <a:latin typeface="Times New Roman"/>
                <a:ea typeface="Times New Roman"/>
              </a:rPr>
              <a:t>чекли</a:t>
            </a:r>
            <a:r>
              <a:rPr lang="ru-RU" dirty="0" smtClean="0">
                <a:latin typeface="Times New Roman"/>
                <a:ea typeface="Times New Roman"/>
              </a:rPr>
              <a:t> </a:t>
            </a:r>
            <a:r>
              <a:rPr lang="en-US" i="1" dirty="0" smtClean="0">
                <a:latin typeface="Times New Roman"/>
                <a:ea typeface="Times New Roman"/>
              </a:rPr>
              <a:t>G</a:t>
            </a:r>
            <a:r>
              <a:rPr lang="ru-RU" i="1" dirty="0">
                <a:latin typeface="Times New Roman"/>
                <a:ea typeface="Times New Roman"/>
              </a:rPr>
              <a:t>(</a:t>
            </a:r>
            <a:r>
              <a:rPr lang="en-US" i="1" dirty="0">
                <a:latin typeface="Times New Roman"/>
                <a:ea typeface="Times New Roman"/>
              </a:rPr>
              <a:t>V</a:t>
            </a:r>
            <a:r>
              <a:rPr lang="ru-RU" i="1" dirty="0">
                <a:latin typeface="Times New Roman"/>
                <a:ea typeface="Times New Roman"/>
              </a:rPr>
              <a:t>,</a:t>
            </a:r>
            <a:r>
              <a:rPr lang="en-US" i="1" dirty="0">
                <a:latin typeface="Times New Roman"/>
                <a:ea typeface="Times New Roman"/>
              </a:rPr>
              <a:t>E</a:t>
            </a:r>
            <a:r>
              <a:rPr lang="ru-RU" i="1" dirty="0">
                <a:latin typeface="Times New Roman"/>
                <a:ea typeface="Times New Roman"/>
              </a:rPr>
              <a:t>)</a:t>
            </a:r>
            <a:r>
              <a:rPr lang="ru-RU" dirty="0">
                <a:latin typeface="Times New Roman"/>
                <a:ea typeface="Times New Roman"/>
              </a:rPr>
              <a:t> </a:t>
            </a:r>
            <a:r>
              <a:rPr lang="ru-RU" dirty="0" smtClean="0">
                <a:latin typeface="Times New Roman"/>
                <a:ea typeface="Times New Roman"/>
              </a:rPr>
              <a:t>– граф </a:t>
            </a:r>
            <a:r>
              <a:rPr lang="ru-RU" dirty="0" err="1">
                <a:latin typeface="Times New Roman"/>
                <a:ea typeface="Times New Roman"/>
              </a:rPr>
              <a:t>берилган</a:t>
            </a:r>
            <a:r>
              <a:rPr lang="ru-RU" dirty="0">
                <a:latin typeface="Times New Roman"/>
                <a:ea typeface="Times New Roman"/>
              </a:rPr>
              <a:t> б</a:t>
            </a:r>
            <a:r>
              <a:rPr lang="uz-Cyrl-UZ" dirty="0">
                <a:latin typeface="Times New Roman"/>
                <a:ea typeface="Times New Roman"/>
              </a:rPr>
              <a:t>ў</a:t>
            </a:r>
            <a:r>
              <a:rPr lang="ru-RU" dirty="0" err="1">
                <a:latin typeface="Times New Roman"/>
                <a:ea typeface="Times New Roman"/>
              </a:rPr>
              <a:t>лсин</a:t>
            </a:r>
            <a:r>
              <a:rPr lang="ru-RU" dirty="0">
                <a:latin typeface="Times New Roman"/>
                <a:ea typeface="Times New Roman"/>
              </a:rPr>
              <a:t>, </a:t>
            </a:r>
            <a:r>
              <a:rPr lang="ru-RU" dirty="0" err="1">
                <a:latin typeface="Times New Roman"/>
                <a:ea typeface="Times New Roman"/>
              </a:rPr>
              <a:t>яьни</a:t>
            </a:r>
            <a:r>
              <a:rPr lang="ru-RU" dirty="0">
                <a:latin typeface="Times New Roman"/>
                <a:ea typeface="Times New Roman"/>
              </a:rPr>
              <a:t> </a:t>
            </a:r>
            <a:r>
              <a:rPr lang="en-US" i="1" dirty="0">
                <a:latin typeface="Times New Roman"/>
                <a:ea typeface="Times New Roman"/>
              </a:rPr>
              <a:t>V</a:t>
            </a:r>
            <a:r>
              <a:rPr lang="ru-RU" i="1" dirty="0">
                <a:latin typeface="Times New Roman"/>
                <a:ea typeface="Times New Roman"/>
              </a:rPr>
              <a:t>, </a:t>
            </a:r>
            <a:r>
              <a:rPr lang="en-US" i="1" dirty="0">
                <a:latin typeface="Times New Roman"/>
                <a:ea typeface="Times New Roman"/>
              </a:rPr>
              <a:t>E</a:t>
            </a:r>
            <a:r>
              <a:rPr lang="ru-RU" i="1" dirty="0">
                <a:latin typeface="Times New Roman"/>
                <a:ea typeface="Times New Roman"/>
              </a:rPr>
              <a:t> </a:t>
            </a:r>
            <a:r>
              <a:rPr lang="ru-RU" dirty="0">
                <a:latin typeface="Times New Roman"/>
                <a:ea typeface="Times New Roman"/>
              </a:rPr>
              <a:t>– т</a:t>
            </a:r>
            <a:r>
              <a:rPr lang="uz-Cyrl-UZ" dirty="0">
                <a:latin typeface="Times New Roman"/>
                <a:ea typeface="Times New Roman"/>
              </a:rPr>
              <a:t>ў</a:t>
            </a:r>
            <a:r>
              <a:rPr lang="ru-RU" dirty="0" err="1">
                <a:latin typeface="Times New Roman"/>
                <a:ea typeface="Times New Roman"/>
              </a:rPr>
              <a:t>пламлар</a:t>
            </a:r>
            <a:r>
              <a:rPr lang="ru-RU" dirty="0">
                <a:latin typeface="Times New Roman"/>
                <a:ea typeface="Times New Roman"/>
              </a:rPr>
              <a:t> </a:t>
            </a:r>
            <a:r>
              <a:rPr lang="ru-RU" dirty="0" err="1">
                <a:latin typeface="Times New Roman"/>
                <a:ea typeface="Times New Roman"/>
              </a:rPr>
              <a:t>мажмуаси</a:t>
            </a:r>
            <a:r>
              <a:rPr lang="ru-RU" dirty="0">
                <a:latin typeface="Times New Roman"/>
                <a:ea typeface="Times New Roman"/>
              </a:rPr>
              <a:t> </a:t>
            </a:r>
            <a:r>
              <a:rPr lang="ru-RU" dirty="0" err="1">
                <a:latin typeface="Times New Roman"/>
                <a:ea typeface="Times New Roman"/>
              </a:rPr>
              <a:t>ани</a:t>
            </a:r>
            <a:r>
              <a:rPr lang="uz-Cyrl-UZ" dirty="0">
                <a:latin typeface="Times New Roman"/>
                <a:ea typeface="Times New Roman"/>
              </a:rPr>
              <a:t>қ</a:t>
            </a:r>
            <a:r>
              <a:rPr lang="ru-RU" dirty="0" err="1">
                <a:latin typeface="Times New Roman"/>
                <a:ea typeface="Times New Roman"/>
              </a:rPr>
              <a:t>ланган</a:t>
            </a:r>
            <a:r>
              <a:rPr lang="ru-RU" dirty="0">
                <a:latin typeface="Times New Roman"/>
                <a:ea typeface="Times New Roman"/>
              </a:rPr>
              <a:t>.</a:t>
            </a:r>
            <a:endParaRPr lang="uz-Cyrl-UZ" dirty="0">
              <a:latin typeface="Times New Roman"/>
              <a:ea typeface="Times New Roman"/>
            </a:endParaRPr>
          </a:p>
          <a:p>
            <a:pPr indent="355600" algn="just">
              <a:spcAft>
                <a:spcPts val="0"/>
              </a:spcAft>
            </a:pPr>
            <a:r>
              <a:rPr lang="ru-RU" b="1" dirty="0" smtClean="0">
                <a:solidFill>
                  <a:srgbClr val="C00000"/>
                </a:solidFill>
                <a:latin typeface="Times New Roman"/>
                <a:ea typeface="Times New Roman"/>
              </a:rPr>
              <a:t>Т</a:t>
            </a:r>
            <a:r>
              <a:rPr lang="uz-Cyrl-UZ" b="1" dirty="0">
                <a:solidFill>
                  <a:srgbClr val="C00000"/>
                </a:solidFill>
                <a:latin typeface="Times New Roman"/>
                <a:ea typeface="Times New Roman"/>
              </a:rPr>
              <a:t>аъриф</a:t>
            </a:r>
            <a:r>
              <a:rPr lang="ru-RU" b="1" dirty="0">
                <a:solidFill>
                  <a:srgbClr val="C00000"/>
                </a:solidFill>
                <a:latin typeface="Times New Roman"/>
                <a:ea typeface="Times New Roman"/>
              </a:rPr>
              <a:t>. </a:t>
            </a:r>
            <a:r>
              <a:rPr lang="uz-Cyrl-UZ" dirty="0">
                <a:latin typeface="Times New Roman"/>
                <a:ea typeface="Times New Roman"/>
              </a:rPr>
              <a:t>Агар берилган граф </a:t>
            </a:r>
            <a:r>
              <a:rPr lang="uz-Cyrl-UZ" i="1" dirty="0" smtClean="0">
                <a:latin typeface="Times New Roman"/>
                <a:ea typeface="Times New Roman"/>
              </a:rPr>
              <a:t>Е</a:t>
            </a:r>
            <a:r>
              <a:rPr lang="uz-Cyrl-UZ" dirty="0" smtClean="0">
                <a:latin typeface="Times New Roman"/>
                <a:ea typeface="Times New Roman"/>
              </a:rPr>
              <a:t> – тўплам </a:t>
            </a:r>
            <a:r>
              <a:rPr lang="uz-Cyrl-UZ" dirty="0">
                <a:latin typeface="Times New Roman"/>
                <a:ea typeface="Times New Roman"/>
              </a:rPr>
              <a:t>элементлари тартибланган жуфтлик элементларидан иборат бўлса, у ҳолда қаралаётган граф </a:t>
            </a:r>
            <a:r>
              <a:rPr lang="uz-Cyrl-UZ" b="1" dirty="0" smtClean="0">
                <a:latin typeface="Times New Roman"/>
                <a:ea typeface="Times New Roman"/>
              </a:rPr>
              <a:t>ориентирланган</a:t>
            </a:r>
            <a:r>
              <a:rPr lang="uz-Cyrl-UZ" dirty="0" smtClean="0">
                <a:latin typeface="Times New Roman"/>
                <a:ea typeface="Times New Roman"/>
              </a:rPr>
              <a:t> </a:t>
            </a:r>
            <a:r>
              <a:rPr lang="uz-Cyrl-UZ" dirty="0">
                <a:latin typeface="Times New Roman"/>
                <a:ea typeface="Times New Roman"/>
              </a:rPr>
              <a:t>(ёки </a:t>
            </a:r>
            <a:r>
              <a:rPr lang="uz-Cyrl-UZ" b="1" dirty="0">
                <a:latin typeface="Times New Roman"/>
                <a:ea typeface="Times New Roman"/>
              </a:rPr>
              <a:t>орграф</a:t>
            </a:r>
            <a:r>
              <a:rPr lang="uz-Cyrl-UZ" dirty="0">
                <a:latin typeface="Times New Roman"/>
                <a:ea typeface="Times New Roman"/>
              </a:rPr>
              <a:t>) деб аталади.</a:t>
            </a:r>
            <a:endParaRPr lang="uz-Cyrl-UZ" dirty="0">
              <a:effectLst/>
              <a:latin typeface="Times New Roman"/>
              <a:ea typeface="Times New Roman"/>
            </a:endParaRPr>
          </a:p>
        </p:txBody>
      </p:sp>
      <p:pic>
        <p:nvPicPr>
          <p:cNvPr id="3481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9324" y="4077072"/>
            <a:ext cx="6571743" cy="233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162666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lowchart: Process 9"/>
          <p:cNvSpPr/>
          <p:nvPr/>
        </p:nvSpPr>
        <p:spPr>
          <a:xfrm>
            <a:off x="97020" y="146203"/>
            <a:ext cx="8984810" cy="6634662"/>
          </a:xfrm>
          <a:prstGeom prst="flowChartProcess">
            <a:avLst/>
          </a:prstGeom>
          <a:noFill/>
          <a:ln w="19050">
            <a:solidFill>
              <a:srgbClr val="002060"/>
            </a:solidFill>
          </a:ln>
          <a:effectLst>
            <a:glow rad="101600">
              <a:schemeClr val="accent1">
                <a:satMod val="175000"/>
                <a:alpha val="4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  <p:cxnSp>
        <p:nvCxnSpPr>
          <p:cNvPr id="6" name="Straight Connector 5"/>
          <p:cNvCxnSpPr/>
          <p:nvPr/>
        </p:nvCxnSpPr>
        <p:spPr>
          <a:xfrm>
            <a:off x="285720" y="260648"/>
            <a:ext cx="8568000" cy="1588"/>
          </a:xfrm>
          <a:prstGeom prst="line">
            <a:avLst/>
          </a:prstGeom>
          <a:ln>
            <a:solidFill>
              <a:schemeClr val="accent2">
                <a:lumMod val="50000"/>
              </a:schemeClr>
            </a:solidFill>
            <a:headEnd type="diamond" w="med" len="med"/>
            <a:tailEnd type="diamond" w="med" len="med"/>
          </a:ln>
          <a:effectLst>
            <a:glow rad="63500">
              <a:schemeClr val="accent3">
                <a:satMod val="175000"/>
                <a:alpha val="4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" name="AutoShape 13" descr="Точечные ромбики"/>
          <p:cNvSpPr>
            <a:spLocks noChangeArrowheads="1"/>
          </p:cNvSpPr>
          <p:nvPr/>
        </p:nvSpPr>
        <p:spPr bwMode="auto">
          <a:xfrm>
            <a:off x="142875" y="404664"/>
            <a:ext cx="8856663" cy="6084016"/>
          </a:xfrm>
          <a:prstGeom prst="foldedCorner">
            <a:avLst>
              <a:gd name="adj" fmla="val 4333"/>
            </a:avLst>
          </a:prstGeom>
          <a:pattFill prst="dotDmnd">
            <a:fgClr>
              <a:schemeClr val="bg2"/>
            </a:fgClr>
            <a:bgClr>
              <a:schemeClr val="bg1"/>
            </a:bgClr>
          </a:pattFill>
          <a:ln w="15875">
            <a:solidFill>
              <a:srgbClr val="000080"/>
            </a:solidFill>
            <a:round/>
            <a:headEnd/>
            <a:tailEnd/>
          </a:ln>
          <a:effectLst>
            <a:prstShdw prst="shdw17" dist="17961" dir="2700000">
              <a:srgbClr val="00004D">
                <a:alpha val="50000"/>
              </a:srgbClr>
            </a:prstShdw>
          </a:effectLst>
        </p:spPr>
        <p:txBody>
          <a:bodyPr bIns="0" anchor="t" anchorCtr="0">
            <a:norm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1pPr>
            <a:lvl2pPr marL="1258888" indent="-34290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2pPr>
            <a:lvl3pPr marL="1781175" indent="-34290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3pPr>
            <a:lvl4pPr marL="2303463" indent="-34290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4pPr>
            <a:lvl5pPr marL="2825750" indent="-34290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5pPr>
            <a:lvl6pPr marL="328295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6pPr>
            <a:lvl7pPr marL="374015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7pPr>
            <a:lvl8pPr marL="419735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8pPr>
            <a:lvl9pPr marL="465455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indent="449580" algn="just">
              <a:spcAft>
                <a:spcPts val="0"/>
              </a:spcAft>
            </a:pPr>
            <a:endParaRPr lang="uz-Cyrl-UZ" dirty="0">
              <a:effectLst/>
              <a:latin typeface="Times New Roman"/>
              <a:ea typeface="Times New Roman"/>
            </a:endParaRPr>
          </a:p>
        </p:txBody>
      </p:sp>
      <p:sp>
        <p:nvSpPr>
          <p:cNvPr id="4109" name="Line 16"/>
          <p:cNvSpPr>
            <a:spLocks noChangeShapeType="1"/>
          </p:cNvSpPr>
          <p:nvPr/>
        </p:nvSpPr>
        <p:spPr bwMode="auto">
          <a:xfrm>
            <a:off x="323850" y="6669360"/>
            <a:ext cx="8461375" cy="0"/>
          </a:xfrm>
          <a:prstGeom prst="line">
            <a:avLst/>
          </a:prstGeom>
          <a:noFill/>
          <a:ln w="127000">
            <a:pattFill prst="dkHorz">
              <a:fgClr>
                <a:schemeClr val="tx1"/>
              </a:fgClr>
              <a:bgClr>
                <a:srgbClr val="FFFFFF"/>
              </a:bgClr>
            </a:pattFill>
            <a:round/>
            <a:headEnd/>
            <a:tailEnd/>
          </a:ln>
          <a:effectLst>
            <a:prstShdw prst="shdw17" dist="17961" dir="2700000">
              <a:schemeClr val="tx1">
                <a:gamma/>
                <a:shade val="60000"/>
                <a:invGamma/>
              </a:schemeClr>
            </a:prstShdw>
          </a:effectLst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4" name="Прямоугольник 3"/>
          <p:cNvSpPr/>
          <p:nvPr/>
        </p:nvSpPr>
        <p:spPr>
          <a:xfrm>
            <a:off x="285720" y="476672"/>
            <a:ext cx="856800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55600" algn="just">
              <a:spcAft>
                <a:spcPts val="0"/>
              </a:spcAft>
            </a:pPr>
            <a:r>
              <a:rPr lang="ru-RU" b="1" dirty="0">
                <a:solidFill>
                  <a:srgbClr val="C00000"/>
                </a:solidFill>
                <a:latin typeface="Times New Roman"/>
                <a:ea typeface="Times New Roman"/>
              </a:rPr>
              <a:t>Т</a:t>
            </a:r>
            <a:r>
              <a:rPr lang="uz-Cyrl-UZ" b="1" dirty="0">
                <a:solidFill>
                  <a:srgbClr val="C00000"/>
                </a:solidFill>
                <a:latin typeface="Times New Roman"/>
                <a:ea typeface="Times New Roman"/>
              </a:rPr>
              <a:t>аъриф</a:t>
            </a:r>
            <a:r>
              <a:rPr lang="ru-RU" b="1" dirty="0">
                <a:solidFill>
                  <a:srgbClr val="C00000"/>
                </a:solidFill>
                <a:latin typeface="Times New Roman"/>
                <a:ea typeface="Times New Roman"/>
              </a:rPr>
              <a:t>.</a:t>
            </a:r>
            <a:r>
              <a:rPr lang="ru-RU" dirty="0">
                <a:solidFill>
                  <a:srgbClr val="C00000"/>
                </a:solidFill>
                <a:latin typeface="Times New Roman"/>
                <a:ea typeface="Times New Roman"/>
              </a:rPr>
              <a:t> </a:t>
            </a:r>
            <a:r>
              <a:rPr lang="ru-RU" dirty="0" err="1">
                <a:latin typeface="Times New Roman"/>
                <a:ea typeface="Times New Roman"/>
              </a:rPr>
              <a:t>Агар</a:t>
            </a:r>
            <a:r>
              <a:rPr lang="ru-RU" dirty="0">
                <a:latin typeface="Times New Roman"/>
                <a:ea typeface="Times New Roman"/>
              </a:rPr>
              <a:t> </a:t>
            </a:r>
            <a:r>
              <a:rPr lang="ru-RU" dirty="0" err="1">
                <a:latin typeface="Times New Roman"/>
                <a:ea typeface="Times New Roman"/>
              </a:rPr>
              <a:t>берилган</a:t>
            </a:r>
            <a:r>
              <a:rPr lang="ru-RU" dirty="0">
                <a:latin typeface="Times New Roman"/>
                <a:ea typeface="Times New Roman"/>
              </a:rPr>
              <a:t> </a:t>
            </a:r>
            <a:r>
              <a:rPr lang="ru-RU" dirty="0" err="1" smtClean="0">
                <a:latin typeface="Times New Roman"/>
                <a:ea typeface="Times New Roman"/>
              </a:rPr>
              <a:t>графдаги</a:t>
            </a:r>
            <a:r>
              <a:rPr lang="ru-RU" dirty="0" smtClean="0">
                <a:latin typeface="Times New Roman"/>
                <a:ea typeface="Times New Roman"/>
              </a:rPr>
              <a:t> Е </a:t>
            </a:r>
            <a:r>
              <a:rPr lang="ru-RU" dirty="0" smtClean="0">
                <a:latin typeface="Times New Roman"/>
                <a:ea typeface="Times New Roman"/>
              </a:rPr>
              <a:t>– т</a:t>
            </a:r>
            <a:r>
              <a:rPr lang="uz-Cyrl-UZ" dirty="0" smtClean="0">
                <a:latin typeface="Times New Roman"/>
                <a:ea typeface="Times New Roman"/>
              </a:rPr>
              <a:t>ў</a:t>
            </a:r>
            <a:r>
              <a:rPr lang="ru-RU" dirty="0" err="1">
                <a:latin typeface="Times New Roman"/>
                <a:ea typeface="Times New Roman"/>
              </a:rPr>
              <a:t>плам</a:t>
            </a:r>
            <a:r>
              <a:rPr lang="ru-RU" dirty="0">
                <a:latin typeface="Times New Roman"/>
                <a:ea typeface="Times New Roman"/>
              </a:rPr>
              <a:t> </a:t>
            </a:r>
            <a:r>
              <a:rPr lang="ru-RU" dirty="0" err="1">
                <a:latin typeface="Times New Roman"/>
                <a:ea typeface="Times New Roman"/>
              </a:rPr>
              <a:t>элементлари</a:t>
            </a:r>
            <a:r>
              <a:rPr lang="ru-RU" dirty="0">
                <a:latin typeface="Times New Roman"/>
                <a:ea typeface="Times New Roman"/>
              </a:rPr>
              <a:t> </a:t>
            </a:r>
            <a:r>
              <a:rPr lang="ru-RU" dirty="0" err="1">
                <a:latin typeface="Times New Roman"/>
                <a:ea typeface="Times New Roman"/>
              </a:rPr>
              <a:t>ичида</a:t>
            </a:r>
            <a:r>
              <a:rPr lang="ru-RU" dirty="0">
                <a:latin typeface="Times New Roman"/>
                <a:ea typeface="Times New Roman"/>
              </a:rPr>
              <a:t> (</a:t>
            </a:r>
            <a:r>
              <a:rPr lang="ru-RU" dirty="0" err="1">
                <a:latin typeface="Times New Roman"/>
                <a:ea typeface="Times New Roman"/>
              </a:rPr>
              <a:t>бу</a:t>
            </a:r>
            <a:r>
              <a:rPr lang="ru-RU" dirty="0">
                <a:latin typeface="Times New Roman"/>
                <a:ea typeface="Times New Roman"/>
              </a:rPr>
              <a:t> </a:t>
            </a:r>
            <a:r>
              <a:rPr lang="ru-RU" dirty="0" err="1">
                <a:latin typeface="Times New Roman"/>
                <a:ea typeface="Times New Roman"/>
              </a:rPr>
              <a:t>элементлар</a:t>
            </a:r>
            <a:r>
              <a:rPr lang="ru-RU" dirty="0">
                <a:latin typeface="Times New Roman"/>
                <a:ea typeface="Times New Roman"/>
              </a:rPr>
              <a:t> </a:t>
            </a:r>
            <a:r>
              <a:rPr lang="ru-RU" dirty="0" err="1" smtClean="0">
                <a:latin typeface="Times New Roman"/>
                <a:ea typeface="Times New Roman"/>
              </a:rPr>
              <a:t>жуфтликлардан</a:t>
            </a:r>
            <a:r>
              <a:rPr lang="ru-RU" dirty="0" smtClean="0">
                <a:latin typeface="Times New Roman"/>
                <a:ea typeface="Times New Roman"/>
              </a:rPr>
              <a:t> </a:t>
            </a:r>
            <a:r>
              <a:rPr lang="ru-RU" dirty="0" err="1" smtClean="0">
                <a:latin typeface="Times New Roman"/>
                <a:ea typeface="Times New Roman"/>
              </a:rPr>
              <a:t>иборат</a:t>
            </a:r>
            <a:r>
              <a:rPr lang="ru-RU" dirty="0" smtClean="0">
                <a:latin typeface="Times New Roman"/>
                <a:ea typeface="Times New Roman"/>
              </a:rPr>
              <a:t>) </a:t>
            </a:r>
            <a:r>
              <a:rPr lang="ru-RU" dirty="0">
                <a:latin typeface="Times New Roman"/>
                <a:ea typeface="Times New Roman"/>
              </a:rPr>
              <a:t>(</a:t>
            </a:r>
            <a:r>
              <a:rPr lang="ru-RU" i="1" dirty="0">
                <a:latin typeface="Times New Roman"/>
                <a:ea typeface="Times New Roman"/>
              </a:rPr>
              <a:t>а</a:t>
            </a:r>
            <a:r>
              <a:rPr lang="en-US" baseline="-25000" dirty="0">
                <a:latin typeface="Times New Roman"/>
                <a:ea typeface="Times New Roman"/>
              </a:rPr>
              <a:t>j</a:t>
            </a:r>
            <a:r>
              <a:rPr lang="ru-RU" dirty="0">
                <a:latin typeface="Times New Roman"/>
                <a:ea typeface="Times New Roman"/>
              </a:rPr>
              <a:t>, </a:t>
            </a:r>
            <a:r>
              <a:rPr lang="en-US" i="1" dirty="0" err="1">
                <a:latin typeface="Times New Roman"/>
                <a:ea typeface="Times New Roman"/>
              </a:rPr>
              <a:t>a</a:t>
            </a:r>
            <a:r>
              <a:rPr lang="en-US" baseline="-25000" dirty="0" err="1">
                <a:latin typeface="Times New Roman"/>
                <a:ea typeface="Times New Roman"/>
              </a:rPr>
              <a:t>j</a:t>
            </a:r>
            <a:r>
              <a:rPr lang="ru-RU" dirty="0" smtClean="0">
                <a:latin typeface="Times New Roman"/>
                <a:ea typeface="Times New Roman"/>
              </a:rPr>
              <a:t>) - </a:t>
            </a:r>
            <a:r>
              <a:rPr lang="ru-RU" dirty="0" err="1" smtClean="0">
                <a:latin typeface="Times New Roman"/>
                <a:ea typeface="Times New Roman"/>
              </a:rPr>
              <a:t>бир</a:t>
            </a:r>
            <a:r>
              <a:rPr lang="ru-RU" dirty="0" smtClean="0">
                <a:latin typeface="Times New Roman"/>
                <a:ea typeface="Times New Roman"/>
              </a:rPr>
              <a:t> </a:t>
            </a:r>
            <a:r>
              <a:rPr lang="ru-RU" dirty="0" smtClean="0">
                <a:latin typeface="Times New Roman"/>
                <a:ea typeface="Times New Roman"/>
              </a:rPr>
              <a:t>хил </a:t>
            </a:r>
            <a:r>
              <a:rPr lang="en-US" dirty="0" smtClean="0">
                <a:latin typeface="Times New Roman"/>
                <a:ea typeface="Times New Roman"/>
              </a:rPr>
              <a:t>V</a:t>
            </a:r>
            <a:r>
              <a:rPr lang="uz-Cyrl-UZ" dirty="0" smtClean="0">
                <a:latin typeface="Times New Roman"/>
                <a:ea typeface="Times New Roman"/>
              </a:rPr>
              <a:t> </a:t>
            </a:r>
            <a:r>
              <a:rPr lang="ru-RU" dirty="0" smtClean="0">
                <a:latin typeface="Times New Roman"/>
                <a:ea typeface="Times New Roman"/>
              </a:rPr>
              <a:t>– т</a:t>
            </a:r>
            <a:r>
              <a:rPr lang="uz-Cyrl-UZ" dirty="0" smtClean="0">
                <a:latin typeface="Times New Roman"/>
                <a:ea typeface="Times New Roman"/>
              </a:rPr>
              <a:t>ў</a:t>
            </a:r>
            <a:r>
              <a:rPr lang="ru-RU" dirty="0" err="1">
                <a:latin typeface="Times New Roman"/>
                <a:ea typeface="Times New Roman"/>
              </a:rPr>
              <a:t>плам</a:t>
            </a:r>
            <a:r>
              <a:rPr lang="ru-RU" dirty="0">
                <a:latin typeface="Times New Roman"/>
                <a:ea typeface="Times New Roman"/>
              </a:rPr>
              <a:t> </a:t>
            </a:r>
            <a:r>
              <a:rPr lang="ru-RU" dirty="0" err="1" smtClean="0">
                <a:latin typeface="Times New Roman"/>
                <a:ea typeface="Times New Roman"/>
              </a:rPr>
              <a:t>элементлари</a:t>
            </a:r>
            <a:r>
              <a:rPr lang="ru-RU" dirty="0" smtClean="0">
                <a:latin typeface="Times New Roman"/>
                <a:ea typeface="Times New Roman"/>
              </a:rPr>
              <a:t> </a:t>
            </a:r>
            <a:r>
              <a:rPr lang="ru-RU" dirty="0" err="1" smtClean="0">
                <a:latin typeface="Times New Roman"/>
                <a:ea typeface="Times New Roman"/>
              </a:rPr>
              <a:t>жуфтлиги</a:t>
            </a:r>
            <a:r>
              <a:rPr lang="ru-RU" dirty="0" smtClean="0">
                <a:latin typeface="Times New Roman"/>
                <a:ea typeface="Times New Roman"/>
              </a:rPr>
              <a:t> </a:t>
            </a:r>
            <a:r>
              <a:rPr lang="ru-RU" dirty="0" err="1">
                <a:latin typeface="Times New Roman"/>
                <a:ea typeface="Times New Roman"/>
              </a:rPr>
              <a:t>иштирок</a:t>
            </a:r>
            <a:r>
              <a:rPr lang="ru-RU" dirty="0">
                <a:latin typeface="Times New Roman"/>
                <a:ea typeface="Times New Roman"/>
              </a:rPr>
              <a:t> </a:t>
            </a:r>
            <a:r>
              <a:rPr lang="ru-RU" dirty="0" err="1">
                <a:latin typeface="Times New Roman"/>
                <a:ea typeface="Times New Roman"/>
              </a:rPr>
              <a:t>этса</a:t>
            </a:r>
            <a:r>
              <a:rPr lang="ru-RU" dirty="0">
                <a:latin typeface="Times New Roman"/>
                <a:ea typeface="Times New Roman"/>
              </a:rPr>
              <a:t>, </a:t>
            </a:r>
            <a:r>
              <a:rPr lang="ru-RU" dirty="0" smtClean="0">
                <a:latin typeface="Times New Roman"/>
                <a:ea typeface="Times New Roman"/>
              </a:rPr>
              <a:t>Е – т</a:t>
            </a:r>
            <a:r>
              <a:rPr lang="uz-Cyrl-UZ" dirty="0" smtClean="0">
                <a:latin typeface="Times New Roman"/>
                <a:ea typeface="Times New Roman"/>
              </a:rPr>
              <a:t>ў</a:t>
            </a:r>
            <a:r>
              <a:rPr lang="ru-RU" dirty="0" err="1">
                <a:latin typeface="Times New Roman"/>
                <a:ea typeface="Times New Roman"/>
              </a:rPr>
              <a:t>пламнинг</a:t>
            </a:r>
            <a:r>
              <a:rPr lang="ru-RU" dirty="0">
                <a:latin typeface="Times New Roman"/>
                <a:ea typeface="Times New Roman"/>
              </a:rPr>
              <a:t> </a:t>
            </a:r>
            <a:r>
              <a:rPr lang="ru-RU" dirty="0" err="1">
                <a:latin typeface="Times New Roman"/>
                <a:ea typeface="Times New Roman"/>
              </a:rPr>
              <a:t>бундай</a:t>
            </a:r>
            <a:r>
              <a:rPr lang="ru-RU" dirty="0">
                <a:latin typeface="Times New Roman"/>
                <a:ea typeface="Times New Roman"/>
              </a:rPr>
              <a:t> </a:t>
            </a:r>
            <a:r>
              <a:rPr lang="ru-RU" dirty="0" err="1" smtClean="0">
                <a:latin typeface="Times New Roman"/>
                <a:ea typeface="Times New Roman"/>
              </a:rPr>
              <a:t>элементига</a:t>
            </a:r>
            <a:r>
              <a:rPr lang="ru-RU" dirty="0" smtClean="0">
                <a:latin typeface="Times New Roman"/>
                <a:ea typeface="Times New Roman"/>
              </a:rPr>
              <a:t> </a:t>
            </a:r>
            <a:r>
              <a:rPr lang="ru-RU" b="1" dirty="0" err="1" smtClean="0">
                <a:latin typeface="Times New Roman"/>
                <a:ea typeface="Times New Roman"/>
              </a:rPr>
              <a:t>илмо</a:t>
            </a:r>
            <a:r>
              <a:rPr lang="uz-Cyrl-UZ" b="1" dirty="0">
                <a:latin typeface="Times New Roman"/>
                <a:ea typeface="Times New Roman"/>
              </a:rPr>
              <a:t>қ</a:t>
            </a:r>
            <a:r>
              <a:rPr lang="ru-RU" b="1" dirty="0">
                <a:latin typeface="Times New Roman"/>
                <a:ea typeface="Times New Roman"/>
              </a:rPr>
              <a:t>(петля</a:t>
            </a:r>
            <a:r>
              <a:rPr lang="ru-RU" dirty="0">
                <a:latin typeface="Times New Roman"/>
                <a:ea typeface="Times New Roman"/>
              </a:rPr>
              <a:t>) </a:t>
            </a:r>
            <a:r>
              <a:rPr lang="ru-RU" dirty="0" err="1">
                <a:latin typeface="Times New Roman"/>
                <a:ea typeface="Times New Roman"/>
              </a:rPr>
              <a:t>дейилади</a:t>
            </a:r>
            <a:r>
              <a:rPr lang="ru-RU" dirty="0">
                <a:latin typeface="Times New Roman"/>
                <a:ea typeface="Times New Roman"/>
              </a:rPr>
              <a:t>, </a:t>
            </a:r>
            <a:r>
              <a:rPr lang="ru-RU" dirty="0" err="1">
                <a:latin typeface="Times New Roman"/>
                <a:ea typeface="Times New Roman"/>
              </a:rPr>
              <a:t>берилган</a:t>
            </a:r>
            <a:r>
              <a:rPr lang="ru-RU" dirty="0">
                <a:latin typeface="Times New Roman"/>
                <a:ea typeface="Times New Roman"/>
              </a:rPr>
              <a:t> </a:t>
            </a:r>
            <a:r>
              <a:rPr lang="ru-RU" dirty="0" err="1">
                <a:latin typeface="Times New Roman"/>
                <a:ea typeface="Times New Roman"/>
              </a:rPr>
              <a:t>графга</a:t>
            </a:r>
            <a:r>
              <a:rPr lang="ru-RU" dirty="0">
                <a:latin typeface="Times New Roman"/>
                <a:ea typeface="Times New Roman"/>
              </a:rPr>
              <a:t> </a:t>
            </a:r>
            <a:r>
              <a:rPr lang="ru-RU" dirty="0" err="1" smtClean="0">
                <a:latin typeface="Times New Roman"/>
                <a:ea typeface="Times New Roman"/>
              </a:rPr>
              <a:t>эса</a:t>
            </a:r>
            <a:r>
              <a:rPr lang="ru-RU" dirty="0" smtClean="0">
                <a:latin typeface="Times New Roman"/>
                <a:ea typeface="Times New Roman"/>
              </a:rPr>
              <a:t> </a:t>
            </a:r>
            <a:r>
              <a:rPr lang="ru-RU" b="1" dirty="0" err="1" smtClean="0">
                <a:latin typeface="Times New Roman"/>
                <a:ea typeface="Times New Roman"/>
              </a:rPr>
              <a:t>илмо</a:t>
            </a:r>
            <a:r>
              <a:rPr lang="uz-Cyrl-UZ" b="1" dirty="0">
                <a:latin typeface="Times New Roman"/>
                <a:ea typeface="Times New Roman"/>
              </a:rPr>
              <a:t>қ</a:t>
            </a:r>
            <a:r>
              <a:rPr lang="ru-RU" b="1" dirty="0">
                <a:latin typeface="Times New Roman"/>
                <a:ea typeface="Times New Roman"/>
              </a:rPr>
              <a:t>ли граф</a:t>
            </a:r>
            <a:r>
              <a:rPr lang="ru-RU" dirty="0">
                <a:latin typeface="Times New Roman"/>
                <a:ea typeface="Times New Roman"/>
              </a:rPr>
              <a:t> </a:t>
            </a:r>
            <a:r>
              <a:rPr lang="ru-RU" dirty="0" err="1">
                <a:latin typeface="Times New Roman"/>
                <a:ea typeface="Times New Roman"/>
              </a:rPr>
              <a:t>ёки</a:t>
            </a:r>
            <a:r>
              <a:rPr lang="ru-RU" b="1" dirty="0">
                <a:latin typeface="Times New Roman"/>
                <a:ea typeface="Times New Roman"/>
              </a:rPr>
              <a:t> </a:t>
            </a:r>
            <a:r>
              <a:rPr lang="ru-RU" b="1" dirty="0" err="1">
                <a:latin typeface="Times New Roman"/>
                <a:ea typeface="Times New Roman"/>
              </a:rPr>
              <a:t>псевдограф</a:t>
            </a:r>
            <a:r>
              <a:rPr lang="ru-RU" dirty="0">
                <a:latin typeface="Times New Roman"/>
                <a:ea typeface="Times New Roman"/>
              </a:rPr>
              <a:t> </a:t>
            </a:r>
            <a:r>
              <a:rPr lang="ru-RU" dirty="0" err="1">
                <a:latin typeface="Times New Roman"/>
                <a:ea typeface="Times New Roman"/>
              </a:rPr>
              <a:t>деб</a:t>
            </a:r>
            <a:r>
              <a:rPr lang="ru-RU" b="1" dirty="0">
                <a:latin typeface="Times New Roman"/>
                <a:ea typeface="Times New Roman"/>
              </a:rPr>
              <a:t> </a:t>
            </a:r>
            <a:r>
              <a:rPr lang="ru-RU" dirty="0" err="1">
                <a:latin typeface="Times New Roman"/>
                <a:ea typeface="Times New Roman"/>
              </a:rPr>
              <a:t>аталади</a:t>
            </a:r>
            <a:r>
              <a:rPr lang="ru-RU" dirty="0" smtClean="0">
                <a:latin typeface="Times New Roman"/>
                <a:ea typeface="Times New Roman"/>
              </a:rPr>
              <a:t>. </a:t>
            </a:r>
            <a:endParaRPr lang="uz-Cyrl-UZ" dirty="0">
              <a:latin typeface="Times New Roman"/>
              <a:ea typeface="Times New Roman"/>
            </a:endParaRPr>
          </a:p>
          <a:p>
            <a:pPr indent="355600" algn="just">
              <a:spcAft>
                <a:spcPts val="0"/>
              </a:spcAft>
            </a:pPr>
            <a:r>
              <a:rPr lang="ru-RU" dirty="0">
                <a:latin typeface="Times New Roman"/>
                <a:ea typeface="Times New Roman"/>
              </a:rPr>
              <a:t> </a:t>
            </a:r>
            <a:r>
              <a:rPr lang="ru-RU" b="1" dirty="0" err="1" smtClean="0">
                <a:solidFill>
                  <a:srgbClr val="C00000"/>
                </a:solidFill>
                <a:latin typeface="Times New Roman"/>
                <a:ea typeface="Times New Roman"/>
              </a:rPr>
              <a:t>Мисол</a:t>
            </a:r>
            <a:r>
              <a:rPr lang="en-US" b="1" dirty="0" smtClean="0">
                <a:solidFill>
                  <a:srgbClr val="C00000"/>
                </a:solidFill>
                <a:latin typeface="Times New Roman"/>
                <a:ea typeface="Times New Roman"/>
              </a:rPr>
              <a:t>.</a:t>
            </a:r>
            <a:r>
              <a:rPr lang="en-US" dirty="0" smtClean="0">
                <a:solidFill>
                  <a:srgbClr val="C00000"/>
                </a:solidFill>
                <a:latin typeface="Times New Roman"/>
                <a:ea typeface="Times New Roman"/>
              </a:rPr>
              <a:t> </a:t>
            </a:r>
            <a:r>
              <a:rPr lang="uz-Cyrl-UZ" dirty="0">
                <a:latin typeface="Times New Roman"/>
                <a:ea typeface="Times New Roman"/>
              </a:rPr>
              <a:t>Қ</a:t>
            </a:r>
            <a:r>
              <a:rPr lang="ru-RU" dirty="0" err="1">
                <a:latin typeface="Times New Roman"/>
                <a:ea typeface="Times New Roman"/>
              </a:rPr>
              <a:t>уйидаги</a:t>
            </a:r>
            <a:r>
              <a:rPr lang="ru-RU" dirty="0">
                <a:latin typeface="Times New Roman"/>
                <a:ea typeface="Times New Roman"/>
              </a:rPr>
              <a:t> граф</a:t>
            </a:r>
            <a:r>
              <a:rPr lang="en-US" dirty="0">
                <a:latin typeface="Times New Roman"/>
                <a:ea typeface="Times New Roman"/>
              </a:rPr>
              <a:t>:</a:t>
            </a:r>
            <a:endParaRPr lang="uz-Cyrl-UZ" dirty="0">
              <a:latin typeface="Times New Roman"/>
              <a:ea typeface="Times New Roman"/>
            </a:endParaRPr>
          </a:p>
          <a:p>
            <a:pPr indent="355600" algn="just">
              <a:spcAft>
                <a:spcPts val="0"/>
              </a:spcAft>
            </a:pPr>
            <a:r>
              <a:rPr lang="en-US" dirty="0">
                <a:latin typeface="Times New Roman"/>
                <a:ea typeface="Times New Roman"/>
              </a:rPr>
              <a:t>	</a:t>
            </a:r>
            <a:r>
              <a:rPr lang="en-US" i="1" dirty="0">
                <a:latin typeface="Times New Roman"/>
                <a:ea typeface="Times New Roman"/>
              </a:rPr>
              <a:t>V</a:t>
            </a:r>
            <a:r>
              <a:rPr lang="en-US" dirty="0">
                <a:latin typeface="Times New Roman"/>
                <a:ea typeface="Times New Roman"/>
              </a:rPr>
              <a:t>={</a:t>
            </a:r>
            <a:r>
              <a:rPr lang="en-US" i="1" dirty="0">
                <a:latin typeface="Times New Roman"/>
                <a:ea typeface="Times New Roman"/>
              </a:rPr>
              <a:t>a</a:t>
            </a:r>
            <a:r>
              <a:rPr lang="en-US" i="1" baseline="-25000" dirty="0">
                <a:latin typeface="Times New Roman"/>
                <a:ea typeface="Times New Roman"/>
              </a:rPr>
              <a:t>1</a:t>
            </a:r>
            <a:r>
              <a:rPr lang="en-US" i="1" dirty="0">
                <a:latin typeface="Times New Roman"/>
                <a:ea typeface="Times New Roman"/>
              </a:rPr>
              <a:t>,a</a:t>
            </a:r>
            <a:r>
              <a:rPr lang="en-US" i="1" baseline="-25000" dirty="0">
                <a:latin typeface="Times New Roman"/>
                <a:ea typeface="Times New Roman"/>
              </a:rPr>
              <a:t>2</a:t>
            </a:r>
            <a:r>
              <a:rPr lang="en-US" i="1" dirty="0">
                <a:latin typeface="Times New Roman"/>
                <a:ea typeface="Times New Roman"/>
              </a:rPr>
              <a:t>,a</a:t>
            </a:r>
            <a:r>
              <a:rPr lang="en-US" i="1" baseline="-25000" dirty="0">
                <a:latin typeface="Times New Roman"/>
                <a:ea typeface="Times New Roman"/>
              </a:rPr>
              <a:t>3</a:t>
            </a:r>
            <a:r>
              <a:rPr lang="en-US" i="1" dirty="0">
                <a:latin typeface="Times New Roman"/>
                <a:ea typeface="Times New Roman"/>
              </a:rPr>
              <a:t>,a</a:t>
            </a:r>
            <a:r>
              <a:rPr lang="en-US" i="1" baseline="-25000" dirty="0">
                <a:latin typeface="Times New Roman"/>
                <a:ea typeface="Times New Roman"/>
              </a:rPr>
              <a:t>4</a:t>
            </a:r>
            <a:r>
              <a:rPr lang="en-US" dirty="0" smtClean="0">
                <a:latin typeface="Times New Roman"/>
                <a:ea typeface="Times New Roman"/>
              </a:rPr>
              <a:t>}; </a:t>
            </a:r>
            <a:r>
              <a:rPr lang="en-US" i="1" dirty="0" smtClean="0">
                <a:latin typeface="Times New Roman"/>
                <a:ea typeface="Times New Roman"/>
              </a:rPr>
              <a:t>E</a:t>
            </a:r>
            <a:r>
              <a:rPr lang="en-US" dirty="0">
                <a:latin typeface="Times New Roman"/>
                <a:ea typeface="Times New Roman"/>
              </a:rPr>
              <a:t>= {(</a:t>
            </a:r>
            <a:r>
              <a:rPr lang="en-US" i="1" dirty="0">
                <a:latin typeface="Times New Roman"/>
                <a:ea typeface="Times New Roman"/>
              </a:rPr>
              <a:t>a</a:t>
            </a:r>
            <a:r>
              <a:rPr lang="en-US" i="1" baseline="-25000" dirty="0">
                <a:latin typeface="Times New Roman"/>
                <a:ea typeface="Times New Roman"/>
              </a:rPr>
              <a:t>1</a:t>
            </a:r>
            <a:r>
              <a:rPr lang="en-US" i="1" dirty="0">
                <a:latin typeface="Times New Roman"/>
                <a:ea typeface="Times New Roman"/>
              </a:rPr>
              <a:t>,a</a:t>
            </a:r>
            <a:r>
              <a:rPr lang="en-US" i="1" baseline="-25000" dirty="0">
                <a:latin typeface="Times New Roman"/>
                <a:ea typeface="Times New Roman"/>
              </a:rPr>
              <a:t>1</a:t>
            </a:r>
            <a:r>
              <a:rPr lang="en-US" i="1" dirty="0">
                <a:latin typeface="Times New Roman"/>
                <a:ea typeface="Times New Roman"/>
              </a:rPr>
              <a:t>), (a</a:t>
            </a:r>
            <a:r>
              <a:rPr lang="en-US" i="1" baseline="-25000" dirty="0">
                <a:latin typeface="Times New Roman"/>
                <a:ea typeface="Times New Roman"/>
              </a:rPr>
              <a:t>1</a:t>
            </a:r>
            <a:r>
              <a:rPr lang="en-US" i="1" dirty="0">
                <a:latin typeface="Times New Roman"/>
                <a:ea typeface="Times New Roman"/>
              </a:rPr>
              <a:t>,a</a:t>
            </a:r>
            <a:r>
              <a:rPr lang="en-US" i="1" baseline="-25000" dirty="0">
                <a:latin typeface="Times New Roman"/>
                <a:ea typeface="Times New Roman"/>
              </a:rPr>
              <a:t>2</a:t>
            </a:r>
            <a:r>
              <a:rPr lang="en-US" i="1" dirty="0">
                <a:latin typeface="Times New Roman"/>
                <a:ea typeface="Times New Roman"/>
              </a:rPr>
              <a:t>),(a</a:t>
            </a:r>
            <a:r>
              <a:rPr lang="en-US" i="1" baseline="-25000" dirty="0">
                <a:latin typeface="Times New Roman"/>
                <a:ea typeface="Times New Roman"/>
              </a:rPr>
              <a:t>1</a:t>
            </a:r>
            <a:r>
              <a:rPr lang="en-US" i="1" dirty="0">
                <a:latin typeface="Times New Roman"/>
                <a:ea typeface="Times New Roman"/>
              </a:rPr>
              <a:t>,a</a:t>
            </a:r>
            <a:r>
              <a:rPr lang="en-US" i="1" baseline="-25000" dirty="0">
                <a:latin typeface="Times New Roman"/>
                <a:ea typeface="Times New Roman"/>
              </a:rPr>
              <a:t>3</a:t>
            </a:r>
            <a:r>
              <a:rPr lang="en-US" i="1" dirty="0">
                <a:latin typeface="Times New Roman"/>
                <a:ea typeface="Times New Roman"/>
              </a:rPr>
              <a:t>),(a</a:t>
            </a:r>
            <a:r>
              <a:rPr lang="en-US" i="1" baseline="-25000" dirty="0">
                <a:latin typeface="Times New Roman"/>
                <a:ea typeface="Times New Roman"/>
              </a:rPr>
              <a:t>2</a:t>
            </a:r>
            <a:r>
              <a:rPr lang="en-US" i="1" dirty="0">
                <a:latin typeface="Times New Roman"/>
                <a:ea typeface="Times New Roman"/>
              </a:rPr>
              <a:t>,a</a:t>
            </a:r>
            <a:r>
              <a:rPr lang="en-US" i="1" baseline="-25000" dirty="0">
                <a:latin typeface="Times New Roman"/>
                <a:ea typeface="Times New Roman"/>
              </a:rPr>
              <a:t>3</a:t>
            </a:r>
            <a:r>
              <a:rPr lang="en-US" i="1" dirty="0">
                <a:latin typeface="Times New Roman"/>
                <a:ea typeface="Times New Roman"/>
              </a:rPr>
              <a:t>),(a</a:t>
            </a:r>
            <a:r>
              <a:rPr lang="en-US" i="1" baseline="-25000" dirty="0">
                <a:latin typeface="Times New Roman"/>
                <a:ea typeface="Times New Roman"/>
              </a:rPr>
              <a:t>4,</a:t>
            </a:r>
            <a:r>
              <a:rPr lang="en-US" i="1" dirty="0">
                <a:latin typeface="Times New Roman"/>
                <a:ea typeface="Times New Roman"/>
              </a:rPr>
              <a:t>a</a:t>
            </a:r>
            <a:r>
              <a:rPr lang="en-US" i="1" baseline="-25000" dirty="0">
                <a:latin typeface="Times New Roman"/>
                <a:ea typeface="Times New Roman"/>
              </a:rPr>
              <a:t>2</a:t>
            </a:r>
            <a:r>
              <a:rPr lang="en-US" i="1" dirty="0">
                <a:latin typeface="Times New Roman"/>
                <a:ea typeface="Times New Roman"/>
              </a:rPr>
              <a:t>), (a</a:t>
            </a:r>
            <a:r>
              <a:rPr lang="en-US" i="1" baseline="-25000" dirty="0">
                <a:latin typeface="Times New Roman"/>
                <a:ea typeface="Times New Roman"/>
              </a:rPr>
              <a:t>2</a:t>
            </a:r>
            <a:r>
              <a:rPr lang="en-US" i="1" dirty="0">
                <a:latin typeface="Times New Roman"/>
                <a:ea typeface="Times New Roman"/>
              </a:rPr>
              <a:t>,a</a:t>
            </a:r>
            <a:r>
              <a:rPr lang="en-US" i="1" baseline="-25000" dirty="0">
                <a:latin typeface="Times New Roman"/>
                <a:ea typeface="Times New Roman"/>
              </a:rPr>
              <a:t>4</a:t>
            </a:r>
            <a:r>
              <a:rPr lang="en-US" dirty="0">
                <a:latin typeface="Times New Roman"/>
                <a:ea typeface="Times New Roman"/>
              </a:rPr>
              <a:t>)}</a:t>
            </a:r>
            <a:endParaRPr lang="uz-Cyrl-UZ" dirty="0">
              <a:latin typeface="Times New Roman"/>
              <a:ea typeface="Times New Roman"/>
            </a:endParaRPr>
          </a:p>
          <a:p>
            <a:pPr indent="355600"/>
            <a:r>
              <a:rPr lang="ru-RU" dirty="0" err="1">
                <a:latin typeface="Times New Roman"/>
                <a:ea typeface="Times New Roman"/>
              </a:rPr>
              <a:t>Псевдографга</a:t>
            </a:r>
            <a:r>
              <a:rPr lang="ru-RU" dirty="0">
                <a:latin typeface="Times New Roman"/>
                <a:ea typeface="Times New Roman"/>
              </a:rPr>
              <a:t> </a:t>
            </a:r>
            <a:r>
              <a:rPr lang="ru-RU" dirty="0" err="1">
                <a:latin typeface="Times New Roman"/>
                <a:ea typeface="Times New Roman"/>
              </a:rPr>
              <a:t>мисол</a:t>
            </a:r>
            <a:r>
              <a:rPr lang="ru-RU" dirty="0">
                <a:latin typeface="Times New Roman"/>
                <a:ea typeface="Times New Roman"/>
              </a:rPr>
              <a:t> б</a:t>
            </a:r>
            <a:r>
              <a:rPr lang="uz-Cyrl-UZ" dirty="0">
                <a:latin typeface="Times New Roman"/>
                <a:ea typeface="Times New Roman"/>
              </a:rPr>
              <a:t>ў</a:t>
            </a:r>
            <a:r>
              <a:rPr lang="ru-RU" dirty="0">
                <a:latin typeface="Times New Roman"/>
                <a:ea typeface="Times New Roman"/>
              </a:rPr>
              <a:t>ла </a:t>
            </a:r>
            <a:r>
              <a:rPr lang="ru-RU" dirty="0" err="1">
                <a:latin typeface="Times New Roman"/>
                <a:ea typeface="Times New Roman"/>
              </a:rPr>
              <a:t>олади</a:t>
            </a:r>
            <a:r>
              <a:rPr lang="ru-RU" dirty="0">
                <a:latin typeface="Times New Roman"/>
                <a:ea typeface="Times New Roman"/>
              </a:rPr>
              <a:t>. </a:t>
            </a:r>
            <a:endParaRPr lang="uz-Cyrl-UZ" dirty="0"/>
          </a:p>
        </p:txBody>
      </p:sp>
      <p:pic>
        <p:nvPicPr>
          <p:cNvPr id="35843" name="Picture 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31" t="33482" r="47122" b="44092"/>
          <a:stretch/>
        </p:blipFill>
        <p:spPr bwMode="auto">
          <a:xfrm>
            <a:off x="1979712" y="2590288"/>
            <a:ext cx="5001191" cy="22428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Прямоугольник 4"/>
          <p:cNvSpPr/>
          <p:nvPr/>
        </p:nvSpPr>
        <p:spPr>
          <a:xfrm>
            <a:off x="215515" y="4905164"/>
            <a:ext cx="8569709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0"/>
              </a:spcAft>
            </a:pPr>
            <a:r>
              <a:rPr lang="ru-RU" b="1" dirty="0">
                <a:solidFill>
                  <a:srgbClr val="C00000"/>
                </a:solidFill>
                <a:latin typeface="Times New Roman"/>
                <a:ea typeface="Times New Roman"/>
              </a:rPr>
              <a:t>Т</a:t>
            </a:r>
            <a:r>
              <a:rPr lang="uz-Cyrl-UZ" b="1" dirty="0">
                <a:solidFill>
                  <a:srgbClr val="C00000"/>
                </a:solidFill>
                <a:latin typeface="Times New Roman"/>
                <a:ea typeface="Times New Roman"/>
              </a:rPr>
              <a:t>аъри</a:t>
            </a:r>
            <a:r>
              <a:rPr lang="ru-RU" b="1" dirty="0">
                <a:solidFill>
                  <a:srgbClr val="C00000"/>
                </a:solidFill>
                <a:latin typeface="Times New Roman"/>
                <a:ea typeface="Times New Roman"/>
              </a:rPr>
              <a:t>ф.</a:t>
            </a:r>
            <a:r>
              <a:rPr lang="ru-RU" b="1" dirty="0">
                <a:latin typeface="Times New Roman"/>
                <a:ea typeface="Times New Roman"/>
              </a:rPr>
              <a:t> </a:t>
            </a:r>
            <a:r>
              <a:rPr lang="ru-RU" dirty="0" err="1">
                <a:latin typeface="Times New Roman"/>
                <a:ea typeface="Times New Roman"/>
              </a:rPr>
              <a:t>Агар</a:t>
            </a:r>
            <a:r>
              <a:rPr lang="ru-RU" dirty="0">
                <a:latin typeface="Times New Roman"/>
                <a:ea typeface="Times New Roman"/>
              </a:rPr>
              <a:t> </a:t>
            </a:r>
            <a:r>
              <a:rPr lang="ru-RU" dirty="0" err="1">
                <a:latin typeface="Times New Roman"/>
                <a:ea typeface="Times New Roman"/>
              </a:rPr>
              <a:t>берилган</a:t>
            </a:r>
            <a:r>
              <a:rPr lang="ru-RU" dirty="0">
                <a:latin typeface="Times New Roman"/>
                <a:ea typeface="Times New Roman"/>
              </a:rPr>
              <a:t> </a:t>
            </a:r>
            <a:r>
              <a:rPr lang="ru-RU" dirty="0" err="1" smtClean="0">
                <a:latin typeface="Times New Roman"/>
                <a:ea typeface="Times New Roman"/>
              </a:rPr>
              <a:t>псевдографда</a:t>
            </a:r>
            <a:r>
              <a:rPr lang="ru-RU" dirty="0" smtClean="0">
                <a:latin typeface="Times New Roman"/>
                <a:ea typeface="Times New Roman"/>
              </a:rPr>
              <a:t> </a:t>
            </a:r>
            <a:r>
              <a:rPr lang="ru-RU" dirty="0" err="1" smtClean="0">
                <a:latin typeface="Times New Roman"/>
                <a:ea typeface="Times New Roman"/>
              </a:rPr>
              <a:t>илмо</a:t>
            </a:r>
            <a:r>
              <a:rPr lang="uz-Cyrl-UZ" dirty="0">
                <a:latin typeface="Times New Roman"/>
                <a:ea typeface="Times New Roman"/>
              </a:rPr>
              <a:t>қ</a:t>
            </a:r>
            <a:r>
              <a:rPr lang="ru-RU" dirty="0">
                <a:latin typeface="Times New Roman"/>
                <a:ea typeface="Times New Roman"/>
              </a:rPr>
              <a:t> </a:t>
            </a:r>
            <a:r>
              <a:rPr lang="ru-RU" dirty="0" err="1">
                <a:latin typeface="Times New Roman"/>
                <a:ea typeface="Times New Roman"/>
              </a:rPr>
              <a:t>иштирок</a:t>
            </a:r>
            <a:r>
              <a:rPr lang="ru-RU" dirty="0">
                <a:latin typeface="Times New Roman"/>
                <a:ea typeface="Times New Roman"/>
              </a:rPr>
              <a:t> </a:t>
            </a:r>
            <a:r>
              <a:rPr lang="ru-RU" dirty="0" err="1">
                <a:latin typeface="Times New Roman"/>
                <a:ea typeface="Times New Roman"/>
              </a:rPr>
              <a:t>этмаса</a:t>
            </a:r>
            <a:r>
              <a:rPr lang="ru-RU" dirty="0">
                <a:latin typeface="Times New Roman"/>
                <a:ea typeface="Times New Roman"/>
              </a:rPr>
              <a:t>, </a:t>
            </a:r>
            <a:r>
              <a:rPr lang="ru-RU" dirty="0" err="1" smtClean="0">
                <a:latin typeface="Times New Roman"/>
                <a:ea typeface="Times New Roman"/>
              </a:rPr>
              <a:t>бундай</a:t>
            </a:r>
            <a:r>
              <a:rPr lang="ru-RU" dirty="0" smtClean="0">
                <a:latin typeface="Times New Roman"/>
                <a:ea typeface="Times New Roman"/>
              </a:rPr>
              <a:t> </a:t>
            </a:r>
            <a:r>
              <a:rPr lang="ru-RU" dirty="0">
                <a:latin typeface="Times New Roman"/>
                <a:ea typeface="Times New Roman"/>
              </a:rPr>
              <a:t>граф </a:t>
            </a:r>
            <a:r>
              <a:rPr lang="ru-RU" b="1" dirty="0" err="1">
                <a:latin typeface="Times New Roman"/>
                <a:ea typeface="Times New Roman"/>
              </a:rPr>
              <a:t>мультиграф</a:t>
            </a:r>
            <a:r>
              <a:rPr lang="ru-RU" b="1" dirty="0">
                <a:latin typeface="Times New Roman"/>
                <a:ea typeface="Times New Roman"/>
              </a:rPr>
              <a:t> </a:t>
            </a:r>
            <a:r>
              <a:rPr lang="ru-RU" dirty="0" err="1">
                <a:latin typeface="Times New Roman"/>
                <a:ea typeface="Times New Roman"/>
              </a:rPr>
              <a:t>дейилади</a:t>
            </a:r>
            <a:r>
              <a:rPr lang="ru-RU" dirty="0" smtClean="0">
                <a:latin typeface="Times New Roman"/>
                <a:ea typeface="Times New Roman"/>
              </a:rPr>
              <a:t>.</a:t>
            </a:r>
          </a:p>
          <a:p>
            <a:pPr algn="just">
              <a:spcAft>
                <a:spcPts val="0"/>
              </a:spcAft>
            </a:pPr>
            <a:r>
              <a:rPr lang="ru-RU" b="1" dirty="0">
                <a:solidFill>
                  <a:srgbClr val="C00000"/>
                </a:solidFill>
                <a:latin typeface="Times New Roman"/>
                <a:ea typeface="Times New Roman"/>
              </a:rPr>
              <a:t>Т</a:t>
            </a:r>
            <a:r>
              <a:rPr lang="uz-Cyrl-UZ" b="1" dirty="0">
                <a:solidFill>
                  <a:srgbClr val="C00000"/>
                </a:solidFill>
                <a:latin typeface="Times New Roman"/>
                <a:ea typeface="Times New Roman"/>
              </a:rPr>
              <a:t>аъри</a:t>
            </a:r>
            <a:r>
              <a:rPr lang="ru-RU" b="1" dirty="0">
                <a:solidFill>
                  <a:srgbClr val="C00000"/>
                </a:solidFill>
                <a:latin typeface="Times New Roman"/>
                <a:ea typeface="Times New Roman"/>
              </a:rPr>
              <a:t>ф. </a:t>
            </a:r>
            <a:r>
              <a:rPr lang="ru-RU" dirty="0" err="1">
                <a:latin typeface="Times New Roman"/>
                <a:ea typeface="Times New Roman"/>
              </a:rPr>
              <a:t>Берилган</a:t>
            </a:r>
            <a:r>
              <a:rPr lang="ru-RU" dirty="0">
                <a:latin typeface="Times New Roman"/>
                <a:ea typeface="Times New Roman"/>
              </a:rPr>
              <a:t> граф </a:t>
            </a:r>
            <a:r>
              <a:rPr lang="ru-RU" b="1" dirty="0" err="1">
                <a:latin typeface="Times New Roman"/>
                <a:ea typeface="Times New Roman"/>
              </a:rPr>
              <a:t>белгиланган</a:t>
            </a:r>
            <a:r>
              <a:rPr lang="ru-RU" dirty="0">
                <a:latin typeface="Times New Roman"/>
                <a:ea typeface="Times New Roman"/>
              </a:rPr>
              <a:t> </a:t>
            </a:r>
            <a:r>
              <a:rPr lang="ru-RU" dirty="0" err="1">
                <a:latin typeface="Times New Roman"/>
                <a:ea typeface="Times New Roman"/>
              </a:rPr>
              <a:t>деб</a:t>
            </a:r>
            <a:r>
              <a:rPr lang="ru-RU" dirty="0">
                <a:latin typeface="Times New Roman"/>
                <a:ea typeface="Times New Roman"/>
              </a:rPr>
              <a:t> </a:t>
            </a:r>
            <a:r>
              <a:rPr lang="ru-RU" dirty="0" err="1">
                <a:latin typeface="Times New Roman"/>
                <a:ea typeface="Times New Roman"/>
              </a:rPr>
              <a:t>аталади</a:t>
            </a:r>
            <a:r>
              <a:rPr lang="ru-RU" dirty="0">
                <a:latin typeface="Times New Roman"/>
                <a:ea typeface="Times New Roman"/>
              </a:rPr>
              <a:t>, </a:t>
            </a:r>
            <a:r>
              <a:rPr lang="ru-RU" dirty="0" err="1" smtClean="0">
                <a:latin typeface="Times New Roman"/>
                <a:ea typeface="Times New Roman"/>
              </a:rPr>
              <a:t>агарда</a:t>
            </a:r>
            <a:r>
              <a:rPr lang="ru-RU" dirty="0" smtClean="0">
                <a:latin typeface="Times New Roman"/>
                <a:ea typeface="Times New Roman"/>
              </a:rPr>
              <a:t> граф </a:t>
            </a:r>
            <a:r>
              <a:rPr lang="ru-RU" dirty="0" err="1">
                <a:latin typeface="Times New Roman"/>
                <a:ea typeface="Times New Roman"/>
              </a:rPr>
              <a:t>учлари</a:t>
            </a:r>
            <a:r>
              <a:rPr lang="ru-RU" dirty="0">
                <a:latin typeface="Times New Roman"/>
                <a:ea typeface="Times New Roman"/>
              </a:rPr>
              <a:t> </a:t>
            </a:r>
            <a:r>
              <a:rPr lang="ru-RU" dirty="0" err="1">
                <a:latin typeface="Times New Roman"/>
                <a:ea typeface="Times New Roman"/>
              </a:rPr>
              <a:t>бир-биридан</a:t>
            </a:r>
            <a:r>
              <a:rPr lang="ru-RU" dirty="0">
                <a:latin typeface="Times New Roman"/>
                <a:ea typeface="Times New Roman"/>
              </a:rPr>
              <a:t> </a:t>
            </a:r>
            <a:r>
              <a:rPr lang="ru-RU" dirty="0" err="1">
                <a:latin typeface="Times New Roman"/>
                <a:ea typeface="Times New Roman"/>
              </a:rPr>
              <a:t>бирор</a:t>
            </a:r>
            <a:r>
              <a:rPr lang="ru-RU" dirty="0">
                <a:latin typeface="Times New Roman"/>
                <a:ea typeface="Times New Roman"/>
              </a:rPr>
              <a:t> белги ор</a:t>
            </a:r>
            <a:r>
              <a:rPr lang="uz-Cyrl-UZ" dirty="0">
                <a:latin typeface="Times New Roman"/>
                <a:ea typeface="Times New Roman"/>
              </a:rPr>
              <a:t>қ</a:t>
            </a:r>
            <a:r>
              <a:rPr lang="ru-RU" dirty="0">
                <a:latin typeface="Times New Roman"/>
                <a:ea typeface="Times New Roman"/>
              </a:rPr>
              <a:t>али фар</a:t>
            </a:r>
            <a:r>
              <a:rPr lang="uz-Cyrl-UZ" dirty="0">
                <a:latin typeface="Times New Roman"/>
                <a:ea typeface="Times New Roman"/>
              </a:rPr>
              <a:t>қ қилса</a:t>
            </a:r>
            <a:r>
              <a:rPr lang="ru-RU" dirty="0" smtClean="0">
                <a:latin typeface="Times New Roman"/>
                <a:ea typeface="Times New Roman"/>
              </a:rPr>
              <a:t>.</a:t>
            </a:r>
            <a:endParaRPr lang="uz-Cyrl-UZ" sz="1100" dirty="0">
              <a:effectLst/>
              <a:latin typeface="Times New Roman"/>
              <a:ea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6323132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lowchart: Process 9"/>
          <p:cNvSpPr/>
          <p:nvPr/>
        </p:nvSpPr>
        <p:spPr>
          <a:xfrm>
            <a:off x="97020" y="146203"/>
            <a:ext cx="8984810" cy="6634662"/>
          </a:xfrm>
          <a:prstGeom prst="flowChartProcess">
            <a:avLst/>
          </a:prstGeom>
          <a:noFill/>
          <a:ln w="19050">
            <a:solidFill>
              <a:srgbClr val="002060"/>
            </a:solidFill>
          </a:ln>
          <a:effectLst>
            <a:glow rad="101600">
              <a:schemeClr val="accent1">
                <a:satMod val="175000"/>
                <a:alpha val="4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  <p:cxnSp>
        <p:nvCxnSpPr>
          <p:cNvPr id="6" name="Straight Connector 5"/>
          <p:cNvCxnSpPr/>
          <p:nvPr/>
        </p:nvCxnSpPr>
        <p:spPr>
          <a:xfrm>
            <a:off x="285720" y="260648"/>
            <a:ext cx="8568000" cy="1588"/>
          </a:xfrm>
          <a:prstGeom prst="line">
            <a:avLst/>
          </a:prstGeom>
          <a:ln>
            <a:solidFill>
              <a:schemeClr val="accent2">
                <a:lumMod val="50000"/>
              </a:schemeClr>
            </a:solidFill>
            <a:headEnd type="diamond" w="med" len="med"/>
            <a:tailEnd type="diamond" w="med" len="med"/>
          </a:ln>
          <a:effectLst>
            <a:glow rad="63500">
              <a:schemeClr val="accent3">
                <a:satMod val="175000"/>
                <a:alpha val="4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" name="AutoShape 13" descr="Точечные ромбики"/>
          <p:cNvSpPr>
            <a:spLocks noChangeArrowheads="1"/>
          </p:cNvSpPr>
          <p:nvPr/>
        </p:nvSpPr>
        <p:spPr bwMode="auto">
          <a:xfrm>
            <a:off x="142875" y="404664"/>
            <a:ext cx="8856663" cy="6084016"/>
          </a:xfrm>
          <a:prstGeom prst="foldedCorner">
            <a:avLst>
              <a:gd name="adj" fmla="val 4333"/>
            </a:avLst>
          </a:prstGeom>
          <a:pattFill prst="dotDmnd">
            <a:fgClr>
              <a:schemeClr val="bg2"/>
            </a:fgClr>
            <a:bgClr>
              <a:schemeClr val="bg1"/>
            </a:bgClr>
          </a:pattFill>
          <a:ln w="15875">
            <a:solidFill>
              <a:srgbClr val="000080"/>
            </a:solidFill>
            <a:round/>
            <a:headEnd/>
            <a:tailEnd/>
          </a:ln>
          <a:effectLst>
            <a:prstShdw prst="shdw17" dist="17961" dir="2700000">
              <a:srgbClr val="00004D">
                <a:alpha val="50000"/>
              </a:srgbClr>
            </a:prstShdw>
          </a:effectLst>
        </p:spPr>
        <p:txBody>
          <a:bodyPr bIns="0" anchor="t" anchorCtr="0">
            <a:norm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1pPr>
            <a:lvl2pPr marL="1258888" indent="-34290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2pPr>
            <a:lvl3pPr marL="1781175" indent="-34290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3pPr>
            <a:lvl4pPr marL="2303463" indent="-34290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4pPr>
            <a:lvl5pPr marL="2825750" indent="-34290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5pPr>
            <a:lvl6pPr marL="328295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6pPr>
            <a:lvl7pPr marL="374015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7pPr>
            <a:lvl8pPr marL="419735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8pPr>
            <a:lvl9pPr marL="465455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indent="449580" algn="just">
              <a:spcAft>
                <a:spcPts val="0"/>
              </a:spcAft>
            </a:pPr>
            <a:endParaRPr lang="ru-RU" dirty="0" smtClean="0"/>
          </a:p>
          <a:p>
            <a:pPr indent="449580" algn="just">
              <a:spcAft>
                <a:spcPts val="0"/>
              </a:spcAft>
            </a:pPr>
            <a:endParaRPr lang="ru-RU" dirty="0"/>
          </a:p>
          <a:p>
            <a:pPr indent="449580" algn="just">
              <a:spcAft>
                <a:spcPts val="0"/>
              </a:spcAft>
            </a:pPr>
            <a:endParaRPr lang="ru-RU" dirty="0" smtClean="0"/>
          </a:p>
          <a:p>
            <a:pPr indent="449580" algn="just">
              <a:spcAft>
                <a:spcPts val="0"/>
              </a:spcAft>
            </a:pPr>
            <a:endParaRPr lang="ru-RU" dirty="0"/>
          </a:p>
          <a:p>
            <a:pPr indent="449580" algn="just">
              <a:spcAft>
                <a:spcPts val="0"/>
              </a:spcAft>
            </a:pPr>
            <a:endParaRPr lang="ru-RU" dirty="0" smtClean="0"/>
          </a:p>
          <a:p>
            <a:pPr indent="449580" algn="just">
              <a:spcAft>
                <a:spcPts val="0"/>
              </a:spcAft>
            </a:pPr>
            <a:endParaRPr lang="ru-RU" dirty="0"/>
          </a:p>
          <a:p>
            <a:pPr indent="449580" algn="just">
              <a:spcAft>
                <a:spcPts val="0"/>
              </a:spcAft>
            </a:pPr>
            <a:endParaRPr lang="ru-RU" sz="1200" dirty="0" smtClean="0"/>
          </a:p>
          <a:p>
            <a:pPr indent="449580" algn="just">
              <a:spcAft>
                <a:spcPts val="0"/>
              </a:spcAft>
            </a:pPr>
            <a:r>
              <a:rPr lang="ru-RU" sz="2000" b="1" dirty="0" err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Масалан</a:t>
            </a:r>
            <a:r>
              <a:rPr lang="ru-RU" sz="20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uz-Cyrl-UZ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қуйидаги </a:t>
            </a:r>
            <a:r>
              <a:rPr lang="uz-Cyrl-UZ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граф </a:t>
            </a:r>
            <a:r>
              <a:rPr lang="uz-Cyrl-UZ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учун: </a:t>
            </a:r>
            <a:endParaRPr lang="uz-Cyrl-UZ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449580" algn="just">
              <a:spcAft>
                <a:spcPts val="0"/>
              </a:spcAft>
            </a:pPr>
            <a:endParaRPr lang="uz-Cyrl-UZ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449580" algn="just">
              <a:spcAft>
                <a:spcPts val="0"/>
              </a:spcAft>
            </a:pPr>
            <a:endParaRPr lang="uz-Cyrl-UZ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449580" algn="just">
              <a:spcAft>
                <a:spcPts val="0"/>
              </a:spcAft>
            </a:pPr>
            <a:endParaRPr lang="uz-Cyrl-UZ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449580" algn="just">
              <a:spcAft>
                <a:spcPts val="0"/>
              </a:spcAft>
            </a:pPr>
            <a:endParaRPr lang="uz-Cyrl-UZ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449580" algn="just">
              <a:spcAft>
                <a:spcPts val="0"/>
              </a:spcAft>
            </a:pPr>
            <a:endParaRPr lang="uz-Cyrl-UZ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uz-Cyrl-UZ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Ёндошлик </a:t>
            </a:r>
            <a:r>
              <a:rPr lang="uz-Cyrl-UZ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матрицаси қуйидаги кўринишда </a:t>
            </a:r>
            <a:r>
              <a:rPr lang="uz-Cyrl-UZ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бўлади:</a:t>
            </a:r>
            <a:endParaRPr lang="uz-Cyrl-UZ" sz="2000" dirty="0">
              <a:effectLst/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</a:endParaRPr>
          </a:p>
        </p:txBody>
      </p:sp>
      <p:sp>
        <p:nvSpPr>
          <p:cNvPr id="4109" name="Line 16"/>
          <p:cNvSpPr>
            <a:spLocks noChangeShapeType="1"/>
          </p:cNvSpPr>
          <p:nvPr/>
        </p:nvSpPr>
        <p:spPr bwMode="auto">
          <a:xfrm>
            <a:off x="323850" y="6669360"/>
            <a:ext cx="8461375" cy="0"/>
          </a:xfrm>
          <a:prstGeom prst="line">
            <a:avLst/>
          </a:prstGeom>
          <a:noFill/>
          <a:ln w="127000">
            <a:pattFill prst="dkHorz">
              <a:fgClr>
                <a:schemeClr val="tx1"/>
              </a:fgClr>
              <a:bgClr>
                <a:srgbClr val="FFFFFF"/>
              </a:bgClr>
            </a:pattFill>
            <a:round/>
            <a:headEnd/>
            <a:tailEnd/>
          </a:ln>
          <a:effectLst>
            <a:prstShdw prst="shdw17" dist="17961" dir="2700000">
              <a:schemeClr val="tx1">
                <a:gamma/>
                <a:shade val="60000"/>
                <a:invGamma/>
              </a:schemeClr>
            </a:prstShdw>
          </a:effectLst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1" name="Прямоугольник 10"/>
          <p:cNvSpPr/>
          <p:nvPr/>
        </p:nvSpPr>
        <p:spPr>
          <a:xfrm>
            <a:off x="219707" y="476672"/>
            <a:ext cx="8703627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55600" algn="just">
              <a:spcAft>
                <a:spcPts val="0"/>
              </a:spcAft>
            </a:pPr>
            <a:r>
              <a:rPr lang="ru-RU" sz="2000" b="1" dirty="0">
                <a:solidFill>
                  <a:srgbClr val="C00000"/>
                </a:solidFill>
                <a:latin typeface="Times New Roman"/>
                <a:ea typeface="Times New Roman"/>
              </a:rPr>
              <a:t>Т</a:t>
            </a:r>
            <a:r>
              <a:rPr lang="uz-Cyrl-UZ" sz="2000" b="1" dirty="0">
                <a:solidFill>
                  <a:srgbClr val="C00000"/>
                </a:solidFill>
                <a:latin typeface="Times New Roman"/>
                <a:ea typeface="Times New Roman"/>
              </a:rPr>
              <a:t>аъриф</a:t>
            </a:r>
            <a:r>
              <a:rPr lang="ru-RU" sz="2000" b="1" dirty="0">
                <a:solidFill>
                  <a:srgbClr val="C00000"/>
                </a:solidFill>
                <a:latin typeface="Times New Roman"/>
                <a:ea typeface="Times New Roman"/>
              </a:rPr>
              <a:t>.</a:t>
            </a:r>
            <a:r>
              <a:rPr lang="ru-RU" sz="2000" dirty="0">
                <a:solidFill>
                  <a:srgbClr val="C00000"/>
                </a:solidFill>
                <a:latin typeface="Times New Roman"/>
                <a:ea typeface="Times New Roman"/>
              </a:rPr>
              <a:t> </a:t>
            </a:r>
            <a:r>
              <a:rPr lang="en-US" sz="2000" b="1" i="1" dirty="0" smtClean="0">
                <a:latin typeface="Times New Roman"/>
                <a:ea typeface="Times New Roman"/>
              </a:rPr>
              <a:t>n</a:t>
            </a:r>
            <a:r>
              <a:rPr lang="uz-Cyrl-UZ" sz="2000" dirty="0" smtClean="0">
                <a:latin typeface="Times New Roman"/>
                <a:ea typeface="Times New Roman"/>
              </a:rPr>
              <a:t> </a:t>
            </a:r>
            <a:r>
              <a:rPr lang="ru-RU" sz="2000" dirty="0" smtClean="0">
                <a:latin typeface="Times New Roman"/>
                <a:ea typeface="Times New Roman"/>
              </a:rPr>
              <a:t>та учли </a:t>
            </a:r>
            <a:r>
              <a:rPr lang="ru-RU" sz="2000" u="sng" dirty="0" err="1">
                <a:latin typeface="Times New Roman"/>
                <a:ea typeface="Times New Roman"/>
              </a:rPr>
              <a:t>ориентирланган</a:t>
            </a:r>
            <a:r>
              <a:rPr lang="ru-RU" sz="2000" dirty="0">
                <a:latin typeface="Times New Roman"/>
                <a:ea typeface="Times New Roman"/>
              </a:rPr>
              <a:t> </a:t>
            </a:r>
            <a:r>
              <a:rPr lang="ru-RU" sz="2000" dirty="0" err="1">
                <a:latin typeface="Times New Roman"/>
                <a:ea typeface="Times New Roman"/>
              </a:rPr>
              <a:t>белгили</a:t>
            </a:r>
            <a:r>
              <a:rPr lang="ru-RU" sz="2000" dirty="0">
                <a:latin typeface="Times New Roman"/>
                <a:ea typeface="Times New Roman"/>
              </a:rPr>
              <a:t> граф </a:t>
            </a:r>
            <a:r>
              <a:rPr lang="ru-RU" sz="2000" dirty="0" err="1">
                <a:latin typeface="Times New Roman"/>
                <a:ea typeface="Times New Roman"/>
              </a:rPr>
              <a:t>учун</a:t>
            </a:r>
            <a:r>
              <a:rPr lang="ru-RU" sz="2000" dirty="0">
                <a:latin typeface="Times New Roman"/>
                <a:ea typeface="Times New Roman"/>
              </a:rPr>
              <a:t> </a:t>
            </a:r>
            <a:r>
              <a:rPr lang="ru-RU" sz="2000" b="1" dirty="0" err="1" smtClean="0">
                <a:latin typeface="Times New Roman"/>
                <a:ea typeface="Times New Roman"/>
              </a:rPr>
              <a:t>ёндошлик</a:t>
            </a:r>
            <a:r>
              <a:rPr lang="ru-RU" sz="2000" b="1" dirty="0" smtClean="0">
                <a:latin typeface="Times New Roman"/>
                <a:ea typeface="Times New Roman"/>
              </a:rPr>
              <a:t> </a:t>
            </a:r>
            <a:r>
              <a:rPr lang="ru-RU" sz="2000" b="1" dirty="0" err="1">
                <a:latin typeface="Times New Roman"/>
                <a:ea typeface="Times New Roman"/>
              </a:rPr>
              <a:t>матрицаси</a:t>
            </a:r>
            <a:r>
              <a:rPr lang="ru-RU" sz="2000" b="1" dirty="0">
                <a:latin typeface="Times New Roman"/>
                <a:ea typeface="Times New Roman"/>
              </a:rPr>
              <a:t> </a:t>
            </a:r>
            <a:r>
              <a:rPr lang="ru-RU" sz="2000" dirty="0" err="1" smtClean="0">
                <a:latin typeface="Times New Roman"/>
                <a:ea typeface="Times New Roman"/>
              </a:rPr>
              <a:t>деб</a:t>
            </a:r>
            <a:r>
              <a:rPr lang="ru-RU" sz="2000" dirty="0" smtClean="0">
                <a:latin typeface="Times New Roman"/>
                <a:ea typeface="Times New Roman"/>
              </a:rPr>
              <a:t> </a:t>
            </a:r>
            <a:r>
              <a:rPr lang="uz-Cyrl-UZ" sz="2000" dirty="0" smtClean="0">
                <a:latin typeface="Times New Roman"/>
                <a:ea typeface="Times New Roman"/>
              </a:rPr>
              <a:t>қ</a:t>
            </a:r>
            <a:r>
              <a:rPr lang="ru-RU" sz="2000" dirty="0" err="1">
                <a:latin typeface="Times New Roman"/>
                <a:ea typeface="Times New Roman"/>
              </a:rPr>
              <a:t>уйидаги</a:t>
            </a:r>
            <a:r>
              <a:rPr lang="ru-RU" sz="2000" dirty="0">
                <a:latin typeface="Times New Roman"/>
                <a:ea typeface="Times New Roman"/>
              </a:rPr>
              <a:t> </a:t>
            </a:r>
            <a:r>
              <a:rPr lang="ru-RU" sz="2000" dirty="0" err="1">
                <a:latin typeface="Times New Roman"/>
                <a:ea typeface="Times New Roman"/>
              </a:rPr>
              <a:t>тенглик</a:t>
            </a:r>
            <a:r>
              <a:rPr lang="ru-RU" sz="2000" dirty="0">
                <a:latin typeface="Times New Roman"/>
                <a:ea typeface="Times New Roman"/>
              </a:rPr>
              <a:t> </a:t>
            </a:r>
            <a:r>
              <a:rPr lang="ru-RU" sz="2000" dirty="0" err="1">
                <a:latin typeface="Times New Roman"/>
                <a:ea typeface="Times New Roman"/>
              </a:rPr>
              <a:t>билан</a:t>
            </a:r>
            <a:r>
              <a:rPr lang="ru-RU" sz="2000" dirty="0">
                <a:latin typeface="Times New Roman"/>
                <a:ea typeface="Times New Roman"/>
              </a:rPr>
              <a:t> </a:t>
            </a:r>
            <a:r>
              <a:rPr lang="ru-RU" sz="2000" dirty="0" err="1">
                <a:latin typeface="Times New Roman"/>
                <a:ea typeface="Times New Roman"/>
              </a:rPr>
              <a:t>ани</a:t>
            </a:r>
            <a:r>
              <a:rPr lang="uz-Cyrl-UZ" sz="2000" dirty="0">
                <a:latin typeface="Times New Roman"/>
                <a:ea typeface="Times New Roman"/>
              </a:rPr>
              <a:t>қ</a:t>
            </a:r>
            <a:r>
              <a:rPr lang="ru-RU" sz="2000" dirty="0" err="1" smtClean="0">
                <a:latin typeface="Times New Roman"/>
                <a:ea typeface="Times New Roman"/>
              </a:rPr>
              <a:t>ланувчи</a:t>
            </a:r>
            <a:r>
              <a:rPr lang="ru-RU" sz="2000" dirty="0" smtClean="0">
                <a:latin typeface="Times New Roman"/>
                <a:ea typeface="Times New Roman"/>
              </a:rPr>
              <a:t> </a:t>
            </a:r>
            <a:r>
              <a:rPr lang="ru-RU" sz="2000" b="1" i="1" dirty="0" smtClean="0">
                <a:latin typeface="Times New Roman"/>
                <a:ea typeface="Times New Roman"/>
              </a:rPr>
              <a:t>А</a:t>
            </a:r>
            <a:r>
              <a:rPr lang="ru-RU" sz="2000" b="1" i="1" dirty="0" smtClean="0">
                <a:latin typeface="Times New Roman"/>
                <a:ea typeface="Times New Roman"/>
              </a:rPr>
              <a:t>=( а</a:t>
            </a:r>
            <a:r>
              <a:rPr lang="en-US" sz="2000" b="1" i="1" baseline="-25000" dirty="0" err="1" smtClean="0">
                <a:latin typeface="Times New Roman"/>
                <a:ea typeface="Times New Roman"/>
              </a:rPr>
              <a:t>ij</a:t>
            </a:r>
            <a:r>
              <a:rPr lang="uz-Cyrl-UZ" sz="2000" b="1" i="1" baseline="-25000" dirty="0" smtClean="0">
                <a:latin typeface="Times New Roman"/>
                <a:ea typeface="Times New Roman"/>
              </a:rPr>
              <a:t> </a:t>
            </a:r>
            <a:r>
              <a:rPr lang="ru-RU" sz="2000" b="1" i="1" dirty="0" smtClean="0">
                <a:latin typeface="Times New Roman"/>
                <a:ea typeface="Times New Roman"/>
              </a:rPr>
              <a:t>)</a:t>
            </a:r>
            <a:r>
              <a:rPr lang="ru-RU" sz="2000" i="1" dirty="0" smtClean="0">
                <a:latin typeface="Times New Roman"/>
                <a:ea typeface="Times New Roman"/>
              </a:rPr>
              <a:t>, </a:t>
            </a:r>
            <a:r>
              <a:rPr lang="en-US" sz="2000" i="1" dirty="0" err="1">
                <a:latin typeface="Times New Roman"/>
                <a:ea typeface="Times New Roman"/>
              </a:rPr>
              <a:t>i</a:t>
            </a:r>
            <a:r>
              <a:rPr lang="ru-RU" sz="2000" i="1" dirty="0" smtClean="0">
                <a:latin typeface="Times New Roman"/>
                <a:ea typeface="Times New Roman"/>
              </a:rPr>
              <a:t>, </a:t>
            </a:r>
            <a:r>
              <a:rPr lang="en-US" sz="2000" i="1" dirty="0" smtClean="0">
                <a:latin typeface="Times New Roman"/>
                <a:ea typeface="Times New Roman"/>
              </a:rPr>
              <a:t>j</a:t>
            </a:r>
            <a:r>
              <a:rPr lang="uz-Cyrl-UZ" sz="2000" dirty="0" smtClean="0">
                <a:latin typeface="Times New Roman"/>
                <a:ea typeface="Times New Roman"/>
              </a:rPr>
              <a:t> </a:t>
            </a:r>
            <a:r>
              <a:rPr lang="ru-RU" sz="2000" dirty="0" smtClean="0">
                <a:latin typeface="Times New Roman"/>
                <a:ea typeface="Times New Roman"/>
              </a:rPr>
              <a:t>= 1,2,…, </a:t>
            </a:r>
            <a:r>
              <a:rPr lang="en-US" sz="2000" i="1" dirty="0" smtClean="0">
                <a:latin typeface="Times New Roman"/>
                <a:ea typeface="Times New Roman"/>
              </a:rPr>
              <a:t>n</a:t>
            </a:r>
            <a:r>
              <a:rPr lang="uz-Cyrl-UZ" sz="2000" dirty="0" smtClean="0">
                <a:latin typeface="Times New Roman"/>
                <a:ea typeface="Times New Roman"/>
              </a:rPr>
              <a:t> </a:t>
            </a:r>
            <a:r>
              <a:rPr lang="ru-RU" sz="2000" dirty="0">
                <a:latin typeface="Times New Roman"/>
                <a:ea typeface="Times New Roman"/>
              </a:rPr>
              <a:t>матрица </a:t>
            </a:r>
            <a:r>
              <a:rPr lang="ru-RU" sz="2000" dirty="0" err="1">
                <a:latin typeface="Times New Roman"/>
                <a:ea typeface="Times New Roman"/>
              </a:rPr>
              <a:t>элементларига</a:t>
            </a:r>
            <a:r>
              <a:rPr lang="ru-RU" sz="2000" dirty="0">
                <a:latin typeface="Times New Roman"/>
                <a:ea typeface="Times New Roman"/>
              </a:rPr>
              <a:t> </a:t>
            </a:r>
            <a:r>
              <a:rPr lang="ru-RU" sz="2000" dirty="0" err="1" smtClean="0">
                <a:latin typeface="Times New Roman"/>
                <a:ea typeface="Times New Roman"/>
              </a:rPr>
              <a:t>айтилади</a:t>
            </a:r>
            <a:r>
              <a:rPr lang="ru-RU" sz="2000" dirty="0">
                <a:latin typeface="Times New Roman"/>
                <a:ea typeface="Times New Roman"/>
              </a:rPr>
              <a:t>:</a:t>
            </a:r>
            <a:endParaRPr lang="uz-Cyrl-UZ" sz="2000" dirty="0">
              <a:latin typeface="Times New Roman"/>
              <a:ea typeface="Times New Roman"/>
            </a:endParaRPr>
          </a:p>
          <a:p>
            <a:pPr algn="just">
              <a:spcAft>
                <a:spcPts val="0"/>
              </a:spcAft>
            </a:pPr>
            <a:endParaRPr lang="uz-Cyrl-UZ" sz="2000" dirty="0">
              <a:effectLst/>
              <a:latin typeface="Times New Roman"/>
              <a:ea typeface="Times New Roman"/>
            </a:endParaRPr>
          </a:p>
        </p:txBody>
      </p:sp>
      <p:pic>
        <p:nvPicPr>
          <p:cNvPr id="16" name="Рисунок 15"/>
          <p:cNvPicPr/>
          <p:nvPr/>
        </p:nvPicPr>
        <p:blipFill rotWithShape="1">
          <a:blip r:embed="rId2"/>
          <a:srcRect l="24232" t="45380" r="18789" b="45568"/>
          <a:stretch/>
        </p:blipFill>
        <p:spPr bwMode="auto">
          <a:xfrm>
            <a:off x="791580" y="1484784"/>
            <a:ext cx="7740860" cy="756084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7" name="Picture 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98" b="2997"/>
          <a:stretch/>
        </p:blipFill>
        <p:spPr bwMode="auto">
          <a:xfrm>
            <a:off x="2089905" y="2600908"/>
            <a:ext cx="4750347" cy="15728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Рисунок 17"/>
          <p:cNvPicPr/>
          <p:nvPr/>
        </p:nvPicPr>
        <p:blipFill rotWithShape="1">
          <a:blip r:embed="rId4"/>
          <a:srcRect l="18537" t="40491" r="66168" b="32909"/>
          <a:stretch/>
        </p:blipFill>
        <p:spPr bwMode="auto">
          <a:xfrm>
            <a:off x="2879812" y="4509120"/>
            <a:ext cx="2088000" cy="176400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0103737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lowchart: Process 9"/>
          <p:cNvSpPr/>
          <p:nvPr/>
        </p:nvSpPr>
        <p:spPr>
          <a:xfrm>
            <a:off x="97020" y="146203"/>
            <a:ext cx="8984810" cy="6634662"/>
          </a:xfrm>
          <a:prstGeom prst="flowChartProcess">
            <a:avLst/>
          </a:prstGeom>
          <a:noFill/>
          <a:ln w="19050">
            <a:solidFill>
              <a:srgbClr val="002060"/>
            </a:solidFill>
          </a:ln>
          <a:effectLst>
            <a:glow rad="101600">
              <a:schemeClr val="accent1">
                <a:satMod val="175000"/>
                <a:alpha val="4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  <p:cxnSp>
        <p:nvCxnSpPr>
          <p:cNvPr id="6" name="Straight Connector 5"/>
          <p:cNvCxnSpPr/>
          <p:nvPr/>
        </p:nvCxnSpPr>
        <p:spPr>
          <a:xfrm>
            <a:off x="285720" y="260648"/>
            <a:ext cx="8568000" cy="1588"/>
          </a:xfrm>
          <a:prstGeom prst="line">
            <a:avLst/>
          </a:prstGeom>
          <a:ln>
            <a:solidFill>
              <a:schemeClr val="accent2">
                <a:lumMod val="50000"/>
              </a:schemeClr>
            </a:solidFill>
            <a:headEnd type="diamond" w="med" len="med"/>
            <a:tailEnd type="diamond" w="med" len="med"/>
          </a:ln>
          <a:effectLst>
            <a:glow rad="63500">
              <a:schemeClr val="accent3">
                <a:satMod val="175000"/>
                <a:alpha val="4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" name="AutoShape 13" descr="Точечные ромбики"/>
          <p:cNvSpPr>
            <a:spLocks noChangeArrowheads="1"/>
          </p:cNvSpPr>
          <p:nvPr/>
        </p:nvSpPr>
        <p:spPr bwMode="auto">
          <a:xfrm>
            <a:off x="142875" y="404664"/>
            <a:ext cx="8856663" cy="6084016"/>
          </a:xfrm>
          <a:prstGeom prst="foldedCorner">
            <a:avLst>
              <a:gd name="adj" fmla="val 4333"/>
            </a:avLst>
          </a:prstGeom>
          <a:pattFill prst="dotDmnd">
            <a:fgClr>
              <a:schemeClr val="bg2"/>
            </a:fgClr>
            <a:bgClr>
              <a:schemeClr val="bg1"/>
            </a:bgClr>
          </a:pattFill>
          <a:ln w="15875">
            <a:solidFill>
              <a:srgbClr val="000080"/>
            </a:solidFill>
            <a:round/>
            <a:headEnd/>
            <a:tailEnd/>
          </a:ln>
          <a:effectLst>
            <a:prstShdw prst="shdw17" dist="17961" dir="2700000">
              <a:srgbClr val="00004D">
                <a:alpha val="50000"/>
              </a:srgbClr>
            </a:prstShdw>
          </a:effectLst>
        </p:spPr>
        <p:txBody>
          <a:bodyPr bIns="0" anchor="t" anchorCtr="0">
            <a:norm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1pPr>
            <a:lvl2pPr marL="1258888" indent="-34290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2pPr>
            <a:lvl3pPr marL="1781175" indent="-34290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3pPr>
            <a:lvl4pPr marL="2303463" indent="-34290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4pPr>
            <a:lvl5pPr marL="2825750" indent="-34290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5pPr>
            <a:lvl6pPr marL="328295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6pPr>
            <a:lvl7pPr marL="374015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7pPr>
            <a:lvl8pPr marL="419735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8pPr>
            <a:lvl9pPr marL="465455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indent="449580" algn="just">
              <a:spcAft>
                <a:spcPts val="0"/>
              </a:spcAft>
            </a:pPr>
            <a:endParaRPr lang="ru-RU" dirty="0" smtClean="0"/>
          </a:p>
          <a:p>
            <a:pPr indent="449580" algn="just">
              <a:spcAft>
                <a:spcPts val="0"/>
              </a:spcAft>
            </a:pPr>
            <a:endParaRPr lang="ru-RU" dirty="0"/>
          </a:p>
          <a:p>
            <a:pPr indent="449580" algn="just">
              <a:spcAft>
                <a:spcPts val="0"/>
              </a:spcAft>
            </a:pPr>
            <a:endParaRPr lang="ru-RU" dirty="0" smtClean="0"/>
          </a:p>
          <a:p>
            <a:pPr indent="449580" algn="just">
              <a:spcAft>
                <a:spcPts val="0"/>
              </a:spcAft>
            </a:pPr>
            <a:endParaRPr lang="ru-RU" dirty="0"/>
          </a:p>
          <a:p>
            <a:pPr indent="449580" algn="just">
              <a:spcAft>
                <a:spcPts val="0"/>
              </a:spcAft>
            </a:pPr>
            <a:endParaRPr lang="ru-RU" dirty="0" smtClean="0"/>
          </a:p>
          <a:p>
            <a:pPr indent="449580" algn="just">
              <a:spcAft>
                <a:spcPts val="0"/>
              </a:spcAft>
            </a:pPr>
            <a:endParaRPr lang="ru-RU" dirty="0"/>
          </a:p>
          <a:p>
            <a:pPr indent="449580" algn="just">
              <a:spcAft>
                <a:spcPts val="0"/>
              </a:spcAft>
            </a:pPr>
            <a:endParaRPr lang="ru-RU" sz="1200" dirty="0" smtClean="0"/>
          </a:p>
          <a:p>
            <a:pPr indent="449580" algn="just">
              <a:spcAft>
                <a:spcPts val="0"/>
              </a:spcAft>
            </a:pPr>
            <a:endParaRPr lang="en-US" sz="2000" b="1" dirty="0" smtClean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449580" algn="just">
              <a:spcAft>
                <a:spcPts val="0"/>
              </a:spcAft>
            </a:pPr>
            <a:endParaRPr lang="en-US" sz="20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449580" algn="just">
              <a:spcAft>
                <a:spcPts val="0"/>
              </a:spcAft>
            </a:pPr>
            <a:endParaRPr lang="en-US" sz="2000" b="1" dirty="0" smtClean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449580" algn="just">
              <a:spcAft>
                <a:spcPts val="0"/>
              </a:spcAft>
            </a:pPr>
            <a:endParaRPr lang="uz-Cyrl-UZ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449580" algn="just">
              <a:spcAft>
                <a:spcPts val="0"/>
              </a:spcAft>
            </a:pPr>
            <a:endParaRPr lang="uz-Cyrl-UZ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449580" algn="just">
              <a:spcAft>
                <a:spcPts val="0"/>
              </a:spcAft>
            </a:pPr>
            <a:endParaRPr lang="uz-Cyrl-UZ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449580" algn="just">
              <a:spcAft>
                <a:spcPts val="0"/>
              </a:spcAft>
            </a:pPr>
            <a:endParaRPr lang="uz-Cyrl-UZ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449580" algn="just">
              <a:spcAft>
                <a:spcPts val="0"/>
              </a:spcAft>
            </a:pPr>
            <a:endParaRPr lang="uz-Cyrl-UZ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09" name="Line 16"/>
          <p:cNvSpPr>
            <a:spLocks noChangeShapeType="1"/>
          </p:cNvSpPr>
          <p:nvPr/>
        </p:nvSpPr>
        <p:spPr bwMode="auto">
          <a:xfrm>
            <a:off x="323850" y="6669360"/>
            <a:ext cx="8461375" cy="0"/>
          </a:xfrm>
          <a:prstGeom prst="line">
            <a:avLst/>
          </a:prstGeom>
          <a:noFill/>
          <a:ln w="127000">
            <a:pattFill prst="dkHorz">
              <a:fgClr>
                <a:schemeClr val="tx1"/>
              </a:fgClr>
              <a:bgClr>
                <a:srgbClr val="FFFFFF"/>
              </a:bgClr>
            </a:pattFill>
            <a:round/>
            <a:headEnd/>
            <a:tailEnd/>
          </a:ln>
          <a:effectLst>
            <a:prstShdw prst="shdw17" dist="17961" dir="2700000">
              <a:schemeClr val="tx1">
                <a:gamma/>
                <a:shade val="60000"/>
                <a:invGamma/>
              </a:schemeClr>
            </a:prstShdw>
          </a:effectLst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1" name="Прямоугольник 10"/>
          <p:cNvSpPr/>
          <p:nvPr/>
        </p:nvSpPr>
        <p:spPr>
          <a:xfrm>
            <a:off x="219707" y="476672"/>
            <a:ext cx="8703627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55600" algn="just">
              <a:spcAft>
                <a:spcPts val="0"/>
              </a:spcAft>
            </a:pPr>
            <a:r>
              <a:rPr lang="ru-RU" sz="2000" b="1" dirty="0">
                <a:solidFill>
                  <a:srgbClr val="C00000"/>
                </a:solidFill>
                <a:latin typeface="Times New Roman"/>
                <a:ea typeface="Times New Roman"/>
              </a:rPr>
              <a:t>Т</a:t>
            </a:r>
            <a:r>
              <a:rPr lang="uz-Cyrl-UZ" sz="2000" b="1" dirty="0">
                <a:solidFill>
                  <a:srgbClr val="C00000"/>
                </a:solidFill>
                <a:latin typeface="Times New Roman"/>
                <a:ea typeface="Times New Roman"/>
              </a:rPr>
              <a:t>аъриф</a:t>
            </a:r>
            <a:r>
              <a:rPr lang="ru-RU" sz="2000" b="1" dirty="0">
                <a:solidFill>
                  <a:srgbClr val="C00000"/>
                </a:solidFill>
                <a:latin typeface="Times New Roman"/>
                <a:ea typeface="Times New Roman"/>
              </a:rPr>
              <a:t>.</a:t>
            </a:r>
            <a:r>
              <a:rPr lang="ru-RU" sz="2000" dirty="0">
                <a:solidFill>
                  <a:srgbClr val="C00000"/>
                </a:solidFill>
                <a:latin typeface="Times New Roman"/>
                <a:ea typeface="Times New Roman"/>
              </a:rPr>
              <a:t> </a:t>
            </a:r>
            <a:r>
              <a:rPr lang="en-US" sz="2000" b="1" i="1" dirty="0" smtClean="0">
                <a:latin typeface="Times New Roman"/>
                <a:ea typeface="Times New Roman"/>
              </a:rPr>
              <a:t>n</a:t>
            </a:r>
            <a:r>
              <a:rPr lang="en-US" sz="2000" dirty="0" smtClean="0">
                <a:latin typeface="Times New Roman"/>
                <a:ea typeface="Times New Roman"/>
              </a:rPr>
              <a:t> </a:t>
            </a:r>
            <a:r>
              <a:rPr lang="ru-RU" sz="2000" dirty="0">
                <a:latin typeface="Times New Roman"/>
                <a:ea typeface="Times New Roman"/>
              </a:rPr>
              <a:t>та </a:t>
            </a:r>
            <a:r>
              <a:rPr lang="ru-RU" sz="2000" dirty="0" err="1" smtClean="0">
                <a:latin typeface="Times New Roman"/>
                <a:ea typeface="Times New Roman"/>
              </a:rPr>
              <a:t>уч</a:t>
            </a:r>
            <a:r>
              <a:rPr lang="ru-RU" sz="2000" dirty="0" smtClean="0">
                <a:latin typeface="Times New Roman"/>
                <a:ea typeface="Times New Roman"/>
              </a:rPr>
              <a:t> </a:t>
            </a:r>
            <a:r>
              <a:rPr lang="ru-RU" sz="2000" dirty="0" err="1" smtClean="0">
                <a:latin typeface="Times New Roman"/>
                <a:ea typeface="Times New Roman"/>
              </a:rPr>
              <a:t>ва</a:t>
            </a:r>
            <a:r>
              <a:rPr lang="ru-RU" sz="2000" dirty="0" smtClean="0">
                <a:latin typeface="Times New Roman"/>
                <a:ea typeface="Times New Roman"/>
              </a:rPr>
              <a:t> </a:t>
            </a:r>
            <a:r>
              <a:rPr lang="en-US" sz="2000" b="1" i="1" dirty="0" smtClean="0">
                <a:latin typeface="Times New Roman"/>
                <a:ea typeface="Times New Roman"/>
              </a:rPr>
              <a:t>m</a:t>
            </a:r>
            <a:r>
              <a:rPr lang="en-US" sz="2000" dirty="0" smtClean="0">
                <a:latin typeface="Times New Roman"/>
                <a:ea typeface="Times New Roman"/>
              </a:rPr>
              <a:t> </a:t>
            </a:r>
            <a:r>
              <a:rPr lang="ru-RU" sz="2000" dirty="0" smtClean="0">
                <a:latin typeface="Times New Roman"/>
                <a:ea typeface="Times New Roman"/>
              </a:rPr>
              <a:t>та </a:t>
            </a:r>
            <a:r>
              <a:rPr lang="ru-RU" sz="2000" dirty="0" err="1" smtClean="0">
                <a:latin typeface="Times New Roman"/>
                <a:ea typeface="Times New Roman"/>
              </a:rPr>
              <a:t>қиррадан</a:t>
            </a:r>
            <a:r>
              <a:rPr lang="ru-RU" sz="2000" dirty="0" smtClean="0">
                <a:latin typeface="Times New Roman"/>
                <a:ea typeface="Times New Roman"/>
              </a:rPr>
              <a:t> </a:t>
            </a:r>
            <a:r>
              <a:rPr lang="ru-RU" sz="2000" dirty="0" err="1" smtClean="0">
                <a:latin typeface="Times New Roman"/>
                <a:ea typeface="Times New Roman"/>
              </a:rPr>
              <a:t>иборат</a:t>
            </a:r>
            <a:r>
              <a:rPr lang="ru-RU" sz="2000" dirty="0" smtClean="0">
                <a:latin typeface="Times New Roman"/>
                <a:ea typeface="Times New Roman"/>
              </a:rPr>
              <a:t> </a:t>
            </a:r>
            <a:r>
              <a:rPr lang="ru-RU" sz="2000" u="sng" dirty="0" err="1" smtClean="0">
                <a:latin typeface="Times New Roman"/>
                <a:ea typeface="Times New Roman"/>
              </a:rPr>
              <a:t>ориентирланмаган</a:t>
            </a:r>
            <a:r>
              <a:rPr lang="ru-RU" sz="2000" dirty="0" smtClean="0">
                <a:latin typeface="Times New Roman"/>
                <a:ea typeface="Times New Roman"/>
              </a:rPr>
              <a:t> граф </a:t>
            </a:r>
            <a:r>
              <a:rPr lang="ru-RU" sz="2000" dirty="0" err="1" smtClean="0">
                <a:latin typeface="Times New Roman"/>
                <a:ea typeface="Times New Roman"/>
              </a:rPr>
              <a:t>учун</a:t>
            </a:r>
            <a:r>
              <a:rPr lang="ru-RU" sz="2000" dirty="0" smtClean="0">
                <a:latin typeface="Times New Roman"/>
                <a:ea typeface="Times New Roman"/>
              </a:rPr>
              <a:t> </a:t>
            </a:r>
            <a:r>
              <a:rPr lang="ru-RU" sz="2000" b="1" dirty="0" err="1" smtClean="0">
                <a:latin typeface="Times New Roman"/>
                <a:ea typeface="Times New Roman"/>
              </a:rPr>
              <a:t>инцидентлик</a:t>
            </a:r>
            <a:r>
              <a:rPr lang="ru-RU" sz="2000" b="1" dirty="0" smtClean="0">
                <a:latin typeface="Times New Roman"/>
                <a:ea typeface="Times New Roman"/>
              </a:rPr>
              <a:t> (</a:t>
            </a:r>
            <a:r>
              <a:rPr lang="ru-RU" sz="2000" b="1" dirty="0" err="1">
                <a:latin typeface="Times New Roman"/>
                <a:ea typeface="Times New Roman"/>
              </a:rPr>
              <a:t>тўқнашишлик</a:t>
            </a:r>
            <a:r>
              <a:rPr lang="ru-RU" sz="2000" b="1" dirty="0">
                <a:latin typeface="Times New Roman"/>
                <a:ea typeface="Times New Roman"/>
              </a:rPr>
              <a:t>) </a:t>
            </a:r>
            <a:r>
              <a:rPr lang="ru-RU" sz="2000" b="1" dirty="0" err="1">
                <a:latin typeface="Times New Roman"/>
                <a:ea typeface="Times New Roman"/>
              </a:rPr>
              <a:t>матрицаси</a:t>
            </a:r>
            <a:r>
              <a:rPr lang="ru-RU" sz="2000" dirty="0">
                <a:latin typeface="Times New Roman"/>
                <a:ea typeface="Times New Roman"/>
              </a:rPr>
              <a:t> </a:t>
            </a:r>
            <a:r>
              <a:rPr lang="ru-RU" sz="2000" dirty="0" err="1">
                <a:latin typeface="Times New Roman"/>
                <a:ea typeface="Times New Roman"/>
              </a:rPr>
              <a:t>деб</a:t>
            </a:r>
            <a:r>
              <a:rPr lang="ru-RU" sz="2000" dirty="0">
                <a:latin typeface="Times New Roman"/>
                <a:ea typeface="Times New Roman"/>
              </a:rPr>
              <a:t>, </a:t>
            </a:r>
            <a:r>
              <a:rPr lang="ru-RU" sz="2000" dirty="0" err="1" smtClean="0">
                <a:latin typeface="Times New Roman"/>
                <a:ea typeface="Times New Roman"/>
              </a:rPr>
              <a:t>шундай</a:t>
            </a:r>
            <a:r>
              <a:rPr lang="ru-RU" sz="2000" dirty="0" smtClean="0">
                <a:latin typeface="Times New Roman"/>
                <a:ea typeface="Times New Roman"/>
              </a:rPr>
              <a:t> </a:t>
            </a:r>
            <a:r>
              <a:rPr lang="ru-RU" sz="2000" b="1" i="1" dirty="0" smtClean="0">
                <a:latin typeface="Times New Roman"/>
                <a:ea typeface="Times New Roman"/>
              </a:rPr>
              <a:t>В</a:t>
            </a:r>
            <a:r>
              <a:rPr lang="ru-RU" sz="2000" b="1" dirty="0" smtClean="0">
                <a:latin typeface="Times New Roman"/>
                <a:ea typeface="Times New Roman"/>
              </a:rPr>
              <a:t>=(</a:t>
            </a:r>
            <a:r>
              <a:rPr lang="en-US" sz="2000" b="1" i="1" dirty="0" err="1" smtClean="0">
                <a:latin typeface="Times New Roman"/>
                <a:ea typeface="Times New Roman"/>
              </a:rPr>
              <a:t>b</a:t>
            </a:r>
            <a:r>
              <a:rPr lang="en-US" sz="2000" b="1" i="1" baseline="-25000" dirty="0" err="1" smtClean="0">
                <a:latin typeface="Times New Roman"/>
                <a:ea typeface="Times New Roman"/>
              </a:rPr>
              <a:t>ij</a:t>
            </a:r>
            <a:r>
              <a:rPr lang="en-US" sz="2000" b="1" dirty="0" smtClean="0">
                <a:latin typeface="Times New Roman"/>
                <a:ea typeface="Times New Roman"/>
              </a:rPr>
              <a:t>)</a:t>
            </a:r>
            <a:r>
              <a:rPr lang="en-US" sz="2000" dirty="0" smtClean="0">
                <a:latin typeface="Times New Roman"/>
                <a:ea typeface="Times New Roman"/>
              </a:rPr>
              <a:t>, </a:t>
            </a:r>
            <a:r>
              <a:rPr lang="en-US" sz="2000" i="1" dirty="0">
                <a:latin typeface="Times New Roman"/>
                <a:ea typeface="Times New Roman"/>
              </a:rPr>
              <a:t>i</a:t>
            </a:r>
            <a:r>
              <a:rPr lang="en-US" sz="2000" dirty="0">
                <a:latin typeface="Times New Roman"/>
                <a:ea typeface="Times New Roman"/>
              </a:rPr>
              <a:t>=1,2……..</a:t>
            </a:r>
            <a:r>
              <a:rPr lang="en-US" sz="2000" i="1" dirty="0">
                <a:latin typeface="Times New Roman"/>
                <a:ea typeface="Times New Roman"/>
              </a:rPr>
              <a:t>n</a:t>
            </a:r>
            <a:r>
              <a:rPr lang="en-US" sz="2000" dirty="0" smtClean="0">
                <a:latin typeface="Times New Roman"/>
                <a:ea typeface="Times New Roman"/>
              </a:rPr>
              <a:t>, </a:t>
            </a:r>
            <a:r>
              <a:rPr lang="en-US" sz="2000" i="1" dirty="0" smtClean="0">
                <a:latin typeface="Times New Roman"/>
                <a:ea typeface="Times New Roman"/>
              </a:rPr>
              <a:t>j</a:t>
            </a:r>
            <a:r>
              <a:rPr lang="en-US" sz="2000" dirty="0" smtClean="0">
                <a:latin typeface="Times New Roman"/>
                <a:ea typeface="Times New Roman"/>
              </a:rPr>
              <a:t>=1,2</a:t>
            </a:r>
            <a:r>
              <a:rPr lang="en-US" sz="2000" dirty="0">
                <a:latin typeface="Times New Roman"/>
                <a:ea typeface="Times New Roman"/>
              </a:rPr>
              <a:t>…..</a:t>
            </a:r>
            <a:r>
              <a:rPr lang="en-US" sz="2000" i="1" dirty="0" smtClean="0">
                <a:latin typeface="Times New Roman"/>
                <a:ea typeface="Times New Roman"/>
              </a:rPr>
              <a:t>m</a:t>
            </a:r>
            <a:r>
              <a:rPr lang="en-US" sz="2000" dirty="0" smtClean="0">
                <a:latin typeface="Times New Roman"/>
                <a:ea typeface="Times New Roman"/>
              </a:rPr>
              <a:t> </a:t>
            </a:r>
            <a:r>
              <a:rPr lang="ru-RU" sz="2000" dirty="0" err="1" smtClean="0">
                <a:latin typeface="Times New Roman"/>
                <a:ea typeface="Times New Roman"/>
              </a:rPr>
              <a:t>матрицага</a:t>
            </a:r>
            <a:r>
              <a:rPr lang="ru-RU" sz="2000" dirty="0" smtClean="0">
                <a:latin typeface="Times New Roman"/>
                <a:ea typeface="Times New Roman"/>
              </a:rPr>
              <a:t> </a:t>
            </a:r>
            <a:r>
              <a:rPr lang="ru-RU" sz="2000" dirty="0" err="1">
                <a:latin typeface="Times New Roman"/>
                <a:ea typeface="Times New Roman"/>
              </a:rPr>
              <a:t>айтиладики</a:t>
            </a:r>
            <a:r>
              <a:rPr lang="ru-RU" sz="2000" dirty="0" smtClean="0">
                <a:latin typeface="Times New Roman"/>
                <a:ea typeface="Times New Roman"/>
              </a:rPr>
              <a:t>, </a:t>
            </a:r>
            <a:r>
              <a:rPr lang="ru-RU" sz="2000" dirty="0" err="1" smtClean="0">
                <a:latin typeface="Times New Roman"/>
                <a:ea typeface="Times New Roman"/>
              </a:rPr>
              <a:t>унда</a:t>
            </a:r>
            <a:r>
              <a:rPr lang="ru-RU" sz="2000" dirty="0" smtClean="0">
                <a:latin typeface="Times New Roman"/>
                <a:ea typeface="Times New Roman"/>
              </a:rPr>
              <a:t> </a:t>
            </a:r>
            <a:r>
              <a:rPr lang="ru-RU" sz="2000" dirty="0" err="1" smtClean="0">
                <a:latin typeface="Times New Roman"/>
                <a:ea typeface="Times New Roman"/>
              </a:rPr>
              <a:t>сатрлар</a:t>
            </a:r>
            <a:r>
              <a:rPr lang="ru-RU" sz="2000" dirty="0" smtClean="0">
                <a:latin typeface="Times New Roman"/>
                <a:ea typeface="Times New Roman"/>
              </a:rPr>
              <a:t> </a:t>
            </a:r>
            <a:r>
              <a:rPr lang="ru-RU" sz="2000" dirty="0">
                <a:latin typeface="Times New Roman"/>
                <a:ea typeface="Times New Roman"/>
              </a:rPr>
              <a:t>граф </a:t>
            </a:r>
            <a:r>
              <a:rPr lang="ru-RU" sz="2000" dirty="0" err="1">
                <a:latin typeface="Times New Roman"/>
                <a:ea typeface="Times New Roman"/>
              </a:rPr>
              <a:t>учларига</a:t>
            </a:r>
            <a:r>
              <a:rPr lang="ru-RU" sz="2000" dirty="0">
                <a:latin typeface="Times New Roman"/>
                <a:ea typeface="Times New Roman"/>
              </a:rPr>
              <a:t>, </a:t>
            </a:r>
            <a:r>
              <a:rPr lang="ru-RU" sz="2000" dirty="0" err="1">
                <a:latin typeface="Times New Roman"/>
                <a:ea typeface="Times New Roman"/>
              </a:rPr>
              <a:t>устунлар</a:t>
            </a:r>
            <a:r>
              <a:rPr lang="ru-RU" sz="2000" dirty="0">
                <a:latin typeface="Times New Roman"/>
                <a:ea typeface="Times New Roman"/>
              </a:rPr>
              <a:t> </a:t>
            </a:r>
            <a:r>
              <a:rPr lang="ru-RU" sz="2000" dirty="0" err="1" smtClean="0">
                <a:latin typeface="Times New Roman"/>
                <a:ea typeface="Times New Roman"/>
              </a:rPr>
              <a:t>эса</a:t>
            </a:r>
            <a:r>
              <a:rPr lang="ru-RU" sz="2000" dirty="0" smtClean="0">
                <a:latin typeface="Times New Roman"/>
                <a:ea typeface="Times New Roman"/>
              </a:rPr>
              <a:t> </a:t>
            </a:r>
            <a:r>
              <a:rPr lang="ru-RU" sz="2000" dirty="0" err="1" smtClean="0">
                <a:latin typeface="Times New Roman"/>
                <a:ea typeface="Times New Roman"/>
              </a:rPr>
              <a:t>қирраларга</a:t>
            </a:r>
            <a:r>
              <a:rPr lang="ru-RU" sz="2000" dirty="0" smtClean="0">
                <a:latin typeface="Times New Roman"/>
                <a:ea typeface="Times New Roman"/>
              </a:rPr>
              <a:t> </a:t>
            </a:r>
            <a:r>
              <a:rPr lang="ru-RU" sz="2000" dirty="0" err="1">
                <a:latin typeface="Times New Roman"/>
                <a:ea typeface="Times New Roman"/>
              </a:rPr>
              <a:t>мос</a:t>
            </a:r>
            <a:r>
              <a:rPr lang="ru-RU" sz="2000" dirty="0">
                <a:latin typeface="Times New Roman"/>
                <a:ea typeface="Times New Roman"/>
              </a:rPr>
              <a:t> </a:t>
            </a:r>
            <a:r>
              <a:rPr lang="ru-RU" sz="2000" dirty="0" err="1">
                <a:latin typeface="Times New Roman"/>
                <a:ea typeface="Times New Roman"/>
              </a:rPr>
              <a:t>келиб</a:t>
            </a:r>
            <a:r>
              <a:rPr lang="ru-RU" sz="2000" dirty="0">
                <a:latin typeface="Times New Roman"/>
                <a:ea typeface="Times New Roman"/>
              </a:rPr>
              <a:t>, </a:t>
            </a:r>
            <a:r>
              <a:rPr lang="ru-RU" sz="2000" dirty="0" err="1">
                <a:latin typeface="Times New Roman"/>
                <a:ea typeface="Times New Roman"/>
              </a:rPr>
              <a:t>элементлари</a:t>
            </a:r>
            <a:r>
              <a:rPr lang="ru-RU" sz="2000" dirty="0">
                <a:latin typeface="Times New Roman"/>
                <a:ea typeface="Times New Roman"/>
              </a:rPr>
              <a:t> </a:t>
            </a:r>
            <a:r>
              <a:rPr lang="ru-RU" sz="2000" dirty="0" err="1">
                <a:latin typeface="Times New Roman"/>
                <a:ea typeface="Times New Roman"/>
              </a:rPr>
              <a:t>қуйидаги</a:t>
            </a:r>
            <a:r>
              <a:rPr lang="ru-RU" sz="2000" dirty="0">
                <a:latin typeface="Times New Roman"/>
                <a:ea typeface="Times New Roman"/>
              </a:rPr>
              <a:t> </a:t>
            </a:r>
            <a:r>
              <a:rPr lang="ru-RU" sz="2000" dirty="0" err="1">
                <a:latin typeface="Times New Roman"/>
                <a:ea typeface="Times New Roman"/>
              </a:rPr>
              <a:t>тенглик</a:t>
            </a:r>
            <a:r>
              <a:rPr lang="ru-RU" sz="2000" dirty="0">
                <a:latin typeface="Times New Roman"/>
                <a:ea typeface="Times New Roman"/>
              </a:rPr>
              <a:t> </a:t>
            </a:r>
            <a:r>
              <a:rPr lang="ru-RU" sz="2000" dirty="0" err="1">
                <a:latin typeface="Times New Roman"/>
                <a:ea typeface="Times New Roman"/>
              </a:rPr>
              <a:t>билан</a:t>
            </a:r>
            <a:r>
              <a:rPr lang="ru-RU" sz="2000" dirty="0">
                <a:latin typeface="Times New Roman"/>
                <a:ea typeface="Times New Roman"/>
              </a:rPr>
              <a:t> </a:t>
            </a:r>
            <a:r>
              <a:rPr lang="ru-RU" sz="2000" dirty="0" err="1" smtClean="0">
                <a:latin typeface="Times New Roman"/>
                <a:ea typeface="Times New Roman"/>
              </a:rPr>
              <a:t>аниқланади</a:t>
            </a:r>
            <a:r>
              <a:rPr lang="ru-RU" sz="2000" dirty="0" smtClean="0">
                <a:latin typeface="Times New Roman"/>
                <a:ea typeface="Times New Roman"/>
              </a:rPr>
              <a:t>:</a:t>
            </a:r>
            <a:endParaRPr lang="uz-Cyrl-UZ" sz="2000" dirty="0">
              <a:effectLst/>
              <a:latin typeface="Times New Roman"/>
              <a:ea typeface="Times New Roman"/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399" y="1880828"/>
            <a:ext cx="7460029" cy="1116124"/>
          </a:xfrm>
          <a:prstGeom prst="rect">
            <a:avLst/>
          </a:prstGeom>
        </p:spPr>
      </p:pic>
      <p:sp>
        <p:nvSpPr>
          <p:cNvPr id="13" name="Прямоугольник 12"/>
          <p:cNvSpPr/>
          <p:nvPr/>
        </p:nvSpPr>
        <p:spPr>
          <a:xfrm>
            <a:off x="202723" y="3437709"/>
            <a:ext cx="8703627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55600" algn="just">
              <a:spcAft>
                <a:spcPts val="0"/>
              </a:spcAft>
            </a:pPr>
            <a:r>
              <a:rPr lang="ru-RU" sz="2000" b="1" dirty="0">
                <a:solidFill>
                  <a:srgbClr val="C00000"/>
                </a:solidFill>
                <a:latin typeface="Times New Roman"/>
                <a:ea typeface="Times New Roman"/>
              </a:rPr>
              <a:t>Т</a:t>
            </a:r>
            <a:r>
              <a:rPr lang="uz-Cyrl-UZ" sz="2000" b="1" dirty="0">
                <a:solidFill>
                  <a:srgbClr val="C00000"/>
                </a:solidFill>
                <a:latin typeface="Times New Roman"/>
                <a:ea typeface="Times New Roman"/>
              </a:rPr>
              <a:t>аъриф</a:t>
            </a:r>
            <a:r>
              <a:rPr lang="ru-RU" sz="2000" b="1" dirty="0">
                <a:solidFill>
                  <a:srgbClr val="C00000"/>
                </a:solidFill>
                <a:latin typeface="Times New Roman"/>
                <a:ea typeface="Times New Roman"/>
              </a:rPr>
              <a:t>.</a:t>
            </a:r>
            <a:r>
              <a:rPr lang="ru-RU" sz="2000" dirty="0">
                <a:solidFill>
                  <a:srgbClr val="C00000"/>
                </a:solidFill>
                <a:latin typeface="Times New Roman"/>
                <a:ea typeface="Times New Roman"/>
              </a:rPr>
              <a:t> </a:t>
            </a:r>
            <a:r>
              <a:rPr lang="en-US" sz="2000" b="1" i="1" dirty="0" smtClean="0">
                <a:latin typeface="Times New Roman"/>
                <a:ea typeface="Times New Roman"/>
              </a:rPr>
              <a:t>n</a:t>
            </a:r>
            <a:r>
              <a:rPr lang="en-US" sz="2000" dirty="0" smtClean="0">
                <a:latin typeface="Times New Roman"/>
                <a:ea typeface="Times New Roman"/>
              </a:rPr>
              <a:t> </a:t>
            </a:r>
            <a:r>
              <a:rPr lang="ru-RU" sz="2000" dirty="0">
                <a:latin typeface="Times New Roman"/>
                <a:ea typeface="Times New Roman"/>
              </a:rPr>
              <a:t>та </a:t>
            </a:r>
            <a:r>
              <a:rPr lang="ru-RU" sz="2000" dirty="0" err="1" smtClean="0">
                <a:latin typeface="Times New Roman"/>
                <a:ea typeface="Times New Roman"/>
              </a:rPr>
              <a:t>уч</a:t>
            </a:r>
            <a:r>
              <a:rPr lang="ru-RU" sz="2000" dirty="0" smtClean="0">
                <a:latin typeface="Times New Roman"/>
                <a:ea typeface="Times New Roman"/>
              </a:rPr>
              <a:t> </a:t>
            </a:r>
            <a:r>
              <a:rPr lang="ru-RU" sz="2000" dirty="0" err="1" smtClean="0">
                <a:latin typeface="Times New Roman"/>
                <a:ea typeface="Times New Roman"/>
              </a:rPr>
              <a:t>ва</a:t>
            </a:r>
            <a:r>
              <a:rPr lang="ru-RU" sz="2000" dirty="0" smtClean="0">
                <a:latin typeface="Times New Roman"/>
                <a:ea typeface="Times New Roman"/>
              </a:rPr>
              <a:t> </a:t>
            </a:r>
            <a:r>
              <a:rPr lang="en-US" sz="2000" b="1" i="1" dirty="0" smtClean="0">
                <a:latin typeface="Times New Roman"/>
                <a:ea typeface="Times New Roman"/>
              </a:rPr>
              <a:t>m</a:t>
            </a:r>
            <a:r>
              <a:rPr lang="en-US" sz="2000" dirty="0" smtClean="0">
                <a:latin typeface="Times New Roman"/>
                <a:ea typeface="Times New Roman"/>
              </a:rPr>
              <a:t> </a:t>
            </a:r>
            <a:r>
              <a:rPr lang="ru-RU" sz="2000" dirty="0" smtClean="0">
                <a:latin typeface="Times New Roman"/>
                <a:ea typeface="Times New Roman"/>
              </a:rPr>
              <a:t>та </a:t>
            </a:r>
            <a:r>
              <a:rPr lang="ru-RU" sz="2000" dirty="0" err="1" smtClean="0">
                <a:latin typeface="Times New Roman"/>
                <a:ea typeface="Times New Roman"/>
              </a:rPr>
              <a:t>қиррадан</a:t>
            </a:r>
            <a:r>
              <a:rPr lang="ru-RU" sz="2000" dirty="0" smtClean="0">
                <a:latin typeface="Times New Roman"/>
                <a:ea typeface="Times New Roman"/>
              </a:rPr>
              <a:t> </a:t>
            </a:r>
            <a:r>
              <a:rPr lang="ru-RU" sz="2000" dirty="0" err="1" smtClean="0">
                <a:latin typeface="Times New Roman"/>
                <a:ea typeface="Times New Roman"/>
              </a:rPr>
              <a:t>иборат</a:t>
            </a:r>
            <a:r>
              <a:rPr lang="ru-RU" sz="2000" dirty="0" smtClean="0">
                <a:latin typeface="Times New Roman"/>
                <a:ea typeface="Times New Roman"/>
              </a:rPr>
              <a:t> </a:t>
            </a:r>
            <a:r>
              <a:rPr lang="ru-RU" sz="2000" u="sng" dirty="0" err="1" smtClean="0">
                <a:latin typeface="Times New Roman"/>
                <a:ea typeface="Times New Roman"/>
              </a:rPr>
              <a:t>ориентирланган</a:t>
            </a:r>
            <a:r>
              <a:rPr lang="ru-RU" sz="2000" dirty="0" smtClean="0">
                <a:latin typeface="Times New Roman"/>
                <a:ea typeface="Times New Roman"/>
              </a:rPr>
              <a:t> граф </a:t>
            </a:r>
            <a:r>
              <a:rPr lang="ru-RU" sz="2000" dirty="0" err="1" smtClean="0">
                <a:latin typeface="Times New Roman"/>
                <a:ea typeface="Times New Roman"/>
              </a:rPr>
              <a:t>учун</a:t>
            </a:r>
            <a:r>
              <a:rPr lang="ru-RU" sz="2000" dirty="0" smtClean="0">
                <a:latin typeface="Times New Roman"/>
                <a:ea typeface="Times New Roman"/>
              </a:rPr>
              <a:t> </a:t>
            </a:r>
            <a:r>
              <a:rPr lang="ru-RU" sz="2000" b="1" dirty="0" err="1" smtClean="0">
                <a:latin typeface="Times New Roman"/>
                <a:ea typeface="Times New Roman"/>
              </a:rPr>
              <a:t>инцидентлик</a:t>
            </a:r>
            <a:r>
              <a:rPr lang="ru-RU" sz="2000" b="1" dirty="0" smtClean="0">
                <a:latin typeface="Times New Roman"/>
                <a:ea typeface="Times New Roman"/>
              </a:rPr>
              <a:t> (</a:t>
            </a:r>
            <a:r>
              <a:rPr lang="ru-RU" sz="2000" b="1" dirty="0" err="1">
                <a:latin typeface="Times New Roman"/>
                <a:ea typeface="Times New Roman"/>
              </a:rPr>
              <a:t>тўқнашишлик</a:t>
            </a:r>
            <a:r>
              <a:rPr lang="ru-RU" sz="2000" b="1" dirty="0">
                <a:latin typeface="Times New Roman"/>
                <a:ea typeface="Times New Roman"/>
              </a:rPr>
              <a:t>) </a:t>
            </a:r>
            <a:r>
              <a:rPr lang="ru-RU" sz="2000" b="1" dirty="0" err="1">
                <a:latin typeface="Times New Roman"/>
                <a:ea typeface="Times New Roman"/>
              </a:rPr>
              <a:t>матрицаси</a:t>
            </a:r>
            <a:r>
              <a:rPr lang="ru-RU" sz="2000" dirty="0">
                <a:latin typeface="Times New Roman"/>
                <a:ea typeface="Times New Roman"/>
              </a:rPr>
              <a:t> </a:t>
            </a:r>
            <a:r>
              <a:rPr lang="ru-RU" sz="2000" dirty="0" err="1">
                <a:latin typeface="Times New Roman"/>
                <a:ea typeface="Times New Roman"/>
              </a:rPr>
              <a:t>деб</a:t>
            </a:r>
            <a:r>
              <a:rPr lang="ru-RU" sz="2000" dirty="0">
                <a:latin typeface="Times New Roman"/>
                <a:ea typeface="Times New Roman"/>
              </a:rPr>
              <a:t>, </a:t>
            </a:r>
            <a:r>
              <a:rPr lang="ru-RU" sz="2000" dirty="0" err="1" smtClean="0">
                <a:latin typeface="Times New Roman"/>
                <a:ea typeface="Times New Roman"/>
              </a:rPr>
              <a:t>шундай</a:t>
            </a:r>
            <a:r>
              <a:rPr lang="ru-RU" sz="2000" dirty="0" smtClean="0">
                <a:latin typeface="Times New Roman"/>
                <a:ea typeface="Times New Roman"/>
              </a:rPr>
              <a:t> </a:t>
            </a:r>
            <a:r>
              <a:rPr lang="ru-RU" sz="2000" b="1" i="1" dirty="0" smtClean="0">
                <a:latin typeface="Times New Roman"/>
                <a:ea typeface="Times New Roman"/>
              </a:rPr>
              <a:t>В</a:t>
            </a:r>
            <a:r>
              <a:rPr lang="ru-RU" sz="2000" b="1" dirty="0" smtClean="0">
                <a:latin typeface="Times New Roman"/>
                <a:ea typeface="Times New Roman"/>
              </a:rPr>
              <a:t>=(</a:t>
            </a:r>
            <a:r>
              <a:rPr lang="en-US" sz="2000" b="1" i="1" dirty="0" err="1" smtClean="0">
                <a:latin typeface="Times New Roman"/>
                <a:ea typeface="Times New Roman"/>
              </a:rPr>
              <a:t>b</a:t>
            </a:r>
            <a:r>
              <a:rPr lang="en-US" sz="2000" b="1" i="1" baseline="-25000" dirty="0" err="1" smtClean="0">
                <a:latin typeface="Times New Roman"/>
                <a:ea typeface="Times New Roman"/>
              </a:rPr>
              <a:t>ij</a:t>
            </a:r>
            <a:r>
              <a:rPr lang="en-US" sz="2000" b="1" dirty="0" smtClean="0">
                <a:latin typeface="Times New Roman"/>
                <a:ea typeface="Times New Roman"/>
              </a:rPr>
              <a:t>)</a:t>
            </a:r>
            <a:r>
              <a:rPr lang="en-US" sz="2000" dirty="0" smtClean="0">
                <a:latin typeface="Times New Roman"/>
                <a:ea typeface="Times New Roman"/>
              </a:rPr>
              <a:t>, </a:t>
            </a:r>
            <a:r>
              <a:rPr lang="en-US" sz="2000" i="1" dirty="0">
                <a:latin typeface="Times New Roman"/>
                <a:ea typeface="Times New Roman"/>
              </a:rPr>
              <a:t>i</a:t>
            </a:r>
            <a:r>
              <a:rPr lang="en-US" sz="2000" dirty="0">
                <a:latin typeface="Times New Roman"/>
                <a:ea typeface="Times New Roman"/>
              </a:rPr>
              <a:t>=1,2……..</a:t>
            </a:r>
            <a:r>
              <a:rPr lang="en-US" sz="2000" i="1" dirty="0">
                <a:latin typeface="Times New Roman"/>
                <a:ea typeface="Times New Roman"/>
              </a:rPr>
              <a:t>n</a:t>
            </a:r>
            <a:r>
              <a:rPr lang="en-US" sz="2000" dirty="0" smtClean="0">
                <a:latin typeface="Times New Roman"/>
                <a:ea typeface="Times New Roman"/>
              </a:rPr>
              <a:t>, </a:t>
            </a:r>
            <a:r>
              <a:rPr lang="en-US" sz="2000" i="1" dirty="0" smtClean="0">
                <a:latin typeface="Times New Roman"/>
                <a:ea typeface="Times New Roman"/>
              </a:rPr>
              <a:t>j</a:t>
            </a:r>
            <a:r>
              <a:rPr lang="en-US" sz="2000" dirty="0" smtClean="0">
                <a:latin typeface="Times New Roman"/>
                <a:ea typeface="Times New Roman"/>
              </a:rPr>
              <a:t>=1,2</a:t>
            </a:r>
            <a:r>
              <a:rPr lang="en-US" sz="2000" dirty="0">
                <a:latin typeface="Times New Roman"/>
                <a:ea typeface="Times New Roman"/>
              </a:rPr>
              <a:t>…..</a:t>
            </a:r>
            <a:r>
              <a:rPr lang="en-US" sz="2000" i="1" dirty="0" smtClean="0">
                <a:latin typeface="Times New Roman"/>
                <a:ea typeface="Times New Roman"/>
              </a:rPr>
              <a:t>m</a:t>
            </a:r>
            <a:r>
              <a:rPr lang="en-US" sz="2000" dirty="0" smtClean="0">
                <a:latin typeface="Times New Roman"/>
                <a:ea typeface="Times New Roman"/>
              </a:rPr>
              <a:t> </a:t>
            </a:r>
            <a:r>
              <a:rPr lang="ru-RU" sz="2000" dirty="0" err="1" smtClean="0">
                <a:latin typeface="Times New Roman"/>
                <a:ea typeface="Times New Roman"/>
              </a:rPr>
              <a:t>матрицага</a:t>
            </a:r>
            <a:r>
              <a:rPr lang="ru-RU" sz="2000" dirty="0" smtClean="0">
                <a:latin typeface="Times New Roman"/>
                <a:ea typeface="Times New Roman"/>
              </a:rPr>
              <a:t> </a:t>
            </a:r>
            <a:r>
              <a:rPr lang="ru-RU" sz="2000" dirty="0" err="1">
                <a:latin typeface="Times New Roman"/>
                <a:ea typeface="Times New Roman"/>
              </a:rPr>
              <a:t>айтиладики</a:t>
            </a:r>
            <a:r>
              <a:rPr lang="ru-RU" sz="2000" dirty="0" smtClean="0">
                <a:latin typeface="Times New Roman"/>
                <a:ea typeface="Times New Roman"/>
              </a:rPr>
              <a:t>, </a:t>
            </a:r>
            <a:r>
              <a:rPr lang="ru-RU" sz="2000" dirty="0" err="1" smtClean="0">
                <a:latin typeface="Times New Roman"/>
                <a:ea typeface="Times New Roman"/>
              </a:rPr>
              <a:t>унда</a:t>
            </a:r>
            <a:r>
              <a:rPr lang="ru-RU" sz="2000" dirty="0" smtClean="0">
                <a:latin typeface="Times New Roman"/>
                <a:ea typeface="Times New Roman"/>
              </a:rPr>
              <a:t> </a:t>
            </a:r>
            <a:r>
              <a:rPr lang="ru-RU" sz="2000" dirty="0" err="1" smtClean="0">
                <a:latin typeface="Times New Roman"/>
                <a:ea typeface="Times New Roman"/>
              </a:rPr>
              <a:t>сатрлар</a:t>
            </a:r>
            <a:r>
              <a:rPr lang="ru-RU" sz="2000" dirty="0" smtClean="0">
                <a:latin typeface="Times New Roman"/>
                <a:ea typeface="Times New Roman"/>
              </a:rPr>
              <a:t> </a:t>
            </a:r>
            <a:r>
              <a:rPr lang="ru-RU" sz="2000" dirty="0">
                <a:latin typeface="Times New Roman"/>
                <a:ea typeface="Times New Roman"/>
              </a:rPr>
              <a:t>граф </a:t>
            </a:r>
            <a:r>
              <a:rPr lang="ru-RU" sz="2000" dirty="0" err="1">
                <a:latin typeface="Times New Roman"/>
                <a:ea typeface="Times New Roman"/>
              </a:rPr>
              <a:t>учларига</a:t>
            </a:r>
            <a:r>
              <a:rPr lang="ru-RU" sz="2000" dirty="0">
                <a:latin typeface="Times New Roman"/>
                <a:ea typeface="Times New Roman"/>
              </a:rPr>
              <a:t>, </a:t>
            </a:r>
            <a:r>
              <a:rPr lang="ru-RU" sz="2000" dirty="0" err="1">
                <a:latin typeface="Times New Roman"/>
                <a:ea typeface="Times New Roman"/>
              </a:rPr>
              <a:t>устунлар</a:t>
            </a:r>
            <a:r>
              <a:rPr lang="ru-RU" sz="2000" dirty="0">
                <a:latin typeface="Times New Roman"/>
                <a:ea typeface="Times New Roman"/>
              </a:rPr>
              <a:t> </a:t>
            </a:r>
            <a:r>
              <a:rPr lang="ru-RU" sz="2000" dirty="0" err="1" smtClean="0">
                <a:latin typeface="Times New Roman"/>
                <a:ea typeface="Times New Roman"/>
              </a:rPr>
              <a:t>эса</a:t>
            </a:r>
            <a:r>
              <a:rPr lang="ru-RU" sz="2000" dirty="0" smtClean="0">
                <a:latin typeface="Times New Roman"/>
                <a:ea typeface="Times New Roman"/>
              </a:rPr>
              <a:t> </a:t>
            </a:r>
            <a:r>
              <a:rPr lang="ru-RU" sz="2000" dirty="0" err="1" smtClean="0">
                <a:latin typeface="Times New Roman"/>
                <a:ea typeface="Times New Roman"/>
              </a:rPr>
              <a:t>қирраларга</a:t>
            </a:r>
            <a:r>
              <a:rPr lang="ru-RU" sz="2000" dirty="0" smtClean="0">
                <a:latin typeface="Times New Roman"/>
                <a:ea typeface="Times New Roman"/>
              </a:rPr>
              <a:t> </a:t>
            </a:r>
            <a:r>
              <a:rPr lang="ru-RU" sz="2000" dirty="0" err="1">
                <a:latin typeface="Times New Roman"/>
                <a:ea typeface="Times New Roman"/>
              </a:rPr>
              <a:t>мос</a:t>
            </a:r>
            <a:r>
              <a:rPr lang="ru-RU" sz="2000" dirty="0">
                <a:latin typeface="Times New Roman"/>
                <a:ea typeface="Times New Roman"/>
              </a:rPr>
              <a:t> </a:t>
            </a:r>
            <a:r>
              <a:rPr lang="ru-RU" sz="2000" dirty="0" err="1">
                <a:latin typeface="Times New Roman"/>
                <a:ea typeface="Times New Roman"/>
              </a:rPr>
              <a:t>келиб</a:t>
            </a:r>
            <a:r>
              <a:rPr lang="ru-RU" sz="2000" dirty="0">
                <a:latin typeface="Times New Roman"/>
                <a:ea typeface="Times New Roman"/>
              </a:rPr>
              <a:t>, </a:t>
            </a:r>
            <a:r>
              <a:rPr lang="ru-RU" sz="2000" dirty="0" err="1">
                <a:latin typeface="Times New Roman"/>
                <a:ea typeface="Times New Roman"/>
              </a:rPr>
              <a:t>элементлари</a:t>
            </a:r>
            <a:r>
              <a:rPr lang="ru-RU" sz="2000" dirty="0">
                <a:latin typeface="Times New Roman"/>
                <a:ea typeface="Times New Roman"/>
              </a:rPr>
              <a:t> </a:t>
            </a:r>
            <a:r>
              <a:rPr lang="ru-RU" sz="2000" dirty="0" err="1">
                <a:latin typeface="Times New Roman"/>
                <a:ea typeface="Times New Roman"/>
              </a:rPr>
              <a:t>қуйидаги</a:t>
            </a:r>
            <a:r>
              <a:rPr lang="ru-RU" sz="2000" dirty="0">
                <a:latin typeface="Times New Roman"/>
                <a:ea typeface="Times New Roman"/>
              </a:rPr>
              <a:t> </a:t>
            </a:r>
            <a:r>
              <a:rPr lang="ru-RU" sz="2000" dirty="0" err="1">
                <a:latin typeface="Times New Roman"/>
                <a:ea typeface="Times New Roman"/>
              </a:rPr>
              <a:t>тенглик</a:t>
            </a:r>
            <a:r>
              <a:rPr lang="ru-RU" sz="2000" dirty="0">
                <a:latin typeface="Times New Roman"/>
                <a:ea typeface="Times New Roman"/>
              </a:rPr>
              <a:t> </a:t>
            </a:r>
            <a:r>
              <a:rPr lang="ru-RU" sz="2000" dirty="0" err="1">
                <a:latin typeface="Times New Roman"/>
                <a:ea typeface="Times New Roman"/>
              </a:rPr>
              <a:t>билан</a:t>
            </a:r>
            <a:r>
              <a:rPr lang="ru-RU" sz="2000" dirty="0">
                <a:latin typeface="Times New Roman"/>
                <a:ea typeface="Times New Roman"/>
              </a:rPr>
              <a:t> </a:t>
            </a:r>
            <a:r>
              <a:rPr lang="ru-RU" sz="2000" dirty="0" err="1" smtClean="0">
                <a:latin typeface="Times New Roman"/>
                <a:ea typeface="Times New Roman"/>
              </a:rPr>
              <a:t>аниқланади</a:t>
            </a:r>
            <a:r>
              <a:rPr lang="ru-RU" sz="2000" dirty="0" smtClean="0">
                <a:latin typeface="Times New Roman"/>
                <a:ea typeface="Times New Roman"/>
              </a:rPr>
              <a:t>:</a:t>
            </a:r>
            <a:endParaRPr lang="uz-Cyrl-UZ" sz="2000" dirty="0">
              <a:effectLst/>
              <a:latin typeface="Times New Roman"/>
              <a:ea typeface="Times New Roman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560" y="5013176"/>
            <a:ext cx="7989158" cy="1080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64326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lowchart: Process 9"/>
          <p:cNvSpPr/>
          <p:nvPr/>
        </p:nvSpPr>
        <p:spPr>
          <a:xfrm>
            <a:off x="97020" y="146203"/>
            <a:ext cx="8984810" cy="6634662"/>
          </a:xfrm>
          <a:prstGeom prst="flowChartProcess">
            <a:avLst/>
          </a:prstGeom>
          <a:noFill/>
          <a:ln w="19050">
            <a:solidFill>
              <a:srgbClr val="002060"/>
            </a:solidFill>
          </a:ln>
          <a:effectLst>
            <a:glow rad="101600">
              <a:schemeClr val="accent1">
                <a:satMod val="175000"/>
                <a:alpha val="4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  <p:cxnSp>
        <p:nvCxnSpPr>
          <p:cNvPr id="6" name="Straight Connector 5"/>
          <p:cNvCxnSpPr/>
          <p:nvPr/>
        </p:nvCxnSpPr>
        <p:spPr>
          <a:xfrm>
            <a:off x="285720" y="260648"/>
            <a:ext cx="8568000" cy="1588"/>
          </a:xfrm>
          <a:prstGeom prst="line">
            <a:avLst/>
          </a:prstGeom>
          <a:ln>
            <a:solidFill>
              <a:schemeClr val="accent2">
                <a:lumMod val="50000"/>
              </a:schemeClr>
            </a:solidFill>
            <a:headEnd type="diamond" w="med" len="med"/>
            <a:tailEnd type="diamond" w="med" len="med"/>
          </a:ln>
          <a:effectLst>
            <a:glow rad="63500">
              <a:schemeClr val="accent3">
                <a:satMod val="175000"/>
                <a:alpha val="4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" name="AutoShape 13" descr="Точечные ромбики"/>
          <p:cNvSpPr>
            <a:spLocks noChangeArrowheads="1"/>
          </p:cNvSpPr>
          <p:nvPr/>
        </p:nvSpPr>
        <p:spPr bwMode="auto">
          <a:xfrm>
            <a:off x="142875" y="404664"/>
            <a:ext cx="8856663" cy="6084016"/>
          </a:xfrm>
          <a:prstGeom prst="foldedCorner">
            <a:avLst>
              <a:gd name="adj" fmla="val 4333"/>
            </a:avLst>
          </a:prstGeom>
          <a:pattFill prst="dotDmnd">
            <a:fgClr>
              <a:schemeClr val="bg2"/>
            </a:fgClr>
            <a:bgClr>
              <a:schemeClr val="bg1"/>
            </a:bgClr>
          </a:pattFill>
          <a:ln w="15875">
            <a:solidFill>
              <a:srgbClr val="000080"/>
            </a:solidFill>
            <a:round/>
            <a:headEnd/>
            <a:tailEnd/>
          </a:ln>
          <a:effectLst>
            <a:prstShdw prst="shdw17" dist="17961" dir="2700000">
              <a:srgbClr val="00004D">
                <a:alpha val="50000"/>
              </a:srgbClr>
            </a:prstShdw>
          </a:effectLst>
        </p:spPr>
        <p:txBody>
          <a:bodyPr bIns="0" anchor="t" anchorCtr="0">
            <a:norm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1pPr>
            <a:lvl2pPr marL="1258888" indent="-34290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2pPr>
            <a:lvl3pPr marL="1781175" indent="-34290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3pPr>
            <a:lvl4pPr marL="2303463" indent="-34290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4pPr>
            <a:lvl5pPr marL="2825750" indent="-34290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5pPr>
            <a:lvl6pPr marL="328295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6pPr>
            <a:lvl7pPr marL="374015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7pPr>
            <a:lvl8pPr marL="419735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8pPr>
            <a:lvl9pPr marL="465455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indent="449580" algn="just">
              <a:spcAft>
                <a:spcPts val="0"/>
              </a:spcAft>
            </a:pPr>
            <a:r>
              <a:rPr lang="ru-RU" sz="2000" b="1" dirty="0" err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Масалан</a:t>
            </a:r>
            <a:r>
              <a:rPr lang="ru-RU" sz="20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uz-Cyrl-UZ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қуйидаги </a:t>
            </a:r>
            <a:r>
              <a:rPr lang="uz-Cyrl-UZ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граф </a:t>
            </a:r>
            <a:r>
              <a:rPr lang="uz-Cyrl-UZ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учун: </a:t>
            </a:r>
            <a:endParaRPr lang="uz-Cyrl-UZ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449580" algn="just">
              <a:spcAft>
                <a:spcPts val="0"/>
              </a:spcAft>
            </a:pPr>
            <a:endParaRPr lang="uz-Cyrl-UZ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449580" algn="just">
              <a:spcAft>
                <a:spcPts val="0"/>
              </a:spcAft>
            </a:pPr>
            <a:endParaRPr lang="uz-Cyrl-UZ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449580" algn="just">
              <a:spcAft>
                <a:spcPts val="0"/>
              </a:spcAft>
            </a:pPr>
            <a:endParaRPr lang="uz-Cyrl-UZ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449580" algn="just">
              <a:spcAft>
                <a:spcPts val="0"/>
              </a:spcAft>
            </a:pPr>
            <a:endParaRPr lang="uz-Cyrl-UZ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449580" algn="just">
              <a:spcAft>
                <a:spcPts val="0"/>
              </a:spcAft>
            </a:pPr>
            <a:endParaRPr lang="uz-Cyrl-UZ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uz-Cyrl-UZ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Инцидентлик матрицаси </a:t>
            </a:r>
            <a:r>
              <a:rPr lang="uz-Cyrl-UZ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қуйидаги кўринишда </a:t>
            </a:r>
            <a:r>
              <a:rPr lang="uz-Cyrl-UZ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бўлади:</a:t>
            </a:r>
            <a:endParaRPr lang="uz-Cyrl-UZ" sz="2000" dirty="0">
              <a:effectLst/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</a:endParaRPr>
          </a:p>
        </p:txBody>
      </p:sp>
      <p:sp>
        <p:nvSpPr>
          <p:cNvPr id="4109" name="Line 16"/>
          <p:cNvSpPr>
            <a:spLocks noChangeShapeType="1"/>
          </p:cNvSpPr>
          <p:nvPr/>
        </p:nvSpPr>
        <p:spPr bwMode="auto">
          <a:xfrm>
            <a:off x="323850" y="6669360"/>
            <a:ext cx="8461375" cy="0"/>
          </a:xfrm>
          <a:prstGeom prst="line">
            <a:avLst/>
          </a:prstGeom>
          <a:noFill/>
          <a:ln w="127000">
            <a:pattFill prst="dkHorz">
              <a:fgClr>
                <a:schemeClr val="tx1"/>
              </a:fgClr>
              <a:bgClr>
                <a:srgbClr val="FFFFFF"/>
              </a:bgClr>
            </a:pattFill>
            <a:round/>
            <a:headEnd/>
            <a:tailEnd/>
          </a:ln>
          <a:effectLst>
            <a:prstShdw prst="shdw17" dist="17961" dir="2700000">
              <a:schemeClr val="tx1">
                <a:gamma/>
                <a:shade val="60000"/>
                <a:invGamma/>
              </a:schemeClr>
            </a:prstShdw>
          </a:effectLst>
        </p:spPr>
        <p:txBody>
          <a:bodyPr/>
          <a:lstStyle/>
          <a:p>
            <a:pPr>
              <a:defRPr/>
            </a:pPr>
            <a:endParaRPr lang="ru-RU"/>
          </a:p>
        </p:txBody>
      </p:sp>
      <p:pic>
        <p:nvPicPr>
          <p:cNvPr id="17" name="Picture 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98" b="2997"/>
          <a:stretch/>
        </p:blipFill>
        <p:spPr bwMode="auto">
          <a:xfrm>
            <a:off x="1979712" y="884030"/>
            <a:ext cx="4750347" cy="15728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524" y="2996952"/>
            <a:ext cx="8532000" cy="2097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75060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lowchart: Process 9"/>
          <p:cNvSpPr/>
          <p:nvPr/>
        </p:nvSpPr>
        <p:spPr>
          <a:xfrm>
            <a:off x="97020" y="146203"/>
            <a:ext cx="8984810" cy="6634662"/>
          </a:xfrm>
          <a:prstGeom prst="flowChartProcess">
            <a:avLst/>
          </a:prstGeom>
          <a:noFill/>
          <a:ln w="19050">
            <a:solidFill>
              <a:srgbClr val="002060"/>
            </a:solidFill>
          </a:ln>
          <a:effectLst>
            <a:glow rad="101600">
              <a:schemeClr val="accent1">
                <a:satMod val="175000"/>
                <a:alpha val="4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  <p:cxnSp>
        <p:nvCxnSpPr>
          <p:cNvPr id="6" name="Straight Connector 5"/>
          <p:cNvCxnSpPr/>
          <p:nvPr/>
        </p:nvCxnSpPr>
        <p:spPr>
          <a:xfrm>
            <a:off x="285720" y="260648"/>
            <a:ext cx="8568000" cy="1588"/>
          </a:xfrm>
          <a:prstGeom prst="line">
            <a:avLst/>
          </a:prstGeom>
          <a:ln>
            <a:solidFill>
              <a:schemeClr val="accent2">
                <a:lumMod val="50000"/>
              </a:schemeClr>
            </a:solidFill>
            <a:headEnd type="diamond" w="med" len="med"/>
            <a:tailEnd type="diamond" w="med" len="med"/>
          </a:ln>
          <a:effectLst>
            <a:glow rad="63500">
              <a:schemeClr val="accent3">
                <a:satMod val="175000"/>
                <a:alpha val="4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" name="AutoShape 13" descr="Точечные ромбики"/>
          <p:cNvSpPr>
            <a:spLocks noChangeArrowheads="1"/>
          </p:cNvSpPr>
          <p:nvPr/>
        </p:nvSpPr>
        <p:spPr bwMode="auto">
          <a:xfrm>
            <a:off x="142875" y="404664"/>
            <a:ext cx="8856663" cy="6084016"/>
          </a:xfrm>
          <a:prstGeom prst="foldedCorner">
            <a:avLst>
              <a:gd name="adj" fmla="val 4333"/>
            </a:avLst>
          </a:prstGeom>
          <a:pattFill prst="dotDmnd">
            <a:fgClr>
              <a:schemeClr val="bg2"/>
            </a:fgClr>
            <a:bgClr>
              <a:schemeClr val="bg1"/>
            </a:bgClr>
          </a:pattFill>
          <a:ln w="15875">
            <a:solidFill>
              <a:srgbClr val="000080"/>
            </a:solidFill>
            <a:round/>
            <a:headEnd/>
            <a:tailEnd/>
          </a:ln>
          <a:effectLst>
            <a:prstShdw prst="shdw17" dist="17961" dir="2700000">
              <a:srgbClr val="00004D">
                <a:alpha val="50000"/>
              </a:srgbClr>
            </a:prstShdw>
          </a:effectLst>
        </p:spPr>
        <p:txBody>
          <a:bodyPr bIns="0" anchor="t" anchorCtr="0">
            <a:norm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1pPr>
            <a:lvl2pPr marL="1258888" indent="-34290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2pPr>
            <a:lvl3pPr marL="1781175" indent="-34290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3pPr>
            <a:lvl4pPr marL="2303463" indent="-34290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4pPr>
            <a:lvl5pPr marL="2825750" indent="-34290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5pPr>
            <a:lvl6pPr marL="328295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6pPr>
            <a:lvl7pPr marL="374015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7pPr>
            <a:lvl8pPr marL="419735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8pPr>
            <a:lvl9pPr marL="465455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indent="449580" algn="just">
              <a:spcAft>
                <a:spcPts val="0"/>
              </a:spcAft>
            </a:pPr>
            <a:endParaRPr lang="ru-RU" dirty="0" smtClean="0"/>
          </a:p>
          <a:p>
            <a:pPr indent="449580" algn="just">
              <a:spcAft>
                <a:spcPts val="0"/>
              </a:spcAft>
            </a:pPr>
            <a:endParaRPr lang="ru-RU" dirty="0"/>
          </a:p>
          <a:p>
            <a:pPr indent="449580" algn="just">
              <a:spcAft>
                <a:spcPts val="0"/>
              </a:spcAft>
            </a:pPr>
            <a:endParaRPr lang="ru-RU" dirty="0" smtClean="0"/>
          </a:p>
          <a:p>
            <a:pPr indent="449580" algn="just">
              <a:spcAft>
                <a:spcPts val="0"/>
              </a:spcAft>
            </a:pPr>
            <a:endParaRPr lang="ru-RU" dirty="0"/>
          </a:p>
          <a:p>
            <a:pPr indent="449580" algn="just">
              <a:spcAft>
                <a:spcPts val="0"/>
              </a:spcAft>
            </a:pPr>
            <a:endParaRPr lang="ru-RU" dirty="0" smtClean="0"/>
          </a:p>
          <a:p>
            <a:pPr indent="449580" algn="just">
              <a:spcAft>
                <a:spcPts val="0"/>
              </a:spcAft>
            </a:pPr>
            <a:endParaRPr lang="ru-RU" dirty="0"/>
          </a:p>
          <a:p>
            <a:pPr indent="449580" algn="just">
              <a:spcAft>
                <a:spcPts val="0"/>
              </a:spcAft>
            </a:pPr>
            <a:endParaRPr lang="ru-RU" sz="1200" dirty="0" smtClean="0"/>
          </a:p>
          <a:p>
            <a:pPr indent="449580" algn="just">
              <a:spcAft>
                <a:spcPts val="0"/>
              </a:spcAft>
            </a:pPr>
            <a:endParaRPr lang="en-US" sz="2000" b="1" dirty="0" smtClean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449580" algn="just">
              <a:spcAft>
                <a:spcPts val="0"/>
              </a:spcAft>
            </a:pPr>
            <a:endParaRPr lang="en-US" sz="20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449580" algn="just">
              <a:spcAft>
                <a:spcPts val="0"/>
              </a:spcAft>
            </a:pPr>
            <a:endParaRPr lang="en-US" sz="2000" b="1" dirty="0" smtClean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449580" algn="just">
              <a:spcAft>
                <a:spcPts val="0"/>
              </a:spcAft>
            </a:pPr>
            <a:endParaRPr lang="uz-Cyrl-UZ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449580" algn="just">
              <a:spcAft>
                <a:spcPts val="0"/>
              </a:spcAft>
            </a:pPr>
            <a:endParaRPr lang="uz-Cyrl-UZ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449580" algn="just">
              <a:spcAft>
                <a:spcPts val="0"/>
              </a:spcAft>
            </a:pPr>
            <a:endParaRPr lang="uz-Cyrl-UZ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449580" algn="just">
              <a:spcAft>
                <a:spcPts val="0"/>
              </a:spcAft>
            </a:pPr>
            <a:endParaRPr lang="uz-Cyrl-UZ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449580" algn="just">
              <a:spcAft>
                <a:spcPts val="0"/>
              </a:spcAft>
            </a:pPr>
            <a:endParaRPr lang="uz-Cyrl-UZ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09" name="Line 16"/>
          <p:cNvSpPr>
            <a:spLocks noChangeShapeType="1"/>
          </p:cNvSpPr>
          <p:nvPr/>
        </p:nvSpPr>
        <p:spPr bwMode="auto">
          <a:xfrm>
            <a:off x="323850" y="6669360"/>
            <a:ext cx="8461375" cy="0"/>
          </a:xfrm>
          <a:prstGeom prst="line">
            <a:avLst/>
          </a:prstGeom>
          <a:noFill/>
          <a:ln w="127000">
            <a:pattFill prst="dkHorz">
              <a:fgClr>
                <a:schemeClr val="tx1"/>
              </a:fgClr>
              <a:bgClr>
                <a:srgbClr val="FFFFFF"/>
              </a:bgClr>
            </a:pattFill>
            <a:round/>
            <a:headEnd/>
            <a:tailEnd/>
          </a:ln>
          <a:effectLst>
            <a:prstShdw prst="shdw17" dist="17961" dir="2700000">
              <a:schemeClr val="tx1">
                <a:gamma/>
                <a:shade val="60000"/>
                <a:invGamma/>
              </a:schemeClr>
            </a:prstShdw>
          </a:effectLst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1" name="Прямоугольник 10"/>
          <p:cNvSpPr/>
          <p:nvPr/>
        </p:nvSpPr>
        <p:spPr>
          <a:xfrm>
            <a:off x="219707" y="476672"/>
            <a:ext cx="8703627" cy="3477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55600" algn="just">
              <a:spcAft>
                <a:spcPts val="0"/>
              </a:spcAft>
            </a:pPr>
            <a:r>
              <a:rPr lang="ru-RU" sz="2000" b="1" dirty="0">
                <a:solidFill>
                  <a:srgbClr val="C00000"/>
                </a:solidFill>
                <a:latin typeface="Times New Roman"/>
                <a:ea typeface="Times New Roman"/>
              </a:rPr>
              <a:t>Т</a:t>
            </a:r>
            <a:r>
              <a:rPr lang="uz-Cyrl-UZ" sz="2000" b="1" dirty="0">
                <a:solidFill>
                  <a:srgbClr val="C00000"/>
                </a:solidFill>
                <a:latin typeface="Times New Roman"/>
                <a:ea typeface="Times New Roman"/>
              </a:rPr>
              <a:t>аъриф</a:t>
            </a:r>
            <a:r>
              <a:rPr lang="ru-RU" sz="2000" b="1" dirty="0">
                <a:solidFill>
                  <a:srgbClr val="C00000"/>
                </a:solidFill>
                <a:latin typeface="Times New Roman"/>
                <a:ea typeface="Times New Roman"/>
              </a:rPr>
              <a:t>.</a:t>
            </a:r>
            <a:r>
              <a:rPr lang="ru-RU" sz="2000" dirty="0">
                <a:solidFill>
                  <a:srgbClr val="C00000"/>
                </a:solidFill>
                <a:latin typeface="Times New Roman"/>
                <a:ea typeface="Times New Roman"/>
              </a:rPr>
              <a:t> </a:t>
            </a:r>
            <a:r>
              <a:rPr lang="uz-Cyrl-UZ" sz="2000" dirty="0">
                <a:latin typeface="Times New Roman"/>
                <a:ea typeface="Times New Roman"/>
              </a:rPr>
              <a:t>Берилган графнинг </a:t>
            </a:r>
            <a:r>
              <a:rPr lang="uz-Cyrl-UZ" sz="2000" b="1" i="1" dirty="0" smtClean="0">
                <a:latin typeface="Times New Roman"/>
                <a:ea typeface="Times New Roman"/>
              </a:rPr>
              <a:t>а</a:t>
            </a:r>
            <a:r>
              <a:rPr lang="en-US" sz="2000" b="1" i="1" dirty="0" smtClean="0">
                <a:latin typeface="Times New Roman"/>
                <a:ea typeface="Times New Roman"/>
              </a:rPr>
              <a:t> </a:t>
            </a:r>
            <a:r>
              <a:rPr lang="uz-Cyrl-UZ" sz="2000" dirty="0" smtClean="0">
                <a:latin typeface="Times New Roman"/>
                <a:ea typeface="Times New Roman"/>
              </a:rPr>
              <a:t>учига </a:t>
            </a:r>
            <a:r>
              <a:rPr lang="uz-Cyrl-UZ" sz="2000" dirty="0">
                <a:latin typeface="Times New Roman"/>
                <a:ea typeface="Times New Roman"/>
              </a:rPr>
              <a:t>инцидент (тукнаш) кирралар сони, </a:t>
            </a:r>
            <a:r>
              <a:rPr lang="uz-Cyrl-UZ" sz="2000" b="1" i="1" dirty="0" smtClean="0">
                <a:latin typeface="Times New Roman"/>
                <a:ea typeface="Times New Roman"/>
              </a:rPr>
              <a:t>а</a:t>
            </a:r>
            <a:r>
              <a:rPr lang="en-US" sz="2000" b="1" i="1" dirty="0" smtClean="0">
                <a:latin typeface="Times New Roman"/>
                <a:ea typeface="Times New Roman"/>
              </a:rPr>
              <a:t> </a:t>
            </a:r>
            <a:r>
              <a:rPr lang="uz-Cyrl-UZ" sz="2000" dirty="0" smtClean="0">
                <a:latin typeface="Times New Roman"/>
                <a:ea typeface="Times New Roman"/>
              </a:rPr>
              <a:t>учнинг </a:t>
            </a:r>
            <a:r>
              <a:rPr lang="uz-Cyrl-UZ" sz="2000" b="1" i="1" dirty="0">
                <a:latin typeface="Times New Roman"/>
                <a:ea typeface="Times New Roman"/>
              </a:rPr>
              <a:t>даражаси</a:t>
            </a:r>
            <a:r>
              <a:rPr lang="uz-Cyrl-UZ" sz="2000" dirty="0">
                <a:latin typeface="Times New Roman"/>
                <a:ea typeface="Times New Roman"/>
              </a:rPr>
              <a:t> дейилади ва </a:t>
            </a:r>
            <a:r>
              <a:rPr lang="en-US" sz="2000" b="1" i="1" dirty="0" smtClean="0">
                <a:latin typeface="Times New Roman"/>
                <a:ea typeface="Times New Roman"/>
              </a:rPr>
              <a:t>d(a</a:t>
            </a:r>
            <a:r>
              <a:rPr lang="en-US" sz="2000" b="1" i="1" dirty="0">
                <a:latin typeface="Times New Roman"/>
                <a:ea typeface="Times New Roman"/>
              </a:rPr>
              <a:t>)</a:t>
            </a:r>
            <a:r>
              <a:rPr lang="en-US" sz="2000" dirty="0">
                <a:latin typeface="Times New Roman"/>
                <a:ea typeface="Times New Roman"/>
              </a:rPr>
              <a:t> – </a:t>
            </a:r>
            <a:r>
              <a:rPr lang="uz-Cyrl-UZ" sz="2000" dirty="0">
                <a:latin typeface="Times New Roman"/>
                <a:ea typeface="Times New Roman"/>
              </a:rPr>
              <a:t>оркали белгиланади:</a:t>
            </a:r>
          </a:p>
          <a:p>
            <a:pPr indent="355600" algn="ctr">
              <a:spcAft>
                <a:spcPts val="0"/>
              </a:spcAft>
            </a:pPr>
            <a:r>
              <a:rPr lang="uz-Cyrl-UZ" sz="2000" dirty="0" smtClean="0">
                <a:latin typeface="Times New Roman"/>
                <a:ea typeface="Times New Roman"/>
                <a:sym typeface="Symbol"/>
              </a:rPr>
              <a:t></a:t>
            </a:r>
            <a:r>
              <a:rPr lang="en-US" sz="2000" b="1" i="1" dirty="0" smtClean="0">
                <a:latin typeface="Times New Roman"/>
                <a:ea typeface="Times New Roman"/>
              </a:rPr>
              <a:t>a</a:t>
            </a:r>
            <a:r>
              <a:rPr lang="en-US" sz="2000" dirty="0" smtClean="0">
                <a:latin typeface="Times New Roman"/>
                <a:ea typeface="Times New Roman"/>
              </a:rPr>
              <a:t> </a:t>
            </a:r>
            <a:r>
              <a:rPr lang="en-US" sz="2000" b="1" dirty="0" smtClean="0">
                <a:latin typeface="Times New Roman"/>
                <a:ea typeface="Times New Roman"/>
              </a:rPr>
              <a:t>-</a:t>
            </a:r>
            <a:r>
              <a:rPr lang="en-US" sz="2000" dirty="0" smtClean="0">
                <a:latin typeface="Times New Roman"/>
                <a:ea typeface="Times New Roman"/>
              </a:rPr>
              <a:t> </a:t>
            </a:r>
            <a:r>
              <a:rPr lang="uz-Cyrl-UZ" sz="2000" dirty="0" smtClean="0">
                <a:latin typeface="Times New Roman"/>
                <a:ea typeface="Times New Roman"/>
              </a:rPr>
              <a:t>учун</a:t>
            </a:r>
            <a:r>
              <a:rPr lang="en-US" sz="2000" dirty="0" smtClean="0">
                <a:latin typeface="Times New Roman"/>
                <a:ea typeface="Times New Roman"/>
              </a:rPr>
              <a:t> 0≤ </a:t>
            </a:r>
            <a:r>
              <a:rPr lang="en-US" sz="2000" i="1" dirty="0" smtClean="0">
                <a:latin typeface="Times New Roman"/>
                <a:ea typeface="Times New Roman"/>
              </a:rPr>
              <a:t>d(a)</a:t>
            </a:r>
            <a:r>
              <a:rPr lang="en-US" sz="2000" dirty="0">
                <a:latin typeface="Times New Roman"/>
                <a:ea typeface="Times New Roman"/>
              </a:rPr>
              <a:t> </a:t>
            </a:r>
            <a:r>
              <a:rPr lang="en-US" sz="2000" dirty="0" smtClean="0">
                <a:latin typeface="Times New Roman"/>
                <a:ea typeface="Times New Roman"/>
              </a:rPr>
              <a:t>≤</a:t>
            </a:r>
            <a:r>
              <a:rPr lang="uz-Cyrl-UZ" sz="2000" dirty="0" smtClean="0">
                <a:latin typeface="Times New Roman"/>
                <a:ea typeface="Times New Roman"/>
              </a:rPr>
              <a:t> </a:t>
            </a:r>
            <a:r>
              <a:rPr lang="en-US" sz="2000" i="1" dirty="0" smtClean="0">
                <a:latin typeface="Times New Roman"/>
                <a:ea typeface="Times New Roman"/>
              </a:rPr>
              <a:t>p</a:t>
            </a:r>
            <a:r>
              <a:rPr lang="en-US" sz="2000" dirty="0" smtClean="0">
                <a:latin typeface="Times New Roman"/>
                <a:ea typeface="Times New Roman"/>
              </a:rPr>
              <a:t>–1 </a:t>
            </a:r>
            <a:r>
              <a:rPr lang="en-US" sz="2000" dirty="0">
                <a:latin typeface="Times New Roman"/>
                <a:ea typeface="Times New Roman"/>
              </a:rPr>
              <a:t>, </a:t>
            </a:r>
            <a:r>
              <a:rPr lang="uz-Cyrl-UZ" sz="2000" dirty="0">
                <a:latin typeface="Times New Roman"/>
                <a:ea typeface="Times New Roman"/>
              </a:rPr>
              <a:t>бу ерда </a:t>
            </a:r>
            <a:r>
              <a:rPr lang="uz-Cyrl-UZ" sz="2000" b="1" i="1" dirty="0" smtClean="0">
                <a:latin typeface="Times New Roman"/>
                <a:ea typeface="Times New Roman"/>
              </a:rPr>
              <a:t>р </a:t>
            </a:r>
            <a:r>
              <a:rPr lang="uz-Cyrl-UZ" sz="2000" dirty="0" smtClean="0">
                <a:latin typeface="Times New Roman"/>
                <a:ea typeface="Times New Roman"/>
              </a:rPr>
              <a:t>– берилган граф учлари </a:t>
            </a:r>
            <a:r>
              <a:rPr lang="uz-Cyrl-UZ" sz="2000" dirty="0">
                <a:latin typeface="Times New Roman"/>
                <a:ea typeface="Times New Roman"/>
              </a:rPr>
              <a:t>сони</a:t>
            </a:r>
            <a:r>
              <a:rPr lang="uz-Cyrl-UZ" sz="2000" dirty="0" smtClean="0">
                <a:latin typeface="Times New Roman"/>
                <a:ea typeface="Times New Roman"/>
              </a:rPr>
              <a:t>.</a:t>
            </a:r>
          </a:p>
          <a:p>
            <a:pPr indent="355600" algn="just">
              <a:spcAft>
                <a:spcPts val="0"/>
              </a:spcAft>
            </a:pPr>
            <a:endParaRPr lang="ru-RU" sz="2000" b="1" dirty="0" smtClean="0">
              <a:solidFill>
                <a:srgbClr val="C00000"/>
              </a:solidFill>
              <a:latin typeface="Times New Roman"/>
              <a:ea typeface="Times New Roman"/>
            </a:endParaRPr>
          </a:p>
          <a:p>
            <a:pPr indent="355600" algn="just">
              <a:spcAft>
                <a:spcPts val="0"/>
              </a:spcAft>
            </a:pPr>
            <a:r>
              <a:rPr lang="ru-RU" sz="2000" b="1" dirty="0" smtClean="0">
                <a:solidFill>
                  <a:srgbClr val="C00000"/>
                </a:solidFill>
                <a:latin typeface="Times New Roman"/>
                <a:ea typeface="Times New Roman"/>
              </a:rPr>
              <a:t>Т</a:t>
            </a:r>
            <a:r>
              <a:rPr lang="uz-Cyrl-UZ" sz="2000" b="1" dirty="0">
                <a:solidFill>
                  <a:srgbClr val="C00000"/>
                </a:solidFill>
                <a:latin typeface="Times New Roman"/>
                <a:ea typeface="Times New Roman"/>
              </a:rPr>
              <a:t>аъри</a:t>
            </a:r>
            <a:r>
              <a:rPr lang="ru-RU" sz="2000" b="1" dirty="0">
                <a:solidFill>
                  <a:srgbClr val="C00000"/>
                </a:solidFill>
                <a:latin typeface="Times New Roman"/>
                <a:ea typeface="Times New Roman"/>
              </a:rPr>
              <a:t>ф</a:t>
            </a:r>
            <a:r>
              <a:rPr lang="en-US" sz="2000" b="1" dirty="0">
                <a:solidFill>
                  <a:srgbClr val="C00000"/>
                </a:solidFill>
                <a:latin typeface="Times New Roman"/>
                <a:ea typeface="Times New Roman"/>
              </a:rPr>
              <a:t>. </a:t>
            </a:r>
            <a:r>
              <a:rPr lang="ru-RU" sz="2000" dirty="0" err="1">
                <a:latin typeface="Times New Roman"/>
                <a:ea typeface="Times New Roman"/>
              </a:rPr>
              <a:t>Агар</a:t>
            </a:r>
            <a:r>
              <a:rPr lang="ru-RU" sz="2000" dirty="0">
                <a:latin typeface="Times New Roman"/>
                <a:ea typeface="Times New Roman"/>
              </a:rPr>
              <a:t> </a:t>
            </a:r>
            <a:r>
              <a:rPr lang="ru-RU" sz="2000" dirty="0" err="1" smtClean="0">
                <a:latin typeface="Times New Roman"/>
                <a:ea typeface="Times New Roman"/>
              </a:rPr>
              <a:t>берилган</a:t>
            </a:r>
            <a:r>
              <a:rPr lang="ru-RU" sz="2000" dirty="0" smtClean="0">
                <a:latin typeface="Times New Roman"/>
                <a:ea typeface="Times New Roman"/>
              </a:rPr>
              <a:t> </a:t>
            </a:r>
            <a:r>
              <a:rPr lang="ru-RU" sz="2000" dirty="0" err="1">
                <a:latin typeface="Times New Roman"/>
                <a:ea typeface="Times New Roman"/>
              </a:rPr>
              <a:t>графда</a:t>
            </a:r>
            <a:r>
              <a:rPr lang="ru-RU" sz="2000" dirty="0">
                <a:latin typeface="Times New Roman"/>
                <a:ea typeface="Times New Roman"/>
              </a:rPr>
              <a:t> </a:t>
            </a:r>
            <a:r>
              <a:rPr lang="ru-RU" sz="2000" dirty="0" err="1">
                <a:latin typeface="Times New Roman"/>
                <a:ea typeface="Times New Roman"/>
              </a:rPr>
              <a:t>учларининг</a:t>
            </a:r>
            <a:r>
              <a:rPr lang="ru-RU" sz="2000" dirty="0">
                <a:latin typeface="Times New Roman"/>
                <a:ea typeface="Times New Roman"/>
              </a:rPr>
              <a:t> </a:t>
            </a:r>
            <a:r>
              <a:rPr lang="ru-RU" sz="2000" dirty="0" err="1">
                <a:latin typeface="Times New Roman"/>
                <a:ea typeface="Times New Roman"/>
              </a:rPr>
              <a:t>минимал</a:t>
            </a:r>
            <a:r>
              <a:rPr lang="ru-RU" sz="2000" dirty="0">
                <a:latin typeface="Times New Roman"/>
                <a:ea typeface="Times New Roman"/>
              </a:rPr>
              <a:t> </a:t>
            </a:r>
            <a:r>
              <a:rPr lang="ru-RU" sz="2000" dirty="0" err="1" smtClean="0">
                <a:latin typeface="Times New Roman"/>
                <a:ea typeface="Times New Roman"/>
              </a:rPr>
              <a:t>даражаси</a:t>
            </a:r>
            <a:r>
              <a:rPr lang="ru-RU" sz="2000" dirty="0" smtClean="0">
                <a:latin typeface="Times New Roman"/>
                <a:ea typeface="Times New Roman"/>
              </a:rPr>
              <a:t> </a:t>
            </a:r>
            <a:r>
              <a:rPr lang="ru-RU" sz="2000" dirty="0" err="1" smtClean="0">
                <a:latin typeface="Times New Roman"/>
                <a:ea typeface="Times New Roman"/>
              </a:rPr>
              <a:t>ва</a:t>
            </a:r>
            <a:r>
              <a:rPr lang="ru-RU" sz="2000" dirty="0" smtClean="0">
                <a:latin typeface="Times New Roman"/>
                <a:ea typeface="Times New Roman"/>
              </a:rPr>
              <a:t> </a:t>
            </a:r>
            <a:r>
              <a:rPr lang="ru-RU" sz="2000" dirty="0" err="1">
                <a:latin typeface="Times New Roman"/>
                <a:ea typeface="Times New Roman"/>
              </a:rPr>
              <a:t>максимал</a:t>
            </a:r>
            <a:r>
              <a:rPr lang="ru-RU" sz="2000" dirty="0">
                <a:latin typeface="Times New Roman"/>
                <a:ea typeface="Times New Roman"/>
              </a:rPr>
              <a:t> </a:t>
            </a:r>
            <a:r>
              <a:rPr lang="ru-RU" sz="2000" dirty="0" err="1" smtClean="0">
                <a:latin typeface="Times New Roman"/>
                <a:ea typeface="Times New Roman"/>
              </a:rPr>
              <a:t>даражаси</a:t>
            </a:r>
            <a:r>
              <a:rPr lang="ru-RU" sz="2000" dirty="0" smtClean="0">
                <a:latin typeface="Times New Roman"/>
                <a:ea typeface="Times New Roman"/>
              </a:rPr>
              <a:t> </a:t>
            </a:r>
            <a:r>
              <a:rPr lang="ru-RU" sz="2000" dirty="0" err="1" smtClean="0">
                <a:latin typeface="Times New Roman"/>
                <a:ea typeface="Times New Roman"/>
              </a:rPr>
              <a:t>бир</a:t>
            </a:r>
            <a:r>
              <a:rPr lang="ru-RU" sz="2000" dirty="0" smtClean="0">
                <a:latin typeface="Times New Roman"/>
                <a:ea typeface="Times New Roman"/>
              </a:rPr>
              <a:t> хил </a:t>
            </a:r>
            <a:r>
              <a:rPr lang="ru-RU" sz="2000" dirty="0" err="1" smtClean="0">
                <a:latin typeface="Times New Roman"/>
                <a:ea typeface="Times New Roman"/>
              </a:rPr>
              <a:t>бўлиб</a:t>
            </a:r>
            <a:r>
              <a:rPr lang="ru-RU" sz="2000" dirty="0" smtClean="0">
                <a:latin typeface="Times New Roman"/>
                <a:ea typeface="Times New Roman"/>
              </a:rPr>
              <a:t>, у </a:t>
            </a:r>
            <a:r>
              <a:rPr lang="en-US" sz="2000" b="1" i="1" dirty="0" smtClean="0">
                <a:latin typeface="Times New Roman"/>
                <a:ea typeface="Times New Roman"/>
              </a:rPr>
              <a:t>k</a:t>
            </a:r>
            <a:r>
              <a:rPr lang="en-US" sz="2000" dirty="0" smtClean="0">
                <a:latin typeface="Times New Roman"/>
                <a:ea typeface="Times New Roman"/>
              </a:rPr>
              <a:t> </a:t>
            </a:r>
            <a:r>
              <a:rPr lang="uz-Cyrl-UZ" sz="2000" dirty="0" smtClean="0">
                <a:latin typeface="Times New Roman"/>
                <a:ea typeface="Times New Roman"/>
              </a:rPr>
              <a:t>га тенг </a:t>
            </a:r>
            <a:r>
              <a:rPr lang="ru-RU" sz="2000" dirty="0" smtClean="0">
                <a:latin typeface="Times New Roman"/>
                <a:ea typeface="Times New Roman"/>
              </a:rPr>
              <a:t>б</a:t>
            </a:r>
            <a:r>
              <a:rPr lang="uz-Cyrl-UZ" sz="2000" dirty="0" smtClean="0">
                <a:latin typeface="Times New Roman"/>
                <a:ea typeface="Times New Roman"/>
              </a:rPr>
              <a:t>ў</a:t>
            </a:r>
            <a:r>
              <a:rPr lang="ru-RU" sz="2000" dirty="0" err="1">
                <a:latin typeface="Times New Roman"/>
                <a:ea typeface="Times New Roman"/>
              </a:rPr>
              <a:t>лса</a:t>
            </a:r>
            <a:r>
              <a:rPr lang="ru-RU" sz="2000" dirty="0">
                <a:latin typeface="Times New Roman"/>
                <a:ea typeface="Times New Roman"/>
              </a:rPr>
              <a:t>, у </a:t>
            </a:r>
            <a:r>
              <a:rPr lang="ru-RU" sz="2000" dirty="0" err="1">
                <a:latin typeface="Times New Roman"/>
                <a:ea typeface="Times New Roman"/>
              </a:rPr>
              <a:t>холда</a:t>
            </a:r>
            <a:r>
              <a:rPr lang="ru-RU" sz="2000" dirty="0">
                <a:latin typeface="Times New Roman"/>
                <a:ea typeface="Times New Roman"/>
              </a:rPr>
              <a:t> </a:t>
            </a:r>
            <a:r>
              <a:rPr lang="ru-RU" sz="2000" dirty="0" err="1">
                <a:latin typeface="Times New Roman"/>
                <a:ea typeface="Times New Roman"/>
              </a:rPr>
              <a:t>берилган</a:t>
            </a:r>
            <a:r>
              <a:rPr lang="ru-RU" sz="2000" dirty="0">
                <a:latin typeface="Times New Roman"/>
                <a:ea typeface="Times New Roman"/>
              </a:rPr>
              <a:t> граф </a:t>
            </a:r>
            <a:r>
              <a:rPr lang="ru-RU" sz="2000" dirty="0" smtClean="0">
                <a:latin typeface="Times New Roman"/>
                <a:ea typeface="Times New Roman"/>
              </a:rPr>
              <a:t>«</a:t>
            </a:r>
            <a:r>
              <a:rPr lang="en-US" sz="2000" b="1" i="1" dirty="0" smtClean="0">
                <a:latin typeface="Times New Roman"/>
                <a:ea typeface="Times New Roman"/>
              </a:rPr>
              <a:t>k</a:t>
            </a:r>
            <a:r>
              <a:rPr lang="ru-RU" sz="2000" dirty="0" smtClean="0">
                <a:latin typeface="Times New Roman"/>
                <a:ea typeface="Times New Roman"/>
              </a:rPr>
              <a:t>» дар</a:t>
            </a:r>
            <a:r>
              <a:rPr lang="uz-Cyrl-UZ" sz="2000" dirty="0" smtClean="0">
                <a:latin typeface="Times New Roman"/>
                <a:ea typeface="Times New Roman"/>
              </a:rPr>
              <a:t>а</a:t>
            </a:r>
            <a:r>
              <a:rPr lang="ru-RU" sz="2000" dirty="0" smtClean="0">
                <a:latin typeface="Times New Roman"/>
                <a:ea typeface="Times New Roman"/>
              </a:rPr>
              <a:t>жали </a:t>
            </a:r>
            <a:r>
              <a:rPr lang="ru-RU" sz="2000" dirty="0" err="1">
                <a:latin typeface="Times New Roman"/>
                <a:ea typeface="Times New Roman"/>
              </a:rPr>
              <a:t>регуляр</a:t>
            </a:r>
            <a:r>
              <a:rPr lang="ru-RU" sz="2000" dirty="0">
                <a:latin typeface="Times New Roman"/>
                <a:ea typeface="Times New Roman"/>
              </a:rPr>
              <a:t> </a:t>
            </a:r>
            <a:r>
              <a:rPr lang="ru-RU" sz="2000" dirty="0" err="1">
                <a:latin typeface="Times New Roman"/>
                <a:ea typeface="Times New Roman"/>
              </a:rPr>
              <a:t>деб</a:t>
            </a:r>
            <a:r>
              <a:rPr lang="ru-RU" sz="2000" dirty="0">
                <a:latin typeface="Times New Roman"/>
                <a:ea typeface="Times New Roman"/>
              </a:rPr>
              <a:t> </a:t>
            </a:r>
            <a:r>
              <a:rPr lang="ru-RU" sz="2000" dirty="0" err="1">
                <a:latin typeface="Times New Roman"/>
                <a:ea typeface="Times New Roman"/>
              </a:rPr>
              <a:t>аталади</a:t>
            </a:r>
            <a:r>
              <a:rPr lang="ru-RU" sz="2000" dirty="0">
                <a:latin typeface="Times New Roman"/>
                <a:ea typeface="Times New Roman"/>
              </a:rPr>
              <a:t>. </a:t>
            </a:r>
            <a:endParaRPr lang="ru-RU" sz="2000" dirty="0" smtClean="0">
              <a:latin typeface="Times New Roman"/>
              <a:ea typeface="Times New Roman"/>
            </a:endParaRPr>
          </a:p>
          <a:p>
            <a:pPr indent="355600" algn="just">
              <a:spcAft>
                <a:spcPts val="0"/>
              </a:spcAft>
            </a:pPr>
            <a:endParaRPr lang="ru-RU" sz="2000" b="1" dirty="0" smtClean="0">
              <a:solidFill>
                <a:srgbClr val="C00000"/>
              </a:solidFill>
              <a:latin typeface="Times New Roman"/>
              <a:ea typeface="Times New Roman"/>
            </a:endParaRPr>
          </a:p>
          <a:p>
            <a:pPr indent="355600" algn="just">
              <a:spcAft>
                <a:spcPts val="0"/>
              </a:spcAft>
            </a:pPr>
            <a:r>
              <a:rPr lang="ru-RU" sz="2000" b="1" dirty="0" err="1" smtClean="0">
                <a:solidFill>
                  <a:srgbClr val="C00000"/>
                </a:solidFill>
                <a:latin typeface="Times New Roman"/>
                <a:ea typeface="Times New Roman"/>
              </a:rPr>
              <a:t>Мисол</a:t>
            </a:r>
            <a:r>
              <a:rPr lang="ru-RU" sz="2000" b="1" dirty="0" smtClean="0">
                <a:solidFill>
                  <a:srgbClr val="C00000"/>
                </a:solidFill>
                <a:latin typeface="Times New Roman"/>
                <a:ea typeface="Times New Roman"/>
              </a:rPr>
              <a:t>. </a:t>
            </a:r>
            <a:r>
              <a:rPr lang="uz-Cyrl-UZ" sz="2000" dirty="0">
                <a:latin typeface="Times New Roman"/>
                <a:ea typeface="Times New Roman"/>
              </a:rPr>
              <a:t>Қ</a:t>
            </a:r>
            <a:r>
              <a:rPr lang="ru-RU" sz="2000" dirty="0" err="1">
                <a:latin typeface="Times New Roman"/>
                <a:ea typeface="Times New Roman"/>
              </a:rPr>
              <a:t>уйида</a:t>
            </a:r>
            <a:r>
              <a:rPr lang="ru-RU" sz="2000" dirty="0">
                <a:latin typeface="Times New Roman"/>
                <a:ea typeface="Times New Roman"/>
              </a:rPr>
              <a:t> </a:t>
            </a:r>
            <a:r>
              <a:rPr lang="ru-RU" sz="2000" dirty="0" err="1">
                <a:latin typeface="Times New Roman"/>
                <a:ea typeface="Times New Roman"/>
              </a:rPr>
              <a:t>келтирилган</a:t>
            </a:r>
            <a:r>
              <a:rPr lang="ru-RU" sz="2000" dirty="0">
                <a:latin typeface="Times New Roman"/>
                <a:ea typeface="Times New Roman"/>
              </a:rPr>
              <a:t> </a:t>
            </a:r>
            <a:r>
              <a:rPr lang="ru-RU" sz="2000" dirty="0" smtClean="0">
                <a:latin typeface="Times New Roman"/>
                <a:ea typeface="Times New Roman"/>
              </a:rPr>
              <a:t>граф 3-даражали </a:t>
            </a:r>
            <a:r>
              <a:rPr lang="ru-RU" sz="2000" dirty="0" err="1">
                <a:latin typeface="Times New Roman"/>
                <a:ea typeface="Times New Roman"/>
              </a:rPr>
              <a:t>регуляр</a:t>
            </a:r>
            <a:r>
              <a:rPr lang="ru-RU" sz="2000" dirty="0">
                <a:latin typeface="Times New Roman"/>
                <a:ea typeface="Times New Roman"/>
              </a:rPr>
              <a:t> </a:t>
            </a:r>
            <a:r>
              <a:rPr lang="ru-RU" sz="2000" dirty="0" err="1">
                <a:latin typeface="Times New Roman"/>
                <a:ea typeface="Times New Roman"/>
              </a:rPr>
              <a:t>графга</a:t>
            </a:r>
            <a:r>
              <a:rPr lang="ru-RU" sz="2000" dirty="0">
                <a:latin typeface="Times New Roman"/>
                <a:ea typeface="Times New Roman"/>
              </a:rPr>
              <a:t> </a:t>
            </a:r>
            <a:r>
              <a:rPr lang="ru-RU" sz="2000" dirty="0" err="1">
                <a:latin typeface="Times New Roman"/>
                <a:ea typeface="Times New Roman"/>
              </a:rPr>
              <a:t>мисол</a:t>
            </a:r>
            <a:r>
              <a:rPr lang="ru-RU" sz="2000" dirty="0">
                <a:latin typeface="Times New Roman"/>
                <a:ea typeface="Times New Roman"/>
              </a:rPr>
              <a:t> б</a:t>
            </a:r>
            <a:r>
              <a:rPr lang="uz-Cyrl-UZ" sz="2000" dirty="0">
                <a:latin typeface="Times New Roman"/>
                <a:ea typeface="Times New Roman"/>
              </a:rPr>
              <a:t>ў</a:t>
            </a:r>
            <a:r>
              <a:rPr lang="ru-RU" sz="2000" dirty="0" err="1">
                <a:latin typeface="Times New Roman"/>
                <a:ea typeface="Times New Roman"/>
              </a:rPr>
              <a:t>лади</a:t>
            </a:r>
            <a:r>
              <a:rPr lang="ru-RU" sz="2000" dirty="0" smtClean="0">
                <a:latin typeface="Times New Roman"/>
                <a:ea typeface="Times New Roman"/>
              </a:rPr>
              <a:t>:</a:t>
            </a:r>
            <a:endParaRPr lang="uz-Cyrl-UZ" sz="2000" dirty="0">
              <a:latin typeface="Times New Roman"/>
              <a:ea typeface="Times New Roman"/>
            </a:endParaRPr>
          </a:p>
          <a:p>
            <a:pPr indent="355600" algn="just">
              <a:spcAft>
                <a:spcPts val="0"/>
              </a:spcAft>
            </a:pPr>
            <a:endParaRPr lang="uz-Cyrl-UZ" sz="2000" dirty="0">
              <a:latin typeface="Times New Roman"/>
              <a:ea typeface="Times New Roman"/>
            </a:endParaRPr>
          </a:p>
        </p:txBody>
      </p:sp>
      <p:grpSp>
        <p:nvGrpSpPr>
          <p:cNvPr id="5" name="Group 2"/>
          <p:cNvGrpSpPr>
            <a:grpSpLocks/>
          </p:cNvGrpSpPr>
          <p:nvPr/>
        </p:nvGrpSpPr>
        <p:grpSpPr bwMode="auto">
          <a:xfrm>
            <a:off x="2483768" y="3717032"/>
            <a:ext cx="3420380" cy="2052228"/>
            <a:chOff x="3861" y="13601"/>
            <a:chExt cx="2880" cy="1647"/>
          </a:xfrm>
        </p:grpSpPr>
        <p:sp>
          <p:nvSpPr>
            <p:cNvPr id="7" name="Line 3"/>
            <p:cNvSpPr>
              <a:spLocks noChangeShapeType="1"/>
            </p:cNvSpPr>
            <p:nvPr/>
          </p:nvSpPr>
          <p:spPr bwMode="auto">
            <a:xfrm flipH="1">
              <a:off x="3861" y="13601"/>
              <a:ext cx="1440" cy="164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z-Cyrl-UZ"/>
            </a:p>
          </p:txBody>
        </p:sp>
        <p:sp>
          <p:nvSpPr>
            <p:cNvPr id="8" name="Line 4"/>
            <p:cNvSpPr>
              <a:spLocks noChangeShapeType="1"/>
            </p:cNvSpPr>
            <p:nvPr/>
          </p:nvSpPr>
          <p:spPr bwMode="auto">
            <a:xfrm>
              <a:off x="3861" y="15248"/>
              <a:ext cx="288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z-Cyrl-UZ"/>
            </a:p>
          </p:txBody>
        </p:sp>
        <p:sp>
          <p:nvSpPr>
            <p:cNvPr id="9" name="Line 5"/>
            <p:cNvSpPr>
              <a:spLocks noChangeShapeType="1"/>
            </p:cNvSpPr>
            <p:nvPr/>
          </p:nvSpPr>
          <p:spPr bwMode="auto">
            <a:xfrm flipH="1" flipV="1">
              <a:off x="5301" y="13601"/>
              <a:ext cx="1440" cy="164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z-Cyrl-UZ"/>
            </a:p>
          </p:txBody>
        </p:sp>
        <p:sp>
          <p:nvSpPr>
            <p:cNvPr id="12" name="Line 6"/>
            <p:cNvSpPr>
              <a:spLocks noChangeShapeType="1"/>
            </p:cNvSpPr>
            <p:nvPr/>
          </p:nvSpPr>
          <p:spPr bwMode="auto">
            <a:xfrm flipV="1">
              <a:off x="3861" y="14685"/>
              <a:ext cx="1440" cy="56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z-Cyrl-UZ"/>
            </a:p>
          </p:txBody>
        </p:sp>
        <p:sp>
          <p:nvSpPr>
            <p:cNvPr id="14" name="Line 7"/>
            <p:cNvSpPr>
              <a:spLocks noChangeShapeType="1"/>
            </p:cNvSpPr>
            <p:nvPr/>
          </p:nvSpPr>
          <p:spPr bwMode="auto">
            <a:xfrm flipH="1" flipV="1">
              <a:off x="5301" y="14685"/>
              <a:ext cx="1440" cy="54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z-Cyrl-UZ"/>
            </a:p>
          </p:txBody>
        </p:sp>
        <p:sp>
          <p:nvSpPr>
            <p:cNvPr id="15" name="Line 8"/>
            <p:cNvSpPr>
              <a:spLocks noChangeShapeType="1"/>
            </p:cNvSpPr>
            <p:nvPr/>
          </p:nvSpPr>
          <p:spPr bwMode="auto">
            <a:xfrm>
              <a:off x="5301" y="13601"/>
              <a:ext cx="0" cy="110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z-Cyrl-UZ"/>
            </a:p>
          </p:txBody>
        </p:sp>
      </p:grpSp>
    </p:spTree>
    <p:extLst>
      <p:ext uri="{BB962C8B-B14F-4D97-AF65-F5344CB8AC3E}">
        <p14:creationId xmlns:p14="http://schemas.microsoft.com/office/powerpoint/2010/main" val="741491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lowchart: Process 9"/>
          <p:cNvSpPr/>
          <p:nvPr/>
        </p:nvSpPr>
        <p:spPr>
          <a:xfrm>
            <a:off x="97020" y="146203"/>
            <a:ext cx="8984810" cy="6634662"/>
          </a:xfrm>
          <a:prstGeom prst="flowChartProcess">
            <a:avLst/>
          </a:prstGeom>
          <a:noFill/>
          <a:ln w="19050">
            <a:solidFill>
              <a:srgbClr val="002060"/>
            </a:solidFill>
          </a:ln>
          <a:effectLst>
            <a:glow rad="101600">
              <a:schemeClr val="accent1">
                <a:satMod val="175000"/>
                <a:alpha val="4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  <p:cxnSp>
        <p:nvCxnSpPr>
          <p:cNvPr id="6" name="Straight Connector 5"/>
          <p:cNvCxnSpPr/>
          <p:nvPr/>
        </p:nvCxnSpPr>
        <p:spPr>
          <a:xfrm>
            <a:off x="285720" y="260648"/>
            <a:ext cx="8568000" cy="1588"/>
          </a:xfrm>
          <a:prstGeom prst="line">
            <a:avLst/>
          </a:prstGeom>
          <a:ln>
            <a:solidFill>
              <a:schemeClr val="accent2">
                <a:lumMod val="50000"/>
              </a:schemeClr>
            </a:solidFill>
            <a:headEnd type="diamond" w="med" len="med"/>
            <a:tailEnd type="diamond" w="med" len="med"/>
          </a:ln>
          <a:effectLst>
            <a:glow rad="63500">
              <a:schemeClr val="accent3">
                <a:satMod val="175000"/>
                <a:alpha val="4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" name="AutoShape 13" descr="Точечные ромбики"/>
          <p:cNvSpPr>
            <a:spLocks noChangeArrowheads="1"/>
          </p:cNvSpPr>
          <p:nvPr/>
        </p:nvSpPr>
        <p:spPr bwMode="auto">
          <a:xfrm>
            <a:off x="142875" y="404664"/>
            <a:ext cx="8856663" cy="6084016"/>
          </a:xfrm>
          <a:prstGeom prst="foldedCorner">
            <a:avLst>
              <a:gd name="adj" fmla="val 4333"/>
            </a:avLst>
          </a:prstGeom>
          <a:pattFill prst="dotDmnd">
            <a:fgClr>
              <a:schemeClr val="bg2"/>
            </a:fgClr>
            <a:bgClr>
              <a:schemeClr val="bg1"/>
            </a:bgClr>
          </a:pattFill>
          <a:ln w="15875">
            <a:solidFill>
              <a:srgbClr val="000080"/>
            </a:solidFill>
            <a:round/>
            <a:headEnd/>
            <a:tailEnd/>
          </a:ln>
          <a:effectLst>
            <a:prstShdw prst="shdw17" dist="17961" dir="2700000">
              <a:srgbClr val="00004D">
                <a:alpha val="50000"/>
              </a:srgbClr>
            </a:prstShdw>
          </a:effectLst>
        </p:spPr>
        <p:txBody>
          <a:bodyPr bIns="0" anchor="t" anchorCtr="0">
            <a:norm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1pPr>
            <a:lvl2pPr marL="1258888" indent="-34290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2pPr>
            <a:lvl3pPr marL="1781175" indent="-34290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3pPr>
            <a:lvl4pPr marL="2303463" indent="-34290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4pPr>
            <a:lvl5pPr marL="2825750" indent="-34290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5pPr>
            <a:lvl6pPr marL="328295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6pPr>
            <a:lvl7pPr marL="374015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7pPr>
            <a:lvl8pPr marL="419735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8pPr>
            <a:lvl9pPr marL="465455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indent="449580" algn="just">
              <a:spcAft>
                <a:spcPts val="0"/>
              </a:spcAft>
            </a:pPr>
            <a:endParaRPr lang="ru-RU" dirty="0" smtClean="0"/>
          </a:p>
          <a:p>
            <a:pPr indent="449580" algn="just">
              <a:spcAft>
                <a:spcPts val="0"/>
              </a:spcAft>
            </a:pPr>
            <a:endParaRPr lang="ru-RU" dirty="0"/>
          </a:p>
          <a:p>
            <a:pPr indent="449580" algn="just">
              <a:spcAft>
                <a:spcPts val="0"/>
              </a:spcAft>
            </a:pPr>
            <a:endParaRPr lang="ru-RU" dirty="0" smtClean="0"/>
          </a:p>
          <a:p>
            <a:pPr indent="449580" algn="just">
              <a:spcAft>
                <a:spcPts val="0"/>
              </a:spcAft>
            </a:pPr>
            <a:endParaRPr lang="ru-RU" dirty="0"/>
          </a:p>
          <a:p>
            <a:pPr indent="449580" algn="just">
              <a:spcAft>
                <a:spcPts val="0"/>
              </a:spcAft>
            </a:pPr>
            <a:endParaRPr lang="ru-RU" dirty="0" smtClean="0"/>
          </a:p>
          <a:p>
            <a:pPr indent="449580" algn="just">
              <a:spcAft>
                <a:spcPts val="0"/>
              </a:spcAft>
            </a:pPr>
            <a:endParaRPr lang="ru-RU" dirty="0"/>
          </a:p>
          <a:p>
            <a:pPr indent="449580" algn="just">
              <a:spcAft>
                <a:spcPts val="0"/>
              </a:spcAft>
            </a:pPr>
            <a:endParaRPr lang="ru-RU" sz="1200" dirty="0" smtClean="0"/>
          </a:p>
          <a:p>
            <a:pPr indent="449580" algn="just">
              <a:spcAft>
                <a:spcPts val="0"/>
              </a:spcAft>
            </a:pPr>
            <a:endParaRPr lang="en-US" sz="2000" b="1" dirty="0" smtClean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449580" algn="just">
              <a:spcAft>
                <a:spcPts val="0"/>
              </a:spcAft>
            </a:pPr>
            <a:endParaRPr lang="en-US" sz="20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449580" algn="just">
              <a:spcAft>
                <a:spcPts val="0"/>
              </a:spcAft>
            </a:pPr>
            <a:endParaRPr lang="en-US" sz="2000" b="1" dirty="0" smtClean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449580" algn="just">
              <a:spcAft>
                <a:spcPts val="0"/>
              </a:spcAft>
            </a:pPr>
            <a:endParaRPr lang="uz-Cyrl-UZ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449580" algn="just">
              <a:spcAft>
                <a:spcPts val="0"/>
              </a:spcAft>
            </a:pPr>
            <a:endParaRPr lang="uz-Cyrl-UZ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449580" algn="just">
              <a:spcAft>
                <a:spcPts val="0"/>
              </a:spcAft>
            </a:pPr>
            <a:endParaRPr lang="uz-Cyrl-UZ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449580" algn="just">
              <a:spcAft>
                <a:spcPts val="0"/>
              </a:spcAft>
            </a:pPr>
            <a:endParaRPr lang="uz-Cyrl-UZ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449580" algn="just">
              <a:spcAft>
                <a:spcPts val="0"/>
              </a:spcAft>
            </a:pPr>
            <a:endParaRPr lang="uz-Cyrl-UZ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09" name="Line 16"/>
          <p:cNvSpPr>
            <a:spLocks noChangeShapeType="1"/>
          </p:cNvSpPr>
          <p:nvPr/>
        </p:nvSpPr>
        <p:spPr bwMode="auto">
          <a:xfrm>
            <a:off x="323850" y="6669360"/>
            <a:ext cx="8461375" cy="0"/>
          </a:xfrm>
          <a:prstGeom prst="line">
            <a:avLst/>
          </a:prstGeom>
          <a:noFill/>
          <a:ln w="127000">
            <a:pattFill prst="dkHorz">
              <a:fgClr>
                <a:schemeClr val="tx1"/>
              </a:fgClr>
              <a:bgClr>
                <a:srgbClr val="FFFFFF"/>
              </a:bgClr>
            </a:pattFill>
            <a:round/>
            <a:headEnd/>
            <a:tailEnd/>
          </a:ln>
          <a:effectLst>
            <a:prstShdw prst="shdw17" dist="17961" dir="2700000">
              <a:schemeClr val="tx1">
                <a:gamma/>
                <a:shade val="60000"/>
                <a:invGamma/>
              </a:schemeClr>
            </a:prstShdw>
          </a:effectLst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1" name="Прямоугольник 10"/>
          <p:cNvSpPr/>
          <p:nvPr/>
        </p:nvSpPr>
        <p:spPr>
          <a:xfrm>
            <a:off x="219707" y="476672"/>
            <a:ext cx="8703627" cy="53245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55600" algn="just">
              <a:spcAft>
                <a:spcPts val="0"/>
              </a:spcAft>
            </a:pPr>
            <a:r>
              <a:rPr lang="ru-RU" sz="2000" b="1" dirty="0">
                <a:solidFill>
                  <a:srgbClr val="C00000"/>
                </a:solidFill>
                <a:latin typeface="Times New Roman"/>
                <a:ea typeface="Times New Roman"/>
              </a:rPr>
              <a:t>Т</a:t>
            </a:r>
            <a:r>
              <a:rPr lang="uz-Cyrl-UZ" sz="2000" b="1" dirty="0">
                <a:solidFill>
                  <a:srgbClr val="C00000"/>
                </a:solidFill>
                <a:latin typeface="Times New Roman"/>
                <a:ea typeface="Times New Roman"/>
              </a:rPr>
              <a:t>аъриф</a:t>
            </a:r>
            <a:r>
              <a:rPr lang="ru-RU" sz="2000" b="1" dirty="0">
                <a:solidFill>
                  <a:srgbClr val="C00000"/>
                </a:solidFill>
                <a:latin typeface="Times New Roman"/>
                <a:ea typeface="Times New Roman"/>
              </a:rPr>
              <a:t>.</a:t>
            </a:r>
            <a:r>
              <a:rPr lang="ru-RU" sz="2000" dirty="0">
                <a:solidFill>
                  <a:srgbClr val="C00000"/>
                </a:solidFill>
                <a:latin typeface="Times New Roman"/>
                <a:ea typeface="Times New Roman"/>
              </a:rPr>
              <a:t> </a:t>
            </a:r>
            <a:r>
              <a:rPr lang="uz-Cyrl-UZ" sz="2000" dirty="0">
                <a:latin typeface="Times New Roman"/>
                <a:ea typeface="Times New Roman"/>
              </a:rPr>
              <a:t>Берилган графдаги </a:t>
            </a:r>
            <a:r>
              <a:rPr lang="uz-Cyrl-UZ" sz="2000" b="1" i="1" dirty="0">
                <a:latin typeface="Times New Roman"/>
                <a:ea typeface="Times New Roman"/>
              </a:rPr>
              <a:t>маршрут</a:t>
            </a:r>
            <a:r>
              <a:rPr lang="uz-Cyrl-UZ" sz="2000" dirty="0">
                <a:latin typeface="Times New Roman"/>
                <a:ea typeface="Times New Roman"/>
              </a:rPr>
              <a:t> </a:t>
            </a:r>
            <a:r>
              <a:rPr lang="uz-Cyrl-UZ" sz="2000" dirty="0" smtClean="0">
                <a:latin typeface="Times New Roman"/>
                <a:ea typeface="Times New Roman"/>
              </a:rPr>
              <a:t>деб, шундай </a:t>
            </a:r>
            <a:r>
              <a:rPr lang="uz-Cyrl-UZ" sz="2000" dirty="0">
                <a:latin typeface="Times New Roman"/>
                <a:ea typeface="Times New Roman"/>
              </a:rPr>
              <a:t>граф учлари ва қирралари кетма-кетлигига айтиладики:</a:t>
            </a:r>
          </a:p>
          <a:p>
            <a:pPr indent="355600" algn="ctr">
              <a:spcAft>
                <a:spcPts val="0"/>
              </a:spcAft>
            </a:pPr>
            <a:r>
              <a:rPr lang="uz-Cyrl-UZ" sz="2000" b="1" i="1" dirty="0">
                <a:latin typeface="Times New Roman"/>
                <a:ea typeface="Times New Roman"/>
              </a:rPr>
              <a:t>а</a:t>
            </a:r>
            <a:r>
              <a:rPr lang="uz-Cyrl-UZ" sz="2000" b="1" baseline="-25000" dirty="0">
                <a:latin typeface="Times New Roman"/>
                <a:ea typeface="Times New Roman"/>
              </a:rPr>
              <a:t>0</a:t>
            </a:r>
            <a:r>
              <a:rPr lang="uz-Cyrl-UZ" sz="2000" b="1" i="1" dirty="0" smtClean="0">
                <a:latin typeface="Times New Roman"/>
                <a:ea typeface="Times New Roman"/>
              </a:rPr>
              <a:t>,</a:t>
            </a:r>
            <a:r>
              <a:rPr lang="en-US" sz="2000" b="1" i="1" dirty="0" smtClean="0">
                <a:latin typeface="Times New Roman"/>
                <a:ea typeface="Times New Roman"/>
              </a:rPr>
              <a:t> </a:t>
            </a:r>
            <a:r>
              <a:rPr lang="uz-Cyrl-UZ" sz="2000" b="1" i="1" dirty="0" smtClean="0">
                <a:latin typeface="Times New Roman"/>
                <a:ea typeface="Times New Roman"/>
              </a:rPr>
              <a:t>е</a:t>
            </a:r>
            <a:r>
              <a:rPr lang="uz-Cyrl-UZ" sz="2000" b="1" baseline="-25000" dirty="0" smtClean="0">
                <a:latin typeface="Times New Roman"/>
                <a:ea typeface="Times New Roman"/>
              </a:rPr>
              <a:t>1</a:t>
            </a:r>
            <a:r>
              <a:rPr lang="uz-Cyrl-UZ" sz="2000" b="1" i="1" dirty="0">
                <a:latin typeface="Times New Roman"/>
                <a:ea typeface="Times New Roman"/>
              </a:rPr>
              <a:t>, а</a:t>
            </a:r>
            <a:r>
              <a:rPr lang="uz-Cyrl-UZ" sz="2000" b="1" baseline="-25000" dirty="0">
                <a:latin typeface="Times New Roman"/>
                <a:ea typeface="Times New Roman"/>
              </a:rPr>
              <a:t>1</a:t>
            </a:r>
            <a:r>
              <a:rPr lang="uz-Cyrl-UZ" sz="2000" b="1" i="1" dirty="0">
                <a:latin typeface="Times New Roman"/>
                <a:ea typeface="Times New Roman"/>
              </a:rPr>
              <a:t>, е</a:t>
            </a:r>
            <a:r>
              <a:rPr lang="uz-Cyrl-UZ" sz="2000" b="1" baseline="-25000" dirty="0">
                <a:latin typeface="Times New Roman"/>
                <a:ea typeface="Times New Roman"/>
              </a:rPr>
              <a:t>2</a:t>
            </a:r>
            <a:r>
              <a:rPr lang="uz-Cyrl-UZ" sz="2000" b="1" i="1" dirty="0">
                <a:latin typeface="Times New Roman"/>
                <a:ea typeface="Times New Roman"/>
              </a:rPr>
              <a:t>,……..,</a:t>
            </a:r>
            <a:r>
              <a:rPr lang="uz-Cyrl-UZ" sz="2000" b="1" i="1" dirty="0" smtClean="0">
                <a:latin typeface="Times New Roman"/>
                <a:ea typeface="Times New Roman"/>
              </a:rPr>
              <a:t>е</a:t>
            </a:r>
            <a:r>
              <a:rPr lang="en-US" sz="2000" b="1" i="1" baseline="-25000" dirty="0" smtClean="0">
                <a:latin typeface="Times New Roman"/>
                <a:ea typeface="Times New Roman"/>
              </a:rPr>
              <a:t>k</a:t>
            </a:r>
            <a:r>
              <a:rPr lang="uz-Cyrl-UZ" sz="2000" b="1" i="1" dirty="0" smtClean="0">
                <a:latin typeface="Times New Roman"/>
                <a:ea typeface="Times New Roman"/>
              </a:rPr>
              <a:t>, а</a:t>
            </a:r>
            <a:r>
              <a:rPr lang="en-US" sz="2000" b="1" i="1" baseline="-25000" dirty="0" smtClean="0">
                <a:latin typeface="Times New Roman"/>
                <a:ea typeface="Times New Roman"/>
              </a:rPr>
              <a:t>k</a:t>
            </a:r>
            <a:endParaRPr lang="uz-Cyrl-UZ" sz="2000" b="1" dirty="0" smtClean="0">
              <a:latin typeface="Times New Roman"/>
              <a:ea typeface="Times New Roman"/>
            </a:endParaRPr>
          </a:p>
          <a:p>
            <a:pPr indent="355600" algn="just">
              <a:spcAft>
                <a:spcPts val="1200"/>
              </a:spcAft>
            </a:pPr>
            <a:r>
              <a:rPr lang="uz-Cyrl-UZ" sz="2000" dirty="0" smtClean="0">
                <a:latin typeface="Times New Roman"/>
                <a:ea typeface="Times New Roman"/>
              </a:rPr>
              <a:t>бу ерда ихтиёрий иккита элемент ўзаро инцидент бўлади. </a:t>
            </a:r>
          </a:p>
          <a:p>
            <a:pPr indent="355600" algn="just">
              <a:spcAft>
                <a:spcPts val="0"/>
              </a:spcAft>
            </a:pPr>
            <a:r>
              <a:rPr lang="uz-Cyrl-UZ" sz="2000" dirty="0" smtClean="0">
                <a:latin typeface="Times New Roman"/>
                <a:ea typeface="Times New Roman"/>
              </a:rPr>
              <a:t>Агар </a:t>
            </a:r>
            <a:r>
              <a:rPr lang="uz-Cyrl-UZ" sz="2000" b="1" i="1" dirty="0" smtClean="0">
                <a:latin typeface="Times New Roman"/>
                <a:ea typeface="Times New Roman"/>
              </a:rPr>
              <a:t>а</a:t>
            </a:r>
            <a:r>
              <a:rPr lang="uz-Cyrl-UZ" sz="2000" b="1" baseline="-25000" dirty="0" smtClean="0">
                <a:latin typeface="Times New Roman"/>
                <a:ea typeface="Times New Roman"/>
              </a:rPr>
              <a:t>0</a:t>
            </a:r>
            <a:r>
              <a:rPr lang="uz-Cyrl-UZ" sz="2000" b="1" dirty="0" smtClean="0">
                <a:latin typeface="Times New Roman"/>
                <a:ea typeface="Times New Roman"/>
              </a:rPr>
              <a:t>=</a:t>
            </a:r>
            <a:r>
              <a:rPr lang="uz-Cyrl-UZ" sz="2000" b="1" i="1" dirty="0" smtClean="0">
                <a:latin typeface="Times New Roman"/>
                <a:ea typeface="Times New Roman"/>
              </a:rPr>
              <a:t>а</a:t>
            </a:r>
            <a:r>
              <a:rPr lang="en-US" sz="2000" b="1" i="1" baseline="-25000" dirty="0" smtClean="0">
                <a:latin typeface="Times New Roman"/>
                <a:ea typeface="Times New Roman"/>
              </a:rPr>
              <a:t>k</a:t>
            </a:r>
            <a:r>
              <a:rPr lang="uz-Cyrl-UZ" sz="2000" dirty="0" smtClean="0">
                <a:latin typeface="Times New Roman"/>
                <a:ea typeface="Times New Roman"/>
              </a:rPr>
              <a:t> бўлса</a:t>
            </a:r>
            <a:r>
              <a:rPr lang="uz-Cyrl-UZ" sz="2000" dirty="0">
                <a:latin typeface="Times New Roman"/>
                <a:ea typeface="Times New Roman"/>
              </a:rPr>
              <a:t>, у ҳолда маршрут </a:t>
            </a:r>
            <a:r>
              <a:rPr lang="uz-Cyrl-UZ" sz="2000" b="1" dirty="0">
                <a:latin typeface="Times New Roman"/>
                <a:ea typeface="Times New Roman"/>
              </a:rPr>
              <a:t>ёпиқ</a:t>
            </a:r>
            <a:r>
              <a:rPr lang="uz-Cyrl-UZ" sz="2000" dirty="0">
                <a:latin typeface="Times New Roman"/>
                <a:ea typeface="Times New Roman"/>
              </a:rPr>
              <a:t> акс холда </a:t>
            </a:r>
            <a:r>
              <a:rPr lang="uz-Cyrl-UZ" sz="2000" b="1" dirty="0">
                <a:latin typeface="Times New Roman"/>
                <a:ea typeface="Times New Roman"/>
              </a:rPr>
              <a:t>очиқ</a:t>
            </a:r>
            <a:r>
              <a:rPr lang="uz-Cyrl-UZ" sz="2000" dirty="0">
                <a:latin typeface="Times New Roman"/>
                <a:ea typeface="Times New Roman"/>
              </a:rPr>
              <a:t> деб аталади.</a:t>
            </a:r>
          </a:p>
          <a:p>
            <a:pPr indent="355600" algn="just">
              <a:spcAft>
                <a:spcPts val="0"/>
              </a:spcAft>
            </a:pPr>
            <a:endParaRPr lang="ru-RU" sz="2000" b="1" dirty="0" smtClean="0">
              <a:solidFill>
                <a:srgbClr val="C00000"/>
              </a:solidFill>
              <a:latin typeface="Times New Roman"/>
              <a:ea typeface="Times New Roman"/>
            </a:endParaRPr>
          </a:p>
          <a:p>
            <a:pPr indent="355600" algn="just">
              <a:spcAft>
                <a:spcPts val="1200"/>
              </a:spcAft>
            </a:pPr>
            <a:r>
              <a:rPr lang="ru-RU" sz="2000" b="1" dirty="0" smtClean="0">
                <a:solidFill>
                  <a:srgbClr val="C00000"/>
                </a:solidFill>
                <a:latin typeface="Times New Roman"/>
                <a:ea typeface="Times New Roman"/>
              </a:rPr>
              <a:t>Т</a:t>
            </a:r>
            <a:r>
              <a:rPr lang="uz-Cyrl-UZ" sz="2000" b="1" dirty="0">
                <a:solidFill>
                  <a:srgbClr val="C00000"/>
                </a:solidFill>
                <a:latin typeface="Times New Roman"/>
                <a:ea typeface="Times New Roman"/>
              </a:rPr>
              <a:t>аъри</a:t>
            </a:r>
            <a:r>
              <a:rPr lang="ru-RU" sz="2000" b="1" dirty="0">
                <a:solidFill>
                  <a:srgbClr val="C00000"/>
                </a:solidFill>
                <a:latin typeface="Times New Roman"/>
                <a:ea typeface="Times New Roman"/>
              </a:rPr>
              <a:t>ф</a:t>
            </a:r>
            <a:r>
              <a:rPr lang="en-US" sz="2000" b="1" dirty="0">
                <a:solidFill>
                  <a:srgbClr val="C00000"/>
                </a:solidFill>
                <a:latin typeface="Times New Roman"/>
                <a:ea typeface="Times New Roman"/>
              </a:rPr>
              <a:t>. </a:t>
            </a:r>
            <a:r>
              <a:rPr lang="ru-RU" sz="2000" dirty="0" err="1">
                <a:latin typeface="Times New Roman"/>
                <a:ea typeface="Times New Roman"/>
              </a:rPr>
              <a:t>Агар</a:t>
            </a:r>
            <a:r>
              <a:rPr lang="ru-RU" sz="2000" dirty="0">
                <a:latin typeface="Times New Roman"/>
                <a:ea typeface="Times New Roman"/>
              </a:rPr>
              <a:t> граф </a:t>
            </a:r>
            <a:r>
              <a:rPr lang="ru-RU" sz="2000" dirty="0" err="1">
                <a:latin typeface="Times New Roman"/>
                <a:ea typeface="Times New Roman"/>
              </a:rPr>
              <a:t>маршрутида</a:t>
            </a:r>
            <a:r>
              <a:rPr lang="ru-RU" sz="2000" dirty="0">
                <a:latin typeface="Times New Roman"/>
                <a:ea typeface="Times New Roman"/>
              </a:rPr>
              <a:t> </a:t>
            </a:r>
            <a:r>
              <a:rPr lang="ru-RU" sz="2000" dirty="0" err="1">
                <a:latin typeface="Times New Roman"/>
                <a:ea typeface="Times New Roman"/>
              </a:rPr>
              <a:t>унинг</a:t>
            </a:r>
            <a:r>
              <a:rPr lang="ru-RU" sz="2000" dirty="0">
                <a:latin typeface="Times New Roman"/>
                <a:ea typeface="Times New Roman"/>
              </a:rPr>
              <a:t> </a:t>
            </a:r>
            <a:r>
              <a:rPr lang="ru-RU" sz="2000" dirty="0" err="1">
                <a:latin typeface="Times New Roman"/>
                <a:ea typeface="Times New Roman"/>
              </a:rPr>
              <a:t>барча</a:t>
            </a:r>
            <a:r>
              <a:rPr lang="ru-RU" sz="2000" dirty="0">
                <a:latin typeface="Times New Roman"/>
                <a:ea typeface="Times New Roman"/>
              </a:rPr>
              <a:t> </a:t>
            </a:r>
            <a:r>
              <a:rPr lang="ru-RU" sz="2000" dirty="0" err="1">
                <a:latin typeface="Times New Roman"/>
                <a:ea typeface="Times New Roman"/>
              </a:rPr>
              <a:t>қирралари</a:t>
            </a:r>
            <a:r>
              <a:rPr lang="ru-RU" sz="2000" dirty="0">
                <a:latin typeface="Times New Roman"/>
                <a:ea typeface="Times New Roman"/>
              </a:rPr>
              <a:t> </a:t>
            </a:r>
            <a:r>
              <a:rPr lang="ru-RU" sz="2000" dirty="0" err="1">
                <a:latin typeface="Times New Roman"/>
                <a:ea typeface="Times New Roman"/>
              </a:rPr>
              <a:t>турлича</a:t>
            </a:r>
            <a:r>
              <a:rPr lang="ru-RU" sz="2000" dirty="0">
                <a:latin typeface="Times New Roman"/>
                <a:ea typeface="Times New Roman"/>
              </a:rPr>
              <a:t> </a:t>
            </a:r>
            <a:r>
              <a:rPr lang="ru-RU" sz="2000" dirty="0" err="1" smtClean="0">
                <a:latin typeface="Times New Roman"/>
                <a:ea typeface="Times New Roman"/>
              </a:rPr>
              <a:t>бўлса</a:t>
            </a:r>
            <a:r>
              <a:rPr lang="ru-RU" sz="2000" dirty="0" smtClean="0">
                <a:latin typeface="Times New Roman"/>
                <a:ea typeface="Times New Roman"/>
              </a:rPr>
              <a:t>, </a:t>
            </a:r>
            <a:r>
              <a:rPr lang="ru-RU" sz="2000" dirty="0">
                <a:latin typeface="Times New Roman"/>
                <a:ea typeface="Times New Roman"/>
              </a:rPr>
              <a:t>у </a:t>
            </a:r>
            <a:r>
              <a:rPr lang="ru-RU" sz="2000" dirty="0" err="1">
                <a:latin typeface="Times New Roman"/>
                <a:ea typeface="Times New Roman"/>
              </a:rPr>
              <a:t>ҳолда</a:t>
            </a:r>
            <a:r>
              <a:rPr lang="ru-RU" sz="2000" dirty="0">
                <a:latin typeface="Times New Roman"/>
                <a:ea typeface="Times New Roman"/>
              </a:rPr>
              <a:t> граф </a:t>
            </a:r>
            <a:r>
              <a:rPr lang="ru-RU" sz="2000" dirty="0" err="1">
                <a:latin typeface="Times New Roman"/>
                <a:ea typeface="Times New Roman"/>
              </a:rPr>
              <a:t>маршрути</a:t>
            </a:r>
            <a:r>
              <a:rPr lang="ru-RU" sz="2000" dirty="0">
                <a:latin typeface="Times New Roman"/>
                <a:ea typeface="Times New Roman"/>
              </a:rPr>
              <a:t> </a:t>
            </a:r>
            <a:r>
              <a:rPr lang="ru-RU" sz="2000" b="1" dirty="0" err="1" smtClean="0">
                <a:latin typeface="Times New Roman"/>
                <a:ea typeface="Times New Roman"/>
              </a:rPr>
              <a:t>занжир</a:t>
            </a:r>
            <a:r>
              <a:rPr lang="ru-RU" sz="2000" dirty="0" smtClean="0">
                <a:latin typeface="Times New Roman"/>
                <a:ea typeface="Times New Roman"/>
              </a:rPr>
              <a:t> </a:t>
            </a:r>
            <a:r>
              <a:rPr lang="ru-RU" sz="2000" dirty="0" err="1">
                <a:latin typeface="Times New Roman"/>
                <a:ea typeface="Times New Roman"/>
              </a:rPr>
              <a:t>деб</a:t>
            </a:r>
            <a:r>
              <a:rPr lang="ru-RU" sz="2000" dirty="0">
                <a:latin typeface="Times New Roman"/>
                <a:ea typeface="Times New Roman"/>
              </a:rPr>
              <a:t> </a:t>
            </a:r>
            <a:r>
              <a:rPr lang="ru-RU" sz="2000" dirty="0" err="1">
                <a:latin typeface="Times New Roman"/>
                <a:ea typeface="Times New Roman"/>
              </a:rPr>
              <a:t>аталади</a:t>
            </a:r>
            <a:r>
              <a:rPr lang="ru-RU" sz="2000" dirty="0">
                <a:latin typeface="Times New Roman"/>
                <a:ea typeface="Times New Roman"/>
              </a:rPr>
              <a:t>. </a:t>
            </a:r>
          </a:p>
          <a:p>
            <a:pPr indent="355600" algn="just">
              <a:spcAft>
                <a:spcPts val="0"/>
              </a:spcAft>
            </a:pPr>
            <a:r>
              <a:rPr lang="ru-RU" sz="2000" dirty="0" err="1" smtClean="0">
                <a:latin typeface="Times New Roman"/>
                <a:ea typeface="Times New Roman"/>
              </a:rPr>
              <a:t>Агар</a:t>
            </a:r>
            <a:r>
              <a:rPr lang="ru-RU" sz="2000" dirty="0" smtClean="0">
                <a:latin typeface="Times New Roman"/>
                <a:ea typeface="Times New Roman"/>
              </a:rPr>
              <a:t> граф </a:t>
            </a:r>
            <a:r>
              <a:rPr lang="ru-RU" sz="2000" dirty="0" err="1">
                <a:latin typeface="Times New Roman"/>
                <a:ea typeface="Times New Roman"/>
              </a:rPr>
              <a:t>маршрутида</a:t>
            </a:r>
            <a:r>
              <a:rPr lang="ru-RU" sz="2000" dirty="0">
                <a:latin typeface="Times New Roman"/>
                <a:ea typeface="Times New Roman"/>
              </a:rPr>
              <a:t> </a:t>
            </a:r>
            <a:r>
              <a:rPr lang="ru-RU" sz="2000" dirty="0" err="1" smtClean="0">
                <a:latin typeface="Times New Roman"/>
                <a:ea typeface="Times New Roman"/>
              </a:rPr>
              <a:t>барча</a:t>
            </a:r>
            <a:r>
              <a:rPr lang="ru-RU" sz="2000" dirty="0" smtClean="0">
                <a:latin typeface="Times New Roman"/>
                <a:ea typeface="Times New Roman"/>
              </a:rPr>
              <a:t> </a:t>
            </a:r>
            <a:r>
              <a:rPr lang="ru-RU" sz="2000" dirty="0" err="1">
                <a:latin typeface="Times New Roman"/>
                <a:ea typeface="Times New Roman"/>
              </a:rPr>
              <a:t>уч</a:t>
            </a:r>
            <a:r>
              <a:rPr lang="ru-RU" sz="2000" dirty="0">
                <a:latin typeface="Times New Roman"/>
                <a:ea typeface="Times New Roman"/>
              </a:rPr>
              <a:t> </a:t>
            </a:r>
            <a:r>
              <a:rPr lang="ru-RU" sz="2000" dirty="0" err="1">
                <a:latin typeface="Times New Roman"/>
                <a:ea typeface="Times New Roman"/>
              </a:rPr>
              <a:t>ва</a:t>
            </a:r>
            <a:r>
              <a:rPr lang="ru-RU" sz="2000" dirty="0">
                <a:latin typeface="Times New Roman"/>
                <a:ea typeface="Times New Roman"/>
              </a:rPr>
              <a:t> </a:t>
            </a:r>
            <a:r>
              <a:rPr lang="ru-RU" sz="2000" dirty="0" err="1">
                <a:latin typeface="Times New Roman"/>
                <a:ea typeface="Times New Roman"/>
              </a:rPr>
              <a:t>қирралар</a:t>
            </a:r>
            <a:r>
              <a:rPr lang="ru-RU" sz="2000" dirty="0">
                <a:latin typeface="Times New Roman"/>
                <a:ea typeface="Times New Roman"/>
              </a:rPr>
              <a:t> </a:t>
            </a:r>
            <a:r>
              <a:rPr lang="ru-RU" sz="2000" dirty="0" err="1" smtClean="0">
                <a:latin typeface="Times New Roman"/>
                <a:ea typeface="Times New Roman"/>
              </a:rPr>
              <a:t>турлича</a:t>
            </a:r>
            <a:r>
              <a:rPr lang="ru-RU" sz="2000" dirty="0" smtClean="0">
                <a:latin typeface="Times New Roman"/>
                <a:ea typeface="Times New Roman"/>
              </a:rPr>
              <a:t> </a:t>
            </a:r>
            <a:r>
              <a:rPr lang="ru-RU" sz="2000" dirty="0" err="1">
                <a:latin typeface="Times New Roman"/>
                <a:ea typeface="Times New Roman"/>
              </a:rPr>
              <a:t>бўлса</a:t>
            </a:r>
            <a:r>
              <a:rPr lang="ru-RU" sz="2000" dirty="0">
                <a:latin typeface="Times New Roman"/>
                <a:ea typeface="Times New Roman"/>
              </a:rPr>
              <a:t>, </a:t>
            </a:r>
            <a:r>
              <a:rPr lang="ru-RU" sz="2000" dirty="0" err="1">
                <a:latin typeface="Times New Roman"/>
                <a:ea typeface="Times New Roman"/>
              </a:rPr>
              <a:t>бундай</a:t>
            </a:r>
            <a:r>
              <a:rPr lang="ru-RU" sz="2000" dirty="0">
                <a:latin typeface="Times New Roman"/>
                <a:ea typeface="Times New Roman"/>
              </a:rPr>
              <a:t> маршрут </a:t>
            </a:r>
            <a:r>
              <a:rPr lang="ru-RU" sz="2000" b="1" dirty="0" err="1">
                <a:latin typeface="Times New Roman"/>
                <a:ea typeface="Times New Roman"/>
              </a:rPr>
              <a:t>оддий</a:t>
            </a:r>
            <a:r>
              <a:rPr lang="ru-RU" sz="2000" dirty="0">
                <a:latin typeface="Times New Roman"/>
                <a:ea typeface="Times New Roman"/>
              </a:rPr>
              <a:t> </a:t>
            </a:r>
            <a:r>
              <a:rPr lang="ru-RU" sz="2000" b="1" dirty="0" err="1">
                <a:latin typeface="Times New Roman"/>
                <a:ea typeface="Times New Roman"/>
              </a:rPr>
              <a:t>занжир</a:t>
            </a:r>
            <a:r>
              <a:rPr lang="ru-RU" sz="2000" dirty="0">
                <a:latin typeface="Times New Roman"/>
                <a:ea typeface="Times New Roman"/>
              </a:rPr>
              <a:t> </a:t>
            </a:r>
            <a:r>
              <a:rPr lang="ru-RU" sz="2000" dirty="0" err="1">
                <a:latin typeface="Times New Roman"/>
                <a:ea typeface="Times New Roman"/>
              </a:rPr>
              <a:t>деб</a:t>
            </a:r>
            <a:r>
              <a:rPr lang="ru-RU" sz="2000" dirty="0">
                <a:latin typeface="Times New Roman"/>
                <a:ea typeface="Times New Roman"/>
              </a:rPr>
              <a:t> </a:t>
            </a:r>
            <a:r>
              <a:rPr lang="ru-RU" sz="2000" dirty="0" err="1">
                <a:latin typeface="Times New Roman"/>
                <a:ea typeface="Times New Roman"/>
              </a:rPr>
              <a:t>аталади</a:t>
            </a:r>
            <a:r>
              <a:rPr lang="ru-RU" sz="2000" dirty="0">
                <a:latin typeface="Times New Roman"/>
                <a:ea typeface="Times New Roman"/>
              </a:rPr>
              <a:t>. </a:t>
            </a:r>
            <a:r>
              <a:rPr lang="ru-RU" sz="2000" dirty="0" err="1">
                <a:latin typeface="Times New Roman"/>
                <a:ea typeface="Times New Roman"/>
              </a:rPr>
              <a:t>Берилган</a:t>
            </a:r>
            <a:r>
              <a:rPr lang="ru-RU" sz="2000" dirty="0">
                <a:latin typeface="Times New Roman"/>
                <a:ea typeface="Times New Roman"/>
              </a:rPr>
              <a:t> </a:t>
            </a:r>
            <a:r>
              <a:rPr lang="ru-RU" sz="2000" dirty="0" err="1">
                <a:latin typeface="Times New Roman"/>
                <a:ea typeface="Times New Roman"/>
              </a:rPr>
              <a:t>занжирда</a:t>
            </a:r>
            <a:r>
              <a:rPr lang="ru-RU" sz="2000" dirty="0">
                <a:latin typeface="Times New Roman"/>
                <a:ea typeface="Times New Roman"/>
              </a:rPr>
              <a:t>: </a:t>
            </a:r>
          </a:p>
          <a:p>
            <a:pPr indent="355600" algn="ctr">
              <a:spcAft>
                <a:spcPts val="0"/>
              </a:spcAft>
            </a:pPr>
            <a:r>
              <a:rPr lang="uz-Cyrl-UZ" sz="2000" b="1" i="1" dirty="0">
                <a:latin typeface="Times New Roman"/>
                <a:ea typeface="Times New Roman"/>
              </a:rPr>
              <a:t>а</a:t>
            </a:r>
            <a:r>
              <a:rPr lang="uz-Cyrl-UZ" sz="2000" b="1" baseline="-25000" dirty="0">
                <a:latin typeface="Times New Roman"/>
                <a:ea typeface="Times New Roman"/>
              </a:rPr>
              <a:t>0</a:t>
            </a:r>
            <a:r>
              <a:rPr lang="uz-Cyrl-UZ" sz="2000" b="1" i="1" dirty="0">
                <a:latin typeface="Times New Roman"/>
                <a:ea typeface="Times New Roman"/>
              </a:rPr>
              <a:t>,</a:t>
            </a:r>
            <a:r>
              <a:rPr lang="en-US" sz="2000" b="1" i="1" dirty="0">
                <a:latin typeface="Times New Roman"/>
                <a:ea typeface="Times New Roman"/>
              </a:rPr>
              <a:t> </a:t>
            </a:r>
            <a:r>
              <a:rPr lang="uz-Cyrl-UZ" sz="2000" b="1" i="1" dirty="0">
                <a:latin typeface="Times New Roman"/>
                <a:ea typeface="Times New Roman"/>
              </a:rPr>
              <a:t>е</a:t>
            </a:r>
            <a:r>
              <a:rPr lang="uz-Cyrl-UZ" sz="2000" b="1" baseline="-25000" dirty="0">
                <a:latin typeface="Times New Roman"/>
                <a:ea typeface="Times New Roman"/>
              </a:rPr>
              <a:t>1</a:t>
            </a:r>
            <a:r>
              <a:rPr lang="uz-Cyrl-UZ" sz="2000" b="1" i="1" dirty="0">
                <a:latin typeface="Times New Roman"/>
                <a:ea typeface="Times New Roman"/>
              </a:rPr>
              <a:t>, а</a:t>
            </a:r>
            <a:r>
              <a:rPr lang="uz-Cyrl-UZ" sz="2000" b="1" baseline="-25000" dirty="0">
                <a:latin typeface="Times New Roman"/>
                <a:ea typeface="Times New Roman"/>
              </a:rPr>
              <a:t>1</a:t>
            </a:r>
            <a:r>
              <a:rPr lang="uz-Cyrl-UZ" sz="2000" b="1" i="1" dirty="0">
                <a:latin typeface="Times New Roman"/>
                <a:ea typeface="Times New Roman"/>
              </a:rPr>
              <a:t>, е</a:t>
            </a:r>
            <a:r>
              <a:rPr lang="uz-Cyrl-UZ" sz="2000" b="1" baseline="-25000" dirty="0">
                <a:latin typeface="Times New Roman"/>
                <a:ea typeface="Times New Roman"/>
              </a:rPr>
              <a:t>2</a:t>
            </a:r>
            <a:r>
              <a:rPr lang="uz-Cyrl-UZ" sz="2000" b="1" i="1" dirty="0">
                <a:latin typeface="Times New Roman"/>
                <a:ea typeface="Times New Roman"/>
              </a:rPr>
              <a:t>,……..,е</a:t>
            </a:r>
            <a:r>
              <a:rPr lang="en-US" sz="2000" b="1" i="1" baseline="-25000" dirty="0">
                <a:latin typeface="Times New Roman"/>
                <a:ea typeface="Times New Roman"/>
              </a:rPr>
              <a:t>k</a:t>
            </a:r>
            <a:r>
              <a:rPr lang="uz-Cyrl-UZ" sz="2000" b="1" i="1" dirty="0">
                <a:latin typeface="Times New Roman"/>
                <a:ea typeface="Times New Roman"/>
              </a:rPr>
              <a:t>, а</a:t>
            </a:r>
            <a:r>
              <a:rPr lang="en-US" sz="2000" b="1" i="1" baseline="-25000" dirty="0">
                <a:latin typeface="Times New Roman"/>
                <a:ea typeface="Times New Roman"/>
              </a:rPr>
              <a:t>k</a:t>
            </a:r>
            <a:endParaRPr lang="uz-Cyrl-UZ" sz="2000" b="1" dirty="0">
              <a:latin typeface="Times New Roman"/>
              <a:ea typeface="Times New Roman"/>
            </a:endParaRPr>
          </a:p>
          <a:p>
            <a:pPr indent="355600" algn="just">
              <a:spcAft>
                <a:spcPts val="0"/>
              </a:spcAft>
            </a:pPr>
            <a:r>
              <a:rPr lang="ru-RU" sz="2000" b="1" i="1" dirty="0" smtClean="0">
                <a:latin typeface="Times New Roman"/>
                <a:ea typeface="Times New Roman"/>
              </a:rPr>
              <a:t>а</a:t>
            </a:r>
            <a:r>
              <a:rPr lang="ru-RU" sz="2000" b="1" baseline="-25000" dirty="0" smtClean="0">
                <a:latin typeface="Times New Roman"/>
                <a:ea typeface="Times New Roman"/>
              </a:rPr>
              <a:t>0</a:t>
            </a:r>
            <a:r>
              <a:rPr lang="ru-RU" sz="2000" dirty="0" smtClean="0">
                <a:latin typeface="Times New Roman"/>
                <a:ea typeface="Times New Roman"/>
              </a:rPr>
              <a:t> </a:t>
            </a:r>
            <a:r>
              <a:rPr lang="ru-RU" sz="2000" dirty="0" err="1" smtClean="0">
                <a:latin typeface="Times New Roman"/>
                <a:ea typeface="Times New Roman"/>
              </a:rPr>
              <a:t>ва</a:t>
            </a:r>
            <a:r>
              <a:rPr lang="ru-RU" sz="2000" dirty="0" smtClean="0">
                <a:latin typeface="Times New Roman"/>
                <a:ea typeface="Times New Roman"/>
              </a:rPr>
              <a:t> </a:t>
            </a:r>
            <a:r>
              <a:rPr lang="ru-RU" sz="2000" b="1" i="1" dirty="0" smtClean="0">
                <a:latin typeface="Times New Roman"/>
                <a:ea typeface="Times New Roman"/>
              </a:rPr>
              <a:t>а</a:t>
            </a:r>
            <a:r>
              <a:rPr lang="en-US" sz="2000" b="1" i="1" baseline="-25000" dirty="0" smtClean="0">
                <a:latin typeface="Times New Roman"/>
                <a:ea typeface="Times New Roman"/>
              </a:rPr>
              <a:t>k</a:t>
            </a:r>
            <a:r>
              <a:rPr lang="ru-RU" sz="2000" dirty="0" smtClean="0">
                <a:latin typeface="Times New Roman"/>
                <a:ea typeface="Times New Roman"/>
              </a:rPr>
              <a:t> </a:t>
            </a:r>
            <a:r>
              <a:rPr lang="ru-RU" sz="2000" dirty="0" err="1" smtClean="0">
                <a:latin typeface="Times New Roman"/>
                <a:ea typeface="Times New Roman"/>
              </a:rPr>
              <a:t>учлар</a:t>
            </a:r>
            <a:r>
              <a:rPr lang="ru-RU" sz="2000" dirty="0" smtClean="0">
                <a:latin typeface="Times New Roman"/>
                <a:ea typeface="Times New Roman"/>
              </a:rPr>
              <a:t> </a:t>
            </a:r>
            <a:r>
              <a:rPr lang="ru-RU" sz="2000" dirty="0" err="1">
                <a:latin typeface="Times New Roman"/>
                <a:ea typeface="Times New Roman"/>
              </a:rPr>
              <a:t>занжир</a:t>
            </a:r>
            <a:r>
              <a:rPr lang="ru-RU" sz="2000" dirty="0">
                <a:latin typeface="Times New Roman"/>
                <a:ea typeface="Times New Roman"/>
              </a:rPr>
              <a:t> </a:t>
            </a:r>
            <a:r>
              <a:rPr lang="ru-RU" sz="2000" dirty="0" err="1">
                <a:latin typeface="Times New Roman"/>
                <a:ea typeface="Times New Roman"/>
              </a:rPr>
              <a:t>охирлари</a:t>
            </a:r>
            <a:r>
              <a:rPr lang="ru-RU" sz="2000" dirty="0">
                <a:latin typeface="Times New Roman"/>
                <a:ea typeface="Times New Roman"/>
              </a:rPr>
              <a:t> </a:t>
            </a:r>
            <a:r>
              <a:rPr lang="ru-RU" sz="2000" dirty="0" err="1">
                <a:latin typeface="Times New Roman"/>
                <a:ea typeface="Times New Roman"/>
              </a:rPr>
              <a:t>деб</a:t>
            </a:r>
            <a:r>
              <a:rPr lang="ru-RU" sz="2000" dirty="0">
                <a:latin typeface="Times New Roman"/>
                <a:ea typeface="Times New Roman"/>
              </a:rPr>
              <a:t> </a:t>
            </a:r>
            <a:r>
              <a:rPr lang="ru-RU" sz="2000" dirty="0" err="1">
                <a:latin typeface="Times New Roman"/>
                <a:ea typeface="Times New Roman"/>
              </a:rPr>
              <a:t>юритилади</a:t>
            </a:r>
            <a:endParaRPr lang="ru-RU" sz="2000" dirty="0">
              <a:latin typeface="Times New Roman"/>
              <a:ea typeface="Times New Roman"/>
            </a:endParaRPr>
          </a:p>
          <a:p>
            <a:pPr indent="355600" algn="just">
              <a:spcAft>
                <a:spcPts val="0"/>
              </a:spcAft>
            </a:pPr>
            <a:endParaRPr lang="en-US" sz="2000" b="1" dirty="0" smtClean="0">
              <a:solidFill>
                <a:srgbClr val="C00000"/>
              </a:solidFill>
              <a:latin typeface="Times New Roman"/>
              <a:ea typeface="Times New Roman"/>
            </a:endParaRPr>
          </a:p>
          <a:p>
            <a:pPr indent="355600" algn="just">
              <a:spcAft>
                <a:spcPts val="0"/>
              </a:spcAft>
            </a:pPr>
            <a:r>
              <a:rPr lang="ru-RU" sz="2000" b="1" dirty="0" smtClean="0">
                <a:solidFill>
                  <a:srgbClr val="C00000"/>
                </a:solidFill>
                <a:latin typeface="Times New Roman"/>
                <a:ea typeface="Times New Roman"/>
              </a:rPr>
              <a:t>Т</a:t>
            </a:r>
            <a:r>
              <a:rPr lang="uz-Cyrl-UZ" sz="2000" b="1" dirty="0">
                <a:solidFill>
                  <a:srgbClr val="C00000"/>
                </a:solidFill>
                <a:latin typeface="Times New Roman"/>
                <a:ea typeface="Times New Roman"/>
              </a:rPr>
              <a:t>аъри</a:t>
            </a:r>
            <a:r>
              <a:rPr lang="ru-RU" sz="2000" b="1" dirty="0">
                <a:solidFill>
                  <a:srgbClr val="C00000"/>
                </a:solidFill>
                <a:latin typeface="Times New Roman"/>
                <a:ea typeface="Times New Roman"/>
              </a:rPr>
              <a:t>ф</a:t>
            </a:r>
            <a:r>
              <a:rPr lang="en-US" sz="2000" b="1" dirty="0">
                <a:solidFill>
                  <a:srgbClr val="C00000"/>
                </a:solidFill>
                <a:latin typeface="Times New Roman"/>
                <a:ea typeface="Times New Roman"/>
              </a:rPr>
              <a:t>. </a:t>
            </a:r>
            <a:r>
              <a:rPr lang="uz-Cyrl-UZ" sz="2000" dirty="0" smtClean="0">
                <a:latin typeface="Times New Roman"/>
                <a:ea typeface="Times New Roman"/>
              </a:rPr>
              <a:t>Берилган </a:t>
            </a:r>
            <a:r>
              <a:rPr lang="uz-Cyrl-UZ" sz="2000" dirty="0">
                <a:latin typeface="Times New Roman"/>
                <a:ea typeface="Times New Roman"/>
              </a:rPr>
              <a:t>граф </a:t>
            </a:r>
            <a:r>
              <a:rPr lang="uz-Cyrl-UZ" sz="2000" dirty="0" smtClean="0">
                <a:latin typeface="Times New Roman"/>
                <a:ea typeface="Times New Roman"/>
              </a:rPr>
              <a:t>учун </a:t>
            </a:r>
            <a:r>
              <a:rPr lang="uz-Cyrl-UZ" sz="2000" dirty="0">
                <a:latin typeface="Times New Roman"/>
                <a:ea typeface="Times New Roman"/>
              </a:rPr>
              <a:t>занжир ёпиқ бўлса, </a:t>
            </a:r>
            <a:r>
              <a:rPr lang="uz-Cyrl-UZ" sz="2000" dirty="0" smtClean="0">
                <a:latin typeface="Times New Roman"/>
                <a:ea typeface="Times New Roman"/>
              </a:rPr>
              <a:t>бундай </a:t>
            </a:r>
            <a:r>
              <a:rPr lang="uz-Cyrl-UZ" sz="2000" dirty="0">
                <a:latin typeface="Times New Roman"/>
                <a:ea typeface="Times New Roman"/>
              </a:rPr>
              <a:t>занжир </a:t>
            </a:r>
            <a:r>
              <a:rPr lang="uz-Cyrl-UZ" sz="2000" b="1" dirty="0" smtClean="0">
                <a:latin typeface="Times New Roman"/>
                <a:ea typeface="Times New Roman"/>
              </a:rPr>
              <a:t>цикл</a:t>
            </a:r>
            <a:r>
              <a:rPr lang="uz-Cyrl-UZ" sz="2000" dirty="0" smtClean="0">
                <a:latin typeface="Times New Roman"/>
                <a:ea typeface="Times New Roman"/>
              </a:rPr>
              <a:t> </a:t>
            </a:r>
            <a:r>
              <a:rPr lang="uz-Cyrl-UZ" sz="2000" dirty="0">
                <a:latin typeface="Times New Roman"/>
                <a:ea typeface="Times New Roman"/>
              </a:rPr>
              <a:t>деб аталади. Ёпик оддий занжир эса </a:t>
            </a:r>
            <a:r>
              <a:rPr lang="uz-Cyrl-UZ" sz="2000" b="1" dirty="0" smtClean="0">
                <a:latin typeface="Times New Roman"/>
                <a:ea typeface="Times New Roman"/>
              </a:rPr>
              <a:t>оддий </a:t>
            </a:r>
            <a:r>
              <a:rPr lang="uz-Cyrl-UZ" sz="2000" b="1" dirty="0">
                <a:latin typeface="Times New Roman"/>
                <a:ea typeface="Times New Roman"/>
              </a:rPr>
              <a:t>цикл </a:t>
            </a:r>
            <a:r>
              <a:rPr lang="uz-Cyrl-UZ" sz="2000" dirty="0">
                <a:latin typeface="Times New Roman"/>
                <a:ea typeface="Times New Roman"/>
              </a:rPr>
              <a:t>деб </a:t>
            </a:r>
            <a:r>
              <a:rPr lang="uz-Cyrl-UZ" sz="2000" dirty="0" smtClean="0">
                <a:latin typeface="Times New Roman"/>
                <a:ea typeface="Times New Roman"/>
              </a:rPr>
              <a:t>аталади</a:t>
            </a:r>
            <a:r>
              <a:rPr lang="en-US" sz="2000" dirty="0">
                <a:latin typeface="Times New Roman"/>
                <a:ea typeface="Times New Roman"/>
              </a:rPr>
              <a:t>.</a:t>
            </a:r>
            <a:endParaRPr lang="uz-Cyrl-UZ" sz="2000" dirty="0">
              <a:latin typeface="Times New Roman"/>
              <a:ea typeface="Times New Roman"/>
            </a:endParaRPr>
          </a:p>
          <a:p>
            <a:pPr indent="355600" algn="just">
              <a:spcAft>
                <a:spcPts val="0"/>
              </a:spcAft>
            </a:pPr>
            <a:endParaRPr lang="uz-Cyrl-UZ" sz="2000" dirty="0">
              <a:latin typeface="Times New Roman"/>
              <a:ea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1890769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lowchart: Process 9"/>
          <p:cNvSpPr/>
          <p:nvPr/>
        </p:nvSpPr>
        <p:spPr>
          <a:xfrm>
            <a:off x="97020" y="146203"/>
            <a:ext cx="8984810" cy="6634662"/>
          </a:xfrm>
          <a:prstGeom prst="flowChartProcess">
            <a:avLst/>
          </a:prstGeom>
          <a:noFill/>
          <a:ln w="19050">
            <a:solidFill>
              <a:srgbClr val="002060"/>
            </a:solidFill>
          </a:ln>
          <a:effectLst>
            <a:glow rad="101600">
              <a:schemeClr val="accent1">
                <a:satMod val="175000"/>
                <a:alpha val="4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  <p:cxnSp>
        <p:nvCxnSpPr>
          <p:cNvPr id="6" name="Straight Connector 5"/>
          <p:cNvCxnSpPr/>
          <p:nvPr/>
        </p:nvCxnSpPr>
        <p:spPr>
          <a:xfrm>
            <a:off x="285720" y="260648"/>
            <a:ext cx="8568000" cy="1588"/>
          </a:xfrm>
          <a:prstGeom prst="line">
            <a:avLst/>
          </a:prstGeom>
          <a:ln>
            <a:solidFill>
              <a:schemeClr val="accent2">
                <a:lumMod val="50000"/>
              </a:schemeClr>
            </a:solidFill>
            <a:headEnd type="diamond" w="med" len="med"/>
            <a:tailEnd type="diamond" w="med" len="med"/>
          </a:ln>
          <a:effectLst>
            <a:glow rad="63500">
              <a:schemeClr val="accent3">
                <a:satMod val="175000"/>
                <a:alpha val="4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" name="AutoShape 13" descr="Точечные ромбики"/>
          <p:cNvSpPr>
            <a:spLocks noChangeArrowheads="1"/>
          </p:cNvSpPr>
          <p:nvPr/>
        </p:nvSpPr>
        <p:spPr bwMode="auto">
          <a:xfrm>
            <a:off x="142875" y="404664"/>
            <a:ext cx="8856663" cy="6084016"/>
          </a:xfrm>
          <a:prstGeom prst="foldedCorner">
            <a:avLst>
              <a:gd name="adj" fmla="val 4333"/>
            </a:avLst>
          </a:prstGeom>
          <a:pattFill prst="dotDmnd">
            <a:fgClr>
              <a:schemeClr val="bg2"/>
            </a:fgClr>
            <a:bgClr>
              <a:schemeClr val="bg1"/>
            </a:bgClr>
          </a:pattFill>
          <a:ln w="15875">
            <a:solidFill>
              <a:srgbClr val="000080"/>
            </a:solidFill>
            <a:round/>
            <a:headEnd/>
            <a:tailEnd/>
          </a:ln>
          <a:effectLst>
            <a:prstShdw prst="shdw17" dist="17961" dir="2700000">
              <a:srgbClr val="00004D">
                <a:alpha val="50000"/>
              </a:srgbClr>
            </a:prstShdw>
          </a:effectLst>
        </p:spPr>
        <p:txBody>
          <a:bodyPr bIns="0" anchor="t" anchorCtr="0">
            <a:norm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1pPr>
            <a:lvl2pPr marL="1258888" indent="-34290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2pPr>
            <a:lvl3pPr marL="1781175" indent="-34290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3pPr>
            <a:lvl4pPr marL="2303463" indent="-34290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4pPr>
            <a:lvl5pPr marL="2825750" indent="-34290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5pPr>
            <a:lvl6pPr marL="328295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6pPr>
            <a:lvl7pPr marL="374015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7pPr>
            <a:lvl8pPr marL="419735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8pPr>
            <a:lvl9pPr marL="465455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indent="449580" algn="just">
              <a:spcAft>
                <a:spcPts val="0"/>
              </a:spcAft>
            </a:pPr>
            <a:endParaRPr lang="ru-RU" dirty="0" smtClean="0"/>
          </a:p>
          <a:p>
            <a:pPr indent="449580" algn="just">
              <a:spcAft>
                <a:spcPts val="0"/>
              </a:spcAft>
            </a:pPr>
            <a:endParaRPr lang="ru-RU" dirty="0"/>
          </a:p>
          <a:p>
            <a:pPr indent="449580" algn="just">
              <a:spcAft>
                <a:spcPts val="0"/>
              </a:spcAft>
            </a:pPr>
            <a:endParaRPr lang="ru-RU" dirty="0" smtClean="0"/>
          </a:p>
          <a:p>
            <a:pPr indent="449580" algn="just">
              <a:spcAft>
                <a:spcPts val="0"/>
              </a:spcAft>
            </a:pPr>
            <a:endParaRPr lang="ru-RU" dirty="0"/>
          </a:p>
          <a:p>
            <a:pPr indent="449580" algn="just">
              <a:spcAft>
                <a:spcPts val="0"/>
              </a:spcAft>
            </a:pPr>
            <a:endParaRPr lang="ru-RU" dirty="0" smtClean="0"/>
          </a:p>
          <a:p>
            <a:pPr indent="449580" algn="just">
              <a:spcAft>
                <a:spcPts val="0"/>
              </a:spcAft>
            </a:pPr>
            <a:endParaRPr lang="ru-RU" dirty="0"/>
          </a:p>
          <a:p>
            <a:pPr indent="449580" algn="just">
              <a:spcAft>
                <a:spcPts val="0"/>
              </a:spcAft>
            </a:pPr>
            <a:endParaRPr lang="ru-RU" sz="1200" dirty="0" smtClean="0"/>
          </a:p>
          <a:p>
            <a:pPr indent="449580" algn="just">
              <a:spcAft>
                <a:spcPts val="0"/>
              </a:spcAft>
            </a:pPr>
            <a:endParaRPr lang="en-US" sz="2000" b="1" dirty="0" smtClean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449580" algn="just">
              <a:spcAft>
                <a:spcPts val="0"/>
              </a:spcAft>
            </a:pPr>
            <a:endParaRPr lang="en-US" sz="20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449580" algn="just">
              <a:spcAft>
                <a:spcPts val="0"/>
              </a:spcAft>
            </a:pPr>
            <a:endParaRPr lang="en-US" sz="2000" b="1" dirty="0" smtClean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449580" algn="just">
              <a:spcAft>
                <a:spcPts val="0"/>
              </a:spcAft>
            </a:pPr>
            <a:endParaRPr lang="uz-Cyrl-UZ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449580" algn="just">
              <a:spcAft>
                <a:spcPts val="0"/>
              </a:spcAft>
            </a:pPr>
            <a:endParaRPr lang="uz-Cyrl-UZ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449580" algn="just">
              <a:spcAft>
                <a:spcPts val="0"/>
              </a:spcAft>
            </a:pPr>
            <a:endParaRPr lang="uz-Cyrl-UZ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449580" algn="just">
              <a:spcAft>
                <a:spcPts val="0"/>
              </a:spcAft>
            </a:pPr>
            <a:endParaRPr lang="uz-Cyrl-UZ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449580" algn="just">
              <a:spcAft>
                <a:spcPts val="0"/>
              </a:spcAft>
            </a:pPr>
            <a:endParaRPr lang="uz-Cyrl-UZ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09" name="Line 16"/>
          <p:cNvSpPr>
            <a:spLocks noChangeShapeType="1"/>
          </p:cNvSpPr>
          <p:nvPr/>
        </p:nvSpPr>
        <p:spPr bwMode="auto">
          <a:xfrm>
            <a:off x="323850" y="6669360"/>
            <a:ext cx="8461375" cy="0"/>
          </a:xfrm>
          <a:prstGeom prst="line">
            <a:avLst/>
          </a:prstGeom>
          <a:noFill/>
          <a:ln w="127000">
            <a:pattFill prst="dkHorz">
              <a:fgClr>
                <a:schemeClr val="tx1"/>
              </a:fgClr>
              <a:bgClr>
                <a:srgbClr val="FFFFFF"/>
              </a:bgClr>
            </a:pattFill>
            <a:round/>
            <a:headEnd/>
            <a:tailEnd/>
          </a:ln>
          <a:effectLst>
            <a:prstShdw prst="shdw17" dist="17961" dir="2700000">
              <a:schemeClr val="tx1">
                <a:gamma/>
                <a:shade val="60000"/>
                <a:invGamma/>
              </a:schemeClr>
            </a:prstShdw>
          </a:effectLst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1" name="Прямоугольник 10"/>
          <p:cNvSpPr/>
          <p:nvPr/>
        </p:nvSpPr>
        <p:spPr>
          <a:xfrm>
            <a:off x="219707" y="476672"/>
            <a:ext cx="8703627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55600" algn="just">
              <a:spcAft>
                <a:spcPts val="0"/>
              </a:spcAft>
            </a:pPr>
            <a:r>
              <a:rPr lang="ru-RU" sz="2000" b="1" dirty="0" err="1" smtClean="0">
                <a:solidFill>
                  <a:srgbClr val="C00000"/>
                </a:solidFill>
                <a:latin typeface="Times New Roman"/>
                <a:ea typeface="Times New Roman"/>
              </a:rPr>
              <a:t>Мисол</a:t>
            </a:r>
            <a:r>
              <a:rPr lang="ru-RU" sz="2000" b="1" dirty="0" smtClean="0">
                <a:solidFill>
                  <a:srgbClr val="C00000"/>
                </a:solidFill>
                <a:latin typeface="Times New Roman"/>
                <a:ea typeface="Times New Roman"/>
              </a:rPr>
              <a:t>. </a:t>
            </a:r>
            <a:r>
              <a:rPr lang="uz-Cyrl-UZ" sz="2000" dirty="0">
                <a:latin typeface="Times New Roman"/>
                <a:ea typeface="Times New Roman"/>
              </a:rPr>
              <a:t>Келтирилган граф учун </a:t>
            </a:r>
            <a:r>
              <a:rPr lang="uz-Cyrl-UZ" sz="2000" b="1" dirty="0">
                <a:latin typeface="Times New Roman"/>
                <a:ea typeface="Times New Roman"/>
              </a:rPr>
              <a:t>маршрут</a:t>
            </a:r>
            <a:r>
              <a:rPr lang="uz-Cyrl-UZ" sz="2000" dirty="0">
                <a:latin typeface="Times New Roman"/>
                <a:ea typeface="Times New Roman"/>
              </a:rPr>
              <a:t>, </a:t>
            </a:r>
            <a:r>
              <a:rPr lang="uz-Cyrl-UZ" sz="2000" b="1" dirty="0">
                <a:latin typeface="Times New Roman"/>
                <a:ea typeface="Times New Roman"/>
              </a:rPr>
              <a:t>занжир</a:t>
            </a:r>
            <a:r>
              <a:rPr lang="uz-Cyrl-UZ" sz="2000" dirty="0">
                <a:latin typeface="Times New Roman"/>
                <a:ea typeface="Times New Roman"/>
              </a:rPr>
              <a:t> ва </a:t>
            </a:r>
            <a:r>
              <a:rPr lang="uz-Cyrl-UZ" sz="2000" b="1" dirty="0">
                <a:latin typeface="Times New Roman"/>
                <a:ea typeface="Times New Roman"/>
              </a:rPr>
              <a:t>циклларни</a:t>
            </a:r>
            <a:r>
              <a:rPr lang="uz-Cyrl-UZ" sz="2000" dirty="0">
                <a:latin typeface="Times New Roman"/>
                <a:ea typeface="Times New Roman"/>
              </a:rPr>
              <a:t> </a:t>
            </a:r>
            <a:r>
              <a:rPr lang="uz-Cyrl-UZ" sz="2000" dirty="0" smtClean="0">
                <a:latin typeface="Times New Roman"/>
                <a:ea typeface="Times New Roman"/>
              </a:rPr>
              <a:t>кўрсатинг</a:t>
            </a:r>
            <a:r>
              <a:rPr lang="en-US" sz="2000" dirty="0" smtClean="0">
                <a:latin typeface="Times New Roman"/>
                <a:ea typeface="Times New Roman"/>
              </a:rPr>
              <a:t>:</a:t>
            </a:r>
            <a:endParaRPr lang="uz-Cyrl-UZ" sz="2000" dirty="0">
              <a:latin typeface="Times New Roman"/>
              <a:ea typeface="Times New Roman"/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3768" y="944724"/>
            <a:ext cx="3909942" cy="2449823"/>
          </a:xfrm>
          <a:prstGeom prst="rect">
            <a:avLst/>
          </a:prstGeom>
        </p:spPr>
      </p:pic>
      <p:sp>
        <p:nvSpPr>
          <p:cNvPr id="17" name="Прямоугольник 16"/>
          <p:cNvSpPr/>
          <p:nvPr/>
        </p:nvSpPr>
        <p:spPr>
          <a:xfrm>
            <a:off x="215516" y="3522491"/>
            <a:ext cx="8703627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55600" algn="just">
              <a:spcAft>
                <a:spcPts val="0"/>
              </a:spcAft>
            </a:pPr>
            <a:r>
              <a:rPr lang="ru-RU" sz="2000" b="1" dirty="0" err="1" smtClean="0">
                <a:solidFill>
                  <a:srgbClr val="C00000"/>
                </a:solidFill>
                <a:latin typeface="Times New Roman"/>
                <a:ea typeface="Times New Roman"/>
              </a:rPr>
              <a:t>Ечиш</a:t>
            </a:r>
            <a:r>
              <a:rPr lang="ru-RU" sz="2000" b="1" dirty="0" smtClean="0">
                <a:solidFill>
                  <a:srgbClr val="C00000"/>
                </a:solidFill>
                <a:latin typeface="Times New Roman"/>
                <a:ea typeface="Times New Roman"/>
              </a:rPr>
              <a:t>. </a:t>
            </a:r>
            <a:r>
              <a:rPr lang="uz-Cyrl-UZ" sz="2000" dirty="0">
                <a:latin typeface="Times New Roman"/>
                <a:ea typeface="Times New Roman"/>
              </a:rPr>
              <a:t>Юқорида келтирилган таьрифлардан келиб чиқиб</a:t>
            </a:r>
            <a:r>
              <a:rPr lang="uz-Cyrl-UZ" sz="2000" dirty="0" smtClean="0">
                <a:latin typeface="Times New Roman"/>
                <a:ea typeface="Times New Roman"/>
              </a:rPr>
              <a:t>, қуйидаги </a:t>
            </a:r>
            <a:r>
              <a:rPr lang="uz-Cyrl-UZ" sz="2000" dirty="0">
                <a:latin typeface="Times New Roman"/>
                <a:ea typeface="Times New Roman"/>
              </a:rPr>
              <a:t>фикрларни айтиш му</a:t>
            </a:r>
            <a:r>
              <a:rPr lang="uz-Cyrl-UZ" sz="2000" dirty="0">
                <a:latin typeface="Times New Roman"/>
                <a:ea typeface="Times New Roman"/>
              </a:rPr>
              <a:t>мкин</a:t>
            </a:r>
            <a:r>
              <a:rPr lang="uz-Cyrl-UZ" sz="2000" dirty="0">
                <a:latin typeface="Times New Roman"/>
                <a:ea typeface="Times New Roman"/>
              </a:rPr>
              <a:t>:</a:t>
            </a:r>
          </a:p>
          <a:p>
            <a:pPr marL="457200" lvl="0" indent="-457200">
              <a:buFont typeface="+mj-lt"/>
              <a:buAutoNum type="arabicPeriod"/>
            </a:pPr>
            <a:r>
              <a:rPr lang="ru-RU" sz="2000" b="1" i="1" dirty="0">
                <a:latin typeface="Times New Roman"/>
                <a:ea typeface="Times New Roman"/>
              </a:rPr>
              <a:t>а</a:t>
            </a:r>
            <a:r>
              <a:rPr lang="ru-RU" sz="2000" b="1" i="1" baseline="-25000" dirty="0">
                <a:latin typeface="Times New Roman"/>
                <a:ea typeface="Times New Roman"/>
              </a:rPr>
              <a:t>1</a:t>
            </a:r>
            <a:r>
              <a:rPr lang="ru-RU" sz="2000" b="1" i="1" dirty="0">
                <a:latin typeface="Times New Roman"/>
                <a:ea typeface="Times New Roman"/>
              </a:rPr>
              <a:t>, а</a:t>
            </a:r>
            <a:r>
              <a:rPr lang="ru-RU" sz="2000" b="1" i="1" baseline="-25000" dirty="0">
                <a:latin typeface="Times New Roman"/>
                <a:ea typeface="Times New Roman"/>
              </a:rPr>
              <a:t>3</a:t>
            </a:r>
            <a:r>
              <a:rPr lang="ru-RU" sz="2000" b="1" i="1" dirty="0">
                <a:latin typeface="Times New Roman"/>
                <a:ea typeface="Times New Roman"/>
              </a:rPr>
              <a:t>, а</a:t>
            </a:r>
            <a:r>
              <a:rPr lang="ru-RU" sz="2000" b="1" i="1" baseline="-25000" dirty="0">
                <a:latin typeface="Times New Roman"/>
                <a:ea typeface="Times New Roman"/>
              </a:rPr>
              <a:t>1</a:t>
            </a:r>
            <a:r>
              <a:rPr lang="ru-RU" sz="2000" b="1" i="1" dirty="0">
                <a:latin typeface="Times New Roman"/>
                <a:ea typeface="Times New Roman"/>
              </a:rPr>
              <a:t>, а</a:t>
            </a:r>
            <a:r>
              <a:rPr lang="ru-RU" sz="2000" b="1" i="1" baseline="-25000" dirty="0">
                <a:latin typeface="Times New Roman"/>
                <a:ea typeface="Times New Roman"/>
              </a:rPr>
              <a:t>4</a:t>
            </a:r>
            <a:r>
              <a:rPr lang="ru-RU" sz="2000" b="1" i="1" dirty="0">
                <a:latin typeface="Times New Roman"/>
                <a:ea typeface="Times New Roman"/>
              </a:rPr>
              <a:t> </a:t>
            </a:r>
            <a:r>
              <a:rPr lang="ru-RU" sz="2000" b="1" dirty="0">
                <a:latin typeface="Times New Roman"/>
                <a:ea typeface="Times New Roman"/>
              </a:rPr>
              <a:t>– </a:t>
            </a:r>
            <a:r>
              <a:rPr lang="ru-RU" sz="2000" dirty="0">
                <a:latin typeface="Times New Roman"/>
                <a:ea typeface="Times New Roman"/>
              </a:rPr>
              <a:t>маршрут, </a:t>
            </a:r>
            <a:r>
              <a:rPr lang="ru-RU" sz="2000" dirty="0" err="1">
                <a:latin typeface="Times New Roman"/>
                <a:ea typeface="Times New Roman"/>
              </a:rPr>
              <a:t>лекин</a:t>
            </a:r>
            <a:r>
              <a:rPr lang="ru-RU" sz="2000" dirty="0">
                <a:latin typeface="Times New Roman"/>
                <a:ea typeface="Times New Roman"/>
              </a:rPr>
              <a:t> </a:t>
            </a:r>
            <a:r>
              <a:rPr lang="ru-RU" sz="2000" dirty="0" err="1">
                <a:latin typeface="Times New Roman"/>
                <a:ea typeface="Times New Roman"/>
              </a:rPr>
              <a:t>занжир</a:t>
            </a:r>
            <a:r>
              <a:rPr lang="ru-RU" sz="2000" dirty="0">
                <a:latin typeface="Times New Roman"/>
                <a:ea typeface="Times New Roman"/>
              </a:rPr>
              <a:t> </a:t>
            </a:r>
            <a:r>
              <a:rPr lang="ru-RU" sz="2000" dirty="0" err="1">
                <a:latin typeface="Times New Roman"/>
                <a:ea typeface="Times New Roman"/>
              </a:rPr>
              <a:t>эмас</a:t>
            </a:r>
            <a:r>
              <a:rPr lang="ru-RU" sz="2000" dirty="0">
                <a:latin typeface="Times New Roman"/>
                <a:ea typeface="Times New Roman"/>
              </a:rPr>
              <a:t>;</a:t>
            </a:r>
            <a:endParaRPr lang="uz-Cyrl-UZ" sz="2000" dirty="0">
              <a:latin typeface="Times New Roman"/>
              <a:ea typeface="Times New Roman"/>
            </a:endParaRPr>
          </a:p>
          <a:p>
            <a:pPr marL="457200" lvl="0" indent="-457200">
              <a:buFont typeface="+mj-lt"/>
              <a:buAutoNum type="arabicPeriod"/>
            </a:pPr>
            <a:r>
              <a:rPr lang="ru-RU" sz="2000" b="1" i="1" dirty="0">
                <a:latin typeface="Times New Roman"/>
                <a:ea typeface="Times New Roman"/>
              </a:rPr>
              <a:t>а</a:t>
            </a:r>
            <a:r>
              <a:rPr lang="ru-RU" sz="2000" b="1" i="1" baseline="-25000" dirty="0">
                <a:latin typeface="Times New Roman"/>
                <a:ea typeface="Times New Roman"/>
              </a:rPr>
              <a:t>1</a:t>
            </a:r>
            <a:r>
              <a:rPr lang="ru-RU" sz="2000" b="1" i="1" dirty="0">
                <a:latin typeface="Times New Roman"/>
                <a:ea typeface="Times New Roman"/>
              </a:rPr>
              <a:t>, а</a:t>
            </a:r>
            <a:r>
              <a:rPr lang="ru-RU" sz="2000" b="1" i="1" baseline="-25000" dirty="0">
                <a:latin typeface="Times New Roman"/>
                <a:ea typeface="Times New Roman"/>
              </a:rPr>
              <a:t>3</a:t>
            </a:r>
            <a:r>
              <a:rPr lang="ru-RU" sz="2000" b="1" i="1" dirty="0">
                <a:latin typeface="Times New Roman"/>
                <a:ea typeface="Times New Roman"/>
              </a:rPr>
              <a:t>, а</a:t>
            </a:r>
            <a:r>
              <a:rPr lang="ru-RU" sz="2000" b="1" i="1" baseline="-25000" dirty="0">
                <a:latin typeface="Times New Roman"/>
                <a:ea typeface="Times New Roman"/>
              </a:rPr>
              <a:t>5</a:t>
            </a:r>
            <a:r>
              <a:rPr lang="ru-RU" sz="2000" b="1" i="1" dirty="0">
                <a:latin typeface="Times New Roman"/>
                <a:ea typeface="Times New Roman"/>
              </a:rPr>
              <a:t>, а</a:t>
            </a:r>
            <a:r>
              <a:rPr lang="ru-RU" sz="2000" b="1" i="1" baseline="-25000" dirty="0">
                <a:latin typeface="Times New Roman"/>
                <a:ea typeface="Times New Roman"/>
              </a:rPr>
              <a:t>2</a:t>
            </a:r>
            <a:r>
              <a:rPr lang="ru-RU" sz="2000" b="1" i="1" dirty="0">
                <a:latin typeface="Times New Roman"/>
                <a:ea typeface="Times New Roman"/>
              </a:rPr>
              <a:t>, а</a:t>
            </a:r>
            <a:r>
              <a:rPr lang="ru-RU" sz="2000" b="1" i="1" baseline="-25000" dirty="0">
                <a:latin typeface="Times New Roman"/>
                <a:ea typeface="Times New Roman"/>
              </a:rPr>
              <a:t>3</a:t>
            </a:r>
            <a:r>
              <a:rPr lang="ru-RU" sz="2000" b="1" i="1" dirty="0">
                <a:latin typeface="Times New Roman"/>
                <a:ea typeface="Times New Roman"/>
              </a:rPr>
              <a:t>, а</a:t>
            </a:r>
            <a:r>
              <a:rPr lang="ru-RU" sz="2000" b="1" i="1" baseline="-25000" dirty="0">
                <a:latin typeface="Times New Roman"/>
                <a:ea typeface="Times New Roman"/>
              </a:rPr>
              <a:t>4</a:t>
            </a:r>
            <a:r>
              <a:rPr lang="ru-RU" sz="2000" dirty="0">
                <a:latin typeface="Times New Roman"/>
                <a:ea typeface="Times New Roman"/>
              </a:rPr>
              <a:t> </a:t>
            </a:r>
            <a:r>
              <a:rPr lang="ru-RU" sz="2000" b="1" dirty="0">
                <a:latin typeface="Times New Roman"/>
                <a:ea typeface="Times New Roman"/>
              </a:rPr>
              <a:t>– </a:t>
            </a:r>
            <a:r>
              <a:rPr lang="ru-RU" sz="2000" dirty="0" err="1">
                <a:latin typeface="Times New Roman"/>
                <a:ea typeface="Times New Roman"/>
              </a:rPr>
              <a:t>занжир</a:t>
            </a:r>
            <a:r>
              <a:rPr lang="ru-RU" sz="2000" dirty="0">
                <a:latin typeface="Times New Roman"/>
                <a:ea typeface="Times New Roman"/>
              </a:rPr>
              <a:t>, </a:t>
            </a:r>
            <a:r>
              <a:rPr lang="ru-RU" sz="2000" dirty="0" err="1">
                <a:latin typeface="Times New Roman"/>
                <a:ea typeface="Times New Roman"/>
              </a:rPr>
              <a:t>лекин</a:t>
            </a:r>
            <a:r>
              <a:rPr lang="ru-RU" sz="2000" dirty="0">
                <a:latin typeface="Times New Roman"/>
                <a:ea typeface="Times New Roman"/>
              </a:rPr>
              <a:t> </a:t>
            </a:r>
            <a:r>
              <a:rPr lang="ru-RU" sz="2000" dirty="0" err="1">
                <a:latin typeface="Times New Roman"/>
                <a:ea typeface="Times New Roman"/>
              </a:rPr>
              <a:t>оддий</a:t>
            </a:r>
            <a:r>
              <a:rPr lang="ru-RU" sz="2000" dirty="0">
                <a:latin typeface="Times New Roman"/>
                <a:ea typeface="Times New Roman"/>
              </a:rPr>
              <a:t> </a:t>
            </a:r>
            <a:r>
              <a:rPr lang="ru-RU" sz="2000" dirty="0" err="1">
                <a:latin typeface="Times New Roman"/>
                <a:ea typeface="Times New Roman"/>
              </a:rPr>
              <a:t>занжир</a:t>
            </a:r>
            <a:r>
              <a:rPr lang="ru-RU" sz="2000" dirty="0">
                <a:latin typeface="Times New Roman"/>
                <a:ea typeface="Times New Roman"/>
              </a:rPr>
              <a:t> </a:t>
            </a:r>
            <a:r>
              <a:rPr lang="ru-RU" sz="2000" dirty="0" err="1">
                <a:latin typeface="Times New Roman"/>
                <a:ea typeface="Times New Roman"/>
              </a:rPr>
              <a:t>эмас</a:t>
            </a:r>
            <a:r>
              <a:rPr lang="ru-RU" sz="2000" dirty="0">
                <a:latin typeface="Times New Roman"/>
                <a:ea typeface="Times New Roman"/>
              </a:rPr>
              <a:t>;</a:t>
            </a:r>
            <a:endParaRPr lang="uz-Cyrl-UZ" sz="2000" dirty="0">
              <a:latin typeface="Times New Roman"/>
              <a:ea typeface="Times New Roman"/>
            </a:endParaRPr>
          </a:p>
          <a:p>
            <a:pPr marL="457200" lvl="0" indent="-457200">
              <a:buFont typeface="+mj-lt"/>
              <a:buAutoNum type="arabicPeriod"/>
            </a:pPr>
            <a:r>
              <a:rPr lang="ru-RU" sz="2000" b="1" i="1" dirty="0">
                <a:latin typeface="Times New Roman"/>
                <a:ea typeface="Times New Roman"/>
              </a:rPr>
              <a:t>а</a:t>
            </a:r>
            <a:r>
              <a:rPr lang="ru-RU" sz="2000" b="1" i="1" baseline="-25000" dirty="0">
                <a:latin typeface="Times New Roman"/>
                <a:ea typeface="Times New Roman"/>
              </a:rPr>
              <a:t>1</a:t>
            </a:r>
            <a:r>
              <a:rPr lang="ru-RU" sz="2000" b="1" i="1" dirty="0" smtClean="0">
                <a:latin typeface="Times New Roman"/>
                <a:ea typeface="Times New Roman"/>
              </a:rPr>
              <a:t>, а</a:t>
            </a:r>
            <a:r>
              <a:rPr lang="ru-RU" sz="2000" b="1" i="1" baseline="-25000" dirty="0" smtClean="0">
                <a:latin typeface="Times New Roman"/>
                <a:ea typeface="Times New Roman"/>
              </a:rPr>
              <a:t>4</a:t>
            </a:r>
            <a:r>
              <a:rPr lang="ru-RU" sz="2000" b="1" i="1" dirty="0">
                <a:latin typeface="Times New Roman"/>
                <a:ea typeface="Times New Roman"/>
              </a:rPr>
              <a:t>, а</a:t>
            </a:r>
            <a:r>
              <a:rPr lang="ru-RU" sz="2000" b="1" i="1" baseline="-25000" dirty="0">
                <a:latin typeface="Times New Roman"/>
                <a:ea typeface="Times New Roman"/>
              </a:rPr>
              <a:t>3</a:t>
            </a:r>
            <a:r>
              <a:rPr lang="ru-RU" sz="2000" b="1" i="1" dirty="0">
                <a:latin typeface="Times New Roman"/>
                <a:ea typeface="Times New Roman"/>
              </a:rPr>
              <a:t>,а</a:t>
            </a:r>
            <a:r>
              <a:rPr lang="ru-RU" sz="2000" b="1" i="1" baseline="-25000" dirty="0">
                <a:latin typeface="Times New Roman"/>
                <a:ea typeface="Times New Roman"/>
              </a:rPr>
              <a:t>2</a:t>
            </a:r>
            <a:r>
              <a:rPr lang="ru-RU" sz="2000" b="1" i="1" dirty="0">
                <a:latin typeface="Times New Roman"/>
                <a:ea typeface="Times New Roman"/>
              </a:rPr>
              <a:t>, </a:t>
            </a:r>
            <a:r>
              <a:rPr lang="ru-RU" sz="2000" b="1" i="1" dirty="0" smtClean="0">
                <a:latin typeface="Times New Roman"/>
                <a:ea typeface="Times New Roman"/>
              </a:rPr>
              <a:t>а</a:t>
            </a:r>
            <a:r>
              <a:rPr lang="ru-RU" sz="2000" b="1" i="1" baseline="-25000" dirty="0" smtClean="0">
                <a:latin typeface="Times New Roman"/>
                <a:ea typeface="Times New Roman"/>
              </a:rPr>
              <a:t>5 </a:t>
            </a:r>
            <a:r>
              <a:rPr lang="ru-RU" sz="2000" b="1" i="1" dirty="0" smtClean="0">
                <a:latin typeface="Times New Roman"/>
                <a:ea typeface="Times New Roman"/>
              </a:rPr>
              <a:t>– </a:t>
            </a:r>
            <a:r>
              <a:rPr lang="ru-RU" sz="2000" dirty="0" err="1" smtClean="0">
                <a:latin typeface="Times New Roman"/>
                <a:ea typeface="Times New Roman"/>
              </a:rPr>
              <a:t>оддий</a:t>
            </a:r>
            <a:r>
              <a:rPr lang="ru-RU" sz="2000" dirty="0" smtClean="0">
                <a:latin typeface="Times New Roman"/>
                <a:ea typeface="Times New Roman"/>
              </a:rPr>
              <a:t> </a:t>
            </a:r>
            <a:r>
              <a:rPr lang="ru-RU" sz="2000" dirty="0" err="1">
                <a:latin typeface="Times New Roman"/>
                <a:ea typeface="Times New Roman"/>
              </a:rPr>
              <a:t>занжир</a:t>
            </a:r>
            <a:r>
              <a:rPr lang="ru-RU" sz="2000" dirty="0">
                <a:latin typeface="Times New Roman"/>
                <a:ea typeface="Times New Roman"/>
              </a:rPr>
              <a:t>;</a:t>
            </a:r>
            <a:endParaRPr lang="uz-Cyrl-UZ" sz="2000" dirty="0">
              <a:latin typeface="Times New Roman"/>
              <a:ea typeface="Times New Roman"/>
            </a:endParaRPr>
          </a:p>
          <a:p>
            <a:pPr marL="457200" lvl="0" indent="-457200">
              <a:buFont typeface="+mj-lt"/>
              <a:buAutoNum type="arabicPeriod"/>
            </a:pPr>
            <a:r>
              <a:rPr lang="ru-RU" sz="2000" b="1" i="1" dirty="0">
                <a:latin typeface="Times New Roman"/>
                <a:ea typeface="Times New Roman"/>
              </a:rPr>
              <a:t>а</a:t>
            </a:r>
            <a:r>
              <a:rPr lang="ru-RU" sz="2000" b="1" i="1" baseline="-25000" dirty="0">
                <a:latin typeface="Times New Roman"/>
                <a:ea typeface="Times New Roman"/>
              </a:rPr>
              <a:t>1</a:t>
            </a:r>
            <a:r>
              <a:rPr lang="ru-RU" sz="2000" b="1" i="1" dirty="0">
                <a:latin typeface="Times New Roman"/>
                <a:ea typeface="Times New Roman"/>
              </a:rPr>
              <a:t>, а</a:t>
            </a:r>
            <a:r>
              <a:rPr lang="ru-RU" sz="2000" b="1" i="1" baseline="-25000" dirty="0">
                <a:latin typeface="Times New Roman"/>
                <a:ea typeface="Times New Roman"/>
              </a:rPr>
              <a:t>3</a:t>
            </a:r>
            <a:r>
              <a:rPr lang="ru-RU" sz="2000" b="1" i="1" dirty="0">
                <a:latin typeface="Times New Roman"/>
                <a:ea typeface="Times New Roman"/>
              </a:rPr>
              <a:t>, а</a:t>
            </a:r>
            <a:r>
              <a:rPr lang="ru-RU" sz="2000" b="1" i="1" baseline="-25000" dirty="0">
                <a:latin typeface="Times New Roman"/>
                <a:ea typeface="Times New Roman"/>
              </a:rPr>
              <a:t>5</a:t>
            </a:r>
            <a:r>
              <a:rPr lang="ru-RU" sz="2000" b="1" i="1" dirty="0">
                <a:latin typeface="Times New Roman"/>
                <a:ea typeface="Times New Roman"/>
              </a:rPr>
              <a:t>, а</a:t>
            </a:r>
            <a:r>
              <a:rPr lang="ru-RU" sz="2000" b="1" i="1" baseline="-25000" dirty="0">
                <a:latin typeface="Times New Roman"/>
                <a:ea typeface="Times New Roman"/>
              </a:rPr>
              <a:t>2</a:t>
            </a:r>
            <a:r>
              <a:rPr lang="ru-RU" sz="2000" b="1" i="1" dirty="0" smtClean="0">
                <a:latin typeface="Times New Roman"/>
                <a:ea typeface="Times New Roman"/>
              </a:rPr>
              <a:t>, а</a:t>
            </a:r>
            <a:r>
              <a:rPr lang="ru-RU" sz="2000" b="1" i="1" baseline="-25000" dirty="0" smtClean="0">
                <a:latin typeface="Times New Roman"/>
                <a:ea typeface="Times New Roman"/>
              </a:rPr>
              <a:t>3</a:t>
            </a:r>
            <a:r>
              <a:rPr lang="ru-RU" sz="2000" b="1" i="1" dirty="0">
                <a:latin typeface="Times New Roman"/>
                <a:ea typeface="Times New Roman"/>
              </a:rPr>
              <a:t>, а</a:t>
            </a:r>
            <a:r>
              <a:rPr lang="ru-RU" sz="2000" b="1" i="1" baseline="-25000" dirty="0">
                <a:latin typeface="Times New Roman"/>
                <a:ea typeface="Times New Roman"/>
              </a:rPr>
              <a:t>4</a:t>
            </a:r>
            <a:r>
              <a:rPr lang="ru-RU" sz="2000" b="1" i="1" dirty="0">
                <a:latin typeface="Times New Roman"/>
                <a:ea typeface="Times New Roman"/>
              </a:rPr>
              <a:t>, а</a:t>
            </a:r>
            <a:r>
              <a:rPr lang="ru-RU" sz="2000" b="1" i="1" baseline="-25000" dirty="0">
                <a:latin typeface="Times New Roman"/>
                <a:ea typeface="Times New Roman"/>
              </a:rPr>
              <a:t>1</a:t>
            </a:r>
            <a:r>
              <a:rPr lang="ru-RU" sz="2000" b="1" i="1" dirty="0">
                <a:latin typeface="Times New Roman"/>
                <a:ea typeface="Times New Roman"/>
              </a:rPr>
              <a:t> </a:t>
            </a:r>
            <a:r>
              <a:rPr lang="ru-RU" sz="2000" b="1" dirty="0">
                <a:latin typeface="Times New Roman"/>
                <a:ea typeface="Times New Roman"/>
              </a:rPr>
              <a:t>–</a:t>
            </a:r>
            <a:r>
              <a:rPr lang="ru-RU" sz="2000" dirty="0">
                <a:latin typeface="Times New Roman"/>
                <a:ea typeface="Times New Roman"/>
              </a:rPr>
              <a:t> цикл </a:t>
            </a:r>
            <a:r>
              <a:rPr lang="ru-RU" sz="2000" dirty="0" err="1">
                <a:latin typeface="Times New Roman"/>
                <a:ea typeface="Times New Roman"/>
              </a:rPr>
              <a:t>лекин</a:t>
            </a:r>
            <a:r>
              <a:rPr lang="ru-RU" sz="2000" dirty="0">
                <a:latin typeface="Times New Roman"/>
                <a:ea typeface="Times New Roman"/>
              </a:rPr>
              <a:t> </a:t>
            </a:r>
            <a:r>
              <a:rPr lang="ru-RU" sz="2000" dirty="0" err="1">
                <a:latin typeface="Times New Roman"/>
                <a:ea typeface="Times New Roman"/>
              </a:rPr>
              <a:t>оддий</a:t>
            </a:r>
            <a:r>
              <a:rPr lang="ru-RU" sz="2000" dirty="0">
                <a:latin typeface="Times New Roman"/>
                <a:ea typeface="Times New Roman"/>
              </a:rPr>
              <a:t> цикл </a:t>
            </a:r>
            <a:r>
              <a:rPr lang="ru-RU" sz="2000" dirty="0" err="1">
                <a:latin typeface="Times New Roman"/>
                <a:ea typeface="Times New Roman"/>
              </a:rPr>
              <a:t>эмас</a:t>
            </a:r>
            <a:r>
              <a:rPr lang="ru-RU" sz="2000" dirty="0">
                <a:latin typeface="Times New Roman"/>
                <a:ea typeface="Times New Roman"/>
              </a:rPr>
              <a:t>;</a:t>
            </a:r>
            <a:endParaRPr lang="uz-Cyrl-UZ" sz="2000" dirty="0">
              <a:latin typeface="Times New Roman"/>
              <a:ea typeface="Times New Roman"/>
            </a:endParaRPr>
          </a:p>
          <a:p>
            <a:pPr marL="457200" indent="-457200">
              <a:buFont typeface="+mj-lt"/>
              <a:buAutoNum type="arabicPeriod"/>
            </a:pPr>
            <a:r>
              <a:rPr lang="ru-RU" sz="2000" b="1" i="1" dirty="0">
                <a:latin typeface="Times New Roman"/>
                <a:ea typeface="Times New Roman"/>
              </a:rPr>
              <a:t>а</a:t>
            </a:r>
            <a:r>
              <a:rPr lang="ru-RU" sz="2000" b="1" i="1" baseline="-25000" dirty="0">
                <a:latin typeface="Times New Roman"/>
                <a:ea typeface="Times New Roman"/>
              </a:rPr>
              <a:t>1</a:t>
            </a:r>
            <a:r>
              <a:rPr lang="ru-RU" sz="2000" b="1" i="1" dirty="0">
                <a:latin typeface="Times New Roman"/>
                <a:ea typeface="Times New Roman"/>
              </a:rPr>
              <a:t>, а</a:t>
            </a:r>
            <a:r>
              <a:rPr lang="ru-RU" sz="2000" b="1" i="1" baseline="-25000" dirty="0">
                <a:latin typeface="Times New Roman"/>
                <a:ea typeface="Times New Roman"/>
              </a:rPr>
              <a:t>3</a:t>
            </a:r>
            <a:r>
              <a:rPr lang="ru-RU" sz="2000" b="1" i="1" dirty="0" smtClean="0">
                <a:latin typeface="Times New Roman"/>
                <a:ea typeface="Times New Roman"/>
              </a:rPr>
              <a:t>, а</a:t>
            </a:r>
            <a:r>
              <a:rPr lang="ru-RU" sz="2000" b="1" i="1" baseline="-25000" dirty="0" smtClean="0">
                <a:latin typeface="Times New Roman"/>
                <a:ea typeface="Times New Roman"/>
              </a:rPr>
              <a:t>4</a:t>
            </a:r>
            <a:r>
              <a:rPr lang="ru-RU" sz="2000" b="1" i="1" dirty="0" smtClean="0">
                <a:latin typeface="Times New Roman"/>
                <a:ea typeface="Times New Roman"/>
              </a:rPr>
              <a:t> </a:t>
            </a:r>
            <a:r>
              <a:rPr lang="ru-RU" sz="2000" b="1" dirty="0">
                <a:latin typeface="Times New Roman"/>
                <a:ea typeface="Times New Roman"/>
              </a:rPr>
              <a:t>–</a:t>
            </a:r>
            <a:r>
              <a:rPr lang="ru-RU" sz="2000" dirty="0">
                <a:latin typeface="Times New Roman"/>
                <a:ea typeface="Times New Roman"/>
              </a:rPr>
              <a:t> </a:t>
            </a:r>
            <a:r>
              <a:rPr lang="ru-RU" sz="2000" dirty="0" err="1">
                <a:latin typeface="Times New Roman"/>
                <a:ea typeface="Times New Roman"/>
              </a:rPr>
              <a:t>оддий</a:t>
            </a:r>
            <a:r>
              <a:rPr lang="ru-RU" sz="2000" dirty="0">
                <a:latin typeface="Times New Roman"/>
                <a:ea typeface="Times New Roman"/>
              </a:rPr>
              <a:t> цикл. </a:t>
            </a:r>
            <a:endParaRPr lang="uz-Cyrl-UZ" sz="2000" dirty="0">
              <a:latin typeface="Times New Roman"/>
              <a:ea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6438466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lowchart: Process 9"/>
          <p:cNvSpPr/>
          <p:nvPr/>
        </p:nvSpPr>
        <p:spPr>
          <a:xfrm>
            <a:off x="97020" y="146203"/>
            <a:ext cx="8984810" cy="6634662"/>
          </a:xfrm>
          <a:prstGeom prst="flowChartProcess">
            <a:avLst/>
          </a:prstGeom>
          <a:noFill/>
          <a:ln w="19050">
            <a:solidFill>
              <a:srgbClr val="002060"/>
            </a:solidFill>
          </a:ln>
          <a:effectLst>
            <a:glow rad="101600">
              <a:schemeClr val="accent1">
                <a:satMod val="175000"/>
                <a:alpha val="4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  <p:cxnSp>
        <p:nvCxnSpPr>
          <p:cNvPr id="6" name="Straight Connector 5"/>
          <p:cNvCxnSpPr/>
          <p:nvPr/>
        </p:nvCxnSpPr>
        <p:spPr>
          <a:xfrm>
            <a:off x="285720" y="260648"/>
            <a:ext cx="8568000" cy="1588"/>
          </a:xfrm>
          <a:prstGeom prst="line">
            <a:avLst/>
          </a:prstGeom>
          <a:ln>
            <a:solidFill>
              <a:schemeClr val="accent2">
                <a:lumMod val="50000"/>
              </a:schemeClr>
            </a:solidFill>
            <a:headEnd type="diamond" w="med" len="med"/>
            <a:tailEnd type="diamond" w="med" len="med"/>
          </a:ln>
          <a:effectLst>
            <a:glow rad="63500">
              <a:schemeClr val="accent3">
                <a:satMod val="175000"/>
                <a:alpha val="4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" name="AutoShape 13" descr="Точечные ромбики"/>
          <p:cNvSpPr>
            <a:spLocks noChangeArrowheads="1"/>
          </p:cNvSpPr>
          <p:nvPr/>
        </p:nvSpPr>
        <p:spPr bwMode="auto">
          <a:xfrm>
            <a:off x="142875" y="404664"/>
            <a:ext cx="8856663" cy="6084016"/>
          </a:xfrm>
          <a:prstGeom prst="foldedCorner">
            <a:avLst>
              <a:gd name="adj" fmla="val 4333"/>
            </a:avLst>
          </a:prstGeom>
          <a:pattFill prst="dotDmnd">
            <a:fgClr>
              <a:schemeClr val="bg2"/>
            </a:fgClr>
            <a:bgClr>
              <a:schemeClr val="bg1"/>
            </a:bgClr>
          </a:pattFill>
          <a:ln w="15875">
            <a:solidFill>
              <a:srgbClr val="000080"/>
            </a:solidFill>
            <a:round/>
            <a:headEnd/>
            <a:tailEnd/>
          </a:ln>
          <a:effectLst>
            <a:prstShdw prst="shdw17" dist="17961" dir="2700000">
              <a:srgbClr val="00004D">
                <a:alpha val="50000"/>
              </a:srgbClr>
            </a:prstShdw>
          </a:effectLst>
        </p:spPr>
        <p:txBody>
          <a:bodyPr bIns="0" anchor="t" anchorCtr="0">
            <a:norm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1pPr>
            <a:lvl2pPr marL="1258888" indent="-34290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2pPr>
            <a:lvl3pPr marL="1781175" indent="-34290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3pPr>
            <a:lvl4pPr marL="2303463" indent="-34290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4pPr>
            <a:lvl5pPr marL="2825750" indent="-34290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5pPr>
            <a:lvl6pPr marL="328295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6pPr>
            <a:lvl7pPr marL="374015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7pPr>
            <a:lvl8pPr marL="419735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8pPr>
            <a:lvl9pPr marL="465455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indent="449580" algn="just">
              <a:spcAft>
                <a:spcPts val="0"/>
              </a:spcAft>
            </a:pPr>
            <a:endParaRPr lang="ru-RU" dirty="0" smtClean="0"/>
          </a:p>
          <a:p>
            <a:pPr indent="449580" algn="just">
              <a:spcAft>
                <a:spcPts val="0"/>
              </a:spcAft>
            </a:pPr>
            <a:endParaRPr lang="ru-RU" dirty="0"/>
          </a:p>
          <a:p>
            <a:pPr indent="449580" algn="just">
              <a:spcAft>
                <a:spcPts val="0"/>
              </a:spcAft>
            </a:pPr>
            <a:endParaRPr lang="ru-RU" dirty="0" smtClean="0"/>
          </a:p>
          <a:p>
            <a:pPr indent="449580" algn="just">
              <a:spcAft>
                <a:spcPts val="0"/>
              </a:spcAft>
            </a:pPr>
            <a:endParaRPr lang="ru-RU" dirty="0"/>
          </a:p>
          <a:p>
            <a:pPr indent="449580" algn="just">
              <a:spcAft>
                <a:spcPts val="0"/>
              </a:spcAft>
            </a:pPr>
            <a:endParaRPr lang="ru-RU" dirty="0" smtClean="0"/>
          </a:p>
          <a:p>
            <a:pPr indent="449580" algn="just">
              <a:spcAft>
                <a:spcPts val="0"/>
              </a:spcAft>
            </a:pPr>
            <a:endParaRPr lang="ru-RU" dirty="0"/>
          </a:p>
          <a:p>
            <a:pPr indent="449580" algn="just">
              <a:spcAft>
                <a:spcPts val="0"/>
              </a:spcAft>
            </a:pPr>
            <a:endParaRPr lang="ru-RU" sz="1200" dirty="0" smtClean="0"/>
          </a:p>
          <a:p>
            <a:pPr indent="449580" algn="just">
              <a:spcAft>
                <a:spcPts val="0"/>
              </a:spcAft>
            </a:pPr>
            <a:endParaRPr lang="en-US" sz="2000" b="1" dirty="0" smtClean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449580" algn="just">
              <a:spcAft>
                <a:spcPts val="0"/>
              </a:spcAft>
            </a:pPr>
            <a:endParaRPr lang="en-US" sz="20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449580" algn="just">
              <a:spcAft>
                <a:spcPts val="0"/>
              </a:spcAft>
            </a:pPr>
            <a:endParaRPr lang="en-US" sz="2000" b="1" dirty="0" smtClean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449580" algn="just">
              <a:spcAft>
                <a:spcPts val="0"/>
              </a:spcAft>
            </a:pPr>
            <a:endParaRPr lang="uz-Cyrl-UZ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449580" algn="just">
              <a:spcAft>
                <a:spcPts val="0"/>
              </a:spcAft>
            </a:pPr>
            <a:endParaRPr lang="uz-Cyrl-UZ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449580" algn="just">
              <a:spcAft>
                <a:spcPts val="0"/>
              </a:spcAft>
            </a:pPr>
            <a:endParaRPr lang="uz-Cyrl-UZ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449580" algn="just">
              <a:spcAft>
                <a:spcPts val="0"/>
              </a:spcAft>
            </a:pPr>
            <a:endParaRPr lang="uz-Cyrl-UZ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449580" algn="just">
              <a:spcAft>
                <a:spcPts val="0"/>
              </a:spcAft>
            </a:pPr>
            <a:endParaRPr lang="uz-Cyrl-UZ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09" name="Line 16"/>
          <p:cNvSpPr>
            <a:spLocks noChangeShapeType="1"/>
          </p:cNvSpPr>
          <p:nvPr/>
        </p:nvSpPr>
        <p:spPr bwMode="auto">
          <a:xfrm>
            <a:off x="323850" y="6669360"/>
            <a:ext cx="8461375" cy="0"/>
          </a:xfrm>
          <a:prstGeom prst="line">
            <a:avLst/>
          </a:prstGeom>
          <a:noFill/>
          <a:ln w="127000">
            <a:pattFill prst="dkHorz">
              <a:fgClr>
                <a:schemeClr val="tx1"/>
              </a:fgClr>
              <a:bgClr>
                <a:srgbClr val="FFFFFF"/>
              </a:bgClr>
            </a:pattFill>
            <a:round/>
            <a:headEnd/>
            <a:tailEnd/>
          </a:ln>
          <a:effectLst>
            <a:prstShdw prst="shdw17" dist="17961" dir="2700000">
              <a:schemeClr val="tx1">
                <a:gamma/>
                <a:shade val="60000"/>
                <a:invGamma/>
              </a:schemeClr>
            </a:prstShdw>
          </a:effectLst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1" name="Прямоугольник 10"/>
          <p:cNvSpPr/>
          <p:nvPr/>
        </p:nvSpPr>
        <p:spPr>
          <a:xfrm>
            <a:off x="219707" y="476672"/>
            <a:ext cx="8703627" cy="55553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55600" algn="just">
              <a:spcAft>
                <a:spcPts val="0"/>
              </a:spcAft>
            </a:pPr>
            <a:r>
              <a:rPr lang="ru-RU" sz="2000" b="1" dirty="0">
                <a:solidFill>
                  <a:srgbClr val="C00000"/>
                </a:solidFill>
                <a:latin typeface="Times New Roman"/>
                <a:ea typeface="Times New Roman"/>
              </a:rPr>
              <a:t>Т</a:t>
            </a:r>
            <a:r>
              <a:rPr lang="uz-Cyrl-UZ" sz="2000" b="1" dirty="0">
                <a:solidFill>
                  <a:srgbClr val="C00000"/>
                </a:solidFill>
                <a:latin typeface="Times New Roman"/>
                <a:ea typeface="Times New Roman"/>
              </a:rPr>
              <a:t>аъриф</a:t>
            </a:r>
            <a:r>
              <a:rPr lang="ru-RU" sz="2000" b="1" dirty="0">
                <a:solidFill>
                  <a:srgbClr val="C00000"/>
                </a:solidFill>
                <a:latin typeface="Times New Roman"/>
                <a:ea typeface="Times New Roman"/>
              </a:rPr>
              <a:t>.</a:t>
            </a:r>
            <a:r>
              <a:rPr lang="ru-RU" sz="2000" dirty="0">
                <a:solidFill>
                  <a:srgbClr val="C00000"/>
                </a:solidFill>
                <a:latin typeface="Times New Roman"/>
                <a:ea typeface="Times New Roman"/>
              </a:rPr>
              <a:t> </a:t>
            </a:r>
            <a:r>
              <a:rPr lang="uz-Cyrl-UZ" sz="2000" dirty="0">
                <a:latin typeface="Times New Roman"/>
                <a:ea typeface="Times New Roman"/>
              </a:rPr>
              <a:t>Берилган граф маршрутининг </a:t>
            </a:r>
            <a:r>
              <a:rPr lang="uz-Cyrl-UZ" sz="2000" b="1" dirty="0">
                <a:latin typeface="Times New Roman"/>
                <a:ea typeface="Times New Roman"/>
              </a:rPr>
              <a:t>узунлиги</a:t>
            </a:r>
            <a:r>
              <a:rPr lang="uz-Cyrl-UZ" sz="2000" dirty="0">
                <a:latin typeface="Times New Roman"/>
                <a:ea typeface="Times New Roman"/>
              </a:rPr>
              <a:t> деб, </a:t>
            </a:r>
            <a:r>
              <a:rPr lang="uz-Cyrl-UZ" sz="2000" dirty="0" smtClean="0">
                <a:latin typeface="Times New Roman"/>
                <a:ea typeface="Times New Roman"/>
              </a:rPr>
              <a:t>ундаги </a:t>
            </a:r>
            <a:r>
              <a:rPr lang="uz-Cyrl-UZ" sz="2000" dirty="0">
                <a:latin typeface="Times New Roman"/>
                <a:ea typeface="Times New Roman"/>
              </a:rPr>
              <a:t>қирралар (такрорийлари билан) сонига айтилади</a:t>
            </a:r>
            <a:r>
              <a:rPr lang="uz-Cyrl-UZ" sz="2000" dirty="0" smtClean="0">
                <a:latin typeface="Times New Roman"/>
                <a:ea typeface="Times New Roman"/>
              </a:rPr>
              <a:t>. </a:t>
            </a:r>
          </a:p>
          <a:p>
            <a:pPr indent="355600" algn="just">
              <a:spcAft>
                <a:spcPts val="0"/>
              </a:spcAft>
            </a:pPr>
            <a:r>
              <a:rPr lang="ru-RU" sz="2000" dirty="0" err="1">
                <a:latin typeface="Times New Roman"/>
                <a:ea typeface="Times New Roman"/>
              </a:rPr>
              <a:t>Агар</a:t>
            </a:r>
            <a:r>
              <a:rPr lang="ru-RU" sz="2000" dirty="0">
                <a:latin typeface="Times New Roman"/>
                <a:ea typeface="Times New Roman"/>
              </a:rPr>
              <a:t> </a:t>
            </a:r>
            <a:r>
              <a:rPr lang="ru-RU" sz="2000" dirty="0" smtClean="0">
                <a:latin typeface="Times New Roman"/>
                <a:ea typeface="Times New Roman"/>
              </a:rPr>
              <a:t>маршрут </a:t>
            </a:r>
            <a:r>
              <a:rPr lang="ru-RU" sz="2000" b="1" dirty="0" smtClean="0">
                <a:latin typeface="Times New Roman"/>
                <a:ea typeface="Times New Roman"/>
              </a:rPr>
              <a:t>М=</a:t>
            </a:r>
            <a:r>
              <a:rPr lang="uz-Cyrl-UZ" sz="2000" b="1" i="1" dirty="0" smtClean="0">
                <a:latin typeface="Times New Roman"/>
                <a:ea typeface="Times New Roman"/>
              </a:rPr>
              <a:t>а</a:t>
            </a:r>
            <a:r>
              <a:rPr lang="uz-Cyrl-UZ" sz="2000" b="1" baseline="-25000" dirty="0" smtClean="0">
                <a:latin typeface="Times New Roman"/>
                <a:ea typeface="Times New Roman"/>
              </a:rPr>
              <a:t>0</a:t>
            </a:r>
            <a:r>
              <a:rPr lang="uz-Cyrl-UZ" sz="2000" b="1" i="1" dirty="0" smtClean="0">
                <a:latin typeface="Times New Roman"/>
                <a:ea typeface="Times New Roman"/>
              </a:rPr>
              <a:t>,е</a:t>
            </a:r>
            <a:r>
              <a:rPr lang="uz-Cyrl-UZ" sz="2000" b="1" baseline="-25000" dirty="0" smtClean="0">
                <a:latin typeface="Times New Roman"/>
                <a:ea typeface="Times New Roman"/>
              </a:rPr>
              <a:t>1</a:t>
            </a:r>
            <a:r>
              <a:rPr lang="uz-Cyrl-UZ" sz="2000" b="1" i="1" dirty="0" smtClean="0">
                <a:latin typeface="Times New Roman"/>
                <a:ea typeface="Times New Roman"/>
              </a:rPr>
              <a:t>,а</a:t>
            </a:r>
            <a:r>
              <a:rPr lang="uz-Cyrl-UZ" sz="2000" b="1" baseline="-25000" dirty="0" smtClean="0">
                <a:latin typeface="Times New Roman"/>
                <a:ea typeface="Times New Roman"/>
              </a:rPr>
              <a:t>1</a:t>
            </a:r>
            <a:r>
              <a:rPr lang="uz-Cyrl-UZ" sz="2000" b="1" i="1" dirty="0" smtClean="0">
                <a:latin typeface="Times New Roman"/>
                <a:ea typeface="Times New Roman"/>
              </a:rPr>
              <a:t>,е</a:t>
            </a:r>
            <a:r>
              <a:rPr lang="uz-Cyrl-UZ" sz="2000" b="1" baseline="-25000" dirty="0" smtClean="0">
                <a:latin typeface="Times New Roman"/>
                <a:ea typeface="Times New Roman"/>
              </a:rPr>
              <a:t>2</a:t>
            </a:r>
            <a:r>
              <a:rPr lang="uz-Cyrl-UZ" sz="2000" b="1" i="1" dirty="0" smtClean="0">
                <a:latin typeface="Times New Roman"/>
                <a:ea typeface="Times New Roman"/>
              </a:rPr>
              <a:t>,..,</a:t>
            </a:r>
            <a:r>
              <a:rPr lang="uz-Cyrl-UZ" sz="2000" b="1" i="1" dirty="0">
                <a:latin typeface="Times New Roman"/>
                <a:ea typeface="Times New Roman"/>
              </a:rPr>
              <a:t>е</a:t>
            </a:r>
            <a:r>
              <a:rPr lang="en-US" sz="2000" b="1" i="1" baseline="-25000" dirty="0">
                <a:latin typeface="Times New Roman"/>
                <a:ea typeface="Times New Roman"/>
              </a:rPr>
              <a:t>k</a:t>
            </a:r>
            <a:r>
              <a:rPr lang="uz-Cyrl-UZ" sz="2000" b="1" i="1" dirty="0" smtClean="0">
                <a:latin typeface="Times New Roman"/>
                <a:ea typeface="Times New Roman"/>
              </a:rPr>
              <a:t>,а</a:t>
            </a:r>
            <a:r>
              <a:rPr lang="en-US" sz="2000" b="1" i="1" baseline="-25000" dirty="0" smtClean="0">
                <a:latin typeface="Times New Roman"/>
                <a:ea typeface="Times New Roman"/>
              </a:rPr>
              <a:t>k</a:t>
            </a:r>
            <a:r>
              <a:rPr lang="ru-RU" sz="2000" dirty="0" smtClean="0">
                <a:latin typeface="Times New Roman"/>
                <a:ea typeface="Times New Roman"/>
              </a:rPr>
              <a:t> </a:t>
            </a:r>
            <a:r>
              <a:rPr lang="ru-RU" sz="2000" dirty="0" err="1">
                <a:latin typeface="Times New Roman"/>
                <a:ea typeface="Times New Roman"/>
              </a:rPr>
              <a:t>бўлса</a:t>
            </a:r>
            <a:r>
              <a:rPr lang="ru-RU" sz="2000" dirty="0" smtClean="0">
                <a:latin typeface="Times New Roman"/>
                <a:ea typeface="Times New Roman"/>
              </a:rPr>
              <a:t>, у </a:t>
            </a:r>
            <a:r>
              <a:rPr lang="ru-RU" sz="2000" dirty="0" err="1" smtClean="0">
                <a:latin typeface="Times New Roman"/>
                <a:ea typeface="Times New Roman"/>
              </a:rPr>
              <a:t>ҳолда</a:t>
            </a:r>
            <a:r>
              <a:rPr lang="ru-RU" sz="2000" dirty="0" smtClean="0">
                <a:latin typeface="Times New Roman"/>
                <a:ea typeface="Times New Roman"/>
              </a:rPr>
              <a:t> маршрут </a:t>
            </a:r>
            <a:r>
              <a:rPr lang="ru-RU" sz="2000" dirty="0" err="1">
                <a:latin typeface="Times New Roman"/>
                <a:ea typeface="Times New Roman"/>
              </a:rPr>
              <a:t>узунлиги</a:t>
            </a:r>
            <a:r>
              <a:rPr lang="ru-RU" sz="2000" dirty="0">
                <a:latin typeface="Times New Roman"/>
                <a:ea typeface="Times New Roman"/>
              </a:rPr>
              <a:t>:</a:t>
            </a:r>
          </a:p>
          <a:p>
            <a:pPr indent="355600" algn="ctr">
              <a:spcAft>
                <a:spcPts val="0"/>
              </a:spcAft>
            </a:pPr>
            <a:r>
              <a:rPr lang="ru-RU" sz="2000" b="1" dirty="0" smtClean="0">
                <a:latin typeface="Times New Roman"/>
                <a:ea typeface="Times New Roman"/>
              </a:rPr>
              <a:t>|М|=</a:t>
            </a:r>
            <a:r>
              <a:rPr lang="en-US" sz="2000" b="1" dirty="0" smtClean="0">
                <a:latin typeface="Times New Roman"/>
                <a:ea typeface="Times New Roman"/>
              </a:rPr>
              <a:t>k </a:t>
            </a:r>
            <a:r>
              <a:rPr lang="ru-RU" sz="2000" dirty="0" err="1" smtClean="0">
                <a:latin typeface="Times New Roman"/>
                <a:ea typeface="Times New Roman"/>
              </a:rPr>
              <a:t>орқали</a:t>
            </a:r>
            <a:r>
              <a:rPr lang="ru-RU" sz="2000" dirty="0" smtClean="0">
                <a:latin typeface="Times New Roman"/>
                <a:ea typeface="Times New Roman"/>
              </a:rPr>
              <a:t> </a:t>
            </a:r>
            <a:r>
              <a:rPr lang="ru-RU" sz="2000" dirty="0" err="1">
                <a:latin typeface="Times New Roman"/>
                <a:ea typeface="Times New Roman"/>
              </a:rPr>
              <a:t>белгиланади</a:t>
            </a:r>
            <a:r>
              <a:rPr lang="ru-RU" sz="2000" dirty="0">
                <a:latin typeface="Times New Roman"/>
                <a:ea typeface="Times New Roman"/>
              </a:rPr>
              <a:t>.</a:t>
            </a:r>
          </a:p>
          <a:p>
            <a:pPr indent="355600" algn="just">
              <a:spcBef>
                <a:spcPts val="600"/>
              </a:spcBef>
              <a:spcAft>
                <a:spcPts val="600"/>
              </a:spcAft>
            </a:pPr>
            <a:endParaRPr lang="ru-RU" sz="2000" b="1" dirty="0" smtClean="0">
              <a:solidFill>
                <a:srgbClr val="C00000"/>
              </a:solidFill>
              <a:latin typeface="Times New Roman"/>
              <a:ea typeface="Times New Roman"/>
            </a:endParaRPr>
          </a:p>
          <a:p>
            <a:pPr indent="355600" algn="just">
              <a:spcBef>
                <a:spcPts val="600"/>
              </a:spcBef>
              <a:spcAft>
                <a:spcPts val="600"/>
              </a:spcAft>
            </a:pPr>
            <a:r>
              <a:rPr lang="ru-RU" sz="2000" b="1" dirty="0" smtClean="0">
                <a:solidFill>
                  <a:srgbClr val="C00000"/>
                </a:solidFill>
                <a:latin typeface="Times New Roman"/>
                <a:ea typeface="Times New Roman"/>
              </a:rPr>
              <a:t>Т</a:t>
            </a:r>
            <a:r>
              <a:rPr lang="uz-Cyrl-UZ" sz="2000" b="1" dirty="0">
                <a:solidFill>
                  <a:srgbClr val="C00000"/>
                </a:solidFill>
                <a:latin typeface="Times New Roman"/>
                <a:ea typeface="Times New Roman"/>
              </a:rPr>
              <a:t>аъри</a:t>
            </a:r>
            <a:r>
              <a:rPr lang="ru-RU" sz="2000" b="1" dirty="0">
                <a:solidFill>
                  <a:srgbClr val="C00000"/>
                </a:solidFill>
                <a:latin typeface="Times New Roman"/>
                <a:ea typeface="Times New Roman"/>
              </a:rPr>
              <a:t>ф. </a:t>
            </a:r>
            <a:r>
              <a:rPr lang="ru-RU" sz="2000" dirty="0" err="1">
                <a:latin typeface="Times New Roman"/>
                <a:ea typeface="Times New Roman"/>
              </a:rPr>
              <a:t>Графнинг</a:t>
            </a:r>
            <a:r>
              <a:rPr lang="ru-RU" sz="2000" dirty="0">
                <a:latin typeface="Times New Roman"/>
                <a:ea typeface="Times New Roman"/>
              </a:rPr>
              <a:t> </a:t>
            </a:r>
            <a:r>
              <a:rPr lang="ru-RU" sz="2000" dirty="0" err="1">
                <a:latin typeface="Times New Roman"/>
                <a:ea typeface="Times New Roman"/>
              </a:rPr>
              <a:t>берилган</a:t>
            </a:r>
            <a:r>
              <a:rPr lang="ru-RU" sz="2000" dirty="0">
                <a:latin typeface="Times New Roman"/>
                <a:ea typeface="Times New Roman"/>
              </a:rPr>
              <a:t> </a:t>
            </a:r>
            <a:r>
              <a:rPr lang="ru-RU" sz="2000" dirty="0" err="1">
                <a:latin typeface="Times New Roman"/>
                <a:ea typeface="Times New Roman"/>
              </a:rPr>
              <a:t>иккита</a:t>
            </a:r>
            <a:r>
              <a:rPr lang="ru-RU" sz="2000" dirty="0">
                <a:latin typeface="Times New Roman"/>
                <a:ea typeface="Times New Roman"/>
              </a:rPr>
              <a:t> учи </a:t>
            </a:r>
            <a:r>
              <a:rPr lang="ru-RU" sz="2000" b="1" dirty="0" err="1">
                <a:latin typeface="Times New Roman"/>
                <a:ea typeface="Times New Roman"/>
              </a:rPr>
              <a:t>бо</a:t>
            </a:r>
            <a:r>
              <a:rPr lang="uz-Cyrl-UZ" sz="2000" b="1" dirty="0">
                <a:latin typeface="Times New Roman"/>
                <a:ea typeface="Times New Roman"/>
              </a:rPr>
              <a:t>ғ</a:t>
            </a:r>
            <a:r>
              <a:rPr lang="ru-RU" sz="2000" b="1" dirty="0" err="1">
                <a:latin typeface="Times New Roman"/>
                <a:ea typeface="Times New Roman"/>
              </a:rPr>
              <a:t>ланган</a:t>
            </a:r>
            <a:r>
              <a:rPr lang="ru-RU" sz="2000" b="1" dirty="0">
                <a:latin typeface="Times New Roman"/>
                <a:ea typeface="Times New Roman"/>
              </a:rPr>
              <a:t> </a:t>
            </a:r>
            <a:r>
              <a:rPr lang="ru-RU" sz="2000" dirty="0" err="1">
                <a:latin typeface="Times New Roman"/>
                <a:ea typeface="Times New Roman"/>
              </a:rPr>
              <a:t>дейилади</a:t>
            </a:r>
            <a:r>
              <a:rPr lang="ru-RU" sz="2000" dirty="0">
                <a:latin typeface="Times New Roman"/>
                <a:ea typeface="Times New Roman"/>
              </a:rPr>
              <a:t>, </a:t>
            </a:r>
            <a:r>
              <a:rPr lang="ru-RU" sz="2000" dirty="0" err="1" smtClean="0">
                <a:latin typeface="Times New Roman"/>
                <a:ea typeface="Times New Roman"/>
              </a:rPr>
              <a:t>агар</a:t>
            </a:r>
            <a:r>
              <a:rPr lang="ru-RU" sz="2000" dirty="0" smtClean="0">
                <a:latin typeface="Times New Roman"/>
                <a:ea typeface="Times New Roman"/>
              </a:rPr>
              <a:t> </a:t>
            </a:r>
            <a:r>
              <a:rPr lang="ru-RU" sz="2000" dirty="0" err="1">
                <a:latin typeface="Times New Roman"/>
                <a:ea typeface="Times New Roman"/>
              </a:rPr>
              <a:t>уларни</a:t>
            </a:r>
            <a:r>
              <a:rPr lang="ru-RU" sz="2000" dirty="0">
                <a:latin typeface="Times New Roman"/>
                <a:ea typeface="Times New Roman"/>
              </a:rPr>
              <a:t> </a:t>
            </a:r>
            <a:r>
              <a:rPr lang="ru-RU" sz="2000" dirty="0" err="1">
                <a:latin typeface="Times New Roman"/>
                <a:ea typeface="Times New Roman"/>
              </a:rPr>
              <a:t>бирлаштирувчи</a:t>
            </a:r>
            <a:r>
              <a:rPr lang="ru-RU" sz="2000" dirty="0">
                <a:latin typeface="Times New Roman"/>
                <a:ea typeface="Times New Roman"/>
              </a:rPr>
              <a:t> (</a:t>
            </a:r>
            <a:r>
              <a:rPr lang="ru-RU" sz="2000" dirty="0" err="1" smtClean="0">
                <a:latin typeface="Times New Roman"/>
                <a:ea typeface="Times New Roman"/>
              </a:rPr>
              <a:t>оддий</a:t>
            </a:r>
            <a:r>
              <a:rPr lang="ru-RU" sz="2000" dirty="0" smtClean="0">
                <a:latin typeface="Times New Roman"/>
                <a:ea typeface="Times New Roman"/>
              </a:rPr>
              <a:t>) </a:t>
            </a:r>
            <a:r>
              <a:rPr lang="ru-RU" sz="2000" dirty="0" err="1">
                <a:latin typeface="Times New Roman"/>
                <a:ea typeface="Times New Roman"/>
              </a:rPr>
              <a:t>занжир</a:t>
            </a:r>
            <a:r>
              <a:rPr lang="ru-RU" sz="2000" dirty="0">
                <a:latin typeface="Times New Roman"/>
                <a:ea typeface="Times New Roman"/>
              </a:rPr>
              <a:t> </a:t>
            </a:r>
            <a:r>
              <a:rPr lang="ru-RU" sz="2000" dirty="0" err="1">
                <a:latin typeface="Times New Roman"/>
                <a:ea typeface="Times New Roman"/>
              </a:rPr>
              <a:t>мавжуд</a:t>
            </a:r>
            <a:r>
              <a:rPr lang="ru-RU" sz="2000" dirty="0">
                <a:latin typeface="Times New Roman"/>
                <a:ea typeface="Times New Roman"/>
              </a:rPr>
              <a:t> б</a:t>
            </a:r>
            <a:r>
              <a:rPr lang="uz-Cyrl-UZ" sz="2000" dirty="0">
                <a:latin typeface="Times New Roman"/>
                <a:ea typeface="Times New Roman"/>
              </a:rPr>
              <a:t>ў</a:t>
            </a:r>
            <a:r>
              <a:rPr lang="ru-RU" sz="2000" dirty="0" err="1">
                <a:latin typeface="Times New Roman"/>
                <a:ea typeface="Times New Roman"/>
              </a:rPr>
              <a:t>лса</a:t>
            </a:r>
            <a:r>
              <a:rPr lang="ru-RU" sz="2000" dirty="0">
                <a:latin typeface="Times New Roman"/>
                <a:ea typeface="Times New Roman"/>
              </a:rPr>
              <a:t>. </a:t>
            </a:r>
            <a:r>
              <a:rPr lang="ru-RU" sz="2000" dirty="0" err="1">
                <a:latin typeface="Times New Roman"/>
                <a:ea typeface="Times New Roman"/>
              </a:rPr>
              <a:t>Агар</a:t>
            </a:r>
            <a:r>
              <a:rPr lang="ru-RU" sz="2000" dirty="0">
                <a:latin typeface="Times New Roman"/>
                <a:ea typeface="Times New Roman"/>
              </a:rPr>
              <a:t> </a:t>
            </a:r>
            <a:r>
              <a:rPr lang="ru-RU" sz="2000" dirty="0" err="1">
                <a:latin typeface="Times New Roman"/>
                <a:ea typeface="Times New Roman"/>
              </a:rPr>
              <a:t>берилган</a:t>
            </a:r>
            <a:r>
              <a:rPr lang="ru-RU" sz="2000" dirty="0">
                <a:latin typeface="Times New Roman"/>
                <a:ea typeface="Times New Roman"/>
              </a:rPr>
              <a:t> </a:t>
            </a:r>
            <a:r>
              <a:rPr lang="ru-RU" sz="2000" dirty="0" err="1">
                <a:latin typeface="Times New Roman"/>
                <a:ea typeface="Times New Roman"/>
              </a:rPr>
              <a:t>графда</a:t>
            </a:r>
            <a:r>
              <a:rPr lang="ru-RU" sz="2000" dirty="0">
                <a:latin typeface="Times New Roman"/>
                <a:ea typeface="Times New Roman"/>
              </a:rPr>
              <a:t> </a:t>
            </a:r>
            <a:r>
              <a:rPr lang="ru-RU" sz="2000" dirty="0" err="1">
                <a:latin typeface="Times New Roman"/>
                <a:ea typeface="Times New Roman"/>
              </a:rPr>
              <a:t>барча</a:t>
            </a:r>
            <a:r>
              <a:rPr lang="ru-RU" sz="2000" dirty="0">
                <a:latin typeface="Times New Roman"/>
                <a:ea typeface="Times New Roman"/>
              </a:rPr>
              <a:t> </a:t>
            </a:r>
            <a:r>
              <a:rPr lang="ru-RU" sz="2000" dirty="0" err="1">
                <a:latin typeface="Times New Roman"/>
                <a:ea typeface="Times New Roman"/>
              </a:rPr>
              <a:t>учлар</a:t>
            </a:r>
            <a:r>
              <a:rPr lang="ru-RU" sz="2000" dirty="0">
                <a:latin typeface="Times New Roman"/>
                <a:ea typeface="Times New Roman"/>
              </a:rPr>
              <a:t> </a:t>
            </a:r>
            <a:r>
              <a:rPr lang="ru-RU" sz="2000" dirty="0" err="1">
                <a:latin typeface="Times New Roman"/>
                <a:ea typeface="Times New Roman"/>
              </a:rPr>
              <a:t>бо</a:t>
            </a:r>
            <a:r>
              <a:rPr lang="uz-Cyrl-UZ" sz="2000" dirty="0">
                <a:latin typeface="Times New Roman"/>
                <a:ea typeface="Times New Roman"/>
              </a:rPr>
              <a:t>ғ</a:t>
            </a:r>
            <a:r>
              <a:rPr lang="ru-RU" sz="2000" dirty="0" err="1">
                <a:latin typeface="Times New Roman"/>
                <a:ea typeface="Times New Roman"/>
              </a:rPr>
              <a:t>ланган</a:t>
            </a:r>
            <a:r>
              <a:rPr lang="ru-RU" sz="2000" dirty="0">
                <a:latin typeface="Times New Roman"/>
                <a:ea typeface="Times New Roman"/>
              </a:rPr>
              <a:t> б</a:t>
            </a:r>
            <a:r>
              <a:rPr lang="uz-Cyrl-UZ" sz="2000" dirty="0">
                <a:latin typeface="Times New Roman"/>
                <a:ea typeface="Times New Roman"/>
              </a:rPr>
              <a:t>ў</a:t>
            </a:r>
            <a:r>
              <a:rPr lang="ru-RU" sz="2000" dirty="0" err="1">
                <a:latin typeface="Times New Roman"/>
                <a:ea typeface="Times New Roman"/>
              </a:rPr>
              <a:t>лса</a:t>
            </a:r>
            <a:r>
              <a:rPr lang="ru-RU" sz="2000" dirty="0">
                <a:latin typeface="Times New Roman"/>
                <a:ea typeface="Times New Roman"/>
              </a:rPr>
              <a:t>, </a:t>
            </a:r>
            <a:r>
              <a:rPr lang="ru-RU" sz="2000" dirty="0" err="1">
                <a:latin typeface="Times New Roman"/>
                <a:ea typeface="Times New Roman"/>
              </a:rPr>
              <a:t>бундай</a:t>
            </a:r>
            <a:r>
              <a:rPr lang="ru-RU" sz="2000" dirty="0">
                <a:latin typeface="Times New Roman"/>
                <a:ea typeface="Times New Roman"/>
              </a:rPr>
              <a:t> граф </a:t>
            </a:r>
            <a:r>
              <a:rPr lang="ru-RU" sz="2000" b="1" dirty="0" err="1">
                <a:latin typeface="Times New Roman"/>
                <a:ea typeface="Times New Roman"/>
              </a:rPr>
              <a:t>бо</a:t>
            </a:r>
            <a:r>
              <a:rPr lang="uz-Cyrl-UZ" sz="2000" b="1" dirty="0">
                <a:latin typeface="Times New Roman"/>
                <a:ea typeface="Times New Roman"/>
              </a:rPr>
              <a:t>ғ</a:t>
            </a:r>
            <a:r>
              <a:rPr lang="ru-RU" sz="2000" b="1" dirty="0" err="1">
                <a:latin typeface="Times New Roman"/>
                <a:ea typeface="Times New Roman"/>
              </a:rPr>
              <a:t>ланган</a:t>
            </a:r>
            <a:r>
              <a:rPr lang="ru-RU" sz="2000" b="1" dirty="0">
                <a:latin typeface="Times New Roman"/>
                <a:ea typeface="Times New Roman"/>
              </a:rPr>
              <a:t> граф </a:t>
            </a:r>
            <a:r>
              <a:rPr lang="ru-RU" sz="2000" dirty="0" err="1">
                <a:latin typeface="Times New Roman"/>
                <a:ea typeface="Times New Roman"/>
              </a:rPr>
              <a:t>деб</a:t>
            </a:r>
            <a:r>
              <a:rPr lang="ru-RU" sz="2000" dirty="0">
                <a:latin typeface="Times New Roman"/>
                <a:ea typeface="Times New Roman"/>
              </a:rPr>
              <a:t> </a:t>
            </a:r>
            <a:r>
              <a:rPr lang="ru-RU" sz="2000" dirty="0" err="1">
                <a:latin typeface="Times New Roman"/>
                <a:ea typeface="Times New Roman"/>
              </a:rPr>
              <a:t>юритилади</a:t>
            </a:r>
            <a:r>
              <a:rPr lang="ru-RU" sz="2000" dirty="0">
                <a:latin typeface="Times New Roman"/>
                <a:ea typeface="Times New Roman"/>
              </a:rPr>
              <a:t>. </a:t>
            </a:r>
            <a:endParaRPr lang="ru-RU" sz="2000" dirty="0">
              <a:latin typeface="Times New Roman"/>
              <a:ea typeface="Times New Roman"/>
            </a:endParaRPr>
          </a:p>
          <a:p>
            <a:pPr indent="355600" algn="just">
              <a:spcBef>
                <a:spcPts val="600"/>
              </a:spcBef>
              <a:spcAft>
                <a:spcPts val="600"/>
              </a:spcAft>
            </a:pPr>
            <a:endParaRPr lang="ru-RU" sz="2000" b="1" dirty="0" smtClean="0">
              <a:solidFill>
                <a:srgbClr val="C00000"/>
              </a:solidFill>
              <a:latin typeface="Times New Roman"/>
              <a:ea typeface="Times New Roman"/>
            </a:endParaRPr>
          </a:p>
          <a:p>
            <a:pPr indent="355600" algn="just">
              <a:spcBef>
                <a:spcPts val="600"/>
              </a:spcBef>
              <a:spcAft>
                <a:spcPts val="600"/>
              </a:spcAft>
            </a:pPr>
            <a:r>
              <a:rPr lang="ru-RU" sz="2000" b="1" dirty="0" smtClean="0">
                <a:solidFill>
                  <a:srgbClr val="C00000"/>
                </a:solidFill>
                <a:latin typeface="Times New Roman"/>
                <a:ea typeface="Times New Roman"/>
              </a:rPr>
              <a:t>Т</a:t>
            </a:r>
            <a:r>
              <a:rPr lang="uz-Cyrl-UZ" sz="2000" b="1" dirty="0">
                <a:solidFill>
                  <a:srgbClr val="C00000"/>
                </a:solidFill>
                <a:latin typeface="Times New Roman"/>
                <a:ea typeface="Times New Roman"/>
              </a:rPr>
              <a:t>аъри</a:t>
            </a:r>
            <a:r>
              <a:rPr lang="ru-RU" sz="2000" b="1" dirty="0">
                <a:solidFill>
                  <a:srgbClr val="C00000"/>
                </a:solidFill>
                <a:latin typeface="Times New Roman"/>
                <a:ea typeface="Times New Roman"/>
              </a:rPr>
              <a:t>ф</a:t>
            </a:r>
            <a:r>
              <a:rPr lang="en-US" sz="2000" b="1" dirty="0">
                <a:solidFill>
                  <a:srgbClr val="C00000"/>
                </a:solidFill>
                <a:latin typeface="Times New Roman"/>
                <a:ea typeface="Times New Roman"/>
              </a:rPr>
              <a:t>. </a:t>
            </a:r>
            <a:r>
              <a:rPr lang="en-US" sz="2000" dirty="0">
                <a:latin typeface="Times New Roman"/>
                <a:ea typeface="Times New Roman"/>
              </a:rPr>
              <a:t>G-</a:t>
            </a:r>
            <a:r>
              <a:rPr lang="ru-RU" sz="2000" dirty="0" err="1">
                <a:latin typeface="Times New Roman"/>
                <a:ea typeface="Times New Roman"/>
              </a:rPr>
              <a:t>графдаги</a:t>
            </a:r>
            <a:r>
              <a:rPr lang="ru-RU" sz="2000" dirty="0">
                <a:latin typeface="Times New Roman"/>
                <a:ea typeface="Times New Roman"/>
              </a:rPr>
              <a:t> </a:t>
            </a:r>
            <a:r>
              <a:rPr lang="ru-RU" sz="2000" dirty="0" err="1">
                <a:latin typeface="Times New Roman"/>
                <a:ea typeface="Times New Roman"/>
              </a:rPr>
              <a:t>занжир</a:t>
            </a:r>
            <a:r>
              <a:rPr lang="ru-RU" sz="2000" dirty="0">
                <a:latin typeface="Times New Roman"/>
                <a:ea typeface="Times New Roman"/>
              </a:rPr>
              <a:t> </a:t>
            </a:r>
            <a:r>
              <a:rPr lang="ru-RU" sz="2000" b="1" dirty="0">
                <a:latin typeface="Times New Roman"/>
                <a:ea typeface="Times New Roman"/>
              </a:rPr>
              <a:t>Эйлер </a:t>
            </a:r>
            <a:r>
              <a:rPr lang="ru-RU" sz="2000" b="1" dirty="0" err="1">
                <a:latin typeface="Times New Roman"/>
                <a:ea typeface="Times New Roman"/>
              </a:rPr>
              <a:t>занжири</a:t>
            </a:r>
            <a:r>
              <a:rPr lang="ru-RU" sz="2000" b="1" dirty="0">
                <a:latin typeface="Times New Roman"/>
                <a:ea typeface="Times New Roman"/>
              </a:rPr>
              <a:t> </a:t>
            </a:r>
            <a:r>
              <a:rPr lang="ru-RU" sz="2000" dirty="0" err="1">
                <a:latin typeface="Times New Roman"/>
                <a:ea typeface="Times New Roman"/>
              </a:rPr>
              <a:t>деб</a:t>
            </a:r>
            <a:r>
              <a:rPr lang="ru-RU" sz="2000" dirty="0">
                <a:latin typeface="Times New Roman"/>
                <a:ea typeface="Times New Roman"/>
              </a:rPr>
              <a:t> </a:t>
            </a:r>
            <a:r>
              <a:rPr lang="ru-RU" sz="2000" dirty="0" err="1">
                <a:latin typeface="Times New Roman"/>
                <a:ea typeface="Times New Roman"/>
              </a:rPr>
              <a:t>аталади</a:t>
            </a:r>
            <a:r>
              <a:rPr lang="ru-RU" sz="2000" dirty="0">
                <a:latin typeface="Times New Roman"/>
                <a:ea typeface="Times New Roman"/>
              </a:rPr>
              <a:t>, </a:t>
            </a:r>
            <a:r>
              <a:rPr lang="ru-RU" sz="2000" dirty="0" err="1" smtClean="0">
                <a:latin typeface="Times New Roman"/>
                <a:ea typeface="Times New Roman"/>
              </a:rPr>
              <a:t>агар</a:t>
            </a:r>
            <a:r>
              <a:rPr lang="ru-RU" sz="2000" dirty="0" smtClean="0">
                <a:latin typeface="Times New Roman"/>
                <a:ea typeface="Times New Roman"/>
              </a:rPr>
              <a:t> </a:t>
            </a:r>
            <a:r>
              <a:rPr lang="ru-RU" sz="2000" dirty="0" err="1">
                <a:latin typeface="Times New Roman"/>
                <a:ea typeface="Times New Roman"/>
              </a:rPr>
              <a:t>занжир</a:t>
            </a:r>
            <a:r>
              <a:rPr lang="ru-RU" sz="2000" dirty="0">
                <a:latin typeface="Times New Roman"/>
                <a:ea typeface="Times New Roman"/>
              </a:rPr>
              <a:t>, </a:t>
            </a:r>
            <a:r>
              <a:rPr lang="en-US" sz="2000" dirty="0" smtClean="0">
                <a:latin typeface="Times New Roman"/>
                <a:ea typeface="Times New Roman"/>
              </a:rPr>
              <a:t> G-</a:t>
            </a:r>
            <a:r>
              <a:rPr lang="ru-RU" sz="2000" dirty="0" err="1">
                <a:latin typeface="Times New Roman"/>
                <a:ea typeface="Times New Roman"/>
              </a:rPr>
              <a:t>псевдографнинг</a:t>
            </a:r>
            <a:r>
              <a:rPr lang="ru-RU" sz="2000" dirty="0">
                <a:latin typeface="Times New Roman"/>
                <a:ea typeface="Times New Roman"/>
              </a:rPr>
              <a:t> </a:t>
            </a:r>
            <a:r>
              <a:rPr lang="ru-RU" sz="2000" dirty="0" err="1">
                <a:latin typeface="Times New Roman"/>
                <a:ea typeface="Times New Roman"/>
              </a:rPr>
              <a:t>ҳар-бир</a:t>
            </a:r>
            <a:r>
              <a:rPr lang="ru-RU" sz="2000" dirty="0">
                <a:latin typeface="Times New Roman"/>
                <a:ea typeface="Times New Roman"/>
              </a:rPr>
              <a:t> </a:t>
            </a:r>
            <a:r>
              <a:rPr lang="ru-RU" sz="2000" dirty="0" err="1">
                <a:latin typeface="Times New Roman"/>
                <a:ea typeface="Times New Roman"/>
              </a:rPr>
              <a:t>қиррасидан</a:t>
            </a:r>
            <a:r>
              <a:rPr lang="ru-RU" sz="2000" dirty="0">
                <a:latin typeface="Times New Roman"/>
                <a:ea typeface="Times New Roman"/>
              </a:rPr>
              <a:t> </a:t>
            </a:r>
            <a:r>
              <a:rPr lang="ru-RU" sz="2000" dirty="0" err="1" smtClean="0">
                <a:latin typeface="Times New Roman"/>
                <a:ea typeface="Times New Roman"/>
              </a:rPr>
              <a:t>бир</a:t>
            </a:r>
            <a:r>
              <a:rPr lang="ru-RU" sz="2000" dirty="0" smtClean="0">
                <a:latin typeface="Times New Roman"/>
                <a:ea typeface="Times New Roman"/>
              </a:rPr>
              <a:t> </a:t>
            </a:r>
            <a:r>
              <a:rPr lang="ru-RU" sz="2000" dirty="0" err="1">
                <a:latin typeface="Times New Roman"/>
                <a:ea typeface="Times New Roman"/>
              </a:rPr>
              <a:t>мартадан</a:t>
            </a:r>
            <a:r>
              <a:rPr lang="ru-RU" sz="2000" dirty="0">
                <a:latin typeface="Times New Roman"/>
                <a:ea typeface="Times New Roman"/>
              </a:rPr>
              <a:t> </a:t>
            </a:r>
            <a:r>
              <a:rPr lang="ru-RU" sz="2000" dirty="0" err="1">
                <a:latin typeface="Times New Roman"/>
                <a:ea typeface="Times New Roman"/>
              </a:rPr>
              <a:t>ўтган</a:t>
            </a:r>
            <a:r>
              <a:rPr lang="ru-RU" sz="2000" dirty="0">
                <a:latin typeface="Times New Roman"/>
                <a:ea typeface="Times New Roman"/>
              </a:rPr>
              <a:t> </a:t>
            </a:r>
            <a:r>
              <a:rPr lang="ru-RU" sz="2000" dirty="0" err="1">
                <a:latin typeface="Times New Roman"/>
                <a:ea typeface="Times New Roman"/>
              </a:rPr>
              <a:t>бўлса</a:t>
            </a:r>
            <a:r>
              <a:rPr lang="ru-RU" sz="2000" dirty="0" smtClean="0">
                <a:latin typeface="Times New Roman"/>
                <a:ea typeface="Times New Roman"/>
              </a:rPr>
              <a:t>. </a:t>
            </a:r>
            <a:r>
              <a:rPr lang="ru-RU" sz="2000" dirty="0" err="1" smtClean="0">
                <a:latin typeface="Times New Roman"/>
                <a:ea typeface="Times New Roman"/>
              </a:rPr>
              <a:t>Бундай</a:t>
            </a:r>
            <a:r>
              <a:rPr lang="ru-RU" sz="2000" dirty="0" smtClean="0">
                <a:latin typeface="Times New Roman"/>
                <a:ea typeface="Times New Roman"/>
              </a:rPr>
              <a:t> </a:t>
            </a:r>
            <a:r>
              <a:rPr lang="ru-RU" sz="2000" dirty="0">
                <a:latin typeface="Times New Roman"/>
                <a:ea typeface="Times New Roman"/>
              </a:rPr>
              <a:t>граф </a:t>
            </a:r>
            <a:r>
              <a:rPr lang="ru-RU" sz="2000" dirty="0" err="1">
                <a:latin typeface="Times New Roman"/>
                <a:ea typeface="Times New Roman"/>
              </a:rPr>
              <a:t>эса</a:t>
            </a:r>
            <a:r>
              <a:rPr lang="ru-RU" sz="2000" dirty="0">
                <a:latin typeface="Times New Roman"/>
                <a:ea typeface="Times New Roman"/>
              </a:rPr>
              <a:t> </a:t>
            </a:r>
            <a:r>
              <a:rPr lang="ru-RU" sz="2000" b="1" dirty="0">
                <a:latin typeface="Times New Roman"/>
                <a:ea typeface="Times New Roman"/>
              </a:rPr>
              <a:t>Эйлер графи </a:t>
            </a:r>
            <a:r>
              <a:rPr lang="ru-RU" sz="2000" dirty="0" err="1">
                <a:latin typeface="Times New Roman"/>
                <a:ea typeface="Times New Roman"/>
              </a:rPr>
              <a:t>деб</a:t>
            </a:r>
            <a:r>
              <a:rPr lang="ru-RU" sz="2000" dirty="0">
                <a:latin typeface="Times New Roman"/>
                <a:ea typeface="Times New Roman"/>
              </a:rPr>
              <a:t> </a:t>
            </a:r>
            <a:r>
              <a:rPr lang="ru-RU" sz="2000" dirty="0" err="1">
                <a:latin typeface="Times New Roman"/>
                <a:ea typeface="Times New Roman"/>
              </a:rPr>
              <a:t>аталади</a:t>
            </a:r>
            <a:r>
              <a:rPr lang="ru-RU" sz="2000" dirty="0" smtClean="0">
                <a:latin typeface="Times New Roman"/>
                <a:ea typeface="Times New Roman"/>
              </a:rPr>
              <a:t>.</a:t>
            </a:r>
            <a:endParaRPr lang="ru-RU" sz="2000" dirty="0">
              <a:latin typeface="Times New Roman"/>
              <a:ea typeface="Times New Roman"/>
            </a:endParaRPr>
          </a:p>
          <a:p>
            <a:pPr indent="355600" algn="just">
              <a:spcBef>
                <a:spcPts val="600"/>
              </a:spcBef>
              <a:spcAft>
                <a:spcPts val="600"/>
              </a:spcAft>
            </a:pPr>
            <a:endParaRPr lang="ru-RU" sz="2000" b="1" dirty="0" smtClean="0">
              <a:solidFill>
                <a:srgbClr val="C00000"/>
              </a:solidFill>
              <a:latin typeface="Times New Roman"/>
              <a:ea typeface="Times New Roman"/>
            </a:endParaRPr>
          </a:p>
          <a:p>
            <a:pPr indent="355600" algn="just">
              <a:spcBef>
                <a:spcPts val="600"/>
              </a:spcBef>
              <a:spcAft>
                <a:spcPts val="600"/>
              </a:spcAft>
            </a:pPr>
            <a:r>
              <a:rPr lang="ru-RU" sz="2000" b="1" dirty="0" smtClean="0">
                <a:solidFill>
                  <a:srgbClr val="C00000"/>
                </a:solidFill>
                <a:latin typeface="Times New Roman"/>
                <a:ea typeface="Times New Roman"/>
              </a:rPr>
              <a:t>Т</a:t>
            </a:r>
            <a:r>
              <a:rPr lang="uz-Cyrl-UZ" sz="2000" b="1" dirty="0">
                <a:solidFill>
                  <a:srgbClr val="C00000"/>
                </a:solidFill>
                <a:latin typeface="Times New Roman"/>
                <a:ea typeface="Times New Roman"/>
              </a:rPr>
              <a:t>аъри</a:t>
            </a:r>
            <a:r>
              <a:rPr lang="ru-RU" sz="2000" b="1" dirty="0">
                <a:solidFill>
                  <a:srgbClr val="C00000"/>
                </a:solidFill>
                <a:latin typeface="Times New Roman"/>
                <a:ea typeface="Times New Roman"/>
              </a:rPr>
              <a:t>ф</a:t>
            </a:r>
            <a:r>
              <a:rPr lang="en-US" sz="2000" b="1" dirty="0">
                <a:solidFill>
                  <a:srgbClr val="C00000"/>
                </a:solidFill>
                <a:latin typeface="Times New Roman"/>
                <a:ea typeface="Times New Roman"/>
              </a:rPr>
              <a:t>. </a:t>
            </a:r>
            <a:r>
              <a:rPr lang="ru-RU" sz="2000" dirty="0" err="1">
                <a:latin typeface="Times New Roman"/>
                <a:ea typeface="Times New Roman"/>
              </a:rPr>
              <a:t>Графнинг</a:t>
            </a:r>
            <a:r>
              <a:rPr lang="ru-RU" sz="2000" dirty="0">
                <a:latin typeface="Times New Roman"/>
                <a:ea typeface="Times New Roman"/>
              </a:rPr>
              <a:t> </a:t>
            </a:r>
            <a:r>
              <a:rPr lang="ru-RU" sz="2000" dirty="0" err="1">
                <a:latin typeface="Times New Roman"/>
                <a:ea typeface="Times New Roman"/>
              </a:rPr>
              <a:t>бирор</a:t>
            </a:r>
            <a:r>
              <a:rPr lang="ru-RU" sz="2000" dirty="0">
                <a:latin typeface="Times New Roman"/>
                <a:ea typeface="Times New Roman"/>
              </a:rPr>
              <a:t> </a:t>
            </a:r>
            <a:r>
              <a:rPr lang="ru-RU" sz="2000" dirty="0" err="1">
                <a:latin typeface="Times New Roman"/>
                <a:ea typeface="Times New Roman"/>
              </a:rPr>
              <a:t>учида</a:t>
            </a:r>
            <a:r>
              <a:rPr lang="ru-RU" sz="2000" dirty="0">
                <a:latin typeface="Times New Roman"/>
                <a:ea typeface="Times New Roman"/>
              </a:rPr>
              <a:t> </a:t>
            </a:r>
            <a:r>
              <a:rPr lang="ru-RU" sz="2000" dirty="0" err="1">
                <a:latin typeface="Times New Roman"/>
                <a:ea typeface="Times New Roman"/>
              </a:rPr>
              <a:t>учрашган</a:t>
            </a:r>
            <a:r>
              <a:rPr lang="ru-RU" sz="2000" dirty="0">
                <a:latin typeface="Times New Roman"/>
                <a:ea typeface="Times New Roman"/>
              </a:rPr>
              <a:t>  </a:t>
            </a:r>
            <a:r>
              <a:rPr lang="ru-RU" sz="2000" dirty="0" err="1">
                <a:latin typeface="Times New Roman"/>
                <a:ea typeface="Times New Roman"/>
              </a:rPr>
              <a:t>қирралари</a:t>
            </a:r>
            <a:r>
              <a:rPr lang="ru-RU" sz="2000" dirty="0">
                <a:latin typeface="Times New Roman"/>
                <a:ea typeface="Times New Roman"/>
              </a:rPr>
              <a:t> сони  шу </a:t>
            </a:r>
            <a:r>
              <a:rPr lang="ru-RU" sz="2000" dirty="0" err="1">
                <a:latin typeface="Times New Roman"/>
                <a:ea typeface="Times New Roman"/>
              </a:rPr>
              <a:t>учнинг</a:t>
            </a:r>
            <a:r>
              <a:rPr lang="ru-RU" sz="2000" dirty="0">
                <a:latin typeface="Times New Roman"/>
                <a:ea typeface="Times New Roman"/>
              </a:rPr>
              <a:t> </a:t>
            </a:r>
            <a:r>
              <a:rPr lang="ru-RU" sz="2000" b="1" dirty="0" err="1">
                <a:latin typeface="Times New Roman"/>
                <a:ea typeface="Times New Roman"/>
              </a:rPr>
              <a:t>индекси</a:t>
            </a:r>
            <a:r>
              <a:rPr lang="ru-RU" sz="2000" dirty="0">
                <a:latin typeface="Times New Roman"/>
                <a:ea typeface="Times New Roman"/>
              </a:rPr>
              <a:t> </a:t>
            </a:r>
            <a:r>
              <a:rPr lang="ru-RU" sz="2000" dirty="0" err="1">
                <a:latin typeface="Times New Roman"/>
                <a:ea typeface="Times New Roman"/>
              </a:rPr>
              <a:t>деб</a:t>
            </a:r>
            <a:r>
              <a:rPr lang="ru-RU" sz="2000" dirty="0">
                <a:latin typeface="Times New Roman"/>
                <a:ea typeface="Times New Roman"/>
              </a:rPr>
              <a:t> </a:t>
            </a:r>
            <a:r>
              <a:rPr lang="ru-RU" sz="2000" dirty="0" err="1">
                <a:latin typeface="Times New Roman"/>
                <a:ea typeface="Times New Roman"/>
              </a:rPr>
              <a:t>аталади</a:t>
            </a:r>
            <a:r>
              <a:rPr lang="en-US" sz="2000" dirty="0" smtClean="0">
                <a:latin typeface="Times New Roman"/>
                <a:ea typeface="Times New Roman"/>
              </a:rPr>
              <a:t>.</a:t>
            </a:r>
            <a:endParaRPr lang="uz-Cyrl-UZ" sz="2000" dirty="0">
              <a:latin typeface="Times New Roman"/>
              <a:ea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7699561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lowchart: Process 9"/>
          <p:cNvSpPr/>
          <p:nvPr/>
        </p:nvSpPr>
        <p:spPr>
          <a:xfrm>
            <a:off x="97020" y="146203"/>
            <a:ext cx="8984810" cy="6634662"/>
          </a:xfrm>
          <a:prstGeom prst="flowChartProcess">
            <a:avLst/>
          </a:prstGeom>
          <a:noFill/>
          <a:ln w="19050">
            <a:solidFill>
              <a:srgbClr val="002060"/>
            </a:solidFill>
          </a:ln>
          <a:effectLst>
            <a:glow rad="101600">
              <a:schemeClr val="accent1">
                <a:satMod val="175000"/>
                <a:alpha val="4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  <p:cxnSp>
        <p:nvCxnSpPr>
          <p:cNvPr id="6" name="Straight Connector 5"/>
          <p:cNvCxnSpPr/>
          <p:nvPr/>
        </p:nvCxnSpPr>
        <p:spPr>
          <a:xfrm>
            <a:off x="285720" y="260648"/>
            <a:ext cx="8568000" cy="1588"/>
          </a:xfrm>
          <a:prstGeom prst="line">
            <a:avLst/>
          </a:prstGeom>
          <a:ln>
            <a:solidFill>
              <a:schemeClr val="accent2">
                <a:lumMod val="50000"/>
              </a:schemeClr>
            </a:solidFill>
            <a:headEnd type="diamond" w="med" len="med"/>
            <a:tailEnd type="diamond" w="med" len="med"/>
          </a:ln>
          <a:effectLst>
            <a:glow rad="63500">
              <a:schemeClr val="accent3">
                <a:satMod val="175000"/>
                <a:alpha val="4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" name="AutoShape 13" descr="Точечные ромбики"/>
          <p:cNvSpPr>
            <a:spLocks noChangeArrowheads="1"/>
          </p:cNvSpPr>
          <p:nvPr/>
        </p:nvSpPr>
        <p:spPr bwMode="auto">
          <a:xfrm>
            <a:off x="142875" y="404664"/>
            <a:ext cx="8856663" cy="6084016"/>
          </a:xfrm>
          <a:prstGeom prst="foldedCorner">
            <a:avLst>
              <a:gd name="adj" fmla="val 4333"/>
            </a:avLst>
          </a:prstGeom>
          <a:pattFill prst="dotDmnd">
            <a:fgClr>
              <a:schemeClr val="bg2"/>
            </a:fgClr>
            <a:bgClr>
              <a:schemeClr val="bg1"/>
            </a:bgClr>
          </a:pattFill>
          <a:ln w="15875">
            <a:solidFill>
              <a:srgbClr val="000080"/>
            </a:solidFill>
            <a:round/>
            <a:headEnd/>
            <a:tailEnd/>
          </a:ln>
          <a:effectLst>
            <a:prstShdw prst="shdw17" dist="17961" dir="2700000">
              <a:srgbClr val="00004D">
                <a:alpha val="50000"/>
              </a:srgbClr>
            </a:prstShdw>
          </a:effectLst>
        </p:spPr>
        <p:txBody>
          <a:bodyPr bIns="0" anchor="t" anchorCtr="0">
            <a:norm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1pPr>
            <a:lvl2pPr marL="1258888" indent="-34290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2pPr>
            <a:lvl3pPr marL="1781175" indent="-34290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3pPr>
            <a:lvl4pPr marL="2303463" indent="-34290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4pPr>
            <a:lvl5pPr marL="2825750" indent="-34290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5pPr>
            <a:lvl6pPr marL="328295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6pPr>
            <a:lvl7pPr marL="374015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7pPr>
            <a:lvl8pPr marL="419735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8pPr>
            <a:lvl9pPr marL="465455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indent="449580" algn="just">
              <a:spcAft>
                <a:spcPts val="0"/>
              </a:spcAft>
            </a:pPr>
            <a:endParaRPr lang="ru-RU" dirty="0" smtClean="0"/>
          </a:p>
          <a:p>
            <a:pPr indent="449580" algn="just">
              <a:spcAft>
                <a:spcPts val="0"/>
              </a:spcAft>
            </a:pPr>
            <a:endParaRPr lang="ru-RU" dirty="0"/>
          </a:p>
          <a:p>
            <a:pPr indent="449580" algn="just">
              <a:spcAft>
                <a:spcPts val="0"/>
              </a:spcAft>
            </a:pPr>
            <a:endParaRPr lang="ru-RU" dirty="0" smtClean="0"/>
          </a:p>
          <a:p>
            <a:pPr indent="449580" algn="just">
              <a:spcAft>
                <a:spcPts val="0"/>
              </a:spcAft>
            </a:pPr>
            <a:endParaRPr lang="ru-RU" dirty="0"/>
          </a:p>
          <a:p>
            <a:pPr indent="449580" algn="just">
              <a:spcAft>
                <a:spcPts val="0"/>
              </a:spcAft>
            </a:pPr>
            <a:endParaRPr lang="ru-RU" dirty="0" smtClean="0"/>
          </a:p>
          <a:p>
            <a:pPr indent="449580" algn="just">
              <a:spcAft>
                <a:spcPts val="0"/>
              </a:spcAft>
            </a:pPr>
            <a:endParaRPr lang="ru-RU" dirty="0"/>
          </a:p>
          <a:p>
            <a:pPr indent="449580" algn="just">
              <a:spcAft>
                <a:spcPts val="0"/>
              </a:spcAft>
            </a:pPr>
            <a:endParaRPr lang="ru-RU" sz="1200" dirty="0" smtClean="0"/>
          </a:p>
          <a:p>
            <a:pPr indent="449580" algn="just">
              <a:spcAft>
                <a:spcPts val="0"/>
              </a:spcAft>
            </a:pPr>
            <a:endParaRPr lang="en-US" sz="2000" b="1" dirty="0" smtClean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449580" algn="just">
              <a:spcAft>
                <a:spcPts val="0"/>
              </a:spcAft>
            </a:pPr>
            <a:endParaRPr lang="en-US" sz="20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449580" algn="just">
              <a:spcAft>
                <a:spcPts val="0"/>
              </a:spcAft>
            </a:pPr>
            <a:endParaRPr lang="en-US" sz="2000" b="1" dirty="0" smtClean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449580" algn="just">
              <a:spcAft>
                <a:spcPts val="0"/>
              </a:spcAft>
            </a:pPr>
            <a:endParaRPr lang="uz-Cyrl-UZ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449580" algn="just">
              <a:spcAft>
                <a:spcPts val="0"/>
              </a:spcAft>
            </a:pPr>
            <a:endParaRPr lang="uz-Cyrl-UZ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449580" algn="just">
              <a:spcAft>
                <a:spcPts val="0"/>
              </a:spcAft>
            </a:pPr>
            <a:endParaRPr lang="uz-Cyrl-UZ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449580" algn="just">
              <a:spcAft>
                <a:spcPts val="0"/>
              </a:spcAft>
            </a:pPr>
            <a:endParaRPr lang="uz-Cyrl-UZ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449580" algn="just">
              <a:spcAft>
                <a:spcPts val="0"/>
              </a:spcAft>
            </a:pPr>
            <a:endParaRPr lang="uz-Cyrl-UZ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09" name="Line 16"/>
          <p:cNvSpPr>
            <a:spLocks noChangeShapeType="1"/>
          </p:cNvSpPr>
          <p:nvPr/>
        </p:nvSpPr>
        <p:spPr bwMode="auto">
          <a:xfrm>
            <a:off x="323850" y="6669360"/>
            <a:ext cx="8461375" cy="0"/>
          </a:xfrm>
          <a:prstGeom prst="line">
            <a:avLst/>
          </a:prstGeom>
          <a:noFill/>
          <a:ln w="127000">
            <a:pattFill prst="dkHorz">
              <a:fgClr>
                <a:schemeClr val="tx1"/>
              </a:fgClr>
              <a:bgClr>
                <a:srgbClr val="FFFFFF"/>
              </a:bgClr>
            </a:pattFill>
            <a:round/>
            <a:headEnd/>
            <a:tailEnd/>
          </a:ln>
          <a:effectLst>
            <a:prstShdw prst="shdw17" dist="17961" dir="2700000">
              <a:schemeClr val="tx1">
                <a:gamma/>
                <a:shade val="60000"/>
                <a:invGamma/>
              </a:schemeClr>
            </a:prstShdw>
          </a:effectLst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1" name="Прямоугольник 10"/>
          <p:cNvSpPr/>
          <p:nvPr/>
        </p:nvSpPr>
        <p:spPr>
          <a:xfrm>
            <a:off x="219707" y="476672"/>
            <a:ext cx="8703627" cy="53245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55600" algn="just">
              <a:spcBef>
                <a:spcPts val="0"/>
              </a:spcBef>
              <a:spcAft>
                <a:spcPts val="0"/>
              </a:spcAft>
            </a:pPr>
            <a:r>
              <a:rPr lang="ru-RU" sz="2000" b="1" dirty="0" smtClean="0">
                <a:solidFill>
                  <a:srgbClr val="C00000"/>
                </a:solidFill>
                <a:latin typeface="Times New Roman"/>
                <a:ea typeface="Times New Roman"/>
              </a:rPr>
              <a:t>Теорема</a:t>
            </a:r>
            <a:r>
              <a:rPr lang="en-US" sz="2000" b="1" dirty="0" smtClean="0">
                <a:solidFill>
                  <a:srgbClr val="C00000"/>
                </a:solidFill>
                <a:latin typeface="Times New Roman"/>
                <a:ea typeface="Times New Roman"/>
              </a:rPr>
              <a:t>. </a:t>
            </a:r>
            <a:r>
              <a:rPr lang="ru-RU" sz="2000" dirty="0" err="1">
                <a:latin typeface="Times New Roman"/>
                <a:ea typeface="Times New Roman"/>
              </a:rPr>
              <a:t>Берилган</a:t>
            </a:r>
            <a:r>
              <a:rPr lang="ru-RU" sz="2000" dirty="0">
                <a:latin typeface="Times New Roman"/>
                <a:ea typeface="Times New Roman"/>
              </a:rPr>
              <a:t> </a:t>
            </a:r>
            <a:r>
              <a:rPr lang="en-US" sz="2000" dirty="0" smtClean="0">
                <a:latin typeface="Times New Roman"/>
                <a:ea typeface="Times New Roman"/>
              </a:rPr>
              <a:t>G-</a:t>
            </a:r>
            <a:r>
              <a:rPr lang="ru-RU" sz="2000" dirty="0" err="1" smtClean="0">
                <a:latin typeface="Times New Roman"/>
                <a:ea typeface="Times New Roman"/>
              </a:rPr>
              <a:t>псевдографда</a:t>
            </a:r>
            <a:r>
              <a:rPr lang="ru-RU" sz="2000" dirty="0" smtClean="0">
                <a:latin typeface="Times New Roman"/>
                <a:ea typeface="Times New Roman"/>
              </a:rPr>
              <a:t> Эйлер </a:t>
            </a:r>
            <a:r>
              <a:rPr lang="ru-RU" sz="2000" dirty="0" err="1">
                <a:latin typeface="Times New Roman"/>
                <a:ea typeface="Times New Roman"/>
              </a:rPr>
              <a:t>занжири</a:t>
            </a:r>
            <a:r>
              <a:rPr lang="ru-RU" sz="2000" dirty="0">
                <a:latin typeface="Times New Roman"/>
                <a:ea typeface="Times New Roman"/>
              </a:rPr>
              <a:t> </a:t>
            </a:r>
            <a:r>
              <a:rPr lang="ru-RU" sz="2000" dirty="0" err="1">
                <a:latin typeface="Times New Roman"/>
                <a:ea typeface="Times New Roman"/>
              </a:rPr>
              <a:t>мавжуд</a:t>
            </a:r>
            <a:r>
              <a:rPr lang="ru-RU" sz="2000" dirty="0">
                <a:latin typeface="Times New Roman"/>
                <a:ea typeface="Times New Roman"/>
              </a:rPr>
              <a:t> </a:t>
            </a:r>
            <a:r>
              <a:rPr lang="ru-RU" sz="2000" dirty="0" err="1">
                <a:latin typeface="Times New Roman"/>
                <a:ea typeface="Times New Roman"/>
              </a:rPr>
              <a:t>бўлади</a:t>
            </a:r>
            <a:r>
              <a:rPr lang="ru-RU" sz="2000" dirty="0">
                <a:latin typeface="Times New Roman"/>
                <a:ea typeface="Times New Roman"/>
              </a:rPr>
              <a:t> </a:t>
            </a:r>
            <a:r>
              <a:rPr lang="ru-RU" sz="2000" dirty="0" err="1">
                <a:latin typeface="Times New Roman"/>
                <a:ea typeface="Times New Roman"/>
              </a:rPr>
              <a:t>фақат</a:t>
            </a:r>
            <a:r>
              <a:rPr lang="ru-RU" sz="2000" dirty="0">
                <a:latin typeface="Times New Roman"/>
                <a:ea typeface="Times New Roman"/>
              </a:rPr>
              <a:t> </a:t>
            </a:r>
            <a:r>
              <a:rPr lang="ru-RU" sz="2000" dirty="0" err="1">
                <a:latin typeface="Times New Roman"/>
                <a:ea typeface="Times New Roman"/>
              </a:rPr>
              <a:t>ва</a:t>
            </a:r>
            <a:r>
              <a:rPr lang="ru-RU" sz="2000" dirty="0">
                <a:latin typeface="Times New Roman"/>
                <a:ea typeface="Times New Roman"/>
              </a:rPr>
              <a:t> </a:t>
            </a:r>
            <a:r>
              <a:rPr lang="ru-RU" sz="2000" dirty="0" err="1">
                <a:latin typeface="Times New Roman"/>
                <a:ea typeface="Times New Roman"/>
              </a:rPr>
              <a:t>фақат</a:t>
            </a:r>
            <a:r>
              <a:rPr lang="ru-RU" sz="2000" dirty="0" smtClean="0">
                <a:latin typeface="Times New Roman"/>
                <a:ea typeface="Times New Roman"/>
              </a:rPr>
              <a:t>:</a:t>
            </a:r>
          </a:p>
          <a:p>
            <a:pPr indent="355600" algn="just">
              <a:spcBef>
                <a:spcPts val="0"/>
              </a:spcBef>
              <a:spcAft>
                <a:spcPts val="0"/>
              </a:spcAft>
            </a:pPr>
            <a:r>
              <a:rPr lang="uz-Cyrl-UZ" sz="2000" dirty="0">
                <a:latin typeface="Times New Roman"/>
                <a:ea typeface="Times New Roman"/>
              </a:rPr>
              <a:t>1) Граф боғланган бўлса;</a:t>
            </a:r>
          </a:p>
          <a:p>
            <a:pPr indent="355600" algn="just">
              <a:spcBef>
                <a:spcPts val="0"/>
              </a:spcBef>
              <a:spcAft>
                <a:spcPts val="0"/>
              </a:spcAft>
            </a:pPr>
            <a:r>
              <a:rPr lang="uz-Cyrl-UZ" sz="2000" dirty="0" smtClean="0">
                <a:latin typeface="Times New Roman"/>
                <a:ea typeface="Times New Roman"/>
              </a:rPr>
              <a:t>2</a:t>
            </a:r>
            <a:r>
              <a:rPr lang="uz-Cyrl-UZ" sz="2000" dirty="0">
                <a:latin typeface="Times New Roman"/>
                <a:ea typeface="Times New Roman"/>
              </a:rPr>
              <a:t>) Агар графнинг ички учлари ичида </a:t>
            </a:r>
            <a:r>
              <a:rPr lang="uz-Cyrl-UZ" sz="2000" dirty="0" smtClean="0">
                <a:latin typeface="Times New Roman"/>
                <a:ea typeface="Times New Roman"/>
              </a:rPr>
              <a:t>тоқ </a:t>
            </a:r>
            <a:r>
              <a:rPr lang="uz-Cyrl-UZ" sz="2000" dirty="0">
                <a:latin typeface="Times New Roman"/>
                <a:ea typeface="Times New Roman"/>
              </a:rPr>
              <a:t>индексли </a:t>
            </a:r>
            <a:r>
              <a:rPr lang="uz-Cyrl-UZ" sz="2000" dirty="0" smtClean="0">
                <a:latin typeface="Times New Roman"/>
                <a:ea typeface="Times New Roman"/>
              </a:rPr>
              <a:t>учлари </a:t>
            </a:r>
            <a:r>
              <a:rPr lang="uz-Cyrl-UZ" sz="2000" dirty="0">
                <a:latin typeface="Times New Roman"/>
                <a:ea typeface="Times New Roman"/>
              </a:rPr>
              <a:t>учрамаса ёки  шундай учлар иккитадан ортмаса </a:t>
            </a:r>
            <a:r>
              <a:rPr lang="uz-Cyrl-UZ" sz="2000" dirty="0" smtClean="0">
                <a:latin typeface="Times New Roman"/>
                <a:ea typeface="Times New Roman"/>
              </a:rPr>
              <a:t>(ички </a:t>
            </a:r>
            <a:r>
              <a:rPr lang="uz-Cyrl-UZ" sz="2000" dirty="0">
                <a:latin typeface="Times New Roman"/>
                <a:ea typeface="Times New Roman"/>
              </a:rPr>
              <a:t>учлар занжирнинг боши ва охири ҳисобланмайди).</a:t>
            </a:r>
          </a:p>
          <a:p>
            <a:pPr indent="355600" algn="just">
              <a:spcBef>
                <a:spcPts val="0"/>
              </a:spcBef>
              <a:spcAft>
                <a:spcPts val="0"/>
              </a:spcAft>
            </a:pPr>
            <a:r>
              <a:rPr lang="uz-Cyrl-UZ" sz="2000" dirty="0" smtClean="0">
                <a:latin typeface="Times New Roman"/>
                <a:ea typeface="Times New Roman"/>
              </a:rPr>
              <a:t>3</a:t>
            </a:r>
            <a:r>
              <a:rPr lang="uz-Cyrl-UZ" sz="2000" dirty="0">
                <a:latin typeface="Times New Roman"/>
                <a:ea typeface="Times New Roman"/>
              </a:rPr>
              <a:t>) Агар </a:t>
            </a:r>
            <a:r>
              <a:rPr lang="uz-Cyrl-UZ" sz="2000" b="1" i="1" dirty="0">
                <a:latin typeface="Times New Roman"/>
                <a:ea typeface="Times New Roman"/>
              </a:rPr>
              <a:t>а</a:t>
            </a:r>
            <a:r>
              <a:rPr lang="uz-Cyrl-UZ" sz="2000" dirty="0">
                <a:latin typeface="Times New Roman"/>
                <a:ea typeface="Times New Roman"/>
              </a:rPr>
              <a:t> ва </a:t>
            </a:r>
            <a:r>
              <a:rPr lang="en-US" sz="2000" b="1" i="1" dirty="0" smtClean="0">
                <a:latin typeface="Times New Roman"/>
                <a:ea typeface="Times New Roman"/>
              </a:rPr>
              <a:t>b</a:t>
            </a:r>
            <a:r>
              <a:rPr lang="uz-Cyrl-UZ" sz="2000" dirty="0" smtClean="0">
                <a:latin typeface="Times New Roman"/>
                <a:ea typeface="Times New Roman"/>
              </a:rPr>
              <a:t> </a:t>
            </a:r>
            <a:r>
              <a:rPr lang="uz-Cyrl-UZ" sz="2000" dirty="0">
                <a:latin typeface="Times New Roman"/>
                <a:ea typeface="Times New Roman"/>
              </a:rPr>
              <a:t>– учлар занжирнинг боши ва охири бўлиб, </a:t>
            </a:r>
            <a:r>
              <a:rPr lang="uz-Cyrl-UZ" sz="2000" b="1" i="1" dirty="0" smtClean="0">
                <a:latin typeface="Times New Roman"/>
                <a:ea typeface="Times New Roman"/>
              </a:rPr>
              <a:t>а≠</a:t>
            </a:r>
            <a:r>
              <a:rPr lang="en-US" sz="2000" b="1" i="1" dirty="0" smtClean="0">
                <a:latin typeface="Times New Roman"/>
                <a:ea typeface="Times New Roman"/>
              </a:rPr>
              <a:t>b,</a:t>
            </a:r>
            <a:r>
              <a:rPr lang="uz-Cyrl-UZ" sz="2000" dirty="0" smtClean="0">
                <a:latin typeface="Times New Roman"/>
                <a:ea typeface="Times New Roman"/>
              </a:rPr>
              <a:t>  </a:t>
            </a:r>
            <a:r>
              <a:rPr lang="uz-Cyrl-UZ" sz="2000" dirty="0">
                <a:latin typeface="Times New Roman"/>
                <a:ea typeface="Times New Roman"/>
              </a:rPr>
              <a:t>у ҳолда бу учлар индекси </a:t>
            </a:r>
            <a:r>
              <a:rPr lang="uz-Cyrl-UZ" sz="2000" dirty="0" smtClean="0">
                <a:latin typeface="Times New Roman"/>
                <a:ea typeface="Times New Roman"/>
              </a:rPr>
              <a:t>тоқ бўлса;</a:t>
            </a:r>
            <a:endParaRPr lang="uz-Cyrl-UZ" sz="2000" dirty="0">
              <a:latin typeface="Times New Roman"/>
              <a:ea typeface="Times New Roman"/>
            </a:endParaRPr>
          </a:p>
          <a:p>
            <a:pPr indent="355600" algn="just">
              <a:spcBef>
                <a:spcPts val="0"/>
              </a:spcBef>
              <a:spcAft>
                <a:spcPts val="0"/>
              </a:spcAft>
            </a:pPr>
            <a:r>
              <a:rPr lang="uz-Cyrl-UZ" sz="2000" dirty="0" smtClean="0">
                <a:latin typeface="Times New Roman"/>
                <a:ea typeface="Times New Roman"/>
              </a:rPr>
              <a:t>4</a:t>
            </a:r>
            <a:r>
              <a:rPr lang="uz-Cyrl-UZ" sz="2000" dirty="0">
                <a:latin typeface="Times New Roman"/>
                <a:ea typeface="Times New Roman"/>
              </a:rPr>
              <a:t>) Агар </a:t>
            </a:r>
            <a:r>
              <a:rPr lang="uz-Cyrl-UZ" sz="2000" b="1" i="1" dirty="0">
                <a:latin typeface="Times New Roman"/>
                <a:ea typeface="Times New Roman"/>
              </a:rPr>
              <a:t>а</a:t>
            </a:r>
            <a:r>
              <a:rPr lang="uz-Cyrl-UZ" sz="2000" dirty="0">
                <a:latin typeface="Times New Roman"/>
                <a:ea typeface="Times New Roman"/>
              </a:rPr>
              <a:t> ва </a:t>
            </a:r>
            <a:r>
              <a:rPr lang="en-US" sz="2000" b="1" i="1" dirty="0" smtClean="0">
                <a:latin typeface="Times New Roman"/>
                <a:ea typeface="Times New Roman"/>
              </a:rPr>
              <a:t>b</a:t>
            </a:r>
            <a:r>
              <a:rPr lang="uz-Cyrl-UZ" sz="2000" dirty="0" smtClean="0">
                <a:latin typeface="Times New Roman"/>
                <a:ea typeface="Times New Roman"/>
              </a:rPr>
              <a:t> </a:t>
            </a:r>
            <a:r>
              <a:rPr lang="uz-Cyrl-UZ" sz="2000" dirty="0">
                <a:latin typeface="Times New Roman"/>
                <a:ea typeface="Times New Roman"/>
              </a:rPr>
              <a:t>– учлар занжирнинг боши ва охири бўлса </a:t>
            </a:r>
            <a:r>
              <a:rPr lang="uz-Cyrl-UZ" sz="2000" dirty="0" smtClean="0">
                <a:latin typeface="Times New Roman"/>
                <a:ea typeface="Times New Roman"/>
              </a:rPr>
              <a:t>ва </a:t>
            </a:r>
            <a:r>
              <a:rPr lang="uz-Cyrl-UZ" sz="2000" b="1" i="1" dirty="0" smtClean="0">
                <a:latin typeface="Times New Roman"/>
                <a:ea typeface="Times New Roman"/>
              </a:rPr>
              <a:t>а</a:t>
            </a:r>
            <a:r>
              <a:rPr lang="en-US" sz="2000" b="1" i="1" dirty="0" smtClean="0">
                <a:latin typeface="Times New Roman"/>
                <a:ea typeface="Times New Roman"/>
              </a:rPr>
              <a:t>=b</a:t>
            </a:r>
            <a:r>
              <a:rPr lang="uz-Cyrl-UZ" sz="2000" dirty="0" smtClean="0">
                <a:latin typeface="Times New Roman"/>
                <a:ea typeface="Times New Roman"/>
              </a:rPr>
              <a:t>, </a:t>
            </a:r>
            <a:r>
              <a:rPr lang="uz-Cyrl-UZ" sz="2000" dirty="0">
                <a:latin typeface="Times New Roman"/>
                <a:ea typeface="Times New Roman"/>
              </a:rPr>
              <a:t>у ҳолда бу учларнинг индекси </a:t>
            </a:r>
            <a:r>
              <a:rPr lang="uz-Cyrl-UZ" sz="2000" dirty="0" smtClean="0">
                <a:latin typeface="Times New Roman"/>
                <a:ea typeface="Times New Roman"/>
              </a:rPr>
              <a:t>жуфт бўлса.</a:t>
            </a:r>
          </a:p>
          <a:p>
            <a:pPr indent="355600" algn="just">
              <a:spcBef>
                <a:spcPts val="0"/>
              </a:spcBef>
              <a:spcAft>
                <a:spcPts val="0"/>
              </a:spcAft>
            </a:pPr>
            <a:endParaRPr lang="ru-RU" sz="2000" b="1" dirty="0" smtClean="0">
              <a:solidFill>
                <a:srgbClr val="C00000"/>
              </a:solidFill>
              <a:latin typeface="Times New Roman"/>
              <a:ea typeface="Times New Roman"/>
            </a:endParaRPr>
          </a:p>
          <a:p>
            <a:pPr indent="355600" algn="just">
              <a:spcBef>
                <a:spcPts val="0"/>
              </a:spcBef>
              <a:spcAft>
                <a:spcPts val="0"/>
              </a:spcAft>
            </a:pPr>
            <a:r>
              <a:rPr lang="ru-RU" sz="2000" b="1" dirty="0" smtClean="0">
                <a:solidFill>
                  <a:srgbClr val="C00000"/>
                </a:solidFill>
                <a:latin typeface="Times New Roman"/>
                <a:ea typeface="Times New Roman"/>
              </a:rPr>
              <a:t>Т</a:t>
            </a:r>
            <a:r>
              <a:rPr lang="uz-Cyrl-UZ" sz="2000" b="1" dirty="0">
                <a:solidFill>
                  <a:srgbClr val="C00000"/>
                </a:solidFill>
                <a:latin typeface="Times New Roman"/>
                <a:ea typeface="Times New Roman"/>
              </a:rPr>
              <a:t>аъри</a:t>
            </a:r>
            <a:r>
              <a:rPr lang="ru-RU" sz="2000" b="1" dirty="0">
                <a:solidFill>
                  <a:srgbClr val="C00000"/>
                </a:solidFill>
                <a:latin typeface="Times New Roman"/>
                <a:ea typeface="Times New Roman"/>
              </a:rPr>
              <a:t>ф</a:t>
            </a:r>
            <a:r>
              <a:rPr lang="en-US" sz="2000" b="1" dirty="0">
                <a:solidFill>
                  <a:srgbClr val="C00000"/>
                </a:solidFill>
                <a:latin typeface="Times New Roman"/>
                <a:ea typeface="Times New Roman"/>
              </a:rPr>
              <a:t>. </a:t>
            </a:r>
            <a:r>
              <a:rPr lang="ru-RU" sz="2000" dirty="0" err="1">
                <a:latin typeface="Times New Roman"/>
                <a:ea typeface="Times New Roman"/>
              </a:rPr>
              <a:t>Агар</a:t>
            </a:r>
            <a:r>
              <a:rPr lang="ru-RU" sz="2000" dirty="0">
                <a:latin typeface="Times New Roman"/>
                <a:ea typeface="Times New Roman"/>
              </a:rPr>
              <a:t> </a:t>
            </a:r>
            <a:r>
              <a:rPr lang="ru-RU" sz="2000" dirty="0" err="1">
                <a:latin typeface="Times New Roman"/>
                <a:ea typeface="Times New Roman"/>
              </a:rPr>
              <a:t>берилган</a:t>
            </a:r>
            <a:r>
              <a:rPr lang="ru-RU" sz="2000" dirty="0">
                <a:latin typeface="Times New Roman"/>
                <a:ea typeface="Times New Roman"/>
              </a:rPr>
              <a:t> граф </a:t>
            </a:r>
            <a:r>
              <a:rPr lang="ru-RU" sz="2000" dirty="0" err="1">
                <a:latin typeface="Times New Roman"/>
                <a:ea typeface="Times New Roman"/>
              </a:rPr>
              <a:t>оддий</a:t>
            </a:r>
            <a:r>
              <a:rPr lang="ru-RU" sz="2000" dirty="0">
                <a:latin typeface="Times New Roman"/>
                <a:ea typeface="Times New Roman"/>
              </a:rPr>
              <a:t> </a:t>
            </a:r>
            <a:r>
              <a:rPr lang="ru-RU" sz="2000" dirty="0" err="1">
                <a:latin typeface="Times New Roman"/>
                <a:ea typeface="Times New Roman"/>
              </a:rPr>
              <a:t>циклга</a:t>
            </a:r>
            <a:r>
              <a:rPr lang="ru-RU" sz="2000" dirty="0">
                <a:latin typeface="Times New Roman"/>
                <a:ea typeface="Times New Roman"/>
              </a:rPr>
              <a:t> </a:t>
            </a:r>
            <a:r>
              <a:rPr lang="ru-RU" sz="2000" dirty="0" err="1">
                <a:latin typeface="Times New Roman"/>
                <a:ea typeface="Times New Roman"/>
              </a:rPr>
              <a:t>эга</a:t>
            </a:r>
            <a:r>
              <a:rPr lang="ru-RU" sz="2000" dirty="0">
                <a:latin typeface="Times New Roman"/>
                <a:ea typeface="Times New Roman"/>
              </a:rPr>
              <a:t> </a:t>
            </a:r>
            <a:r>
              <a:rPr lang="ru-RU" sz="2000" dirty="0" err="1">
                <a:latin typeface="Times New Roman"/>
                <a:ea typeface="Times New Roman"/>
              </a:rPr>
              <a:t>бўлса</a:t>
            </a:r>
            <a:r>
              <a:rPr lang="ru-RU" sz="2000" dirty="0">
                <a:latin typeface="Times New Roman"/>
                <a:ea typeface="Times New Roman"/>
              </a:rPr>
              <a:t>, </a:t>
            </a:r>
            <a:r>
              <a:rPr lang="ru-RU" sz="2000" dirty="0" err="1">
                <a:latin typeface="Times New Roman"/>
                <a:ea typeface="Times New Roman"/>
              </a:rPr>
              <a:t>бундай</a:t>
            </a:r>
            <a:r>
              <a:rPr lang="ru-RU" sz="2000" dirty="0">
                <a:latin typeface="Times New Roman"/>
                <a:ea typeface="Times New Roman"/>
              </a:rPr>
              <a:t> цикл </a:t>
            </a:r>
            <a:r>
              <a:rPr lang="ru-RU" sz="2000" b="1" dirty="0">
                <a:latin typeface="Times New Roman"/>
                <a:ea typeface="Times New Roman"/>
              </a:rPr>
              <a:t>Гамильтон</a:t>
            </a:r>
            <a:r>
              <a:rPr lang="ru-RU" sz="2000" dirty="0">
                <a:latin typeface="Times New Roman"/>
                <a:ea typeface="Times New Roman"/>
              </a:rPr>
              <a:t> </a:t>
            </a:r>
            <a:r>
              <a:rPr lang="ru-RU" sz="2000" dirty="0" err="1" smtClean="0">
                <a:latin typeface="Times New Roman"/>
                <a:ea typeface="Times New Roman"/>
              </a:rPr>
              <a:t>типидаги</a:t>
            </a:r>
            <a:r>
              <a:rPr lang="ru-RU" sz="2000" dirty="0" smtClean="0">
                <a:latin typeface="Times New Roman"/>
                <a:ea typeface="Times New Roman"/>
              </a:rPr>
              <a:t> </a:t>
            </a:r>
            <a:r>
              <a:rPr lang="ru-RU" sz="2000" dirty="0">
                <a:latin typeface="Times New Roman"/>
                <a:ea typeface="Times New Roman"/>
              </a:rPr>
              <a:t>цикл, граф </a:t>
            </a:r>
            <a:r>
              <a:rPr lang="ru-RU" sz="2000" dirty="0" err="1">
                <a:latin typeface="Times New Roman"/>
                <a:ea typeface="Times New Roman"/>
              </a:rPr>
              <a:t>ўзига</a:t>
            </a:r>
            <a:r>
              <a:rPr lang="ru-RU" sz="2000" dirty="0">
                <a:latin typeface="Times New Roman"/>
                <a:ea typeface="Times New Roman"/>
              </a:rPr>
              <a:t> </a:t>
            </a:r>
            <a:r>
              <a:rPr lang="ru-RU" sz="2000" dirty="0" err="1">
                <a:latin typeface="Times New Roman"/>
                <a:ea typeface="Times New Roman"/>
              </a:rPr>
              <a:t>эса</a:t>
            </a:r>
            <a:r>
              <a:rPr lang="ru-RU" sz="2000" dirty="0">
                <a:latin typeface="Times New Roman"/>
                <a:ea typeface="Times New Roman"/>
              </a:rPr>
              <a:t> </a:t>
            </a:r>
            <a:r>
              <a:rPr lang="ru-RU" sz="2000" b="1" dirty="0">
                <a:latin typeface="Times New Roman"/>
                <a:ea typeface="Times New Roman"/>
              </a:rPr>
              <a:t>Гамильтон графи </a:t>
            </a:r>
            <a:r>
              <a:rPr lang="ru-RU" sz="2000" dirty="0" err="1">
                <a:latin typeface="Times New Roman"/>
                <a:ea typeface="Times New Roman"/>
              </a:rPr>
              <a:t>деб</a:t>
            </a:r>
            <a:r>
              <a:rPr lang="ru-RU" sz="2000" dirty="0">
                <a:latin typeface="Times New Roman"/>
                <a:ea typeface="Times New Roman"/>
              </a:rPr>
              <a:t> </a:t>
            </a:r>
            <a:r>
              <a:rPr lang="ru-RU" sz="2000" dirty="0" err="1">
                <a:latin typeface="Times New Roman"/>
                <a:ea typeface="Times New Roman"/>
              </a:rPr>
              <a:t>аталади</a:t>
            </a:r>
            <a:r>
              <a:rPr lang="ru-RU" sz="2000" dirty="0">
                <a:latin typeface="Times New Roman"/>
                <a:ea typeface="Times New Roman"/>
              </a:rPr>
              <a:t>. </a:t>
            </a:r>
          </a:p>
          <a:p>
            <a:pPr indent="355600" algn="just">
              <a:spcBef>
                <a:spcPts val="0"/>
              </a:spcBef>
              <a:spcAft>
                <a:spcPts val="0"/>
              </a:spcAft>
            </a:pPr>
            <a:r>
              <a:rPr lang="ru-RU" sz="2000" dirty="0">
                <a:latin typeface="Times New Roman"/>
                <a:ea typeface="Times New Roman"/>
              </a:rPr>
              <a:t>Граф Гамильтон </a:t>
            </a:r>
            <a:r>
              <a:rPr lang="ru-RU" sz="2000" dirty="0" err="1">
                <a:latin typeface="Times New Roman"/>
                <a:ea typeface="Times New Roman"/>
              </a:rPr>
              <a:t>типидаги</a:t>
            </a:r>
            <a:r>
              <a:rPr lang="ru-RU" sz="2000" dirty="0">
                <a:latin typeface="Times New Roman"/>
                <a:ea typeface="Times New Roman"/>
              </a:rPr>
              <a:t> </a:t>
            </a:r>
            <a:r>
              <a:rPr lang="ru-RU" sz="2000" dirty="0" err="1">
                <a:latin typeface="Times New Roman"/>
                <a:ea typeface="Times New Roman"/>
              </a:rPr>
              <a:t>бўлиши</a:t>
            </a:r>
            <a:r>
              <a:rPr lang="ru-RU" sz="2000" dirty="0">
                <a:latin typeface="Times New Roman"/>
                <a:ea typeface="Times New Roman"/>
              </a:rPr>
              <a:t> </a:t>
            </a:r>
            <a:r>
              <a:rPr lang="ru-RU" sz="2000" dirty="0" err="1">
                <a:latin typeface="Times New Roman"/>
                <a:ea typeface="Times New Roman"/>
              </a:rPr>
              <a:t>учун</a:t>
            </a:r>
            <a:r>
              <a:rPr lang="ru-RU" sz="2000" dirty="0">
                <a:latin typeface="Times New Roman"/>
                <a:ea typeface="Times New Roman"/>
              </a:rPr>
              <a:t> </a:t>
            </a:r>
            <a:r>
              <a:rPr lang="ru-RU" sz="2000" dirty="0" err="1">
                <a:latin typeface="Times New Roman"/>
                <a:ea typeface="Times New Roman"/>
              </a:rPr>
              <a:t>боғланган</a:t>
            </a:r>
            <a:r>
              <a:rPr lang="ru-RU" sz="2000" dirty="0">
                <a:latin typeface="Times New Roman"/>
                <a:ea typeface="Times New Roman"/>
              </a:rPr>
              <a:t> </a:t>
            </a:r>
            <a:r>
              <a:rPr lang="ru-RU" sz="2000" dirty="0" err="1">
                <a:latin typeface="Times New Roman"/>
                <a:ea typeface="Times New Roman"/>
              </a:rPr>
              <a:t>бўлиши</a:t>
            </a:r>
            <a:r>
              <a:rPr lang="ru-RU" sz="2000" dirty="0">
                <a:latin typeface="Times New Roman"/>
                <a:ea typeface="Times New Roman"/>
              </a:rPr>
              <a:t> </a:t>
            </a:r>
            <a:r>
              <a:rPr lang="ru-RU" sz="2000" dirty="0" err="1">
                <a:latin typeface="Times New Roman"/>
                <a:ea typeface="Times New Roman"/>
              </a:rPr>
              <a:t>керак</a:t>
            </a:r>
            <a:r>
              <a:rPr lang="ru-RU" sz="2000" dirty="0" smtClean="0">
                <a:latin typeface="Times New Roman"/>
                <a:ea typeface="Times New Roman"/>
              </a:rPr>
              <a:t>.</a:t>
            </a:r>
          </a:p>
          <a:p>
            <a:pPr indent="355600" algn="just">
              <a:spcBef>
                <a:spcPts val="0"/>
              </a:spcBef>
              <a:spcAft>
                <a:spcPts val="0"/>
              </a:spcAft>
            </a:pPr>
            <a:endParaRPr lang="ru-RU" sz="2000" b="1" dirty="0" smtClean="0">
              <a:solidFill>
                <a:srgbClr val="C00000"/>
              </a:solidFill>
              <a:latin typeface="Times New Roman"/>
              <a:ea typeface="Times New Roman"/>
            </a:endParaRPr>
          </a:p>
          <a:p>
            <a:pPr indent="355600" algn="just">
              <a:spcBef>
                <a:spcPts val="0"/>
              </a:spcBef>
              <a:spcAft>
                <a:spcPts val="0"/>
              </a:spcAft>
            </a:pPr>
            <a:r>
              <a:rPr lang="ru-RU" sz="2000" b="1" dirty="0" smtClean="0">
                <a:solidFill>
                  <a:srgbClr val="C00000"/>
                </a:solidFill>
                <a:latin typeface="Times New Roman"/>
                <a:ea typeface="Times New Roman"/>
              </a:rPr>
              <a:t>Т</a:t>
            </a:r>
            <a:r>
              <a:rPr lang="uz-Cyrl-UZ" sz="2000" b="1" dirty="0">
                <a:solidFill>
                  <a:srgbClr val="C00000"/>
                </a:solidFill>
                <a:latin typeface="Times New Roman"/>
                <a:ea typeface="Times New Roman"/>
              </a:rPr>
              <a:t>еорема</a:t>
            </a:r>
            <a:r>
              <a:rPr lang="ru-RU" sz="2000" b="1" dirty="0">
                <a:solidFill>
                  <a:srgbClr val="C00000"/>
                </a:solidFill>
                <a:latin typeface="Times New Roman"/>
                <a:ea typeface="Times New Roman"/>
              </a:rPr>
              <a:t>.  </a:t>
            </a:r>
            <a:r>
              <a:rPr lang="ru-RU" sz="2000" dirty="0" err="1">
                <a:latin typeface="Times New Roman"/>
                <a:ea typeface="Times New Roman"/>
              </a:rPr>
              <a:t>Агар</a:t>
            </a:r>
            <a:r>
              <a:rPr lang="ru-RU" sz="2000" dirty="0">
                <a:latin typeface="Times New Roman"/>
                <a:ea typeface="Times New Roman"/>
              </a:rPr>
              <a:t> </a:t>
            </a:r>
            <a:r>
              <a:rPr lang="ru-RU" sz="2000" dirty="0" err="1">
                <a:latin typeface="Times New Roman"/>
                <a:ea typeface="Times New Roman"/>
              </a:rPr>
              <a:t>берилган</a:t>
            </a:r>
            <a:r>
              <a:rPr lang="ru-RU" sz="2000" dirty="0">
                <a:latin typeface="Times New Roman"/>
                <a:ea typeface="Times New Roman"/>
              </a:rPr>
              <a:t>  </a:t>
            </a:r>
            <a:r>
              <a:rPr lang="en-US" sz="2000" dirty="0">
                <a:latin typeface="Times New Roman"/>
                <a:ea typeface="Times New Roman"/>
              </a:rPr>
              <a:t>G</a:t>
            </a:r>
            <a:r>
              <a:rPr lang="ru-RU" sz="2000" dirty="0">
                <a:latin typeface="Times New Roman"/>
                <a:ea typeface="Times New Roman"/>
              </a:rPr>
              <a:t>(</a:t>
            </a:r>
            <a:r>
              <a:rPr lang="en-US" sz="2000" dirty="0">
                <a:latin typeface="Times New Roman"/>
                <a:ea typeface="Times New Roman"/>
              </a:rPr>
              <a:t>V</a:t>
            </a:r>
            <a:r>
              <a:rPr lang="ru-RU" sz="2000" dirty="0">
                <a:latin typeface="Times New Roman"/>
                <a:ea typeface="Times New Roman"/>
              </a:rPr>
              <a:t>,</a:t>
            </a:r>
            <a:r>
              <a:rPr lang="en-US" sz="2000" dirty="0">
                <a:latin typeface="Times New Roman"/>
                <a:ea typeface="Times New Roman"/>
              </a:rPr>
              <a:t>E</a:t>
            </a:r>
            <a:r>
              <a:rPr lang="ru-RU" sz="2000" dirty="0">
                <a:latin typeface="Times New Roman"/>
                <a:ea typeface="Times New Roman"/>
              </a:rPr>
              <a:t>) - </a:t>
            </a:r>
            <a:r>
              <a:rPr lang="ru-RU" sz="2000" dirty="0" err="1" smtClean="0">
                <a:latin typeface="Times New Roman"/>
                <a:ea typeface="Times New Roman"/>
              </a:rPr>
              <a:t>графда</a:t>
            </a:r>
            <a:r>
              <a:rPr lang="ru-RU" sz="2000" dirty="0" smtClean="0">
                <a:latin typeface="Times New Roman"/>
                <a:ea typeface="Times New Roman"/>
              </a:rPr>
              <a:t>  </a:t>
            </a:r>
            <a:r>
              <a:rPr lang="ru-RU" sz="2000" dirty="0" smtClean="0">
                <a:latin typeface="Times New Roman"/>
                <a:ea typeface="Times New Roman"/>
                <a:sym typeface="Symbol"/>
              </a:rPr>
              <a:t></a:t>
            </a:r>
            <a:r>
              <a:rPr lang="ru-RU" sz="2000" b="1" i="1" dirty="0" smtClean="0">
                <a:latin typeface="Times New Roman"/>
                <a:ea typeface="Times New Roman"/>
              </a:rPr>
              <a:t>а</a:t>
            </a:r>
            <a:r>
              <a:rPr lang="ru-RU" sz="2000" dirty="0" smtClean="0">
                <a:latin typeface="Times New Roman"/>
                <a:ea typeface="Times New Roman"/>
              </a:rPr>
              <a:t> </a:t>
            </a:r>
            <a:r>
              <a:rPr lang="ru-RU" sz="2000" dirty="0" err="1" smtClean="0">
                <a:latin typeface="Times New Roman"/>
                <a:ea typeface="Times New Roman"/>
              </a:rPr>
              <a:t>учун</a:t>
            </a:r>
            <a:r>
              <a:rPr lang="ru-RU" sz="2000" dirty="0" smtClean="0">
                <a:latin typeface="Times New Roman"/>
                <a:ea typeface="Times New Roman"/>
              </a:rPr>
              <a:t> </a:t>
            </a:r>
            <a:r>
              <a:rPr lang="en-US" sz="2000" b="1" i="1" dirty="0">
                <a:latin typeface="Times New Roman"/>
                <a:ea typeface="Times New Roman"/>
              </a:rPr>
              <a:t>d</a:t>
            </a:r>
            <a:r>
              <a:rPr lang="ru-RU" sz="2000" b="1" i="1" dirty="0">
                <a:latin typeface="Times New Roman"/>
                <a:ea typeface="Times New Roman"/>
              </a:rPr>
              <a:t>(</a:t>
            </a:r>
            <a:r>
              <a:rPr lang="en-US" sz="2000" b="1" i="1" dirty="0">
                <a:latin typeface="Times New Roman"/>
                <a:ea typeface="Times New Roman"/>
              </a:rPr>
              <a:t>a</a:t>
            </a:r>
            <a:r>
              <a:rPr lang="ru-RU" sz="2000" b="1" i="1" dirty="0" smtClean="0">
                <a:latin typeface="Times New Roman"/>
                <a:ea typeface="Times New Roman"/>
              </a:rPr>
              <a:t>)≥</a:t>
            </a:r>
            <a:r>
              <a:rPr lang="en-US" sz="2000" b="1" i="1" dirty="0" smtClean="0">
                <a:latin typeface="Times New Roman"/>
                <a:ea typeface="Times New Roman"/>
              </a:rPr>
              <a:t> </a:t>
            </a:r>
            <a:r>
              <a:rPr lang="en-US" sz="2000" b="1" i="1" dirty="0">
                <a:latin typeface="Times New Roman"/>
                <a:ea typeface="Times New Roman"/>
              </a:rPr>
              <a:t>p</a:t>
            </a:r>
            <a:r>
              <a:rPr lang="ru-RU" sz="2000" b="1" i="1" dirty="0" smtClean="0">
                <a:latin typeface="Times New Roman"/>
                <a:ea typeface="Times New Roman"/>
              </a:rPr>
              <a:t>/2</a:t>
            </a:r>
            <a:r>
              <a:rPr lang="ru-RU" sz="2000" dirty="0" smtClean="0">
                <a:latin typeface="Times New Roman"/>
                <a:ea typeface="Times New Roman"/>
              </a:rPr>
              <a:t> </a:t>
            </a:r>
            <a:r>
              <a:rPr lang="uz-Cyrl-UZ" sz="2000" dirty="0">
                <a:latin typeface="Times New Roman"/>
                <a:ea typeface="Times New Roman"/>
              </a:rPr>
              <a:t>бў</a:t>
            </a:r>
            <a:r>
              <a:rPr lang="ru-RU" sz="2000" dirty="0" err="1">
                <a:latin typeface="Times New Roman"/>
                <a:ea typeface="Times New Roman"/>
              </a:rPr>
              <a:t>лса</a:t>
            </a:r>
            <a:r>
              <a:rPr lang="uz-Cyrl-UZ" sz="2000" dirty="0">
                <a:latin typeface="Times New Roman"/>
                <a:ea typeface="Times New Roman"/>
              </a:rPr>
              <a:t>,</a:t>
            </a:r>
            <a:r>
              <a:rPr lang="ru-RU" sz="2000" dirty="0">
                <a:latin typeface="Times New Roman"/>
                <a:ea typeface="Times New Roman"/>
              </a:rPr>
              <a:t> у </a:t>
            </a:r>
            <a:r>
              <a:rPr lang="uz-Cyrl-UZ" sz="2000" dirty="0">
                <a:latin typeface="Times New Roman"/>
                <a:ea typeface="Times New Roman"/>
              </a:rPr>
              <a:t>ҳ</a:t>
            </a:r>
            <a:r>
              <a:rPr lang="ru-RU" sz="2000" dirty="0" err="1">
                <a:latin typeface="Times New Roman"/>
                <a:ea typeface="Times New Roman"/>
              </a:rPr>
              <a:t>олда</a:t>
            </a:r>
            <a:r>
              <a:rPr lang="ru-RU" sz="2000" dirty="0">
                <a:latin typeface="Times New Roman"/>
                <a:ea typeface="Times New Roman"/>
              </a:rPr>
              <a:t>  </a:t>
            </a:r>
            <a:r>
              <a:rPr lang="ru-RU" sz="2000" dirty="0" err="1">
                <a:latin typeface="Times New Roman"/>
                <a:ea typeface="Times New Roman"/>
              </a:rPr>
              <a:t>берилган</a:t>
            </a:r>
            <a:r>
              <a:rPr lang="ru-RU" sz="2000" dirty="0">
                <a:latin typeface="Times New Roman"/>
                <a:ea typeface="Times New Roman"/>
              </a:rPr>
              <a:t> </a:t>
            </a:r>
            <a:r>
              <a:rPr lang="en-US" sz="2000" dirty="0">
                <a:latin typeface="Times New Roman"/>
                <a:ea typeface="Times New Roman"/>
              </a:rPr>
              <a:t>G</a:t>
            </a:r>
            <a:r>
              <a:rPr lang="ru-RU" sz="2000" dirty="0">
                <a:latin typeface="Times New Roman"/>
                <a:ea typeface="Times New Roman"/>
              </a:rPr>
              <a:t>(</a:t>
            </a:r>
            <a:r>
              <a:rPr lang="en-US" sz="2000" dirty="0">
                <a:latin typeface="Times New Roman"/>
                <a:ea typeface="Times New Roman"/>
              </a:rPr>
              <a:t>V</a:t>
            </a:r>
            <a:r>
              <a:rPr lang="ru-RU" sz="2000" dirty="0">
                <a:latin typeface="Times New Roman"/>
                <a:ea typeface="Times New Roman"/>
              </a:rPr>
              <a:t>,</a:t>
            </a:r>
            <a:r>
              <a:rPr lang="en-US" sz="2000" dirty="0">
                <a:latin typeface="Times New Roman"/>
                <a:ea typeface="Times New Roman"/>
              </a:rPr>
              <a:t>E</a:t>
            </a:r>
            <a:r>
              <a:rPr lang="ru-RU" sz="2000" dirty="0">
                <a:latin typeface="Times New Roman"/>
                <a:ea typeface="Times New Roman"/>
              </a:rPr>
              <a:t>) </a:t>
            </a:r>
            <a:r>
              <a:rPr lang="ru-RU" sz="2000" dirty="0" smtClean="0">
                <a:latin typeface="Times New Roman"/>
                <a:ea typeface="Times New Roman"/>
              </a:rPr>
              <a:t>– граф </a:t>
            </a:r>
            <a:r>
              <a:rPr lang="ru-RU" sz="2000" dirty="0">
                <a:latin typeface="Times New Roman"/>
                <a:ea typeface="Times New Roman"/>
              </a:rPr>
              <a:t>Гамильтон  </a:t>
            </a:r>
            <a:r>
              <a:rPr lang="ru-RU" sz="2000" dirty="0" err="1">
                <a:latin typeface="Times New Roman"/>
                <a:ea typeface="Times New Roman"/>
              </a:rPr>
              <a:t>типида</a:t>
            </a:r>
            <a:r>
              <a:rPr lang="ru-RU" sz="2000" dirty="0">
                <a:latin typeface="Times New Roman"/>
                <a:ea typeface="Times New Roman"/>
              </a:rPr>
              <a:t> б</a:t>
            </a:r>
            <a:r>
              <a:rPr lang="uz-Cyrl-UZ" sz="2000" dirty="0">
                <a:latin typeface="Times New Roman"/>
                <a:ea typeface="Times New Roman"/>
              </a:rPr>
              <a:t>ў</a:t>
            </a:r>
            <a:r>
              <a:rPr lang="ru-RU" sz="2000" dirty="0" err="1">
                <a:latin typeface="Times New Roman"/>
                <a:ea typeface="Times New Roman"/>
              </a:rPr>
              <a:t>лади</a:t>
            </a:r>
            <a:r>
              <a:rPr lang="ru-RU" sz="2000" smtClean="0">
                <a:latin typeface="Times New Roman"/>
                <a:ea typeface="Times New Roman"/>
              </a:rPr>
              <a:t>.</a:t>
            </a:r>
            <a:endParaRPr lang="uz-Cyrl-UZ" sz="2000" dirty="0">
              <a:latin typeface="Times New Roman"/>
              <a:ea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5684869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Профиль">
  <a:themeElements>
    <a:clrScheme name="Профиль 9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B90000"/>
      </a:accent6>
      <a:hlink>
        <a:srgbClr val="336699"/>
      </a:hlink>
      <a:folHlink>
        <a:srgbClr val="003366"/>
      </a:folHlink>
    </a:clrScheme>
    <a:fontScheme name="Профиль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Профиль 1">
        <a:dk1>
          <a:srgbClr val="A50021"/>
        </a:dk1>
        <a:lt1>
          <a:srgbClr val="FFFFFF"/>
        </a:lt1>
        <a:dk2>
          <a:srgbClr val="800000"/>
        </a:dk2>
        <a:lt2>
          <a:srgbClr val="FFFFFF"/>
        </a:lt2>
        <a:accent1>
          <a:srgbClr val="FF9900"/>
        </a:accent1>
        <a:accent2>
          <a:srgbClr val="FF3300"/>
        </a:accent2>
        <a:accent3>
          <a:srgbClr val="C0AAAA"/>
        </a:accent3>
        <a:accent4>
          <a:srgbClr val="DADADA"/>
        </a:accent4>
        <a:accent5>
          <a:srgbClr val="FFCAAA"/>
        </a:accent5>
        <a:accent6>
          <a:srgbClr val="E72D00"/>
        </a:accent6>
        <a:hlink>
          <a:srgbClr val="FFFFCC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Профиль 2">
        <a:dk1>
          <a:srgbClr val="3C001E"/>
        </a:dk1>
        <a:lt1>
          <a:srgbClr val="FFFFFF"/>
        </a:lt1>
        <a:dk2>
          <a:srgbClr val="51072E"/>
        </a:dk2>
        <a:lt2>
          <a:srgbClr val="FFFFFF"/>
        </a:lt2>
        <a:accent1>
          <a:srgbClr val="89A38F"/>
        </a:accent1>
        <a:accent2>
          <a:srgbClr val="666699"/>
        </a:accent2>
        <a:accent3>
          <a:srgbClr val="B3AAAD"/>
        </a:accent3>
        <a:accent4>
          <a:srgbClr val="DADADA"/>
        </a:accent4>
        <a:accent5>
          <a:srgbClr val="C4CEC6"/>
        </a:accent5>
        <a:accent6>
          <a:srgbClr val="5C5C8A"/>
        </a:accent6>
        <a:hlink>
          <a:srgbClr val="80800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Профиль 3">
        <a:dk1>
          <a:srgbClr val="333333"/>
        </a:dk1>
        <a:lt1>
          <a:srgbClr val="FFFFFF"/>
        </a:lt1>
        <a:dk2>
          <a:srgbClr val="000000"/>
        </a:dk2>
        <a:lt2>
          <a:srgbClr val="FFFFFF"/>
        </a:lt2>
        <a:accent1>
          <a:srgbClr val="3399FF"/>
        </a:accent1>
        <a:accent2>
          <a:srgbClr val="CC0000"/>
        </a:accent2>
        <a:accent3>
          <a:srgbClr val="AAAAAA"/>
        </a:accent3>
        <a:accent4>
          <a:srgbClr val="DADADA"/>
        </a:accent4>
        <a:accent5>
          <a:srgbClr val="ADCAFF"/>
        </a:accent5>
        <a:accent6>
          <a:srgbClr val="B90000"/>
        </a:accent6>
        <a:hlink>
          <a:srgbClr val="666699"/>
        </a:hlink>
        <a:folHlink>
          <a:srgbClr val="66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Профиль 4">
        <a:dk1>
          <a:srgbClr val="4B3D1B"/>
        </a:dk1>
        <a:lt1>
          <a:srgbClr val="FFFFFF"/>
        </a:lt1>
        <a:dk2>
          <a:srgbClr val="330000"/>
        </a:dk2>
        <a:lt2>
          <a:srgbClr val="FFFFFF"/>
        </a:lt2>
        <a:accent1>
          <a:srgbClr val="CC9900"/>
        </a:accent1>
        <a:accent2>
          <a:srgbClr val="CC6600"/>
        </a:accent2>
        <a:accent3>
          <a:srgbClr val="ADAA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666699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Профиль 5">
        <a:dk1>
          <a:srgbClr val="006666"/>
        </a:dk1>
        <a:lt1>
          <a:srgbClr val="FFFFFF"/>
        </a:lt1>
        <a:dk2>
          <a:srgbClr val="003366"/>
        </a:dk2>
        <a:lt2>
          <a:srgbClr val="FFFFFF"/>
        </a:lt2>
        <a:accent1>
          <a:srgbClr val="0099CC"/>
        </a:accent1>
        <a:accent2>
          <a:srgbClr val="6666FF"/>
        </a:accent2>
        <a:accent3>
          <a:srgbClr val="AAADB8"/>
        </a:accent3>
        <a:accent4>
          <a:srgbClr val="DADADA"/>
        </a:accent4>
        <a:accent5>
          <a:srgbClr val="AACAE2"/>
        </a:accent5>
        <a:accent6>
          <a:srgbClr val="5C5CE7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Профиль 6">
        <a:dk1>
          <a:srgbClr val="003366"/>
        </a:dk1>
        <a:lt1>
          <a:srgbClr val="FFFFFF"/>
        </a:lt1>
        <a:dk2>
          <a:srgbClr val="006666"/>
        </a:dk2>
        <a:lt2>
          <a:srgbClr val="FFFFFF"/>
        </a:lt2>
        <a:accent1>
          <a:srgbClr val="6699FF"/>
        </a:accent1>
        <a:accent2>
          <a:srgbClr val="00CCFF"/>
        </a:accent2>
        <a:accent3>
          <a:srgbClr val="AAB8B8"/>
        </a:accent3>
        <a:accent4>
          <a:srgbClr val="DADADA"/>
        </a:accent4>
        <a:accent5>
          <a:srgbClr val="B8CAFF"/>
        </a:accent5>
        <a:accent6>
          <a:srgbClr val="00B9E7"/>
        </a:accent6>
        <a:hlink>
          <a:srgbClr val="FFFFCC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Профиль 7">
        <a:dk1>
          <a:srgbClr val="000000"/>
        </a:dk1>
        <a:lt1>
          <a:srgbClr val="619CB1"/>
        </a:lt1>
        <a:dk2>
          <a:srgbClr val="FFFFFF"/>
        </a:dk2>
        <a:lt2>
          <a:srgbClr val="4E899E"/>
        </a:lt2>
        <a:accent1>
          <a:srgbClr val="FFCC00"/>
        </a:accent1>
        <a:accent2>
          <a:srgbClr val="B6523E"/>
        </a:accent2>
        <a:accent3>
          <a:srgbClr val="B7CBD5"/>
        </a:accent3>
        <a:accent4>
          <a:srgbClr val="000000"/>
        </a:accent4>
        <a:accent5>
          <a:srgbClr val="FFE2AA"/>
        </a:accent5>
        <a:accent6>
          <a:srgbClr val="A54937"/>
        </a:accent6>
        <a:hlink>
          <a:srgbClr val="99CC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Профиль 8">
        <a:dk1>
          <a:srgbClr val="598600"/>
        </a:dk1>
        <a:lt1>
          <a:srgbClr val="FFFFFF"/>
        </a:lt1>
        <a:dk2>
          <a:srgbClr val="336600"/>
        </a:dk2>
        <a:lt2>
          <a:srgbClr val="FFFFFF"/>
        </a:lt2>
        <a:accent1>
          <a:srgbClr val="33CC33"/>
        </a:accent1>
        <a:accent2>
          <a:srgbClr val="99CC00"/>
        </a:accent2>
        <a:accent3>
          <a:srgbClr val="ADB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FFCC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Профиль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A3B2C1"/>
        </a:accent1>
        <a:accent2>
          <a:srgbClr val="CC0000"/>
        </a:accent2>
        <a:accent3>
          <a:srgbClr val="FFFFFF"/>
        </a:accent3>
        <a:accent4>
          <a:srgbClr val="000000"/>
        </a:accent4>
        <a:accent5>
          <a:srgbClr val="CED5DD"/>
        </a:accent5>
        <a:accent6>
          <a:srgbClr val="B90000"/>
        </a:accent6>
        <a:hlink>
          <a:srgbClr val="336699"/>
        </a:hlink>
        <a:folHlink>
          <a:srgbClr val="0033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Profile</Template>
  <TotalTime>12767</TotalTime>
  <Words>1413</Words>
  <Application>Microsoft Office PowerPoint</Application>
  <PresentationFormat>Экран (4:3)</PresentationFormat>
  <Paragraphs>204</Paragraphs>
  <Slides>14</Slides>
  <Notes>1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15" baseType="lpstr">
      <vt:lpstr>Профиль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HOME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Тошкент - 2009</dc:title>
  <dc:creator>USER</dc:creator>
  <cp:lastModifiedBy>Microsoft Office</cp:lastModifiedBy>
  <cp:revision>1731</cp:revision>
  <dcterms:created xsi:type="dcterms:W3CDTF">2010-10-01T16:11:11Z</dcterms:created>
  <dcterms:modified xsi:type="dcterms:W3CDTF">2018-01-17T05:29:46Z</dcterms:modified>
</cp:coreProperties>
</file>