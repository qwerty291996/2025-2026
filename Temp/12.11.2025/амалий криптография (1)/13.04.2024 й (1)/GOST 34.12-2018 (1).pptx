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56" r:id="rId2"/>
    <p:sldId id="346" r:id="rId3"/>
    <p:sldId id="347" r:id="rId4"/>
    <p:sldId id="333" r:id="rId5"/>
    <p:sldId id="334" r:id="rId6"/>
    <p:sldId id="337" r:id="rId7"/>
    <p:sldId id="336" r:id="rId8"/>
    <p:sldId id="341" r:id="rId9"/>
    <p:sldId id="343" r:id="rId10"/>
    <p:sldId id="345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BFD"/>
    <a:srgbClr val="E3E3E1"/>
    <a:srgbClr val="B4F7FA"/>
    <a:srgbClr val="FFFFFF"/>
    <a:srgbClr val="4695C6"/>
    <a:srgbClr val="153943"/>
    <a:srgbClr val="1F3651"/>
    <a:srgbClr val="0919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Темный стиль 1 -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5827" autoAdjust="0"/>
  </p:normalViewPr>
  <p:slideViewPr>
    <p:cSldViewPr>
      <p:cViewPr varScale="1">
        <p:scale>
          <a:sx n="68" d="100"/>
          <a:sy n="68" d="100"/>
        </p:scale>
        <p:origin x="1066" y="34"/>
      </p:cViewPr>
      <p:guideLst>
        <p:guide orient="horz" pos="2160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648"/>
    </p:cViewPr>
  </p:sorterViewPr>
  <p:notesViewPr>
    <p:cSldViewPr>
      <p:cViewPr varScale="1">
        <p:scale>
          <a:sx n="70" d="100"/>
          <a:sy n="70" d="100"/>
        </p:scale>
        <p:origin x="-276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BADD8C-ADD2-4F59-A867-5AE7CAE27CAC}" type="doc">
      <dgm:prSet loTypeId="urn:microsoft.com/office/officeart/2005/8/layout/hProcess9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D22B386-10BF-46AD-B8FF-2A0FB4E32C30}">
      <dgm:prSet custT="1"/>
      <dgm:spPr>
        <a:effectLst>
          <a:glow rad="2286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 rtl="0"/>
          <a:r>
            <a: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GOST</a:t>
          </a:r>
          <a:r>
            <a:rPr lang="uz-Cyrl-UZ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b="1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34.12 – 201</a:t>
          </a:r>
          <a:r>
            <a:rPr lang="en-US" sz="2400" b="1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8</a:t>
          </a:r>
          <a:r>
            <a:rPr lang="ru-RU" sz="2400" b="1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endParaRPr lang="en-US" sz="2400" b="1" i="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  <a:p>
          <a:pPr algn="ctr" rtl="0"/>
          <a:r>
            <a:rPr lang="en-US" sz="2400" b="1" i="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Xalqaro</a:t>
          </a:r>
          <a:r>
            <a:rPr lang="en-US" sz="2400" b="1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r>
            <a:rPr lang="en-US" sz="2400" b="1" i="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blokli</a:t>
          </a:r>
          <a:r>
            <a:rPr lang="en-US" sz="2400" b="1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r>
            <a:rPr lang="en-US" sz="2400" b="1" i="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shifrlash</a:t>
          </a:r>
          <a:r>
            <a:rPr lang="en-US" sz="2400" b="1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r>
            <a:rPr lang="en-US" sz="2400" b="1" i="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standarti</a:t>
          </a:r>
          <a:endParaRPr lang="ru-RU" sz="24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gm:t>
    </dgm:pt>
    <dgm:pt modelId="{9818070C-A3D0-4B0E-9033-36B3A3647A96}" type="sibTrans" cxnId="{67764A32-CDAE-4243-B16D-D4EB88540D44}">
      <dgm:prSet/>
      <dgm:spPr/>
      <dgm:t>
        <a:bodyPr/>
        <a:lstStyle/>
        <a:p>
          <a:endParaRPr lang="ru-RU"/>
        </a:p>
      </dgm:t>
    </dgm:pt>
    <dgm:pt modelId="{8122EBA6-161E-47B4-9286-A67E1A276A5D}" type="parTrans" cxnId="{67764A32-CDAE-4243-B16D-D4EB88540D44}">
      <dgm:prSet/>
      <dgm:spPr/>
      <dgm:t>
        <a:bodyPr/>
        <a:lstStyle/>
        <a:p>
          <a:endParaRPr lang="ru-RU"/>
        </a:p>
      </dgm:t>
    </dgm:pt>
    <dgm:pt modelId="{5E208D8E-7535-4376-B4CB-C2CE61BDF5CF}" type="pres">
      <dgm:prSet presAssocID="{D3BADD8C-ADD2-4F59-A867-5AE7CAE27CAC}" presName="CompostProcess" presStyleCnt="0">
        <dgm:presLayoutVars>
          <dgm:dir/>
          <dgm:resizeHandles val="exact"/>
        </dgm:presLayoutVars>
      </dgm:prSet>
      <dgm:spPr/>
    </dgm:pt>
    <dgm:pt modelId="{4512A086-8C95-4C7A-9214-2EDCDBAAC303}" type="pres">
      <dgm:prSet presAssocID="{D3BADD8C-ADD2-4F59-A867-5AE7CAE27CAC}" presName="arrow" presStyleLbl="bgShp" presStyleIdx="0" presStyleCnt="1" custScaleX="88266" custScaleY="44856" custLinFactNeighborX="9687"/>
      <dgm:spPr/>
    </dgm:pt>
    <dgm:pt modelId="{AC035E67-7D52-42B0-92E2-DDE297C8B33E}" type="pres">
      <dgm:prSet presAssocID="{D3BADD8C-ADD2-4F59-A867-5AE7CAE27CAC}" presName="linearProcess" presStyleCnt="0"/>
      <dgm:spPr/>
    </dgm:pt>
    <dgm:pt modelId="{CE423292-3AEB-4D68-9021-3E96D5261507}" type="pres">
      <dgm:prSet presAssocID="{FD22B386-10BF-46AD-B8FF-2A0FB4E32C30}" presName="textNode" presStyleLbl="node1" presStyleIdx="0" presStyleCnt="1" custScaleX="227873" custScaleY="212281" custLinFactY="-100000" custLinFactNeighborX="-489" custLinFactNeighborY="-131020">
        <dgm:presLayoutVars>
          <dgm:bulletEnabled val="1"/>
        </dgm:presLayoutVars>
      </dgm:prSet>
      <dgm:spPr/>
    </dgm:pt>
  </dgm:ptLst>
  <dgm:cxnLst>
    <dgm:cxn modelId="{67764A32-CDAE-4243-B16D-D4EB88540D44}" srcId="{D3BADD8C-ADD2-4F59-A867-5AE7CAE27CAC}" destId="{FD22B386-10BF-46AD-B8FF-2A0FB4E32C30}" srcOrd="0" destOrd="0" parTransId="{8122EBA6-161E-47B4-9286-A67E1A276A5D}" sibTransId="{9818070C-A3D0-4B0E-9033-36B3A3647A96}"/>
    <dgm:cxn modelId="{75739B5C-FA67-47EC-A9E7-416CEFB628BF}" type="presOf" srcId="{FD22B386-10BF-46AD-B8FF-2A0FB4E32C30}" destId="{CE423292-3AEB-4D68-9021-3E96D5261507}" srcOrd="0" destOrd="0" presId="urn:microsoft.com/office/officeart/2005/8/layout/hProcess9"/>
    <dgm:cxn modelId="{82B48EF7-381A-4CF3-B731-273D3CC91E77}" type="presOf" srcId="{D3BADD8C-ADD2-4F59-A867-5AE7CAE27CAC}" destId="{5E208D8E-7535-4376-B4CB-C2CE61BDF5CF}" srcOrd="0" destOrd="0" presId="urn:microsoft.com/office/officeart/2005/8/layout/hProcess9"/>
    <dgm:cxn modelId="{3286FA44-F401-4DAE-B58F-F979A5E38667}" type="presParOf" srcId="{5E208D8E-7535-4376-B4CB-C2CE61BDF5CF}" destId="{4512A086-8C95-4C7A-9214-2EDCDBAAC303}" srcOrd="0" destOrd="0" presId="urn:microsoft.com/office/officeart/2005/8/layout/hProcess9"/>
    <dgm:cxn modelId="{496B8E78-C7AE-4A02-85D5-F073FF073159}" type="presParOf" srcId="{5E208D8E-7535-4376-B4CB-C2CE61BDF5CF}" destId="{AC035E67-7D52-42B0-92E2-DDE297C8B33E}" srcOrd="1" destOrd="0" presId="urn:microsoft.com/office/officeart/2005/8/layout/hProcess9"/>
    <dgm:cxn modelId="{6252E74B-167F-427F-8A78-0D665C8A21F5}" type="presParOf" srcId="{AC035E67-7D52-42B0-92E2-DDE297C8B33E}" destId="{CE423292-3AEB-4D68-9021-3E96D5261507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MAGMA SHIFRI</a:t>
          </a:r>
        </a:p>
        <a:p>
          <a:pPr algn="ctr"/>
          <a:r>
            <a:rPr lang="en-US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sz="16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1600" b="1" i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16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algoritmining</a:t>
          </a:r>
          <a:r>
            <a:rPr lang="en-US" sz="16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i-raund</a:t>
          </a:r>
          <a:r>
            <a:rPr lang="en-US" sz="16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sxemasi</a:t>
          </a:r>
          <a:r>
            <a:rPr lang="en-US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)</a:t>
          </a: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NeighborX="14227" custLinFactNeighborY="37729">
        <dgm:presLayoutVars>
          <dgm:chMax val="0"/>
          <dgm:bulletEnabled val="1"/>
        </dgm:presLayoutVars>
      </dgm:prSet>
      <dgm:spPr/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ScaleX="93741" custLinFactNeighborX="5589" custLinFactNeighborY="4726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</dgm:ptLst>
  <dgm:cxnLst>
    <dgm:cxn modelId="{5E688523-C8ED-4028-9373-DF1453EC2AEF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6241636C-8799-4F80-B964-70C6BD7FEF5C}" type="presOf" srcId="{3456E1E7-2A7B-4CDD-B060-EF99BF17FF5D}" destId="{15D68BAD-8F6B-4827-9C01-3CDC1119B96E}" srcOrd="0" destOrd="0" presId="urn:microsoft.com/office/officeart/2005/8/layout/list1"/>
    <dgm:cxn modelId="{84C2777E-124E-41F1-A223-8F62EBE02568}" type="presOf" srcId="{05180D63-CA70-44CD-AB70-B4570874155E}" destId="{258288F4-8C82-4F82-8D99-16EEA303237F}" srcOrd="1" destOrd="0" presId="urn:microsoft.com/office/officeart/2005/8/layout/list1"/>
    <dgm:cxn modelId="{4C824FEB-B43C-403A-A504-73D18D3E0681}" type="presParOf" srcId="{15D68BAD-8F6B-4827-9C01-3CDC1119B96E}" destId="{697B0516-B105-4895-B40A-8F5F2831FF39}" srcOrd="0" destOrd="0" presId="urn:microsoft.com/office/officeart/2005/8/layout/list1"/>
    <dgm:cxn modelId="{8A0C67AA-D09D-4B0B-8304-6D78E95F89F9}" type="presParOf" srcId="{697B0516-B105-4895-B40A-8F5F2831FF39}" destId="{BB5D1775-85DD-419E-8748-9578A6C4DD9D}" srcOrd="0" destOrd="0" presId="urn:microsoft.com/office/officeart/2005/8/layout/list1"/>
    <dgm:cxn modelId="{2431C913-5ACD-43AA-A2FC-6A0FA64DF434}" type="presParOf" srcId="{697B0516-B105-4895-B40A-8F5F2831FF39}" destId="{258288F4-8C82-4F82-8D99-16EEA303237F}" srcOrd="1" destOrd="0" presId="urn:microsoft.com/office/officeart/2005/8/layout/list1"/>
    <dgm:cxn modelId="{480EAA46-E811-48A6-8E24-A9B19739D9AF}" type="presParOf" srcId="{15D68BAD-8F6B-4827-9C01-3CDC1119B96E}" destId="{7B6CC6D5-221F-4BF1-B7B1-B453A24282C7}" srcOrd="1" destOrd="0" presId="urn:microsoft.com/office/officeart/2005/8/layout/list1"/>
    <dgm:cxn modelId="{D48FE639-3E7C-4EB1-901C-0BB4317B0697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ScaleX="92101" custLinFactNeighborX="7228" custLinFactNeighborY="4726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E4BAEB7C-6EDE-465B-9A6A-91A7A98FAAC5}" type="presOf" srcId="{3456E1E7-2A7B-4CDD-B060-EF99BF17FF5D}" destId="{15D68BAD-8F6B-4827-9C01-3CDC1119B96E}" srcOrd="0" destOrd="0" presId="urn:microsoft.com/office/officeart/2005/8/layout/list1"/>
    <dgm:cxn modelId="{1209E7B2-EAE5-4E9F-A7C0-421F368ABEF7}" type="presOf" srcId="{05180D63-CA70-44CD-AB70-B4570874155E}" destId="{258288F4-8C82-4F82-8D99-16EEA303237F}" srcOrd="1" destOrd="0" presId="urn:microsoft.com/office/officeart/2005/8/layout/list1"/>
    <dgm:cxn modelId="{ECDDFEC9-AA88-4720-873B-DB4989CAB965}" type="presOf" srcId="{05180D63-CA70-44CD-AB70-B4570874155E}" destId="{BB5D1775-85DD-419E-8748-9578A6C4DD9D}" srcOrd="0" destOrd="0" presId="urn:microsoft.com/office/officeart/2005/8/layout/list1"/>
    <dgm:cxn modelId="{DC5C7554-229F-4787-9F89-3A5DF73B3596}" type="presParOf" srcId="{15D68BAD-8F6B-4827-9C01-3CDC1119B96E}" destId="{697B0516-B105-4895-B40A-8F5F2831FF39}" srcOrd="0" destOrd="0" presId="urn:microsoft.com/office/officeart/2005/8/layout/list1"/>
    <dgm:cxn modelId="{C9D67559-F313-4E32-A550-69DF77ACEEA5}" type="presParOf" srcId="{697B0516-B105-4895-B40A-8F5F2831FF39}" destId="{BB5D1775-85DD-419E-8748-9578A6C4DD9D}" srcOrd="0" destOrd="0" presId="urn:microsoft.com/office/officeart/2005/8/layout/list1"/>
    <dgm:cxn modelId="{32D0DB3C-5F63-400C-B645-072AC34A64BF}" type="presParOf" srcId="{697B0516-B105-4895-B40A-8F5F2831FF39}" destId="{258288F4-8C82-4F82-8D99-16EEA303237F}" srcOrd="1" destOrd="0" presId="urn:microsoft.com/office/officeart/2005/8/layout/list1"/>
    <dgm:cxn modelId="{EFA70AF5-DE56-40B1-B77F-5CD1F7D7FA22}" type="presParOf" srcId="{15D68BAD-8F6B-4827-9C01-3CDC1119B96E}" destId="{7B6CC6D5-221F-4BF1-B7B1-B453A24282C7}" srcOrd="1" destOrd="0" presId="urn:microsoft.com/office/officeart/2005/8/layout/list1"/>
    <dgm:cxn modelId="{1796DA2C-2DDD-4216-84DC-5B6C47C584C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ScaleX="93741" custLinFactNeighborX="5589" custLinFactNeighborY="4726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</dgm:ptLst>
  <dgm:cxnLst>
    <dgm:cxn modelId="{BC4F8101-2F7F-4F3A-94BD-9A4BC6771C1A}" type="presOf" srcId="{05180D63-CA70-44CD-AB70-B4570874155E}" destId="{BB5D1775-85DD-419E-8748-9578A6C4DD9D}" srcOrd="0" destOrd="0" presId="urn:microsoft.com/office/officeart/2005/8/layout/list1"/>
    <dgm:cxn modelId="{C5661D10-FBE7-46BF-B4C3-221D8BEFF063}" type="presOf" srcId="{05180D63-CA70-44CD-AB70-B4570874155E}" destId="{258288F4-8C82-4F82-8D99-16EEA303237F}" srcOrd="1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4698ACE7-1506-4941-9AD5-06560951C397}" type="presOf" srcId="{3456E1E7-2A7B-4CDD-B060-EF99BF17FF5D}" destId="{15D68BAD-8F6B-4827-9C01-3CDC1119B96E}" srcOrd="0" destOrd="0" presId="urn:microsoft.com/office/officeart/2005/8/layout/list1"/>
    <dgm:cxn modelId="{3508B414-2B73-4DE8-AE6D-2100A17530FF}" type="presParOf" srcId="{15D68BAD-8F6B-4827-9C01-3CDC1119B96E}" destId="{697B0516-B105-4895-B40A-8F5F2831FF39}" srcOrd="0" destOrd="0" presId="urn:microsoft.com/office/officeart/2005/8/layout/list1"/>
    <dgm:cxn modelId="{D42074B8-13D0-4A27-8C3D-1ECF792434B3}" type="presParOf" srcId="{697B0516-B105-4895-B40A-8F5F2831FF39}" destId="{BB5D1775-85DD-419E-8748-9578A6C4DD9D}" srcOrd="0" destOrd="0" presId="urn:microsoft.com/office/officeart/2005/8/layout/list1"/>
    <dgm:cxn modelId="{E405D698-D4A0-4509-895E-975066498899}" type="presParOf" srcId="{697B0516-B105-4895-B40A-8F5F2831FF39}" destId="{258288F4-8C82-4F82-8D99-16EEA303237F}" srcOrd="1" destOrd="0" presId="urn:microsoft.com/office/officeart/2005/8/layout/list1"/>
    <dgm:cxn modelId="{0BCF6BAE-11F5-48AA-AF3D-E4150A0CE4D3}" type="presParOf" srcId="{15D68BAD-8F6B-4827-9C01-3CDC1119B96E}" destId="{7B6CC6D5-221F-4BF1-B7B1-B453A24282C7}" srcOrd="1" destOrd="0" presId="urn:microsoft.com/office/officeart/2005/8/layout/list1"/>
    <dgm:cxn modelId="{EBB8481E-679F-49F2-B430-A0101E3D7D94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KUZNECHIK SHIFRI</a:t>
          </a:r>
        </a:p>
        <a:p>
          <a:pPr algn="ctr"/>
          <a:r>
            <a:rPr lang="en-US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sz="16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R 34.12-2015 </a:t>
          </a:r>
          <a:r>
            <a:rPr lang="en-US" sz="1600" b="1" i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standart</a:t>
          </a:r>
          <a:r>
            <a:rPr lang="en-US" sz="16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16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</a:t>
          </a:r>
          <a:r>
            <a:rPr lang="en-US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ru-RU" sz="16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ScaleX="93443" custLinFactNeighborX="8192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5CC437B3-67EE-4FA4-878D-F18704101E6A}" type="presOf" srcId="{05180D63-CA70-44CD-AB70-B4570874155E}" destId="{BB5D1775-85DD-419E-8748-9578A6C4DD9D}" srcOrd="0" destOrd="0" presId="urn:microsoft.com/office/officeart/2005/8/layout/list1"/>
    <dgm:cxn modelId="{3AB488D0-E622-40AF-B1E8-C4E43360A6C3}" type="presOf" srcId="{05180D63-CA70-44CD-AB70-B4570874155E}" destId="{258288F4-8C82-4F82-8D99-16EEA303237F}" srcOrd="1" destOrd="0" presId="urn:microsoft.com/office/officeart/2005/8/layout/list1"/>
    <dgm:cxn modelId="{891F12EE-4560-4156-96EE-508117B2A4BF}" type="presOf" srcId="{3456E1E7-2A7B-4CDD-B060-EF99BF17FF5D}" destId="{15D68BAD-8F6B-4827-9C01-3CDC1119B96E}" srcOrd="0" destOrd="0" presId="urn:microsoft.com/office/officeart/2005/8/layout/list1"/>
    <dgm:cxn modelId="{82932E26-FB76-48F3-9FE1-53B54B9B1310}" type="presParOf" srcId="{15D68BAD-8F6B-4827-9C01-3CDC1119B96E}" destId="{697B0516-B105-4895-B40A-8F5F2831FF39}" srcOrd="0" destOrd="0" presId="urn:microsoft.com/office/officeart/2005/8/layout/list1"/>
    <dgm:cxn modelId="{C798A14C-C014-4D35-812F-0D3F3E2AF4C3}" type="presParOf" srcId="{697B0516-B105-4895-B40A-8F5F2831FF39}" destId="{BB5D1775-85DD-419E-8748-9578A6C4DD9D}" srcOrd="0" destOrd="0" presId="urn:microsoft.com/office/officeart/2005/8/layout/list1"/>
    <dgm:cxn modelId="{16866103-F2D8-4C9E-A5F2-54E3E56D44B7}" type="presParOf" srcId="{697B0516-B105-4895-B40A-8F5F2831FF39}" destId="{258288F4-8C82-4F82-8D99-16EEA303237F}" srcOrd="1" destOrd="0" presId="urn:microsoft.com/office/officeart/2005/8/layout/list1"/>
    <dgm:cxn modelId="{97B0ADF1-BFD0-4623-BCB5-2C4CC6C91BA3}" type="presParOf" srcId="{15D68BAD-8F6B-4827-9C01-3CDC1119B96E}" destId="{7B6CC6D5-221F-4BF1-B7B1-B453A24282C7}" srcOrd="1" destOrd="0" presId="urn:microsoft.com/office/officeart/2005/8/layout/list1"/>
    <dgm:cxn modelId="{94455F1D-D174-4C83-B96A-232B1107B8D4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34.12-2018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ScaleX="93741" custLinFactNeighborX="5589" custLinFactNeighborY="4726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</dgm:ptLst>
  <dgm:cxnLst>
    <dgm:cxn modelId="{19B8841E-75BF-4AD7-BAB2-7C2F8657E427}" type="presOf" srcId="{05180D63-CA70-44CD-AB70-B4570874155E}" destId="{258288F4-8C82-4F82-8D99-16EEA303237F}" srcOrd="1" destOrd="0" presId="urn:microsoft.com/office/officeart/2005/8/layout/list1"/>
    <dgm:cxn modelId="{D5935E36-61A4-4C45-933A-ADB9196FEBAF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6C5F30FC-07DB-4609-A0EA-7F70023874AB}" type="presOf" srcId="{05180D63-CA70-44CD-AB70-B4570874155E}" destId="{BB5D1775-85DD-419E-8748-9578A6C4DD9D}" srcOrd="0" destOrd="0" presId="urn:microsoft.com/office/officeart/2005/8/layout/list1"/>
    <dgm:cxn modelId="{3549823C-7291-4E4E-A09C-6D71E77BAF34}" type="presParOf" srcId="{15D68BAD-8F6B-4827-9C01-3CDC1119B96E}" destId="{697B0516-B105-4895-B40A-8F5F2831FF39}" srcOrd="0" destOrd="0" presId="urn:microsoft.com/office/officeart/2005/8/layout/list1"/>
    <dgm:cxn modelId="{03B27C7F-F870-416B-931B-18CD8A9C888A}" type="presParOf" srcId="{697B0516-B105-4895-B40A-8F5F2831FF39}" destId="{BB5D1775-85DD-419E-8748-9578A6C4DD9D}" srcOrd="0" destOrd="0" presId="urn:microsoft.com/office/officeart/2005/8/layout/list1"/>
    <dgm:cxn modelId="{BAAE9B61-3B14-488A-95D8-00E9ED8C0C3E}" type="presParOf" srcId="{697B0516-B105-4895-B40A-8F5F2831FF39}" destId="{258288F4-8C82-4F82-8D99-16EEA303237F}" srcOrd="1" destOrd="0" presId="urn:microsoft.com/office/officeart/2005/8/layout/list1"/>
    <dgm:cxn modelId="{8F3D4BF9-9C57-48B3-B936-DE948CF6BDAB}" type="presParOf" srcId="{15D68BAD-8F6B-4827-9C01-3CDC1119B96E}" destId="{7B6CC6D5-221F-4BF1-B7B1-B453A24282C7}" srcOrd="1" destOrd="0" presId="urn:microsoft.com/office/officeart/2005/8/layout/list1"/>
    <dgm:cxn modelId="{BBC87B1D-362F-4400-81B5-FC46999020B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/>
      </dgm:spPr>
      <dgm:t>
        <a:bodyPr/>
        <a:lstStyle/>
        <a:p>
          <a:pPr algn="ctr"/>
          <a:r>
            <a:rPr lang="en-US" sz="2800" b="1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800" b="1" dirty="0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b="1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800" b="1" dirty="0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b="1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800" b="1" dirty="0">
            <a:solidFill>
              <a:schemeClr val="tx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ScaleX="92101" custLinFactNeighborX="6408" custLinFactNeighborY="4726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</dgm:ptLst>
  <dgm:cxnLst>
    <dgm:cxn modelId="{56D5890A-C621-4C8E-8C82-22135A5C2E95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E4D70480-D523-4907-AC22-36EA429846A5}" type="presOf" srcId="{05180D63-CA70-44CD-AB70-B4570874155E}" destId="{BB5D1775-85DD-419E-8748-9578A6C4DD9D}" srcOrd="0" destOrd="0" presId="urn:microsoft.com/office/officeart/2005/8/layout/list1"/>
    <dgm:cxn modelId="{447A198C-62CD-4212-9C6C-0CF3E71FEF79}" type="presOf" srcId="{05180D63-CA70-44CD-AB70-B4570874155E}" destId="{258288F4-8C82-4F82-8D99-16EEA303237F}" srcOrd="1" destOrd="0" presId="urn:microsoft.com/office/officeart/2005/8/layout/list1"/>
    <dgm:cxn modelId="{14BACF6F-3C81-4D06-81EA-6C395C86446F}" type="presParOf" srcId="{15D68BAD-8F6B-4827-9C01-3CDC1119B96E}" destId="{697B0516-B105-4895-B40A-8F5F2831FF39}" srcOrd="0" destOrd="0" presId="urn:microsoft.com/office/officeart/2005/8/layout/list1"/>
    <dgm:cxn modelId="{48F90453-C588-49FA-9CD7-1473658B1C1F}" type="presParOf" srcId="{697B0516-B105-4895-B40A-8F5F2831FF39}" destId="{BB5D1775-85DD-419E-8748-9578A6C4DD9D}" srcOrd="0" destOrd="0" presId="urn:microsoft.com/office/officeart/2005/8/layout/list1"/>
    <dgm:cxn modelId="{A351B9BF-4D08-440D-8439-3D2257A93CDA}" type="presParOf" srcId="{697B0516-B105-4895-B40A-8F5F2831FF39}" destId="{258288F4-8C82-4F82-8D99-16EEA303237F}" srcOrd="1" destOrd="0" presId="urn:microsoft.com/office/officeart/2005/8/layout/list1"/>
    <dgm:cxn modelId="{AE1D7385-F474-425E-BEEA-546344ED49E9}" type="presParOf" srcId="{15D68BAD-8F6B-4827-9C01-3CDC1119B96E}" destId="{7B6CC6D5-221F-4BF1-B7B1-B453A24282C7}" srcOrd="1" destOrd="0" presId="urn:microsoft.com/office/officeart/2005/8/layout/list1"/>
    <dgm:cxn modelId="{5C17491B-BDF4-4E77-8698-A0191AA9C4C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800" b="1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dirty="0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dirty="0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dirty="0">
            <a:solidFill>
              <a:schemeClr val="tx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ScaleX="92101" custLinFactNeighborX="6408" custLinFactNeighborY="4726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</dgm:ptLst>
  <dgm:cxnLst>
    <dgm:cxn modelId="{24A2A00A-F53F-4AFD-94E8-83955C5E4A48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458B8A70-82C4-49E8-A818-21CCB4CD2126}" type="presOf" srcId="{05180D63-CA70-44CD-AB70-B4570874155E}" destId="{BB5D1775-85DD-419E-8748-9578A6C4DD9D}" srcOrd="0" destOrd="0" presId="urn:microsoft.com/office/officeart/2005/8/layout/list1"/>
    <dgm:cxn modelId="{BF33BDED-2B5F-45A7-B44B-146EE5D53DB9}" type="presOf" srcId="{05180D63-CA70-44CD-AB70-B4570874155E}" destId="{258288F4-8C82-4F82-8D99-16EEA303237F}" srcOrd="1" destOrd="0" presId="urn:microsoft.com/office/officeart/2005/8/layout/list1"/>
    <dgm:cxn modelId="{CD6CAAE5-D33E-4D9A-866A-E96B92C5EE59}" type="presParOf" srcId="{15D68BAD-8F6B-4827-9C01-3CDC1119B96E}" destId="{697B0516-B105-4895-B40A-8F5F2831FF39}" srcOrd="0" destOrd="0" presId="urn:microsoft.com/office/officeart/2005/8/layout/list1"/>
    <dgm:cxn modelId="{ABC1AB27-C25F-4E29-AB07-DDFF63DD9C10}" type="presParOf" srcId="{697B0516-B105-4895-B40A-8F5F2831FF39}" destId="{BB5D1775-85DD-419E-8748-9578A6C4DD9D}" srcOrd="0" destOrd="0" presId="urn:microsoft.com/office/officeart/2005/8/layout/list1"/>
    <dgm:cxn modelId="{9A2EB2DE-838D-486D-87EE-C5907AAA5292}" type="presParOf" srcId="{697B0516-B105-4895-B40A-8F5F2831FF39}" destId="{258288F4-8C82-4F82-8D99-16EEA303237F}" srcOrd="1" destOrd="0" presId="urn:microsoft.com/office/officeart/2005/8/layout/list1"/>
    <dgm:cxn modelId="{4558D3E3-20BA-4420-AFB1-CC59D1AF258F}" type="presParOf" srcId="{15D68BAD-8F6B-4827-9C01-3CDC1119B96E}" destId="{7B6CC6D5-221F-4BF1-B7B1-B453A24282C7}" srcOrd="1" destOrd="0" presId="urn:microsoft.com/office/officeart/2005/8/layout/list1"/>
    <dgm:cxn modelId="{611EEB52-F417-4618-A09D-BBFBA64DCC40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2A086-8C95-4C7A-9214-2EDCDBAAC303}">
      <dsp:nvSpPr>
        <dsp:cNvPr id="0" name=""/>
        <dsp:cNvSpPr/>
      </dsp:nvSpPr>
      <dsp:spPr>
        <a:xfrm>
          <a:off x="1551753" y="435117"/>
          <a:ext cx="5618578" cy="707878"/>
        </a:xfrm>
        <a:prstGeom prst="rightArrow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tint val="4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E423292-3AEB-4D68-9021-3E96D5261507}">
      <dsp:nvSpPr>
        <dsp:cNvPr id="0" name=""/>
        <dsp:cNvSpPr/>
      </dsp:nvSpPr>
      <dsp:spPr>
        <a:xfrm>
          <a:off x="0" y="0"/>
          <a:ext cx="7484436" cy="1340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glow rad="2286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GOST</a:t>
          </a:r>
          <a:r>
            <a:rPr lang="uz-Cyrl-UZ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b="1" i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34.12 – 201</a:t>
          </a:r>
          <a:r>
            <a:rPr lang="en-US" sz="2400" b="1" i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8</a:t>
          </a:r>
          <a:r>
            <a:rPr lang="ru-RU" sz="2400" b="1" i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endParaRPr lang="en-US" sz="2400" b="1" i="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Xalqaro</a:t>
          </a:r>
          <a:r>
            <a:rPr lang="en-US" sz="2400" b="1" i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r>
            <a:rPr lang="en-US" sz="2400" b="1" i="0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blokli</a:t>
          </a:r>
          <a:r>
            <a:rPr lang="en-US" sz="2400" b="1" i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r>
            <a:rPr lang="en-US" sz="2400" b="1" i="0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shifrlash</a:t>
          </a:r>
          <a:r>
            <a:rPr lang="en-US" sz="2400" b="1" i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 </a:t>
          </a:r>
          <a:r>
            <a:rPr lang="en-US" sz="2400" b="1" i="0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standarti</a:t>
          </a:r>
          <a:endParaRPr lang="ru-RU" sz="24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sp:txBody>
      <dsp:txXfrm>
        <a:off x="65414" y="65414"/>
        <a:ext cx="7353608" cy="1209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519575" y="562199"/>
          <a:ext cx="8714538" cy="428400"/>
        </a:xfrm>
        <a:prstGeom prst="rect">
          <a:avLst/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MAGMA SHIFRI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sz="16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1600" b="1" i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16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algoritmining</a:t>
          </a:r>
          <a:r>
            <a:rPr lang="en-US" sz="16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i-raund</a:t>
          </a:r>
          <a:r>
            <a:rPr lang="en-US" sz="16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sxemasi</a:t>
          </a:r>
          <a:r>
            <a:rPr lang="en-US" sz="16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)</a:t>
          </a:r>
        </a:p>
      </dsp:txBody>
      <dsp:txXfrm>
        <a:off x="497290" y="239731"/>
        <a:ext cx="8760573" cy="7123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671943" y="562199"/>
          <a:ext cx="8562077" cy="428400"/>
        </a:xfrm>
        <a:prstGeom prst="rect">
          <a:avLst/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519575" y="562199"/>
          <a:ext cx="8714538" cy="428400"/>
        </a:xfrm>
        <a:prstGeom prst="rect">
          <a:avLst/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609564" y="265505"/>
          <a:ext cx="8686835" cy="604800"/>
        </a:xfrm>
        <a:prstGeom prst="rect">
          <a:avLst/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82119"/>
          <a:ext cx="8837645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KUZNECHIK SHIFRI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sz="16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R 34.12-2015 </a:t>
          </a:r>
          <a:r>
            <a:rPr lang="en-US" sz="1600" b="1" i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standart</a:t>
          </a:r>
          <a:r>
            <a:rPr lang="en-US" sz="16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1600" b="1" i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i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</a:t>
          </a:r>
          <a:r>
            <a:rPr lang="en-US" sz="16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ru-RU" sz="16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3339" y="316704"/>
        <a:ext cx="8768475" cy="639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519575" y="562199"/>
          <a:ext cx="8714538" cy="428400"/>
        </a:xfrm>
        <a:prstGeom prst="rect">
          <a:avLst/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GOST 34.12-2018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595713" y="562199"/>
          <a:ext cx="8562077" cy="428400"/>
        </a:xfrm>
        <a:prstGeom prst="rect">
          <a:avLst/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800" b="1" kern="1200" dirty="0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b="1" kern="1200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800" b="1" kern="1200" dirty="0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800" b="1" kern="1200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800" b="1" kern="1200" dirty="0">
            <a:solidFill>
              <a:schemeClr val="tx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7290" y="239731"/>
        <a:ext cx="8760573" cy="7123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595713" y="562199"/>
          <a:ext cx="8562077" cy="428400"/>
        </a:xfrm>
        <a:prstGeom prst="rect">
          <a:avLst/>
        </a:prstGeom>
        <a:solidFill>
          <a:schemeClr val="lt1"/>
        </a:solidFill>
        <a:ln w="1905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kern="1200" dirty="0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kern="1200" dirty="0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>
              <a:solidFill>
                <a:schemeClr val="tx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kern="1200" dirty="0">
            <a:solidFill>
              <a:schemeClr val="tx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FB70100-3EB9-42EC-9C63-CF419013A8A1}" type="datetimeFigureOut">
              <a:rPr lang="ru-RU"/>
              <a:pPr>
                <a:defRPr/>
              </a:pPr>
              <a:t>18.04.2024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937DCAC-3A17-45BC-931B-30F5DEA5072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278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9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0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9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32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5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1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9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4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5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4291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33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0093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70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36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54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5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304800"/>
            <a:ext cx="8610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RADIOELEKTRON TIZIMLAR VA AXBOROT </a:t>
            </a:r>
            <a:r>
              <a:rPr lang="uz-Cyrl-UZ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ТЕХ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NOLOGIYALARI MARKAZI</a:t>
            </a:r>
            <a:endParaRPr lang="ru-RU" dirty="0"/>
          </a:p>
        </p:txBody>
      </p:sp>
      <p:sp>
        <p:nvSpPr>
          <p:cNvPr id="7" name="Rectangle 150"/>
          <p:cNvSpPr>
            <a:spLocks noChangeArrowheads="1"/>
          </p:cNvSpPr>
          <p:nvPr/>
        </p:nvSpPr>
        <p:spPr bwMode="auto">
          <a:xfrm>
            <a:off x="228600" y="685800"/>
            <a:ext cx="8643938" cy="4603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0" name="Text Box 154"/>
          <p:cNvSpPr txBox="1">
            <a:spLocks noChangeArrowheads="1"/>
          </p:cNvSpPr>
          <p:nvPr/>
        </p:nvSpPr>
        <p:spPr bwMode="auto">
          <a:xfrm>
            <a:off x="3886200" y="6215063"/>
            <a:ext cx="2057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Toshkent – 20</a:t>
            </a:r>
            <a:r>
              <a:rPr lang="uz-Cyrl-UZ" sz="20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24</a:t>
            </a:r>
            <a:endParaRPr lang="ru-RU" sz="2000" b="1" dirty="0">
              <a:solidFill>
                <a:schemeClr val="tx2">
                  <a:lumMod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14" name="Схема 13"/>
          <p:cNvGraphicFramePr/>
          <p:nvPr>
            <p:extLst>
              <p:ext uri="{D42A27DB-BD31-4B8C-83A1-F6EECF244321}">
                <p14:modId xmlns:p14="http://schemas.microsoft.com/office/powerpoint/2010/main" val="790593355"/>
              </p:ext>
            </p:extLst>
          </p:nvPr>
        </p:nvGraphicFramePr>
        <p:xfrm>
          <a:off x="806153" y="2438400"/>
          <a:ext cx="7488832" cy="1578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04800" y="1676400"/>
            <a:ext cx="838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42925" algn="just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GOST </a:t>
            </a:r>
            <a:r>
              <a:rPr lang="uz-Cyrl-UZ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34.12 – 2018 </a:t>
            </a:r>
            <a:r>
              <a:rPr lang="en-US" sz="2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standarti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Rossiya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Federatsiyasi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Xavfsizlik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Xizmatining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2015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yil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19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iyundagi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216-sonli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buyrug‘i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tasdiqlangan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2016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yil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yanvardan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kuchga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kiritilgan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GOST R 34.12-2015 </a:t>
            </a:r>
            <a:r>
              <a:rPr lang="en-US" sz="24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standart</a:t>
            </a: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shifrlash</a:t>
            </a: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algoritmiga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4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542925" algn="just"/>
            <a:r>
              <a:rPr lang="uz-Cyrl-UZ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17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04800" y="925592"/>
            <a:ext cx="838200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2925" algn="just">
              <a:spcAft>
                <a:spcPts val="1200"/>
              </a:spcAf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GOST R 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34.12-201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standarti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simmetrik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shifrlash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algoritmi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bo‘lib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blokli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shifrlashni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amalga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oshirish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mo‘ljallangan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algoritmlarni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o‘z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ichiga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 algn="just">
              <a:spcAft>
                <a:spcPts val="1200"/>
              </a:spcAft>
              <a:buAutoNum type="arabicParenR"/>
            </a:pP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64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bit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uzunlikda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bloklab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shifrlovchi</a:t>
            </a:r>
            <a:br>
              <a:rPr lang="uz-Cyrl-UZ" sz="2800" b="1" dirty="0">
                <a:latin typeface="Times New Roman" pitchFamily="18" charset="0"/>
                <a:cs typeface="Times New Roman" pitchFamily="18" charset="0"/>
              </a:rPr>
            </a:b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Magma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shifri</a:t>
            </a: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GOST 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28147-89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tarkibidagi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algoritm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spcAft>
                <a:spcPts val="1200"/>
              </a:spcAft>
              <a:buAutoNum type="arabicParenR"/>
            </a:pP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bitli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Kuznechik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shifri</a:t>
            </a: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spcAft>
                <a:spcPts val="1200"/>
              </a:spcAft>
            </a:pPr>
            <a:endParaRPr lang="uz-Cyrl-UZ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71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52400" y="228600"/>
            <a:ext cx="88392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981572812"/>
              </p:ext>
            </p:extLst>
          </p:nvPr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19100" y="5345113"/>
            <a:ext cx="8458200" cy="954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197" name="TextBox 7"/>
          <p:cNvSpPr txBox="1">
            <a:spLocks noChangeArrowheads="1"/>
          </p:cNvSpPr>
          <p:nvPr/>
        </p:nvSpPr>
        <p:spPr bwMode="auto">
          <a:xfrm>
            <a:off x="514350" y="5300663"/>
            <a:ext cx="81153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baseline="-25000" dirty="0"/>
              <a:t>i</a:t>
            </a:r>
            <a:r>
              <a:rPr lang="en-US" sz="1800" dirty="0"/>
              <a:t> 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holda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i-raundga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kuruvchi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qiymatning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chap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</a:t>
            </a:r>
            <a:r>
              <a:rPr lang="uz-Cyrl-UZ" sz="1800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ng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tomonlari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 –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Feystel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tarmog</a:t>
            </a:r>
            <a:r>
              <a:rPr lang="uz-Cyrl-UZ" sz="1800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funksiyasi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baseline="-25000" dirty="0"/>
              <a:t>i+1</a:t>
            </a:r>
            <a:r>
              <a:rPr lang="en-US" sz="1800" dirty="0"/>
              <a:t> ,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i+1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holda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i-raunddan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chiquvchi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qiymatning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chap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</a:t>
            </a:r>
            <a:r>
              <a:rPr lang="uz-Cyrl-UZ" sz="1800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ng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tomonlari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8" name="Рисунок 9" descr="C:\Users\Agent007\Desktop\gost28147-89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138238"/>
            <a:ext cx="5029200" cy="415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5810250" y="1138887"/>
            <a:ext cx="270509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Xarakteristikasi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365748" y="1621768"/>
            <a:ext cx="3578227" cy="2042449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64 bit;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maxfiy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256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kalitlari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32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raundlar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32 ta;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Feystel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tarmog’i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asoslangan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972174" y="3763444"/>
            <a:ext cx="249554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Akslantirishlari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5365747" y="4238184"/>
            <a:ext cx="3578227" cy="1051370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⊞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305300" y="3395133"/>
            <a:ext cx="533400" cy="334444"/>
          </a:xfrm>
          <a:prstGeom prst="rect">
            <a:avLst/>
          </a:prstGeom>
          <a:solidFill>
            <a:schemeClr val="bg1"/>
          </a:solidFill>
          <a:ln>
            <a:solidFill>
              <a:srgbClr val="F8FB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</a:t>
            </a:r>
            <a:endParaRPr lang="ru-RU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228600"/>
            <a:ext cx="87630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4053890032"/>
              </p:ext>
            </p:extLst>
          </p:nvPr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7200" y="1219200"/>
            <a:ext cx="8305800" cy="5181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1295400"/>
            <a:ext cx="8305800" cy="5017720"/>
          </a:xfrm>
          <a:prstGeom prst="rect">
            <a:avLst/>
          </a:prstGeom>
          <a:blipFill rotWithShape="0">
            <a:blip r:embed="rId7"/>
            <a:stretch>
              <a:fillRect l="-587" t="-365" r="-514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347120"/>
              </p:ext>
            </p:extLst>
          </p:nvPr>
        </p:nvGraphicFramePr>
        <p:xfrm>
          <a:off x="914395" y="3581400"/>
          <a:ext cx="7696212" cy="457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1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096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15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11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13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14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4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2819400" y="3591824"/>
            <a:ext cx="457200" cy="4467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228600"/>
            <a:ext cx="87630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674388395"/>
              </p:ext>
            </p:extLst>
          </p:nvPr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7200" y="1219200"/>
            <a:ext cx="8305800" cy="5181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600" y="1371600"/>
            <a:ext cx="7924800" cy="2779992"/>
          </a:xfrm>
          <a:prstGeom prst="rect">
            <a:avLst/>
          </a:prstGeom>
          <a:blipFill rotWithShape="0">
            <a:blip r:embed="rId7"/>
            <a:stretch>
              <a:fillRect l="-615" t="-1096" b="-2632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40890"/>
              </p:ext>
            </p:extLst>
          </p:nvPr>
        </p:nvGraphicFramePr>
        <p:xfrm>
          <a:off x="1524000" y="51816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Левая фигурная скобка 6"/>
          <p:cNvSpPr/>
          <p:nvPr/>
        </p:nvSpPr>
        <p:spPr>
          <a:xfrm rot="5400000">
            <a:off x="4428798" y="1990397"/>
            <a:ext cx="286404" cy="6096000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076700" y="4456392"/>
            <a:ext cx="9906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256 bit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549401" y="5850466"/>
            <a:ext cx="685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32 bit</a:t>
            </a:r>
            <a:endParaRPr lang="ru-RU" sz="1400" b="1" dirty="0">
              <a:solidFill>
                <a:schemeClr val="tx1"/>
              </a:solidFill>
            </a:endParaRPr>
          </a:p>
        </p:txBody>
      </p:sp>
      <p:sp>
        <p:nvSpPr>
          <p:cNvPr id="10" name="Левая фигурная скобка 9"/>
          <p:cNvSpPr/>
          <p:nvPr/>
        </p:nvSpPr>
        <p:spPr>
          <a:xfrm rot="16200000">
            <a:off x="1761798" y="5274001"/>
            <a:ext cx="286404" cy="762000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FF0000"/>
                </a:solidFill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79" name="Схема 78"/>
          <p:cNvGraphicFramePr/>
          <p:nvPr>
            <p:extLst>
              <p:ext uri="{D42A27DB-BD31-4B8C-83A1-F6EECF244321}">
                <p14:modId xmlns:p14="http://schemas.microsoft.com/office/powerpoint/2010/main" val="3858667738"/>
              </p:ext>
            </p:extLst>
          </p:nvPr>
        </p:nvGraphicFramePr>
        <p:xfrm>
          <a:off x="-304800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390" name="Рисунок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52525"/>
            <a:ext cx="3829050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4876800" y="1029415"/>
            <a:ext cx="3048000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Xarakteristikasi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133850" y="1542270"/>
            <a:ext cx="4712277" cy="2042449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128 bit;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maxfiy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256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kalitlari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128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raundlar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10 ta;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 </a:t>
            </a:r>
            <a:r>
              <a:rPr lang="en-US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tarmog’iga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asoslangan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006180" y="3719325"/>
            <a:ext cx="3223420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Foydalanilgan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akslantirishlari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140777" y="4231294"/>
            <a:ext cx="4705350" cy="2449874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– mod2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amali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bo’yicha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qo’shish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o’rniga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qo’yish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chiziqli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teskari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L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teskari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533400" y="1338263"/>
            <a:ext cx="8077200" cy="540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	S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chiziqsiz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hisoblanib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128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bitlik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qiymatni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128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bitlik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yangi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o’zgartiradi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almashtirish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massivdan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amalga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oshiriladi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	L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akslantirish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bo’lib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qisqa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masofada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maksimal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aralashtirish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(Maximum Distance Separate)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ya’ni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MDS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prinsipiga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asoslanadi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akslantirish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128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bitlik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ma’lumot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ustida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akslantirishni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ketma-ket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16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marta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bajarilishini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o’z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ichiga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 = R</a:t>
            </a:r>
            <a:r>
              <a:rPr lang="uz-Cyrl-UZ" b="1" baseline="30000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	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ko’phadlar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ustida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quyidagicha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amallar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bajariladi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ru-RU" sz="1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||…||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 = ℓ(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)||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||…||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9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yerda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ℓ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ifoda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quyidagicha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aniqlanadi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dirty="0">
                <a:latin typeface="Times New Roman" pitchFamily="18" charset="0"/>
                <a:cs typeface="Times New Roman" pitchFamily="18" charset="0"/>
              </a:rPr>
              <a:t>ℓ(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 =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148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133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194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192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dirty="0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+{251}∙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+{192}∙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+{194}∙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+{16}∙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+{133}∙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+{32}∙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{148}∙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) mod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bunda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(i ∈ 15…..0) 128 bitlik kirish blokining 16 ta 8 bitlik bloklarga bo’linishidan hosil bo’lgan i-blok. Har bir 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ni sonlarga ko’paytirish ko’phadlar algebrasi bo’yicha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4231500959"/>
              </p:ext>
            </p:extLst>
          </p:nvPr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533400" y="1666875"/>
            <a:ext cx="8077200" cy="3600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K=(k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,…,k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ajratiladi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Tx/>
              <a:buAutoNum type="arabicPeriod"/>
              <a:defRPr/>
            </a:pPr>
            <a:endParaRPr lang="ru-RU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||…||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uz-Cyrl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||…||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8(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- 1)+8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]…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8(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- 1)+1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2, 3, 4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L(i)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2, …, 32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uz-Cyrl-UZ" sz="1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LSX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uz-Cyrl-UZ" sz="1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⊕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cs typeface="Arial" panose="020B0604020202020204" pitchFamily="34" charset="0"/>
              </a:rPr>
              <a:t> </a:t>
            </a:r>
            <a:endParaRPr lang="ru-RU" dirty="0">
              <a:cs typeface="Arial" panose="020B0604020202020204" pitchFamily="34" charset="0"/>
            </a:endParaRP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958733135"/>
              </p:ext>
            </p:extLst>
          </p:nvPr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412912181"/>
              </p:ext>
            </p:extLst>
          </p:nvPr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461" name="Объект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457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5129</TotalTime>
  <Words>699</Words>
  <Application>Microsoft Office PowerPoint</Application>
  <PresentationFormat>Экран (4:3)</PresentationFormat>
  <Paragraphs>97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 3</vt:lpstr>
      <vt:lpstr>Грань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Erkin</dc:creator>
  <cp:lastModifiedBy>ФВЬШТ</cp:lastModifiedBy>
  <cp:revision>701</cp:revision>
  <dcterms:created xsi:type="dcterms:W3CDTF">2012-09-04T09:12:11Z</dcterms:created>
  <dcterms:modified xsi:type="dcterms:W3CDTF">2024-04-18T12:08:43Z</dcterms:modified>
</cp:coreProperties>
</file>