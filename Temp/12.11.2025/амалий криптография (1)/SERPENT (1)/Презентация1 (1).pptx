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F7F"/>
    <a:srgbClr val="9DFF7F"/>
    <a:srgbClr val="080D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68" d="100"/>
          <a:sy n="68" d="100"/>
        </p:scale>
        <p:origin x="608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3AA42E-2585-40A7-A192-7D6DA1BCE76C}" type="datetimeFigureOut">
              <a:rPr lang="ru-RU" smtClean="0"/>
              <a:t>16.05.2024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40167A-E618-492A-BE50-C9D5B385EF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4787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488EB1-5B23-CFC5-A6D2-B1DF682910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1F6AE41-45EC-F22E-83A8-612353B7F9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8858C5-E520-34D9-71A0-42A494946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CC0D6-A8A8-47B2-9B53-A12A7AC787BE}" type="datetimeFigureOut">
              <a:rPr lang="ru-RU" smtClean="0"/>
              <a:t>16.05.2024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307130-7D22-58DB-07B9-336A4B2D4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940D55-054E-A91B-043D-B991C754E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E3E72-1E92-48F3-B533-1482343D4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3161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79FC7D-A406-8310-9B6C-F843C28F9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3105A0-E9AF-804F-AB05-987C95070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F7996FE-1CD4-CCBB-3A95-913C9BDB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CC0D6-A8A8-47B2-9B53-A12A7AC787BE}" type="datetimeFigureOut">
              <a:rPr lang="ru-RU" smtClean="0"/>
              <a:t>16.05.2024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3D5403F-F3DE-6F19-77A6-14E9336B1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313AB5-41FA-FE31-8568-4C73AC5C3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E3E72-1E92-48F3-B533-1482343D4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4075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A1AC03-5F9F-413A-8F1C-77EEEC02D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9216D83-493E-6F4A-AA65-64B25836B0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D0A2CCE-B496-D551-D5A4-4E6047627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CC0D6-A8A8-47B2-9B53-A12A7AC787BE}" type="datetimeFigureOut">
              <a:rPr lang="ru-RU" smtClean="0"/>
              <a:t>16.05.2024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FC8E23-8EFD-86F0-E712-89CE2868F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D11669-CD40-05E3-73A8-259BF9F5B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E3E72-1E92-48F3-B533-1482343D4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555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F388F5-5EB8-4989-7A70-774278D17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030A8E-71BF-F7CC-D837-66362C6CFC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402B57D-AEBE-1DD0-8A4A-8C7DE09AE0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AFBA073-57C1-9278-E4B4-0FE7CD953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CC0D6-A8A8-47B2-9B53-A12A7AC787BE}" type="datetimeFigureOut">
              <a:rPr lang="ru-RU" smtClean="0"/>
              <a:t>16.05.2024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1DD9869-3815-79C7-15E7-137E41DAB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6E0CFF8-322A-E07B-9165-5413E3A7D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E3E72-1E92-48F3-B533-1482343D4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2121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8A600D-CA2A-8857-2DD1-3C4E97D5E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E936066-CA3D-2223-52AD-933F4E09B3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2F6AB0E-3175-1C83-BCA0-E4C5CED818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99F11F5-771B-5C0B-5B61-21C5A3BEF0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ECAA22B-7B5B-4DEC-0A32-DF09B79E26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78F57E0-EED5-49E3-5614-B70C4DA09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CC0D6-A8A8-47B2-9B53-A12A7AC787BE}" type="datetimeFigureOut">
              <a:rPr lang="ru-RU" smtClean="0"/>
              <a:t>16.05.2024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97668DA-47ED-396A-1941-E45F44BB6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4F91BEA-DD64-CACA-81F1-A7FDFE123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E3E72-1E92-48F3-B533-1482343D4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160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075F63-E70E-3E27-7246-167F65286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8250180-2DAE-4344-7221-198BA8742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CC0D6-A8A8-47B2-9B53-A12A7AC787BE}" type="datetimeFigureOut">
              <a:rPr lang="ru-RU" smtClean="0"/>
              <a:t>16.05.2024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0F157CB-822C-358B-0B2A-1A6D846F8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05F5EA7-39B7-F9EB-9C81-6FD62203C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E3E72-1E92-48F3-B533-1482343D4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2299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DA74838-7F52-721B-8A70-528AD9849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CC0D6-A8A8-47B2-9B53-A12A7AC787BE}" type="datetimeFigureOut">
              <a:rPr lang="ru-RU" smtClean="0"/>
              <a:t>16.05.2024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56F57A0-56F2-1205-B01C-3A1C59246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84277CC-99E9-A97C-68E2-697772B3B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E3E72-1E92-48F3-B533-1482343D4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094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0E96EB-A394-3050-3CCD-28C71AF85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FDCC11-F51E-AC2D-5DB9-83997D7B6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D253EE1-09F8-0817-EEE9-404D377080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BB3A451-FCEC-9DE2-F4E6-2A34432CB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CC0D6-A8A8-47B2-9B53-A12A7AC787BE}" type="datetimeFigureOut">
              <a:rPr lang="ru-RU" smtClean="0"/>
              <a:t>16.05.2024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3C3E243-3496-9A16-2B89-54AEBD08C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4FCFC45-8D0F-5DCF-890E-DCE6900F2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E3E72-1E92-48F3-B533-1482343D4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2007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F6B0C2-589A-4C2E-B7CC-FE2C54463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D6C8467-8EE7-BCEF-8FA5-B273716E46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033080B-52BB-0745-03FD-A60DB7075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DB2E2DB-E72E-0AF6-08D7-1810D560C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CC0D6-A8A8-47B2-9B53-A12A7AC787BE}" type="datetimeFigureOut">
              <a:rPr lang="ru-RU" smtClean="0"/>
              <a:t>16.05.2024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B51901B-751B-FCA4-96C3-AFAC5CA06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621F81-5241-68E2-91C2-B0CDF1FDC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E3E72-1E92-48F3-B533-1482343D4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7182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0670BD-6E3B-7A14-766A-F2744C4EE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B75339A-5B0B-A293-2E0A-AA64707BB5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57A0D9-8E1D-5F13-F680-372D8AECD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CC0D6-A8A8-47B2-9B53-A12A7AC787BE}" type="datetimeFigureOut">
              <a:rPr lang="ru-RU" smtClean="0"/>
              <a:t>16.05.2024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593279-D95F-4B7D-EFB9-CE0BFA1C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81FA3B-EED0-37B5-E09A-2583F0EDB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E3E72-1E92-48F3-B533-1482343D4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7786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B7B1E58-12A2-5120-FC6C-0623D0DE24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52A1CA6-2B52-42BA-130C-69C328735A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5ACE85-0FC2-B1B2-7875-F15BC197E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CC0D6-A8A8-47B2-9B53-A12A7AC787BE}" type="datetimeFigureOut">
              <a:rPr lang="ru-RU" smtClean="0"/>
              <a:t>16.05.2024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9ED249-B6ED-22AA-A1F3-4E9A3FCD1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A7BD25-EDE0-6953-99ED-5CBF028B6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E3E72-1E92-48F3-B533-1482343D4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5075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0D11AE-E7A5-434F-C4F8-4E900E885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B93E5D8-651C-F766-30D6-1C59A88507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042D55-A995-139F-5C44-647FA94A30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DCC0D6-A8A8-47B2-9B53-A12A7AC787BE}" type="datetimeFigureOut">
              <a:rPr lang="ru-RU" smtClean="0"/>
              <a:t>16.05.2024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BEB3BE-26A1-9043-998D-2B1453D814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3A5B57-951E-1A0A-DB33-5E85991AC6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DE3E72-1E92-48F3-B533-1482343D4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5319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A95FA30-BDB5-37F8-EA8B-1149BF6E2772}"/>
              </a:ext>
            </a:extLst>
          </p:cNvPr>
          <p:cNvSpPr txBox="1">
            <a:spLocks noChangeArrowheads="1"/>
          </p:cNvSpPr>
          <p:nvPr/>
        </p:nvSpPr>
        <p:spPr>
          <a:xfrm>
            <a:off x="262982" y="1169141"/>
            <a:ext cx="8715436" cy="549117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360363" algn="just">
              <a:lnSpc>
                <a:spcPct val="80000"/>
              </a:lnSpc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Чизиқли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акслантириш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32-битли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сўз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қуйидагича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акслантирилади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360363" algn="just">
              <a:lnSpc>
                <a:spcPct val="80000"/>
              </a:lnSpc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360363" algn="just">
              <a:lnSpc>
                <a:spcPct val="80000"/>
              </a:lnSpc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360363" algn="just">
              <a:lnSpc>
                <a:spcPct val="80000"/>
              </a:lnSpc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360363" algn="just">
              <a:lnSpc>
                <a:spcPct val="80000"/>
              </a:lnSpc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360363" algn="just">
              <a:lnSpc>
                <a:spcPct val="80000"/>
              </a:lnSpc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360363" algn="just">
              <a:lnSpc>
                <a:spcPct val="80000"/>
              </a:lnSpc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360363" algn="just">
              <a:lnSpc>
                <a:spcPct val="80000"/>
              </a:lnSpc>
            </a:pPr>
            <a:endParaRPr lang="uz-Cyrl-U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360363" algn="just">
              <a:lnSpc>
                <a:spcPct val="80000"/>
              </a:lnSpc>
            </a:pPr>
            <a:endParaRPr lang="ru-RU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360363" algn="just">
              <a:lnSpc>
                <a:spcPct val="80000"/>
              </a:lnSpc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360363" algn="just">
              <a:lnSpc>
                <a:spcPct val="80000"/>
              </a:lnSpc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360363" algn="just">
              <a:lnSpc>
                <a:spcPct val="80000"/>
              </a:lnSpc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360363" algn="just">
              <a:lnSpc>
                <a:spcPct val="80000"/>
              </a:lnSpc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360363" algn="just">
              <a:lnSpc>
                <a:spcPct val="80000"/>
              </a:lnSpc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360363" algn="just">
              <a:lnSpc>
                <a:spcPct val="80000"/>
              </a:lnSpc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360363" algn="just">
              <a:lnSpc>
                <a:spcPct val="80000"/>
              </a:lnSpc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360363" algn="just">
              <a:lnSpc>
                <a:spcPct val="80000"/>
              </a:lnSpc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360363" algn="just">
              <a:lnSpc>
                <a:spcPct val="8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Бу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ерда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&lt;&lt;&lt;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битли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циклик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суриш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эса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битли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суриш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Охирги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раундда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ушбу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чизиқли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акслантириш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қўшимча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калитни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қўшиш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билан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алмаштирилади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1" indent="360363" algn="just">
              <a:lnSpc>
                <a:spcPct val="80000"/>
              </a:lnSpc>
            </a:pPr>
            <a:endParaRPr lang="ru-RU" dirty="0"/>
          </a:p>
          <a:p>
            <a:pPr marL="0" lvl="1" indent="360363" algn="just">
              <a:lnSpc>
                <a:spcPct val="80000"/>
              </a:lnSpc>
            </a:pPr>
            <a:endParaRPr lang="ru-RU" dirty="0"/>
          </a:p>
          <a:p>
            <a:pPr marL="0" lvl="1" indent="360363" algn="just">
              <a:lnSpc>
                <a:spcPct val="80000"/>
              </a:lnSpc>
            </a:pPr>
            <a:endParaRPr lang="ru-RU" dirty="0"/>
          </a:p>
          <a:p>
            <a:pPr marL="0" lvl="1" indent="360363" algn="just">
              <a:lnSpc>
                <a:spcPct val="80000"/>
              </a:lnSpc>
            </a:pPr>
            <a:endParaRPr lang="ru-RU" dirty="0"/>
          </a:p>
          <a:p>
            <a:pPr marL="0" lvl="1" indent="360363" algn="just">
              <a:lnSpc>
                <a:spcPct val="80000"/>
              </a:lnSpc>
            </a:pPr>
            <a:r>
              <a:rPr lang="ru-RU" dirty="0">
                <a:solidFill>
                  <a:schemeClr val="tx2"/>
                </a:solidFill>
              </a:rPr>
              <a:t>ё</a:t>
            </a: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2EB24F2-C0A1-F8F1-CA18-069773193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273" y="1678054"/>
            <a:ext cx="4038730" cy="367420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8B374A5-3439-6DE9-EC0E-D9A555F11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096" y="6172202"/>
            <a:ext cx="3228282" cy="356749"/>
          </a:xfrm>
          <a:prstGeom prst="rect">
            <a:avLst/>
          </a:prstGeom>
        </p:spPr>
      </p:pic>
      <p:sp>
        <p:nvSpPr>
          <p:cNvPr id="7" name="Скругленный прямоугольник 7">
            <a:extLst>
              <a:ext uri="{FF2B5EF4-FFF2-40B4-BE49-F238E27FC236}">
                <a16:creationId xmlns:a16="http://schemas.microsoft.com/office/drawing/2014/main" id="{2545BFE2-A4D3-A3DE-8ECD-2CA3B7043F7B}"/>
              </a:ext>
            </a:extLst>
          </p:cNvPr>
          <p:cNvSpPr/>
          <p:nvPr/>
        </p:nvSpPr>
        <p:spPr>
          <a:xfrm>
            <a:off x="914400" y="140753"/>
            <a:ext cx="7636404" cy="656967"/>
          </a:xfrm>
          <a:prstGeom prst="round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Тескари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чизиқли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акслантириш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ILT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5E6F1014-169D-68C7-22F9-F0A2059718CA}"/>
              </a:ext>
            </a:extLst>
          </p:cNvPr>
          <p:cNvGrpSpPr/>
          <p:nvPr/>
        </p:nvGrpSpPr>
        <p:grpSpPr>
          <a:xfrm>
            <a:off x="6461520" y="963880"/>
            <a:ext cx="2758380" cy="3470660"/>
            <a:chOff x="5165094" y="1068655"/>
            <a:chExt cx="2758380" cy="3470660"/>
          </a:xfrm>
          <a:solidFill>
            <a:srgbClr val="080D06"/>
          </a:solidFill>
        </p:grpSpPr>
        <p:grpSp>
          <p:nvGrpSpPr>
            <p:cNvPr id="25" name="Группа 24">
              <a:extLst>
                <a:ext uri="{FF2B5EF4-FFF2-40B4-BE49-F238E27FC236}">
                  <a16:creationId xmlns:a16="http://schemas.microsoft.com/office/drawing/2014/main" id="{670841F1-FECE-12A8-B1C7-85AE397025F2}"/>
                </a:ext>
              </a:extLst>
            </p:cNvPr>
            <p:cNvGrpSpPr/>
            <p:nvPr/>
          </p:nvGrpSpPr>
          <p:grpSpPr>
            <a:xfrm>
              <a:off x="5165094" y="1068655"/>
              <a:ext cx="2758380" cy="3456628"/>
              <a:chOff x="5207428" y="1650426"/>
              <a:chExt cx="2758380" cy="3456628"/>
            </a:xfrm>
            <a:grpFill/>
          </p:grpSpPr>
          <p:grpSp>
            <p:nvGrpSpPr>
              <p:cNvPr id="22" name="Группа 21">
                <a:extLst>
                  <a:ext uri="{FF2B5EF4-FFF2-40B4-BE49-F238E27FC236}">
                    <a16:creationId xmlns:a16="http://schemas.microsoft.com/office/drawing/2014/main" id="{A1C1989E-6030-C163-5D75-7D3D77E142BF}"/>
                  </a:ext>
                </a:extLst>
              </p:cNvPr>
              <p:cNvGrpSpPr/>
              <p:nvPr/>
            </p:nvGrpSpPr>
            <p:grpSpPr>
              <a:xfrm>
                <a:off x="5207428" y="1650426"/>
                <a:ext cx="2758380" cy="3456628"/>
                <a:chOff x="5210603" y="1650426"/>
                <a:chExt cx="2758380" cy="3456628"/>
              </a:xfrm>
              <a:grpFill/>
            </p:grpSpPr>
            <p:grpSp>
              <p:nvGrpSpPr>
                <p:cNvPr id="18" name="Группа 17">
                  <a:extLst>
                    <a:ext uri="{FF2B5EF4-FFF2-40B4-BE49-F238E27FC236}">
                      <a16:creationId xmlns:a16="http://schemas.microsoft.com/office/drawing/2014/main" id="{4E8A2422-777D-80EE-D72A-1174A71CC7F6}"/>
                    </a:ext>
                  </a:extLst>
                </p:cNvPr>
                <p:cNvGrpSpPr/>
                <p:nvPr/>
              </p:nvGrpSpPr>
              <p:grpSpPr>
                <a:xfrm>
                  <a:off x="5210603" y="1650426"/>
                  <a:ext cx="2758380" cy="3456628"/>
                  <a:chOff x="5210603" y="1650426"/>
                  <a:chExt cx="2758380" cy="3456628"/>
                </a:xfrm>
                <a:grpFill/>
              </p:grpSpPr>
              <p:grpSp>
                <p:nvGrpSpPr>
                  <p:cNvPr id="15" name="Группа 14">
                    <a:extLst>
                      <a:ext uri="{FF2B5EF4-FFF2-40B4-BE49-F238E27FC236}">
                        <a16:creationId xmlns:a16="http://schemas.microsoft.com/office/drawing/2014/main" id="{38E98800-79A9-0C4D-5472-835C48317727}"/>
                      </a:ext>
                    </a:extLst>
                  </p:cNvPr>
                  <p:cNvGrpSpPr/>
                  <p:nvPr/>
                </p:nvGrpSpPr>
                <p:grpSpPr>
                  <a:xfrm>
                    <a:off x="5210603" y="1650426"/>
                    <a:ext cx="2758380" cy="3456628"/>
                    <a:chOff x="5334000" y="1600200"/>
                    <a:chExt cx="2758380" cy="3456628"/>
                  </a:xfrm>
                  <a:grpFill/>
                </p:grpSpPr>
                <p:grpSp>
                  <p:nvGrpSpPr>
                    <p:cNvPr id="9" name="Группа 8">
                      <a:extLst>
                        <a:ext uri="{FF2B5EF4-FFF2-40B4-BE49-F238E27FC236}">
                          <a16:creationId xmlns:a16="http://schemas.microsoft.com/office/drawing/2014/main" id="{995559D4-A301-A73C-0FD9-F3FC2F1A191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334000" y="1600200"/>
                      <a:ext cx="2758380" cy="3456628"/>
                      <a:chOff x="5334000" y="1676400"/>
                      <a:chExt cx="2758380" cy="3456628"/>
                    </a:xfrm>
                    <a:grpFill/>
                  </p:grpSpPr>
                  <p:pic>
                    <p:nvPicPr>
                      <p:cNvPr id="10" name="Рисунок 9">
                        <a:extLst>
                          <a:ext uri="{FF2B5EF4-FFF2-40B4-BE49-F238E27FC236}">
                            <a16:creationId xmlns:a16="http://schemas.microsoft.com/office/drawing/2014/main" id="{1D0A9E42-9E64-B1EF-2D23-383241ABF4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 flipV="1">
                        <a:off x="5410200" y="1704028"/>
                        <a:ext cx="2682180" cy="3429000"/>
                      </a:xfrm>
                      <a:prstGeom prst="rect">
                        <a:avLst/>
                      </a:prstGeom>
                      <a:grp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  <p:grpSp>
                    <p:nvGrpSpPr>
                      <p:cNvPr id="11" name="Группа 10">
                        <a:extLst>
                          <a:ext uri="{FF2B5EF4-FFF2-40B4-BE49-F238E27FC236}">
                            <a16:creationId xmlns:a16="http://schemas.microsoft.com/office/drawing/2014/main" id="{F51460E7-08FE-CA9A-ABE1-7A167F51BB4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334000" y="1676400"/>
                        <a:ext cx="2758380" cy="885507"/>
                        <a:chOff x="5334000" y="1676400"/>
                        <a:chExt cx="2758380" cy="885507"/>
                      </a:xfrm>
                      <a:grpFill/>
                    </p:grpSpPr>
                    <p:pic>
                      <p:nvPicPr>
                        <p:cNvPr id="12" name="Рисунок 11">
                          <a:extLst>
                            <a:ext uri="{FF2B5EF4-FFF2-40B4-BE49-F238E27FC236}">
                              <a16:creationId xmlns:a16="http://schemas.microsoft.com/office/drawing/2014/main" id="{C931D4C8-7D58-0B6F-DD51-12AB3BA9663F}"/>
                            </a:ext>
                          </a:extLst>
                        </p:cNvPr>
                        <p:cNvPicPr/>
                        <p:nvPr/>
                      </p:nvPicPr>
                      <p:blipFill rotWithShape="1">
                        <a:blip r:embed="rId4"/>
                        <a:srcRect b="94750"/>
                        <a:stretch/>
                      </p:blipFill>
                      <p:spPr bwMode="auto">
                        <a:xfrm>
                          <a:off x="5410200" y="1676400"/>
                          <a:ext cx="2682180" cy="200972"/>
                        </a:xfrm>
                        <a:prstGeom prst="rect">
                          <a:avLst/>
                        </a:prstGeom>
                        <a:grpFill/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</p:pic>
                    <p:pic>
                      <p:nvPicPr>
                        <p:cNvPr id="13" name="Рисунок 12">
                          <a:extLst>
                            <a:ext uri="{FF2B5EF4-FFF2-40B4-BE49-F238E27FC236}">
                              <a16:creationId xmlns:a16="http://schemas.microsoft.com/office/drawing/2014/main" id="{24D7C589-4D19-E1D2-C9E8-710F5E52E5D4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334000" y="2289189"/>
                          <a:ext cx="685800" cy="272718"/>
                        </a:xfrm>
                        <a:prstGeom prst="rect">
                          <a:avLst/>
                        </a:prstGeom>
                        <a:grpFill/>
                      </p:spPr>
                    </p:pic>
                  </p:grpSp>
                </p:grpSp>
                <p:pic>
                  <p:nvPicPr>
                    <p:cNvPr id="14" name="Рисунок 13">
                      <a:extLst>
                        <a:ext uri="{FF2B5EF4-FFF2-40B4-BE49-F238E27FC236}">
                          <a16:creationId xmlns:a16="http://schemas.microsoft.com/office/drawing/2014/main" id="{9A62B128-B3B6-AFA8-0FDD-9EFC2057FC7D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5361093" y="4396651"/>
                      <a:ext cx="627116" cy="260290"/>
                    </a:xfrm>
                    <a:prstGeom prst="rect">
                      <a:avLst/>
                    </a:prstGeom>
                    <a:grpFill/>
                  </p:spPr>
                </p:pic>
              </p:grpSp>
              <p:pic>
                <p:nvPicPr>
                  <p:cNvPr id="17" name="Рисунок 16">
                    <a:extLst>
                      <a:ext uri="{FF2B5EF4-FFF2-40B4-BE49-F238E27FC236}">
                        <a16:creationId xmlns:a16="http://schemas.microsoft.com/office/drawing/2014/main" id="{6A89F3FF-0566-B67E-EC78-D3EB9497B9A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5970227" y="3298854"/>
                    <a:ext cx="605924" cy="260291"/>
                  </a:xfrm>
                  <a:prstGeom prst="rect">
                    <a:avLst/>
                  </a:prstGeom>
                  <a:grpFill/>
                </p:spPr>
              </p:pic>
            </p:grpSp>
            <p:pic>
              <p:nvPicPr>
                <p:cNvPr id="21" name="Рисунок 20">
                  <a:extLst>
                    <a:ext uri="{FF2B5EF4-FFF2-40B4-BE49-F238E27FC236}">
                      <a16:creationId xmlns:a16="http://schemas.microsoft.com/office/drawing/2014/main" id="{49A2D0FF-BA27-FB64-AF7D-34B699D16B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8"/>
                <a:srcRect t="13001" b="12937"/>
                <a:stretch/>
              </p:blipFill>
              <p:spPr>
                <a:xfrm>
                  <a:off x="6316551" y="2528093"/>
                  <a:ext cx="559750" cy="181769"/>
                </a:xfrm>
                <a:prstGeom prst="rect">
                  <a:avLst/>
                </a:prstGeom>
                <a:grpFill/>
              </p:spPr>
            </p:pic>
          </p:grpSp>
          <p:pic>
            <p:nvPicPr>
              <p:cNvPr id="24" name="Рисунок 23">
                <a:extLst>
                  <a:ext uri="{FF2B5EF4-FFF2-40B4-BE49-F238E27FC236}">
                    <a16:creationId xmlns:a16="http://schemas.microsoft.com/office/drawing/2014/main" id="{61F06380-38E1-B062-C7DD-ABE634B166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329285" y="3621881"/>
                <a:ext cx="562054" cy="219106"/>
              </a:xfrm>
              <a:prstGeom prst="rect">
                <a:avLst/>
              </a:prstGeom>
              <a:grpFill/>
            </p:spPr>
          </p:pic>
        </p:grpSp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68E44DE5-2224-1D03-FA4D-744F5C3845F7}"/>
                </a:ext>
              </a:extLst>
            </p:cNvPr>
            <p:cNvPicPr/>
            <p:nvPr/>
          </p:nvPicPr>
          <p:blipFill rotWithShape="1">
            <a:blip r:embed="rId4"/>
            <a:srcRect t="93967"/>
            <a:stretch/>
          </p:blipFill>
          <p:spPr bwMode="auto">
            <a:xfrm>
              <a:off x="5241294" y="4332456"/>
              <a:ext cx="2682180" cy="206859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100EEC66-179E-452E-EA2B-B61D62295415}"/>
              </a:ext>
            </a:extLst>
          </p:cNvPr>
          <p:cNvSpPr/>
          <p:nvPr/>
        </p:nvSpPr>
        <p:spPr>
          <a:xfrm>
            <a:off x="6479243" y="3799050"/>
            <a:ext cx="652202" cy="231109"/>
          </a:xfrm>
          <a:prstGeom prst="rect">
            <a:avLst/>
          </a:prstGeom>
          <a:solidFill>
            <a:srgbClr val="9DFF7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en-US" sz="1400" b="1" dirty="0">
                <a:solidFill>
                  <a:schemeClr val="tx1"/>
                </a:solidFill>
                <a:latin typeface="+mj-lt"/>
              </a:rPr>
              <a:t>&gt; &gt; &gt;</a:t>
            </a:r>
            <a:endParaRPr lang="ru-RU" sz="1400" b="1" baseline="-25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662B6430-6181-D49B-F213-60658FA7ADF9}"/>
              </a:ext>
            </a:extLst>
          </p:cNvPr>
          <p:cNvSpPr/>
          <p:nvPr/>
        </p:nvSpPr>
        <p:spPr>
          <a:xfrm>
            <a:off x="7935491" y="1265967"/>
            <a:ext cx="652202" cy="231109"/>
          </a:xfrm>
          <a:prstGeom prst="rect">
            <a:avLst/>
          </a:prstGeom>
          <a:solidFill>
            <a:srgbClr val="9DFF7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r>
              <a:rPr lang="en-US" sz="1400" b="1" dirty="0">
                <a:solidFill>
                  <a:schemeClr val="tx1"/>
                </a:solidFill>
                <a:latin typeface="+mj-lt"/>
              </a:rPr>
              <a:t>&gt; &gt; &gt;</a:t>
            </a:r>
            <a:endParaRPr lang="ru-RU" sz="1400" b="1" baseline="-25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AA23CC8E-0341-BC8D-8C15-D199D272848A}"/>
              </a:ext>
            </a:extLst>
          </p:cNvPr>
          <p:cNvSpPr/>
          <p:nvPr/>
        </p:nvSpPr>
        <p:spPr>
          <a:xfrm>
            <a:off x="7198005" y="2596923"/>
            <a:ext cx="652202" cy="231109"/>
          </a:xfrm>
          <a:prstGeom prst="rect">
            <a:avLst/>
          </a:prstGeom>
          <a:solidFill>
            <a:srgbClr val="9DFF7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400" b="1" dirty="0">
                <a:solidFill>
                  <a:schemeClr val="tx1"/>
                </a:solidFill>
                <a:latin typeface="+mj-lt"/>
              </a:rPr>
              <a:t>&gt; &gt; &gt;</a:t>
            </a:r>
            <a:endParaRPr lang="ru-RU" sz="1400" b="1" baseline="-25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52D870B4-8951-3BA7-91B0-AFCB2CDFD124}"/>
              </a:ext>
            </a:extLst>
          </p:cNvPr>
          <p:cNvSpPr/>
          <p:nvPr/>
        </p:nvSpPr>
        <p:spPr>
          <a:xfrm>
            <a:off x="8642205" y="2641490"/>
            <a:ext cx="652202" cy="231109"/>
          </a:xfrm>
          <a:prstGeom prst="rect">
            <a:avLst/>
          </a:prstGeom>
          <a:solidFill>
            <a:srgbClr val="9DFF7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sz="1400" b="1" dirty="0">
                <a:solidFill>
                  <a:schemeClr val="tx1"/>
                </a:solidFill>
                <a:latin typeface="+mj-lt"/>
              </a:rPr>
              <a:t>&gt; &gt; &gt;</a:t>
            </a:r>
            <a:endParaRPr lang="ru-RU" sz="1400" b="1" baseline="-25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E780E52F-584A-A8C0-BD02-840260C7AD19}"/>
              </a:ext>
            </a:extLst>
          </p:cNvPr>
          <p:cNvSpPr/>
          <p:nvPr/>
        </p:nvSpPr>
        <p:spPr>
          <a:xfrm>
            <a:off x="7931837" y="3789512"/>
            <a:ext cx="652202" cy="231109"/>
          </a:xfrm>
          <a:prstGeom prst="rect">
            <a:avLst/>
          </a:prstGeom>
          <a:solidFill>
            <a:srgbClr val="9DFF7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400" b="1" dirty="0">
                <a:solidFill>
                  <a:schemeClr val="tx1"/>
                </a:solidFill>
                <a:latin typeface="+mj-lt"/>
              </a:rPr>
              <a:t>&gt; &gt; &gt;</a:t>
            </a:r>
            <a:endParaRPr lang="ru-RU" sz="1400" b="1" baseline="-25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34FBA943-7C4C-897D-B302-A7DDD6B47B21}"/>
              </a:ext>
            </a:extLst>
          </p:cNvPr>
          <p:cNvSpPr/>
          <p:nvPr/>
        </p:nvSpPr>
        <p:spPr>
          <a:xfrm>
            <a:off x="6467175" y="1610437"/>
            <a:ext cx="652202" cy="231109"/>
          </a:xfrm>
          <a:prstGeom prst="rect">
            <a:avLst/>
          </a:prstGeom>
          <a:solidFill>
            <a:srgbClr val="9DFF7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1400" b="1" dirty="0">
                <a:solidFill>
                  <a:schemeClr val="tx1"/>
                </a:solidFill>
                <a:latin typeface="+mj-lt"/>
              </a:rPr>
              <a:t>&gt; &gt; &gt;</a:t>
            </a:r>
            <a:endParaRPr lang="ru-RU" sz="1400" b="1" baseline="-25000" dirty="0">
              <a:solidFill>
                <a:schemeClr val="tx1"/>
              </a:solidFill>
              <a:latin typeface="+mj-lt"/>
            </a:endParaRPr>
          </a:p>
        </p:txBody>
      </p:sp>
      <p:grpSp>
        <p:nvGrpSpPr>
          <p:cNvPr id="67" name="Группа 66">
            <a:extLst>
              <a:ext uri="{FF2B5EF4-FFF2-40B4-BE49-F238E27FC236}">
                <a16:creationId xmlns:a16="http://schemas.microsoft.com/office/drawing/2014/main" id="{8C5F699E-EB17-1CE0-6FAC-F94CCA6BBE81}"/>
              </a:ext>
            </a:extLst>
          </p:cNvPr>
          <p:cNvGrpSpPr/>
          <p:nvPr/>
        </p:nvGrpSpPr>
        <p:grpSpPr>
          <a:xfrm>
            <a:off x="6541907" y="961370"/>
            <a:ext cx="502737" cy="188412"/>
            <a:chOff x="6541907" y="961370"/>
            <a:chExt cx="502737" cy="188412"/>
          </a:xfrm>
        </p:grpSpPr>
        <p:sp>
          <p:nvSpPr>
            <p:cNvPr id="63" name="Прямоугольник 62">
              <a:extLst>
                <a:ext uri="{FF2B5EF4-FFF2-40B4-BE49-F238E27FC236}">
                  <a16:creationId xmlns:a16="http://schemas.microsoft.com/office/drawing/2014/main" id="{4A307102-0751-5B1E-FBDF-0F4977B096B7}"/>
                </a:ext>
              </a:extLst>
            </p:cNvPr>
            <p:cNvSpPr/>
            <p:nvPr/>
          </p:nvSpPr>
          <p:spPr>
            <a:xfrm>
              <a:off x="6541907" y="961370"/>
              <a:ext cx="502737" cy="188412"/>
            </a:xfrm>
            <a:prstGeom prst="rect">
              <a:avLst/>
            </a:prstGeom>
            <a:solidFill>
              <a:srgbClr val="FFEF7F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ru-RU" sz="16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65" name="Рисунок 64">
              <a:extLst>
                <a:ext uri="{FF2B5EF4-FFF2-40B4-BE49-F238E27FC236}">
                  <a16:creationId xmlns:a16="http://schemas.microsoft.com/office/drawing/2014/main" id="{0B3A7492-70A8-81CE-D7C8-C0FD5BDEB3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695881" y="967485"/>
              <a:ext cx="212580" cy="173929"/>
            </a:xfrm>
            <a:prstGeom prst="rect">
              <a:avLst/>
            </a:prstGeom>
          </p:spPr>
        </p:pic>
      </p:grpSp>
      <p:grpSp>
        <p:nvGrpSpPr>
          <p:cNvPr id="68" name="Группа 67">
            <a:extLst>
              <a:ext uri="{FF2B5EF4-FFF2-40B4-BE49-F238E27FC236}">
                <a16:creationId xmlns:a16="http://schemas.microsoft.com/office/drawing/2014/main" id="{AC0C9615-3240-2AF1-6EC9-F609AE59587A}"/>
              </a:ext>
            </a:extLst>
          </p:cNvPr>
          <p:cNvGrpSpPr/>
          <p:nvPr/>
        </p:nvGrpSpPr>
        <p:grpSpPr>
          <a:xfrm>
            <a:off x="6541907" y="4265487"/>
            <a:ext cx="502737" cy="188412"/>
            <a:chOff x="6541907" y="961370"/>
            <a:chExt cx="502737" cy="188412"/>
          </a:xfrm>
        </p:grpSpPr>
        <p:sp>
          <p:nvSpPr>
            <p:cNvPr id="69" name="Прямоугольник 68">
              <a:extLst>
                <a:ext uri="{FF2B5EF4-FFF2-40B4-BE49-F238E27FC236}">
                  <a16:creationId xmlns:a16="http://schemas.microsoft.com/office/drawing/2014/main" id="{CEEA0DBC-9878-C70B-1D8E-9956F05C55F7}"/>
                </a:ext>
              </a:extLst>
            </p:cNvPr>
            <p:cNvSpPr/>
            <p:nvPr/>
          </p:nvSpPr>
          <p:spPr>
            <a:xfrm>
              <a:off x="6541907" y="961370"/>
              <a:ext cx="502737" cy="188412"/>
            </a:xfrm>
            <a:prstGeom prst="rect">
              <a:avLst/>
            </a:prstGeom>
            <a:solidFill>
              <a:srgbClr val="FFEF7F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ru-RU" sz="16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0" name="Рисунок 69">
              <a:extLst>
                <a:ext uri="{FF2B5EF4-FFF2-40B4-BE49-F238E27FC236}">
                  <a16:creationId xmlns:a16="http://schemas.microsoft.com/office/drawing/2014/main" id="{6439317B-55C5-D1DD-37BC-C7F1A558BE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695881" y="967485"/>
              <a:ext cx="212580" cy="173929"/>
            </a:xfrm>
            <a:prstGeom prst="rect">
              <a:avLst/>
            </a:prstGeom>
          </p:spPr>
        </p:pic>
      </p:grpSp>
      <p:grpSp>
        <p:nvGrpSpPr>
          <p:cNvPr id="86" name="Группа 85">
            <a:extLst>
              <a:ext uri="{FF2B5EF4-FFF2-40B4-BE49-F238E27FC236}">
                <a16:creationId xmlns:a16="http://schemas.microsoft.com/office/drawing/2014/main" id="{EBAAFC39-42B2-0BC6-FCC0-CBCF7A4C1A2E}"/>
              </a:ext>
            </a:extLst>
          </p:cNvPr>
          <p:cNvGrpSpPr/>
          <p:nvPr/>
        </p:nvGrpSpPr>
        <p:grpSpPr>
          <a:xfrm>
            <a:off x="7267687" y="967485"/>
            <a:ext cx="502737" cy="188412"/>
            <a:chOff x="7267687" y="967485"/>
            <a:chExt cx="502737" cy="188412"/>
          </a:xfrm>
        </p:grpSpPr>
        <p:grpSp>
          <p:nvGrpSpPr>
            <p:cNvPr id="71" name="Группа 70">
              <a:extLst>
                <a:ext uri="{FF2B5EF4-FFF2-40B4-BE49-F238E27FC236}">
                  <a16:creationId xmlns:a16="http://schemas.microsoft.com/office/drawing/2014/main" id="{1AD1CE80-C51C-736D-1849-2785EDD8D900}"/>
                </a:ext>
              </a:extLst>
            </p:cNvPr>
            <p:cNvGrpSpPr/>
            <p:nvPr/>
          </p:nvGrpSpPr>
          <p:grpSpPr>
            <a:xfrm>
              <a:off x="7267687" y="967485"/>
              <a:ext cx="502737" cy="188412"/>
              <a:chOff x="6541907" y="961370"/>
              <a:chExt cx="502737" cy="188412"/>
            </a:xfrm>
          </p:grpSpPr>
          <p:sp>
            <p:nvSpPr>
              <p:cNvPr id="72" name="Прямоугольник 71">
                <a:extLst>
                  <a:ext uri="{FF2B5EF4-FFF2-40B4-BE49-F238E27FC236}">
                    <a16:creationId xmlns:a16="http://schemas.microsoft.com/office/drawing/2014/main" id="{42C95E17-9057-5929-07E0-8EFB61F6EA13}"/>
                  </a:ext>
                </a:extLst>
              </p:cNvPr>
              <p:cNvSpPr/>
              <p:nvPr/>
            </p:nvSpPr>
            <p:spPr>
              <a:xfrm>
                <a:off x="6541907" y="961370"/>
                <a:ext cx="502737" cy="188412"/>
              </a:xfrm>
              <a:prstGeom prst="rect">
                <a:avLst/>
              </a:prstGeom>
              <a:solidFill>
                <a:srgbClr val="FFEF7F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endParaRPr lang="ru-RU" sz="16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73" name="Рисунок 72">
                <a:extLst>
                  <a:ext uri="{FF2B5EF4-FFF2-40B4-BE49-F238E27FC236}">
                    <a16:creationId xmlns:a16="http://schemas.microsoft.com/office/drawing/2014/main" id="{130F7790-D419-A1ED-E485-E1960E6557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695881" y="967485"/>
                <a:ext cx="212580" cy="173929"/>
              </a:xfrm>
              <a:prstGeom prst="rect">
                <a:avLst/>
              </a:prstGeom>
            </p:spPr>
          </p:pic>
        </p:grpSp>
        <p:pic>
          <p:nvPicPr>
            <p:cNvPr id="81" name="Рисунок 80">
              <a:extLst>
                <a:ext uri="{FF2B5EF4-FFF2-40B4-BE49-F238E27FC236}">
                  <a16:creationId xmlns:a16="http://schemas.microsoft.com/office/drawing/2014/main" id="{7BECCDB5-EB43-C737-151C-0DB12AC93B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421661" y="973599"/>
              <a:ext cx="214305" cy="173929"/>
            </a:xfrm>
            <a:prstGeom prst="rect">
              <a:avLst/>
            </a:prstGeom>
          </p:spPr>
        </p:pic>
      </p:grpSp>
      <p:grpSp>
        <p:nvGrpSpPr>
          <p:cNvPr id="87" name="Группа 86">
            <a:extLst>
              <a:ext uri="{FF2B5EF4-FFF2-40B4-BE49-F238E27FC236}">
                <a16:creationId xmlns:a16="http://schemas.microsoft.com/office/drawing/2014/main" id="{29DFDB1C-069C-B548-1407-61C400952B5D}"/>
              </a:ext>
            </a:extLst>
          </p:cNvPr>
          <p:cNvGrpSpPr/>
          <p:nvPr/>
        </p:nvGrpSpPr>
        <p:grpSpPr>
          <a:xfrm>
            <a:off x="7988120" y="967485"/>
            <a:ext cx="502737" cy="188412"/>
            <a:chOff x="7988120" y="967485"/>
            <a:chExt cx="502737" cy="188412"/>
          </a:xfrm>
        </p:grpSpPr>
        <p:grpSp>
          <p:nvGrpSpPr>
            <p:cNvPr id="74" name="Группа 73">
              <a:extLst>
                <a:ext uri="{FF2B5EF4-FFF2-40B4-BE49-F238E27FC236}">
                  <a16:creationId xmlns:a16="http://schemas.microsoft.com/office/drawing/2014/main" id="{0DB12112-6806-8550-B6B6-AE07B49269DF}"/>
                </a:ext>
              </a:extLst>
            </p:cNvPr>
            <p:cNvGrpSpPr/>
            <p:nvPr/>
          </p:nvGrpSpPr>
          <p:grpSpPr>
            <a:xfrm>
              <a:off x="7988120" y="967485"/>
              <a:ext cx="502737" cy="188412"/>
              <a:chOff x="6541907" y="961370"/>
              <a:chExt cx="502737" cy="188412"/>
            </a:xfrm>
          </p:grpSpPr>
          <p:sp>
            <p:nvSpPr>
              <p:cNvPr id="75" name="Прямоугольник 74">
                <a:extLst>
                  <a:ext uri="{FF2B5EF4-FFF2-40B4-BE49-F238E27FC236}">
                    <a16:creationId xmlns:a16="http://schemas.microsoft.com/office/drawing/2014/main" id="{C3278C9D-2AA1-9231-7680-5451FECEEAAA}"/>
                  </a:ext>
                </a:extLst>
              </p:cNvPr>
              <p:cNvSpPr/>
              <p:nvPr/>
            </p:nvSpPr>
            <p:spPr>
              <a:xfrm>
                <a:off x="6541907" y="961370"/>
                <a:ext cx="502737" cy="188412"/>
              </a:xfrm>
              <a:prstGeom prst="rect">
                <a:avLst/>
              </a:prstGeom>
              <a:solidFill>
                <a:srgbClr val="FFEF7F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endParaRPr lang="ru-RU" sz="16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76" name="Рисунок 75">
                <a:extLst>
                  <a:ext uri="{FF2B5EF4-FFF2-40B4-BE49-F238E27FC236}">
                    <a16:creationId xmlns:a16="http://schemas.microsoft.com/office/drawing/2014/main" id="{F1168A20-B6DF-FE7E-3926-AFAEAC1324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695881" y="967485"/>
                <a:ext cx="212580" cy="173929"/>
              </a:xfrm>
              <a:prstGeom prst="rect">
                <a:avLst/>
              </a:prstGeom>
            </p:spPr>
          </p:pic>
        </p:grpSp>
        <p:pic>
          <p:nvPicPr>
            <p:cNvPr id="83" name="Рисунок 82">
              <a:extLst>
                <a:ext uri="{FF2B5EF4-FFF2-40B4-BE49-F238E27FC236}">
                  <a16:creationId xmlns:a16="http://schemas.microsoft.com/office/drawing/2014/main" id="{BEB1FB30-35B2-F19E-2BF8-60A97A38B11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142094" y="971934"/>
              <a:ext cx="212580" cy="165029"/>
            </a:xfrm>
            <a:prstGeom prst="rect">
              <a:avLst/>
            </a:prstGeom>
          </p:spPr>
        </p:pic>
      </p:grpSp>
      <p:grpSp>
        <p:nvGrpSpPr>
          <p:cNvPr id="88" name="Группа 87">
            <a:extLst>
              <a:ext uri="{FF2B5EF4-FFF2-40B4-BE49-F238E27FC236}">
                <a16:creationId xmlns:a16="http://schemas.microsoft.com/office/drawing/2014/main" id="{57788987-64BD-5F78-67B6-48A9BE4C1C3C}"/>
              </a:ext>
            </a:extLst>
          </p:cNvPr>
          <p:cNvGrpSpPr/>
          <p:nvPr/>
        </p:nvGrpSpPr>
        <p:grpSpPr>
          <a:xfrm>
            <a:off x="8708553" y="967485"/>
            <a:ext cx="502737" cy="188412"/>
            <a:chOff x="8708553" y="967485"/>
            <a:chExt cx="502737" cy="188412"/>
          </a:xfrm>
        </p:grpSpPr>
        <p:grpSp>
          <p:nvGrpSpPr>
            <p:cNvPr id="77" name="Группа 76">
              <a:extLst>
                <a:ext uri="{FF2B5EF4-FFF2-40B4-BE49-F238E27FC236}">
                  <a16:creationId xmlns:a16="http://schemas.microsoft.com/office/drawing/2014/main" id="{893EAB21-241B-F9B7-F546-5AEE2EEC6683}"/>
                </a:ext>
              </a:extLst>
            </p:cNvPr>
            <p:cNvGrpSpPr/>
            <p:nvPr/>
          </p:nvGrpSpPr>
          <p:grpSpPr>
            <a:xfrm>
              <a:off x="8708553" y="967485"/>
              <a:ext cx="502737" cy="188412"/>
              <a:chOff x="6541907" y="961370"/>
              <a:chExt cx="502737" cy="188412"/>
            </a:xfrm>
          </p:grpSpPr>
          <p:sp>
            <p:nvSpPr>
              <p:cNvPr id="78" name="Прямоугольник 77">
                <a:extLst>
                  <a:ext uri="{FF2B5EF4-FFF2-40B4-BE49-F238E27FC236}">
                    <a16:creationId xmlns:a16="http://schemas.microsoft.com/office/drawing/2014/main" id="{89CC0CF2-ABAB-6B18-7956-C9798ABA6A6C}"/>
                  </a:ext>
                </a:extLst>
              </p:cNvPr>
              <p:cNvSpPr/>
              <p:nvPr/>
            </p:nvSpPr>
            <p:spPr>
              <a:xfrm>
                <a:off x="6541907" y="961370"/>
                <a:ext cx="502737" cy="188412"/>
              </a:xfrm>
              <a:prstGeom prst="rect">
                <a:avLst/>
              </a:prstGeom>
              <a:solidFill>
                <a:srgbClr val="FFEF7F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endParaRPr lang="ru-RU" sz="16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79" name="Рисунок 78">
                <a:extLst>
                  <a:ext uri="{FF2B5EF4-FFF2-40B4-BE49-F238E27FC236}">
                    <a16:creationId xmlns:a16="http://schemas.microsoft.com/office/drawing/2014/main" id="{0390B867-34DD-DA58-9A5F-A62158CC30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695881" y="967485"/>
                <a:ext cx="212580" cy="173929"/>
              </a:xfrm>
              <a:prstGeom prst="rect">
                <a:avLst/>
              </a:prstGeom>
            </p:spPr>
          </p:pic>
        </p:grpSp>
        <p:pic>
          <p:nvPicPr>
            <p:cNvPr id="85" name="Рисунок 84">
              <a:extLst>
                <a:ext uri="{FF2B5EF4-FFF2-40B4-BE49-F238E27FC236}">
                  <a16:creationId xmlns:a16="http://schemas.microsoft.com/office/drawing/2014/main" id="{22CE74A7-9FB9-78A4-B208-A1E8206D56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862527" y="977476"/>
              <a:ext cx="212580" cy="173929"/>
            </a:xfrm>
            <a:prstGeom prst="rect">
              <a:avLst/>
            </a:prstGeom>
          </p:spPr>
        </p:pic>
      </p:grpSp>
      <p:grpSp>
        <p:nvGrpSpPr>
          <p:cNvPr id="89" name="Группа 88">
            <a:extLst>
              <a:ext uri="{FF2B5EF4-FFF2-40B4-BE49-F238E27FC236}">
                <a16:creationId xmlns:a16="http://schemas.microsoft.com/office/drawing/2014/main" id="{2E34E982-4F6F-8B9E-D47D-7D6222B88649}"/>
              </a:ext>
            </a:extLst>
          </p:cNvPr>
          <p:cNvGrpSpPr/>
          <p:nvPr/>
        </p:nvGrpSpPr>
        <p:grpSpPr>
          <a:xfrm>
            <a:off x="7257425" y="4251624"/>
            <a:ext cx="502737" cy="188412"/>
            <a:chOff x="7267687" y="967485"/>
            <a:chExt cx="502737" cy="188412"/>
          </a:xfrm>
        </p:grpSpPr>
        <p:grpSp>
          <p:nvGrpSpPr>
            <p:cNvPr id="90" name="Группа 89">
              <a:extLst>
                <a:ext uri="{FF2B5EF4-FFF2-40B4-BE49-F238E27FC236}">
                  <a16:creationId xmlns:a16="http://schemas.microsoft.com/office/drawing/2014/main" id="{B91FD69C-5720-48CE-63CD-54DC3D643A48}"/>
                </a:ext>
              </a:extLst>
            </p:cNvPr>
            <p:cNvGrpSpPr/>
            <p:nvPr/>
          </p:nvGrpSpPr>
          <p:grpSpPr>
            <a:xfrm>
              <a:off x="7267687" y="967485"/>
              <a:ext cx="502737" cy="188412"/>
              <a:chOff x="6541907" y="961370"/>
              <a:chExt cx="502737" cy="188412"/>
            </a:xfrm>
          </p:grpSpPr>
          <p:sp>
            <p:nvSpPr>
              <p:cNvPr id="92" name="Прямоугольник 91">
                <a:extLst>
                  <a:ext uri="{FF2B5EF4-FFF2-40B4-BE49-F238E27FC236}">
                    <a16:creationId xmlns:a16="http://schemas.microsoft.com/office/drawing/2014/main" id="{72B01BFF-88F3-2ABC-9F4F-CAA74264C4B0}"/>
                  </a:ext>
                </a:extLst>
              </p:cNvPr>
              <p:cNvSpPr/>
              <p:nvPr/>
            </p:nvSpPr>
            <p:spPr>
              <a:xfrm>
                <a:off x="6541907" y="961370"/>
                <a:ext cx="502737" cy="188412"/>
              </a:xfrm>
              <a:prstGeom prst="rect">
                <a:avLst/>
              </a:prstGeom>
              <a:solidFill>
                <a:srgbClr val="FFEF7F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endParaRPr lang="ru-RU" sz="16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93" name="Рисунок 92">
                <a:extLst>
                  <a:ext uri="{FF2B5EF4-FFF2-40B4-BE49-F238E27FC236}">
                    <a16:creationId xmlns:a16="http://schemas.microsoft.com/office/drawing/2014/main" id="{C11505FD-100C-42EA-8C68-8F267AB7BA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695881" y="967485"/>
                <a:ext cx="212580" cy="173929"/>
              </a:xfrm>
              <a:prstGeom prst="rect">
                <a:avLst/>
              </a:prstGeom>
            </p:spPr>
          </p:pic>
        </p:grpSp>
        <p:pic>
          <p:nvPicPr>
            <p:cNvPr id="91" name="Рисунок 90">
              <a:extLst>
                <a:ext uri="{FF2B5EF4-FFF2-40B4-BE49-F238E27FC236}">
                  <a16:creationId xmlns:a16="http://schemas.microsoft.com/office/drawing/2014/main" id="{B9498829-7035-9D87-562F-4BE427E446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421661" y="973599"/>
              <a:ext cx="214305" cy="173929"/>
            </a:xfrm>
            <a:prstGeom prst="rect">
              <a:avLst/>
            </a:prstGeom>
          </p:spPr>
        </p:pic>
      </p:grpSp>
      <p:grpSp>
        <p:nvGrpSpPr>
          <p:cNvPr id="94" name="Группа 93">
            <a:extLst>
              <a:ext uri="{FF2B5EF4-FFF2-40B4-BE49-F238E27FC236}">
                <a16:creationId xmlns:a16="http://schemas.microsoft.com/office/drawing/2014/main" id="{A2F8F5C3-3233-2569-B843-2FFCB6D3F643}"/>
              </a:ext>
            </a:extLst>
          </p:cNvPr>
          <p:cNvGrpSpPr/>
          <p:nvPr/>
        </p:nvGrpSpPr>
        <p:grpSpPr>
          <a:xfrm>
            <a:off x="7988119" y="4250004"/>
            <a:ext cx="502737" cy="188412"/>
            <a:chOff x="7988120" y="967485"/>
            <a:chExt cx="502737" cy="188412"/>
          </a:xfrm>
        </p:grpSpPr>
        <p:grpSp>
          <p:nvGrpSpPr>
            <p:cNvPr id="95" name="Группа 94">
              <a:extLst>
                <a:ext uri="{FF2B5EF4-FFF2-40B4-BE49-F238E27FC236}">
                  <a16:creationId xmlns:a16="http://schemas.microsoft.com/office/drawing/2014/main" id="{CCD39AC8-D4CD-715E-2100-A37F2853A2ED}"/>
                </a:ext>
              </a:extLst>
            </p:cNvPr>
            <p:cNvGrpSpPr/>
            <p:nvPr/>
          </p:nvGrpSpPr>
          <p:grpSpPr>
            <a:xfrm>
              <a:off x="7988120" y="967485"/>
              <a:ext cx="502737" cy="188412"/>
              <a:chOff x="6541907" y="961370"/>
              <a:chExt cx="502737" cy="188412"/>
            </a:xfrm>
          </p:grpSpPr>
          <p:sp>
            <p:nvSpPr>
              <p:cNvPr id="97" name="Прямоугольник 96">
                <a:extLst>
                  <a:ext uri="{FF2B5EF4-FFF2-40B4-BE49-F238E27FC236}">
                    <a16:creationId xmlns:a16="http://schemas.microsoft.com/office/drawing/2014/main" id="{CE90CB24-0B65-653E-EA31-86F1316FAEC1}"/>
                  </a:ext>
                </a:extLst>
              </p:cNvPr>
              <p:cNvSpPr/>
              <p:nvPr/>
            </p:nvSpPr>
            <p:spPr>
              <a:xfrm>
                <a:off x="6541907" y="961370"/>
                <a:ext cx="502737" cy="188412"/>
              </a:xfrm>
              <a:prstGeom prst="rect">
                <a:avLst/>
              </a:prstGeom>
              <a:solidFill>
                <a:srgbClr val="FFEF7F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endParaRPr lang="ru-RU" sz="16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98" name="Рисунок 97">
                <a:extLst>
                  <a:ext uri="{FF2B5EF4-FFF2-40B4-BE49-F238E27FC236}">
                    <a16:creationId xmlns:a16="http://schemas.microsoft.com/office/drawing/2014/main" id="{CCE948E5-2C33-93E8-1366-00FCB29DEF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695881" y="967485"/>
                <a:ext cx="212580" cy="173929"/>
              </a:xfrm>
              <a:prstGeom prst="rect">
                <a:avLst/>
              </a:prstGeom>
            </p:spPr>
          </p:pic>
        </p:grpSp>
        <p:pic>
          <p:nvPicPr>
            <p:cNvPr id="96" name="Рисунок 95">
              <a:extLst>
                <a:ext uri="{FF2B5EF4-FFF2-40B4-BE49-F238E27FC236}">
                  <a16:creationId xmlns:a16="http://schemas.microsoft.com/office/drawing/2014/main" id="{37FA4865-C13E-8F5A-48D0-B07455A940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142094" y="971934"/>
              <a:ext cx="212580" cy="165029"/>
            </a:xfrm>
            <a:prstGeom prst="rect">
              <a:avLst/>
            </a:prstGeom>
          </p:spPr>
        </p:pic>
      </p:grpSp>
      <p:grpSp>
        <p:nvGrpSpPr>
          <p:cNvPr id="99" name="Группа 98">
            <a:extLst>
              <a:ext uri="{FF2B5EF4-FFF2-40B4-BE49-F238E27FC236}">
                <a16:creationId xmlns:a16="http://schemas.microsoft.com/office/drawing/2014/main" id="{0B3BD095-46C1-B682-3BAD-B83AB1DA91E7}"/>
              </a:ext>
            </a:extLst>
          </p:cNvPr>
          <p:cNvGrpSpPr/>
          <p:nvPr/>
        </p:nvGrpSpPr>
        <p:grpSpPr>
          <a:xfrm>
            <a:off x="8703638" y="4255808"/>
            <a:ext cx="502737" cy="188412"/>
            <a:chOff x="8708553" y="967485"/>
            <a:chExt cx="502737" cy="188412"/>
          </a:xfrm>
        </p:grpSpPr>
        <p:grpSp>
          <p:nvGrpSpPr>
            <p:cNvPr id="100" name="Группа 99">
              <a:extLst>
                <a:ext uri="{FF2B5EF4-FFF2-40B4-BE49-F238E27FC236}">
                  <a16:creationId xmlns:a16="http://schemas.microsoft.com/office/drawing/2014/main" id="{3C99D092-F169-B650-F080-4FA134A40867}"/>
                </a:ext>
              </a:extLst>
            </p:cNvPr>
            <p:cNvGrpSpPr/>
            <p:nvPr/>
          </p:nvGrpSpPr>
          <p:grpSpPr>
            <a:xfrm>
              <a:off x="8708553" y="967485"/>
              <a:ext cx="502737" cy="188412"/>
              <a:chOff x="6541907" y="961370"/>
              <a:chExt cx="502737" cy="188412"/>
            </a:xfrm>
          </p:grpSpPr>
          <p:sp>
            <p:nvSpPr>
              <p:cNvPr id="102" name="Прямоугольник 101">
                <a:extLst>
                  <a:ext uri="{FF2B5EF4-FFF2-40B4-BE49-F238E27FC236}">
                    <a16:creationId xmlns:a16="http://schemas.microsoft.com/office/drawing/2014/main" id="{17F99EF8-AFCA-5D66-9437-A16A369D5D2D}"/>
                  </a:ext>
                </a:extLst>
              </p:cNvPr>
              <p:cNvSpPr/>
              <p:nvPr/>
            </p:nvSpPr>
            <p:spPr>
              <a:xfrm>
                <a:off x="6541907" y="961370"/>
                <a:ext cx="502737" cy="188412"/>
              </a:xfrm>
              <a:prstGeom prst="rect">
                <a:avLst/>
              </a:prstGeom>
              <a:solidFill>
                <a:srgbClr val="FFEF7F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endParaRPr lang="ru-RU" sz="16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03" name="Рисунок 102">
                <a:extLst>
                  <a:ext uri="{FF2B5EF4-FFF2-40B4-BE49-F238E27FC236}">
                    <a16:creationId xmlns:a16="http://schemas.microsoft.com/office/drawing/2014/main" id="{A078DC64-C1C0-088C-EAED-FB42EB61C3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695881" y="967485"/>
                <a:ext cx="212580" cy="173929"/>
              </a:xfrm>
              <a:prstGeom prst="rect">
                <a:avLst/>
              </a:prstGeom>
            </p:spPr>
          </p:pic>
        </p:grpSp>
        <p:pic>
          <p:nvPicPr>
            <p:cNvPr id="101" name="Рисунок 100">
              <a:extLst>
                <a:ext uri="{FF2B5EF4-FFF2-40B4-BE49-F238E27FC236}">
                  <a16:creationId xmlns:a16="http://schemas.microsoft.com/office/drawing/2014/main" id="{9CAA86FC-3373-BCCE-80A0-A35B6DBD31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862527" y="977476"/>
              <a:ext cx="212580" cy="1739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4616110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69</Words>
  <Application>Microsoft Office PowerPoint</Application>
  <PresentationFormat>Широкоэкранный</PresentationFormat>
  <Paragraphs>38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ФВЬШТ</dc:creator>
  <cp:lastModifiedBy>ФВЬШТ</cp:lastModifiedBy>
  <cp:revision>2</cp:revision>
  <dcterms:created xsi:type="dcterms:W3CDTF">2024-05-16T12:08:15Z</dcterms:created>
  <dcterms:modified xsi:type="dcterms:W3CDTF">2024-05-16T12:55:40Z</dcterms:modified>
</cp:coreProperties>
</file>