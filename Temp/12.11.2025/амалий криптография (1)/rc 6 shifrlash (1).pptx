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83" r:id="rId3"/>
    <p:sldId id="279" r:id="rId4"/>
    <p:sldId id="293" r:id="rId5"/>
    <p:sldId id="270" r:id="rId6"/>
    <p:sldId id="290" r:id="rId7"/>
    <p:sldId id="292" r:id="rId8"/>
    <p:sldId id="291" r:id="rId9"/>
    <p:sldId id="285" r:id="rId10"/>
    <p:sldId id="288" r:id="rId11"/>
    <p:sldId id="294" r:id="rId12"/>
    <p:sldId id="287" r:id="rId13"/>
  </p:sldIdLst>
  <p:sldSz cx="9144000" cy="6858000" type="screen4x3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A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>
  <a:tblStyle styleId="{B301B821-A1FF-4177-AEE7-76D212191A09}" styleName="Medium Style 9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9DCAF9ED-07DC-4A11-8D7F-57B35C25682E}" styleName="Medium Style 10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93D81CF-94F2-401A-BA57-92F5A7B2D0C5}" styleName="Medium Style 8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FD0F851-EC5A-4D38-B0AD-8093EC10F338}" styleName="Light Style 6">
    <a:wholeTbl>
      <a:tcTxStyle>
        <a:fontRef idx="minor">
          <a:scrgbClr r="0" g="0" b="0"/>
        </a:fontRef>
        <a:schemeClr val="accent5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  <a:tblStyle styleId="{1FECB4D8-DB02-4DC6-A0A2-4F2EBAE1DC90}" styleName="Medium Style 1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B4B98B0-60AC-42C2-AFA5-B58CD77FA1E5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  <a:tblStyle styleId="{0E3FDE45-AF77-4B5C-9715-49D594BDF05E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2" autoAdjust="0"/>
    <p:restoredTop sz="88034" autoAdjust="0"/>
  </p:normalViewPr>
  <p:slideViewPr>
    <p:cSldViewPr>
      <p:cViewPr varScale="1">
        <p:scale>
          <a:sx n="99" d="100"/>
          <a:sy n="99" d="100"/>
        </p:scale>
        <p:origin x="129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roundedCorners val="1"/>
  <c:style val="1"/>
  <c:chart>
    <c:autoTitleDeleted val="1"/>
    <c:view3D>
      <c:rotX val="40"/>
      <c:rotY val="0"/>
      <c:rAngAx val="1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1"/>
          <c:order val="0"/>
          <c:cat>
            <c:strRef>
              <c:f>Лист1!$A$1:$D$1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Лист1!$A$3:$D$3</c:f>
            </c:numRef>
          </c:val>
        </c:ser>
        <c:ser>
          <c:idx val="2"/>
          <c:order val="1"/>
          <c:cat>
            <c:strRef>
              <c:f>Лист1!$A$1:$D$1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Лист1!$A$4:$D$4</c:f>
            </c:numRef>
          </c:val>
        </c:ser>
        <c:ser>
          <c:idx val="3"/>
          <c:order val="2"/>
          <c:cat>
            <c:strRef>
              <c:f>Лист1!$A$1:$D$1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Лист1!$A$5:$D$5</c:f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0634428956576623"/>
          <c:y val="0.23313492063492064"/>
          <c:w val="0.2265384615384628"/>
          <c:h val="0.49579840203798081"/>
        </c:manualLayout>
      </c:layout>
      <c:overlay val="1"/>
      <c:txPr>
        <a:bodyPr/>
        <a:lstStyle/>
        <a:p>
          <a:pPr>
            <a:defRPr sz="1100"/>
          </a:pPr>
          <a:endParaRPr lang="ru-RU"/>
        </a:p>
      </c:txPr>
    </c:legend>
    <c:plotVisOnly val="1"/>
    <c:dispBlanksAs val="zero"/>
    <c:showDLblsOverMax val="1"/>
  </c:chart>
  <c:spPr>
    <a:scene3d>
      <a:camera prst="orthographicFront"/>
      <a:lightRig rig="threePt" dir="t"/>
    </a:scene3d>
    <a:sp3d prstMaterial="dkEdge"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1390E8-1827-474F-A7F6-3C08015CF3CB}" type="doc">
      <dgm:prSet loTypeId="urn:microsoft.com/office/officeart/2005/8/layout/cycle4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1007645-3254-40DB-8895-42CE6EB8802A}">
      <dgm:prSet phldrT="[Текст]" custT="1"/>
      <dgm:spPr>
        <a:solidFill>
          <a:srgbClr val="00B050"/>
        </a:solidFill>
      </dgm:spPr>
      <dgm:t>
        <a:bodyPr/>
        <a:lstStyle/>
        <a:p>
          <a:r>
            <a:rPr lang="en-US" sz="2800" dirty="0" smtClean="0"/>
            <a:t>128 bit </a:t>
          </a:r>
          <a:r>
            <a:rPr lang="en-US" sz="2800" dirty="0" err="1" smtClean="0"/>
            <a:t>blok</a:t>
          </a:r>
          <a:endParaRPr lang="ru-RU" sz="2800" dirty="0"/>
        </a:p>
      </dgm:t>
    </dgm:pt>
    <dgm:pt modelId="{E7980D28-E613-4DAC-A541-0FA30CD275E5}" type="parTrans" cxnId="{3FBD7B4D-1FE2-4E4A-9586-8CAE0F4CB74E}">
      <dgm:prSet/>
      <dgm:spPr/>
      <dgm:t>
        <a:bodyPr/>
        <a:lstStyle/>
        <a:p>
          <a:endParaRPr lang="ru-RU"/>
        </a:p>
      </dgm:t>
    </dgm:pt>
    <dgm:pt modelId="{5EA23C9E-945B-47CC-8E29-0DA60AB6BABE}" type="sibTrans" cxnId="{3FBD7B4D-1FE2-4E4A-9586-8CAE0F4CB74E}">
      <dgm:prSet/>
      <dgm:spPr/>
      <dgm:t>
        <a:bodyPr/>
        <a:lstStyle/>
        <a:p>
          <a:endParaRPr lang="ru-RU"/>
        </a:p>
      </dgm:t>
    </dgm:pt>
    <dgm:pt modelId="{4B791722-D542-4C79-B199-6342012C3AD8}">
      <dgm:prSet phldrT="[Текст]"/>
      <dgm:spPr>
        <a:solidFill>
          <a:srgbClr val="FFC000">
            <a:alpha val="90000"/>
          </a:srgbClr>
        </a:solidFill>
      </dgm:spPr>
      <dgm:t>
        <a:bodyPr/>
        <a:lstStyle/>
        <a:p>
          <a:r>
            <a:rPr lang="en-US" dirty="0" smtClean="0"/>
            <a:t>4ta A B C D   </a:t>
          </a:r>
          <a:r>
            <a:rPr lang="en-US" dirty="0" err="1" smtClean="0"/>
            <a:t>bloklarga</a:t>
          </a:r>
          <a:r>
            <a:rPr lang="en-US" dirty="0" smtClean="0"/>
            <a:t> </a:t>
          </a:r>
          <a:r>
            <a:rPr lang="en-US" dirty="0" err="1" smtClean="0"/>
            <a:t>ajiraydi</a:t>
          </a:r>
          <a:endParaRPr lang="ru-RU" dirty="0"/>
        </a:p>
      </dgm:t>
    </dgm:pt>
    <dgm:pt modelId="{4DA2F11D-6D0F-486E-9FF1-B3BB06F10F70}" type="parTrans" cxnId="{9B8A30C8-ED50-4CAF-88DE-44D4DC4F5F73}">
      <dgm:prSet/>
      <dgm:spPr/>
      <dgm:t>
        <a:bodyPr/>
        <a:lstStyle/>
        <a:p>
          <a:endParaRPr lang="ru-RU"/>
        </a:p>
      </dgm:t>
    </dgm:pt>
    <dgm:pt modelId="{F3E3F1E1-ACB4-434A-BEA7-14A954B037F9}" type="sibTrans" cxnId="{9B8A30C8-ED50-4CAF-88DE-44D4DC4F5F73}">
      <dgm:prSet/>
      <dgm:spPr/>
      <dgm:t>
        <a:bodyPr/>
        <a:lstStyle/>
        <a:p>
          <a:endParaRPr lang="ru-RU"/>
        </a:p>
      </dgm:t>
    </dgm:pt>
    <dgm:pt modelId="{0BCFC7D6-5EB2-4DCD-9587-61DF53396BFC}">
      <dgm:prSet phldrT="[Текст]"/>
      <dgm:spPr>
        <a:solidFill>
          <a:srgbClr val="00B050"/>
        </a:solidFill>
      </dgm:spPr>
      <dgm:t>
        <a:bodyPr/>
        <a:lstStyle/>
        <a:p>
          <a:r>
            <a:rPr lang="en-US" dirty="0" smtClean="0"/>
            <a:t>R </a:t>
          </a:r>
          <a:r>
            <a:rPr lang="en-US" dirty="0" err="1" smtClean="0"/>
            <a:t>harifi</a:t>
          </a:r>
          <a:endParaRPr lang="ru-RU" dirty="0"/>
        </a:p>
      </dgm:t>
    </dgm:pt>
    <dgm:pt modelId="{159A9BF5-6A5B-4E71-AFA4-32A8E75CCCAE}" type="parTrans" cxnId="{196420A5-85F5-476A-B7D8-E10F205F5177}">
      <dgm:prSet/>
      <dgm:spPr/>
      <dgm:t>
        <a:bodyPr/>
        <a:lstStyle/>
        <a:p>
          <a:endParaRPr lang="ru-RU"/>
        </a:p>
      </dgm:t>
    </dgm:pt>
    <dgm:pt modelId="{11DEE1E6-3A63-4317-897C-1D67238691EC}" type="sibTrans" cxnId="{196420A5-85F5-476A-B7D8-E10F205F5177}">
      <dgm:prSet/>
      <dgm:spPr/>
      <dgm:t>
        <a:bodyPr/>
        <a:lstStyle/>
        <a:p>
          <a:endParaRPr lang="ru-RU"/>
        </a:p>
      </dgm:t>
    </dgm:pt>
    <dgm:pt modelId="{6843D240-D1CA-4E6D-90D2-B948C17829D0}">
      <dgm:prSet phldrT="[Текст]"/>
      <dgm:spPr>
        <a:solidFill>
          <a:srgbClr val="FFC000">
            <a:alpha val="90000"/>
          </a:srgbClr>
        </a:solidFill>
      </dgm:spPr>
      <dgm:t>
        <a:bodyPr/>
        <a:lstStyle/>
        <a:p>
          <a:r>
            <a:rPr lang="en-US" dirty="0" err="1" smtClean="0">
              <a:solidFill>
                <a:schemeClr val="tx1">
                  <a:lumMod val="95000"/>
                  <a:lumOff val="5000"/>
                </a:schemeClr>
              </a:solidFill>
            </a:rPr>
            <a:t>Roundlar</a:t>
          </a:r>
          <a:r>
            <a:rPr lang="en-US" dirty="0" smtClean="0">
              <a:solidFill>
                <a:schemeClr val="tx1">
                  <a:lumMod val="95000"/>
                  <a:lumOff val="5000"/>
                </a:schemeClr>
              </a:solidFill>
            </a:rPr>
            <a:t> </a:t>
          </a:r>
          <a:r>
            <a:rPr lang="en-US" dirty="0" err="1" smtClean="0">
              <a:solidFill>
                <a:schemeClr val="tx1">
                  <a:lumMod val="95000"/>
                  <a:lumOff val="5000"/>
                </a:schemeClr>
              </a:solidFill>
            </a:rPr>
            <a:t>soni</a:t>
          </a:r>
          <a:endParaRPr lang="ru-RU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254F3E3A-E481-4CC9-854E-C6541B8C6AFD}" type="parTrans" cxnId="{4F03925A-E7E8-43BA-9B05-07A8F1D34FAF}">
      <dgm:prSet/>
      <dgm:spPr/>
      <dgm:t>
        <a:bodyPr/>
        <a:lstStyle/>
        <a:p>
          <a:endParaRPr lang="ru-RU"/>
        </a:p>
      </dgm:t>
    </dgm:pt>
    <dgm:pt modelId="{54B912E2-3387-46A4-97C2-DF3C59E2E2D1}" type="sibTrans" cxnId="{4F03925A-E7E8-43BA-9B05-07A8F1D34FAF}">
      <dgm:prSet/>
      <dgm:spPr/>
      <dgm:t>
        <a:bodyPr/>
        <a:lstStyle/>
        <a:p>
          <a:endParaRPr lang="ru-RU"/>
        </a:p>
      </dgm:t>
    </dgm:pt>
    <dgm:pt modelId="{B08AACDF-532E-4499-AF30-0444B4C6DAE2}">
      <dgm:prSet phldrT="[Текст]"/>
      <dgm:spPr>
        <a:solidFill>
          <a:srgbClr val="00B050"/>
        </a:solidFill>
      </dgm:spPr>
      <dgm:t>
        <a:bodyPr/>
        <a:lstStyle/>
        <a:p>
          <a:r>
            <a:rPr lang="en-US" dirty="0" smtClean="0"/>
            <a:t>W    </a:t>
          </a:r>
        </a:p>
        <a:p>
          <a:r>
            <a:rPr lang="en-US" dirty="0" smtClean="0"/>
            <a:t>   </a:t>
          </a:r>
          <a:r>
            <a:rPr lang="en-US" dirty="0" err="1" smtClean="0"/>
            <a:t>harifi</a:t>
          </a:r>
          <a:endParaRPr lang="ru-RU" dirty="0"/>
        </a:p>
      </dgm:t>
    </dgm:pt>
    <dgm:pt modelId="{F4B16FD1-426A-46F2-A863-37B01B730223}" type="parTrans" cxnId="{60B39CBB-5C14-4E02-8E32-ECB5EBC415CB}">
      <dgm:prSet/>
      <dgm:spPr/>
      <dgm:t>
        <a:bodyPr/>
        <a:lstStyle/>
        <a:p>
          <a:endParaRPr lang="ru-RU"/>
        </a:p>
      </dgm:t>
    </dgm:pt>
    <dgm:pt modelId="{F1B84B15-18FE-4F27-AA57-B9B6CE756523}" type="sibTrans" cxnId="{60B39CBB-5C14-4E02-8E32-ECB5EBC415CB}">
      <dgm:prSet/>
      <dgm:spPr/>
      <dgm:t>
        <a:bodyPr/>
        <a:lstStyle/>
        <a:p>
          <a:endParaRPr lang="ru-RU"/>
        </a:p>
      </dgm:t>
    </dgm:pt>
    <dgm:pt modelId="{7FE8D0D3-4900-4C42-B0FF-EAD84A97121C}">
      <dgm:prSet phldrT="[Текст]"/>
      <dgm:spPr>
        <a:solidFill>
          <a:srgbClr val="FFC000">
            <a:alpha val="90000"/>
          </a:srgbClr>
        </a:solidFill>
      </dgm:spPr>
      <dgm:t>
        <a:bodyPr/>
        <a:lstStyle/>
        <a:p>
          <a:r>
            <a:rPr lang="en-US" dirty="0" smtClean="0"/>
            <a:t>4 ta </a:t>
          </a:r>
          <a:r>
            <a:rPr lang="en-US" dirty="0" err="1" smtClean="0"/>
            <a:t>kirishdagi</a:t>
          </a:r>
          <a:r>
            <a:rPr lang="en-US" dirty="0" smtClean="0"/>
            <a:t> </a:t>
          </a:r>
          <a:r>
            <a:rPr lang="en-US" dirty="0" err="1" smtClean="0"/>
            <a:t>registrlar</a:t>
          </a:r>
          <a:r>
            <a:rPr lang="en-US" dirty="0" smtClean="0"/>
            <a:t> </a:t>
          </a:r>
          <a:r>
            <a:rPr lang="en-US" dirty="0" err="1" smtClean="0"/>
            <a:t>qiymati</a:t>
          </a:r>
          <a:endParaRPr lang="ru-RU" dirty="0"/>
        </a:p>
      </dgm:t>
    </dgm:pt>
    <dgm:pt modelId="{AED43A4B-9A55-49A0-94CF-624AD27751AF}" type="parTrans" cxnId="{EB91B6A4-74C3-4434-B2DA-CE850C513C2A}">
      <dgm:prSet/>
      <dgm:spPr/>
      <dgm:t>
        <a:bodyPr/>
        <a:lstStyle/>
        <a:p>
          <a:endParaRPr lang="ru-RU"/>
        </a:p>
      </dgm:t>
    </dgm:pt>
    <dgm:pt modelId="{83F0DBE6-4DA5-4AEF-BD93-3CFBF2B4E119}" type="sibTrans" cxnId="{EB91B6A4-74C3-4434-B2DA-CE850C513C2A}">
      <dgm:prSet/>
      <dgm:spPr/>
      <dgm:t>
        <a:bodyPr/>
        <a:lstStyle/>
        <a:p>
          <a:endParaRPr lang="ru-RU"/>
        </a:p>
      </dgm:t>
    </dgm:pt>
    <dgm:pt modelId="{B5EED265-431A-4993-865E-591BBB878F1E}">
      <dgm:prSet phldrT="[Текст]"/>
      <dgm:spPr>
        <a:solidFill>
          <a:srgbClr val="00B050"/>
        </a:solidFill>
      </dgm:spPr>
      <dgm:t>
        <a:bodyPr/>
        <a:lstStyle/>
        <a:p>
          <a:r>
            <a:rPr lang="en-US" dirty="0" smtClean="0"/>
            <a:t>B </a:t>
          </a:r>
          <a:r>
            <a:rPr lang="en-US" dirty="0" err="1" smtClean="0"/>
            <a:t>va</a:t>
          </a:r>
          <a:r>
            <a:rPr lang="en-US" dirty="0" smtClean="0"/>
            <a:t> S </a:t>
          </a:r>
          <a:r>
            <a:rPr lang="en-US" dirty="0" err="1" smtClean="0"/>
            <a:t>harifi</a:t>
          </a:r>
          <a:endParaRPr lang="ru-RU" dirty="0"/>
        </a:p>
      </dgm:t>
    </dgm:pt>
    <dgm:pt modelId="{497F6AD1-ABB4-42A3-AA23-C265BA5696C8}" type="parTrans" cxnId="{91275F9B-F3A3-4AE7-A23D-37303E336205}">
      <dgm:prSet/>
      <dgm:spPr/>
      <dgm:t>
        <a:bodyPr/>
        <a:lstStyle/>
        <a:p>
          <a:endParaRPr lang="ru-RU"/>
        </a:p>
      </dgm:t>
    </dgm:pt>
    <dgm:pt modelId="{30A4270D-D795-4BDA-8D99-25CC703E9500}" type="sibTrans" cxnId="{91275F9B-F3A3-4AE7-A23D-37303E336205}">
      <dgm:prSet/>
      <dgm:spPr/>
      <dgm:t>
        <a:bodyPr/>
        <a:lstStyle/>
        <a:p>
          <a:endParaRPr lang="ru-RU"/>
        </a:p>
      </dgm:t>
    </dgm:pt>
    <dgm:pt modelId="{827C3263-1BCA-41AD-95A6-7A3E71CB9444}">
      <dgm:prSet phldrT="[Текст]"/>
      <dgm:spPr>
        <a:solidFill>
          <a:srgbClr val="FFC000">
            <a:alpha val="90000"/>
          </a:srgbClr>
        </a:solidFill>
      </dgm:spPr>
      <dgm:t>
        <a:bodyPr/>
        <a:lstStyle/>
        <a:p>
          <a:r>
            <a:rPr lang="en-US" dirty="0" smtClean="0"/>
            <a:t>B </a:t>
          </a:r>
          <a:r>
            <a:rPr lang="en-US" dirty="0" err="1" smtClean="0"/>
            <a:t>Maxfiy</a:t>
          </a:r>
          <a:r>
            <a:rPr lang="en-US" dirty="0" smtClean="0"/>
            <a:t> </a:t>
          </a:r>
          <a:r>
            <a:rPr lang="en-US" dirty="0" err="1" smtClean="0"/>
            <a:t>kalit</a:t>
          </a:r>
          <a:endParaRPr lang="ru-RU" dirty="0"/>
        </a:p>
      </dgm:t>
    </dgm:pt>
    <dgm:pt modelId="{6D21D490-DEB6-42A8-A889-416EA0218AC7}" type="parTrans" cxnId="{A6FEA4C8-A777-45FA-B850-4E42B6FCC71C}">
      <dgm:prSet/>
      <dgm:spPr/>
      <dgm:t>
        <a:bodyPr/>
        <a:lstStyle/>
        <a:p>
          <a:endParaRPr lang="ru-RU"/>
        </a:p>
      </dgm:t>
    </dgm:pt>
    <dgm:pt modelId="{1E705432-7E25-4D62-8E4D-489EB435B6CF}" type="sibTrans" cxnId="{A6FEA4C8-A777-45FA-B850-4E42B6FCC71C}">
      <dgm:prSet/>
      <dgm:spPr/>
      <dgm:t>
        <a:bodyPr/>
        <a:lstStyle/>
        <a:p>
          <a:endParaRPr lang="ru-RU"/>
        </a:p>
      </dgm:t>
    </dgm:pt>
    <dgm:pt modelId="{1FFE7512-67B7-4ABD-B93F-766F596372AD}">
      <dgm:prSet phldrT="[Текст]"/>
      <dgm:spPr>
        <a:solidFill>
          <a:srgbClr val="FFC000">
            <a:alpha val="90000"/>
          </a:srgbClr>
        </a:solidFill>
      </dgm:spPr>
      <dgm:t>
        <a:bodyPr/>
        <a:lstStyle/>
        <a:p>
          <a:r>
            <a:rPr lang="en-US" dirty="0" smtClean="0"/>
            <a:t>S round </a:t>
          </a:r>
          <a:r>
            <a:rPr lang="en-US" dirty="0" err="1" smtClean="0"/>
            <a:t>kalitlari</a:t>
          </a:r>
          <a:r>
            <a:rPr lang="en-US" dirty="0" smtClean="0"/>
            <a:t> 0..43 </a:t>
          </a:r>
          <a:endParaRPr lang="ru-RU" dirty="0"/>
        </a:p>
      </dgm:t>
    </dgm:pt>
    <dgm:pt modelId="{43DB0930-A210-4C8E-A7DD-DD9E45E76A31}" type="parTrans" cxnId="{492ABC26-D00E-41D4-A14D-75E1E9718776}">
      <dgm:prSet/>
      <dgm:spPr/>
      <dgm:t>
        <a:bodyPr/>
        <a:lstStyle/>
        <a:p>
          <a:endParaRPr lang="ru-RU"/>
        </a:p>
      </dgm:t>
    </dgm:pt>
    <dgm:pt modelId="{106E1C87-2D27-4F72-9394-67CDF03BBA97}" type="sibTrans" cxnId="{492ABC26-D00E-41D4-A14D-75E1E9718776}">
      <dgm:prSet/>
      <dgm:spPr/>
      <dgm:t>
        <a:bodyPr/>
        <a:lstStyle/>
        <a:p>
          <a:endParaRPr lang="ru-RU"/>
        </a:p>
      </dgm:t>
    </dgm:pt>
    <dgm:pt modelId="{5D57826D-7826-4A01-92DF-0B30FC35BD6A}">
      <dgm:prSet phldrT="[Текст]"/>
      <dgm:spPr>
        <a:solidFill>
          <a:srgbClr val="FFC000">
            <a:alpha val="90000"/>
          </a:srgbClr>
        </a:solidFill>
      </dgm:spPr>
      <dgm:t>
        <a:bodyPr/>
        <a:lstStyle/>
        <a:p>
          <a:endParaRPr lang="ru-RU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DEE0E7A1-FEF5-4789-9B55-9A5EDB0D433E}" type="parTrans" cxnId="{1D0085C1-8728-4A08-8C39-77B42FF30312}">
      <dgm:prSet/>
      <dgm:spPr/>
      <dgm:t>
        <a:bodyPr/>
        <a:lstStyle/>
        <a:p>
          <a:endParaRPr lang="ru-RU"/>
        </a:p>
      </dgm:t>
    </dgm:pt>
    <dgm:pt modelId="{24538FA1-2421-42E0-B7C9-BB4EDA5A3EA2}" type="sibTrans" cxnId="{1D0085C1-8728-4A08-8C39-77B42FF30312}">
      <dgm:prSet/>
      <dgm:spPr/>
      <dgm:t>
        <a:bodyPr/>
        <a:lstStyle/>
        <a:p>
          <a:endParaRPr lang="ru-RU"/>
        </a:p>
      </dgm:t>
    </dgm:pt>
    <dgm:pt modelId="{CCD33172-9B0B-44AD-A37D-2598E57E5DC4}" type="pres">
      <dgm:prSet presAssocID="{261390E8-1827-474F-A7F6-3C08015CF3CB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305F9FD-A4F7-4A77-B231-7CBC2E409BEF}" type="pres">
      <dgm:prSet presAssocID="{261390E8-1827-474F-A7F6-3C08015CF3CB}" presName="children" presStyleCnt="0"/>
      <dgm:spPr/>
    </dgm:pt>
    <dgm:pt modelId="{784677BE-90CE-4F32-BD3E-D6A8F64C9258}" type="pres">
      <dgm:prSet presAssocID="{261390E8-1827-474F-A7F6-3C08015CF3CB}" presName="child1group" presStyleCnt="0"/>
      <dgm:spPr/>
    </dgm:pt>
    <dgm:pt modelId="{72657BF7-B92D-44BB-83D2-79DE7165C2A2}" type="pres">
      <dgm:prSet presAssocID="{261390E8-1827-474F-A7F6-3C08015CF3CB}" presName="child1" presStyleLbl="bgAcc1" presStyleIdx="0" presStyleCnt="4" custScaleX="142921" custScaleY="149410"/>
      <dgm:spPr/>
      <dgm:t>
        <a:bodyPr/>
        <a:lstStyle/>
        <a:p>
          <a:endParaRPr lang="ru-RU"/>
        </a:p>
      </dgm:t>
    </dgm:pt>
    <dgm:pt modelId="{C3F27B81-9097-4EB4-8168-236719B57278}" type="pres">
      <dgm:prSet presAssocID="{261390E8-1827-474F-A7F6-3C08015CF3CB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9F595D1-54C0-4273-AF2F-0F1E0B45BA29}" type="pres">
      <dgm:prSet presAssocID="{261390E8-1827-474F-A7F6-3C08015CF3CB}" presName="child2group" presStyleCnt="0"/>
      <dgm:spPr/>
    </dgm:pt>
    <dgm:pt modelId="{A3E555C1-BF2E-4F69-AE74-EFC17C500CB4}" type="pres">
      <dgm:prSet presAssocID="{261390E8-1827-474F-A7F6-3C08015CF3CB}" presName="child2" presStyleLbl="bgAcc1" presStyleIdx="1" presStyleCnt="4" custScaleX="135383" custScaleY="137057"/>
      <dgm:spPr/>
      <dgm:t>
        <a:bodyPr/>
        <a:lstStyle/>
        <a:p>
          <a:endParaRPr lang="ru-RU"/>
        </a:p>
      </dgm:t>
    </dgm:pt>
    <dgm:pt modelId="{A78AA23F-3CA4-4122-A66A-60967C85A7D7}" type="pres">
      <dgm:prSet presAssocID="{261390E8-1827-474F-A7F6-3C08015CF3CB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58BCD02-96D1-4AB8-B893-4435B332D112}" type="pres">
      <dgm:prSet presAssocID="{261390E8-1827-474F-A7F6-3C08015CF3CB}" presName="child3group" presStyleCnt="0"/>
      <dgm:spPr/>
    </dgm:pt>
    <dgm:pt modelId="{F658145A-D171-4E93-BEC5-6B4150A2800B}" type="pres">
      <dgm:prSet presAssocID="{261390E8-1827-474F-A7F6-3C08015CF3CB}" presName="child3" presStyleLbl="bgAcc1" presStyleIdx="2" presStyleCnt="4" custScaleX="140612" custScaleY="116032"/>
      <dgm:spPr/>
      <dgm:t>
        <a:bodyPr/>
        <a:lstStyle/>
        <a:p>
          <a:endParaRPr lang="ru-RU"/>
        </a:p>
      </dgm:t>
    </dgm:pt>
    <dgm:pt modelId="{6E8C4DD2-214E-4F38-8F31-C4FC266C0480}" type="pres">
      <dgm:prSet presAssocID="{261390E8-1827-474F-A7F6-3C08015CF3CB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3A28851-ED68-4AB9-AFFD-A661B1175EB3}" type="pres">
      <dgm:prSet presAssocID="{261390E8-1827-474F-A7F6-3C08015CF3CB}" presName="child4group" presStyleCnt="0"/>
      <dgm:spPr/>
    </dgm:pt>
    <dgm:pt modelId="{0134D242-D624-4383-8115-6B8711225904}" type="pres">
      <dgm:prSet presAssocID="{261390E8-1827-474F-A7F6-3C08015CF3CB}" presName="child4" presStyleLbl="bgAcc1" presStyleIdx="3" presStyleCnt="4" custScaleX="178464" custScaleY="93073"/>
      <dgm:spPr/>
      <dgm:t>
        <a:bodyPr/>
        <a:lstStyle/>
        <a:p>
          <a:endParaRPr lang="ru-RU"/>
        </a:p>
      </dgm:t>
    </dgm:pt>
    <dgm:pt modelId="{E5A1C231-FF24-4E0B-8FD7-8B551F0968A5}" type="pres">
      <dgm:prSet presAssocID="{261390E8-1827-474F-A7F6-3C08015CF3CB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3952232-42A9-460D-8848-2D5D8B15EAD5}" type="pres">
      <dgm:prSet presAssocID="{261390E8-1827-474F-A7F6-3C08015CF3CB}" presName="childPlaceholder" presStyleCnt="0"/>
      <dgm:spPr/>
    </dgm:pt>
    <dgm:pt modelId="{69FC9F2A-62E1-4AF3-8C5E-94E0092F18E5}" type="pres">
      <dgm:prSet presAssocID="{261390E8-1827-474F-A7F6-3C08015CF3CB}" presName="circle" presStyleCnt="0"/>
      <dgm:spPr/>
    </dgm:pt>
    <dgm:pt modelId="{FFE3302E-62EE-4B29-9CF0-E1BD994F930A}" type="pres">
      <dgm:prSet presAssocID="{261390E8-1827-474F-A7F6-3C08015CF3CB}" presName="quadrant1" presStyleLbl="node1" presStyleIdx="0" presStyleCnt="4" custScaleX="118839" custScaleY="103875" custLinFactNeighborX="-11115" custLinFactNeighborY="-124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545BB28-3397-4124-98E1-FAA1F523488D}" type="pres">
      <dgm:prSet presAssocID="{261390E8-1827-474F-A7F6-3C08015CF3CB}" presName="quadrant2" presStyleLbl="node1" presStyleIdx="1" presStyleCnt="4" custScaleX="104734" custScaleY="104583" custLinFactNeighborX="-1478" custLinFactNeighborY="-3178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DB1E112-5E71-4B6B-A54B-A929813EE85C}" type="pres">
      <dgm:prSet presAssocID="{261390E8-1827-474F-A7F6-3C08015CF3CB}" presName="quadrant3" presStyleLbl="node1" presStyleIdx="2" presStyleCnt="4" custScaleX="110574" custScaleY="103701" custLinFactNeighborX="9265" custLinFactNeighborY="-5947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4E8636-C710-42FF-8FB4-F3E10A8DBCB5}" type="pres">
      <dgm:prSet presAssocID="{261390E8-1827-474F-A7F6-3C08015CF3CB}" presName="quadrant4" presStyleLbl="node1" presStyleIdx="3" presStyleCnt="4" custScaleX="130279" custScaleY="104493" custLinFactNeighborX="-9033" custLinFactNeighborY="93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FB36638-DC46-485C-995A-C3D2D7DB335E}" type="pres">
      <dgm:prSet presAssocID="{261390E8-1827-474F-A7F6-3C08015CF3CB}" presName="quadrantPlaceholder" presStyleCnt="0"/>
      <dgm:spPr/>
    </dgm:pt>
    <dgm:pt modelId="{E13241D5-797E-4ABE-BAFF-E1B6340A8773}" type="pres">
      <dgm:prSet presAssocID="{261390E8-1827-474F-A7F6-3C08015CF3CB}" presName="center1" presStyleLbl="fgShp" presStyleIdx="0" presStyleCnt="2"/>
      <dgm:spPr/>
    </dgm:pt>
    <dgm:pt modelId="{0FB3ADA2-9FBB-4485-A62F-EACE65C33D2E}" type="pres">
      <dgm:prSet presAssocID="{261390E8-1827-474F-A7F6-3C08015CF3CB}" presName="center2" presStyleLbl="fgShp" presStyleIdx="1" presStyleCnt="2"/>
      <dgm:spPr/>
    </dgm:pt>
  </dgm:ptLst>
  <dgm:cxnLst>
    <dgm:cxn modelId="{3FBD7B4D-1FE2-4E4A-9586-8CAE0F4CB74E}" srcId="{261390E8-1827-474F-A7F6-3C08015CF3CB}" destId="{61007645-3254-40DB-8895-42CE6EB8802A}" srcOrd="0" destOrd="0" parTransId="{E7980D28-E613-4DAC-A541-0FA30CD275E5}" sibTransId="{5EA23C9E-945B-47CC-8E29-0DA60AB6BABE}"/>
    <dgm:cxn modelId="{9B5665BA-21CA-41FE-B53B-1E594DA0DA31}" type="presOf" srcId="{5D57826D-7826-4A01-92DF-0B30FC35BD6A}" destId="{A78AA23F-3CA4-4122-A66A-60967C85A7D7}" srcOrd="1" destOrd="0" presId="urn:microsoft.com/office/officeart/2005/8/layout/cycle4"/>
    <dgm:cxn modelId="{D8A774A5-D0EB-4F49-BBDE-B2E6C686E2D2}" type="presOf" srcId="{1FFE7512-67B7-4ABD-B93F-766F596372AD}" destId="{E5A1C231-FF24-4E0B-8FD7-8B551F0968A5}" srcOrd="1" destOrd="1" presId="urn:microsoft.com/office/officeart/2005/8/layout/cycle4"/>
    <dgm:cxn modelId="{60B39CBB-5C14-4E02-8E32-ECB5EBC415CB}" srcId="{261390E8-1827-474F-A7F6-3C08015CF3CB}" destId="{B08AACDF-532E-4499-AF30-0444B4C6DAE2}" srcOrd="2" destOrd="0" parTransId="{F4B16FD1-426A-46F2-A863-37B01B730223}" sibTransId="{F1B84B15-18FE-4F27-AA57-B9B6CE756523}"/>
    <dgm:cxn modelId="{C21A49A8-2523-4F45-B1A1-2C6B6B543906}" type="presOf" srcId="{B5EED265-431A-4993-865E-591BBB878F1E}" destId="{AB4E8636-C710-42FF-8FB4-F3E10A8DBCB5}" srcOrd="0" destOrd="0" presId="urn:microsoft.com/office/officeart/2005/8/layout/cycle4"/>
    <dgm:cxn modelId="{627B3968-D2D8-4111-827D-32FA29B859F9}" type="presOf" srcId="{4B791722-D542-4C79-B199-6342012C3AD8}" destId="{72657BF7-B92D-44BB-83D2-79DE7165C2A2}" srcOrd="0" destOrd="0" presId="urn:microsoft.com/office/officeart/2005/8/layout/cycle4"/>
    <dgm:cxn modelId="{385149CC-C1A7-4F14-8A76-35206475B7FB}" type="presOf" srcId="{827C3263-1BCA-41AD-95A6-7A3E71CB9444}" destId="{0134D242-D624-4383-8115-6B8711225904}" srcOrd="0" destOrd="0" presId="urn:microsoft.com/office/officeart/2005/8/layout/cycle4"/>
    <dgm:cxn modelId="{9B8A30C8-ED50-4CAF-88DE-44D4DC4F5F73}" srcId="{61007645-3254-40DB-8895-42CE6EB8802A}" destId="{4B791722-D542-4C79-B199-6342012C3AD8}" srcOrd="0" destOrd="0" parTransId="{4DA2F11D-6D0F-486E-9FF1-B3BB06F10F70}" sibTransId="{F3E3F1E1-ACB4-434A-BEA7-14A954B037F9}"/>
    <dgm:cxn modelId="{196420A5-85F5-476A-B7D8-E10F205F5177}" srcId="{261390E8-1827-474F-A7F6-3C08015CF3CB}" destId="{0BCFC7D6-5EB2-4DCD-9587-61DF53396BFC}" srcOrd="1" destOrd="0" parTransId="{159A9BF5-6A5B-4E71-AFA4-32A8E75CCCAE}" sibTransId="{11DEE1E6-3A63-4317-897C-1D67238691EC}"/>
    <dgm:cxn modelId="{4F03925A-E7E8-43BA-9B05-07A8F1D34FAF}" srcId="{0BCFC7D6-5EB2-4DCD-9587-61DF53396BFC}" destId="{6843D240-D1CA-4E6D-90D2-B948C17829D0}" srcOrd="1" destOrd="0" parTransId="{254F3E3A-E481-4CC9-854E-C6541B8C6AFD}" sibTransId="{54B912E2-3387-46A4-97C2-DF3C59E2E2D1}"/>
    <dgm:cxn modelId="{EA3AC82F-DA4A-4A2D-8BB3-ABEB2D475C1A}" type="presOf" srcId="{261390E8-1827-474F-A7F6-3C08015CF3CB}" destId="{CCD33172-9B0B-44AD-A37D-2598E57E5DC4}" srcOrd="0" destOrd="0" presId="urn:microsoft.com/office/officeart/2005/8/layout/cycle4"/>
    <dgm:cxn modelId="{5AC39BC7-B5CD-445F-8FFF-75DFC44F62BF}" type="presOf" srcId="{6843D240-D1CA-4E6D-90D2-B948C17829D0}" destId="{A78AA23F-3CA4-4122-A66A-60967C85A7D7}" srcOrd="1" destOrd="1" presId="urn:microsoft.com/office/officeart/2005/8/layout/cycle4"/>
    <dgm:cxn modelId="{A6FEA4C8-A777-45FA-B850-4E42B6FCC71C}" srcId="{B5EED265-431A-4993-865E-591BBB878F1E}" destId="{827C3263-1BCA-41AD-95A6-7A3E71CB9444}" srcOrd="0" destOrd="0" parTransId="{6D21D490-DEB6-42A8-A889-416EA0218AC7}" sibTransId="{1E705432-7E25-4D62-8E4D-489EB435B6CF}"/>
    <dgm:cxn modelId="{FF4961A9-3721-431C-B070-E5EFE5024F15}" type="presOf" srcId="{B08AACDF-532E-4499-AF30-0444B4C6DAE2}" destId="{BDB1E112-5E71-4B6B-A54B-A929813EE85C}" srcOrd="0" destOrd="0" presId="urn:microsoft.com/office/officeart/2005/8/layout/cycle4"/>
    <dgm:cxn modelId="{6160A1C1-C4FE-4CB7-A3BC-2480524CE85F}" type="presOf" srcId="{61007645-3254-40DB-8895-42CE6EB8802A}" destId="{FFE3302E-62EE-4B29-9CF0-E1BD994F930A}" srcOrd="0" destOrd="0" presId="urn:microsoft.com/office/officeart/2005/8/layout/cycle4"/>
    <dgm:cxn modelId="{8E50ADA8-DE61-4A86-A402-0539414788D8}" type="presOf" srcId="{7FE8D0D3-4900-4C42-B0FF-EAD84A97121C}" destId="{F658145A-D171-4E93-BEC5-6B4150A2800B}" srcOrd="0" destOrd="0" presId="urn:microsoft.com/office/officeart/2005/8/layout/cycle4"/>
    <dgm:cxn modelId="{CED490DE-6896-46A6-B857-556C56BBD6BF}" type="presOf" srcId="{1FFE7512-67B7-4ABD-B93F-766F596372AD}" destId="{0134D242-D624-4383-8115-6B8711225904}" srcOrd="0" destOrd="1" presId="urn:microsoft.com/office/officeart/2005/8/layout/cycle4"/>
    <dgm:cxn modelId="{EB91B6A4-74C3-4434-B2DA-CE850C513C2A}" srcId="{B08AACDF-532E-4499-AF30-0444B4C6DAE2}" destId="{7FE8D0D3-4900-4C42-B0FF-EAD84A97121C}" srcOrd="0" destOrd="0" parTransId="{AED43A4B-9A55-49A0-94CF-624AD27751AF}" sibTransId="{83F0DBE6-4DA5-4AEF-BD93-3CFBF2B4E119}"/>
    <dgm:cxn modelId="{2BF6436E-3E2C-410A-9ED7-01A03CF32306}" type="presOf" srcId="{5D57826D-7826-4A01-92DF-0B30FC35BD6A}" destId="{A3E555C1-BF2E-4F69-AE74-EFC17C500CB4}" srcOrd="0" destOrd="0" presId="urn:microsoft.com/office/officeart/2005/8/layout/cycle4"/>
    <dgm:cxn modelId="{9D83949E-3321-4403-AFB5-D7C5EA036825}" type="presOf" srcId="{7FE8D0D3-4900-4C42-B0FF-EAD84A97121C}" destId="{6E8C4DD2-214E-4F38-8F31-C4FC266C0480}" srcOrd="1" destOrd="0" presId="urn:microsoft.com/office/officeart/2005/8/layout/cycle4"/>
    <dgm:cxn modelId="{DD0D8EB6-3127-49E8-8094-B8B7E45FCA0B}" type="presOf" srcId="{827C3263-1BCA-41AD-95A6-7A3E71CB9444}" destId="{E5A1C231-FF24-4E0B-8FD7-8B551F0968A5}" srcOrd="1" destOrd="0" presId="urn:microsoft.com/office/officeart/2005/8/layout/cycle4"/>
    <dgm:cxn modelId="{952F31AC-5153-4548-9E8B-AD6A1A56B3F8}" type="presOf" srcId="{6843D240-D1CA-4E6D-90D2-B948C17829D0}" destId="{A3E555C1-BF2E-4F69-AE74-EFC17C500CB4}" srcOrd="0" destOrd="1" presId="urn:microsoft.com/office/officeart/2005/8/layout/cycle4"/>
    <dgm:cxn modelId="{492ABC26-D00E-41D4-A14D-75E1E9718776}" srcId="{B5EED265-431A-4993-865E-591BBB878F1E}" destId="{1FFE7512-67B7-4ABD-B93F-766F596372AD}" srcOrd="1" destOrd="0" parTransId="{43DB0930-A210-4C8E-A7DD-DD9E45E76A31}" sibTransId="{106E1C87-2D27-4F72-9394-67CDF03BBA97}"/>
    <dgm:cxn modelId="{91275F9B-F3A3-4AE7-A23D-37303E336205}" srcId="{261390E8-1827-474F-A7F6-3C08015CF3CB}" destId="{B5EED265-431A-4993-865E-591BBB878F1E}" srcOrd="3" destOrd="0" parTransId="{497F6AD1-ABB4-42A3-AA23-C265BA5696C8}" sibTransId="{30A4270D-D795-4BDA-8D99-25CC703E9500}"/>
    <dgm:cxn modelId="{41E16DE4-EEAB-4E32-A9E4-1C5D435464A6}" type="presOf" srcId="{4B791722-D542-4C79-B199-6342012C3AD8}" destId="{C3F27B81-9097-4EB4-8168-236719B57278}" srcOrd="1" destOrd="0" presId="urn:microsoft.com/office/officeart/2005/8/layout/cycle4"/>
    <dgm:cxn modelId="{1D0085C1-8728-4A08-8C39-77B42FF30312}" srcId="{0BCFC7D6-5EB2-4DCD-9587-61DF53396BFC}" destId="{5D57826D-7826-4A01-92DF-0B30FC35BD6A}" srcOrd="0" destOrd="0" parTransId="{DEE0E7A1-FEF5-4789-9B55-9A5EDB0D433E}" sibTransId="{24538FA1-2421-42E0-B7C9-BB4EDA5A3EA2}"/>
    <dgm:cxn modelId="{ADB2F2FC-26F3-4525-A1F0-A9EC1E50A7BD}" type="presOf" srcId="{0BCFC7D6-5EB2-4DCD-9587-61DF53396BFC}" destId="{4545BB28-3397-4124-98E1-FAA1F523488D}" srcOrd="0" destOrd="0" presId="urn:microsoft.com/office/officeart/2005/8/layout/cycle4"/>
    <dgm:cxn modelId="{452853A8-0BE3-46CD-A333-7839F44FADED}" type="presParOf" srcId="{CCD33172-9B0B-44AD-A37D-2598E57E5DC4}" destId="{8305F9FD-A4F7-4A77-B231-7CBC2E409BEF}" srcOrd="0" destOrd="0" presId="urn:microsoft.com/office/officeart/2005/8/layout/cycle4"/>
    <dgm:cxn modelId="{52F6EE12-68EF-4F4F-B178-F0170A53F9CF}" type="presParOf" srcId="{8305F9FD-A4F7-4A77-B231-7CBC2E409BEF}" destId="{784677BE-90CE-4F32-BD3E-D6A8F64C9258}" srcOrd="0" destOrd="0" presId="urn:microsoft.com/office/officeart/2005/8/layout/cycle4"/>
    <dgm:cxn modelId="{F00EAB36-163F-4CBF-BAC1-09FF6C6CF627}" type="presParOf" srcId="{784677BE-90CE-4F32-BD3E-D6A8F64C9258}" destId="{72657BF7-B92D-44BB-83D2-79DE7165C2A2}" srcOrd="0" destOrd="0" presId="urn:microsoft.com/office/officeart/2005/8/layout/cycle4"/>
    <dgm:cxn modelId="{CCB7D526-CE83-4DC3-B1C7-8D4B23CBE247}" type="presParOf" srcId="{784677BE-90CE-4F32-BD3E-D6A8F64C9258}" destId="{C3F27B81-9097-4EB4-8168-236719B57278}" srcOrd="1" destOrd="0" presId="urn:microsoft.com/office/officeart/2005/8/layout/cycle4"/>
    <dgm:cxn modelId="{98466D65-A5BF-4BF6-9801-83C38A794D1D}" type="presParOf" srcId="{8305F9FD-A4F7-4A77-B231-7CBC2E409BEF}" destId="{99F595D1-54C0-4273-AF2F-0F1E0B45BA29}" srcOrd="1" destOrd="0" presId="urn:microsoft.com/office/officeart/2005/8/layout/cycle4"/>
    <dgm:cxn modelId="{D7E3E52A-7911-4170-97B6-B7BDB10FE73B}" type="presParOf" srcId="{99F595D1-54C0-4273-AF2F-0F1E0B45BA29}" destId="{A3E555C1-BF2E-4F69-AE74-EFC17C500CB4}" srcOrd="0" destOrd="0" presId="urn:microsoft.com/office/officeart/2005/8/layout/cycle4"/>
    <dgm:cxn modelId="{B0159AF4-AEC9-4BD1-960D-B2F409EDF107}" type="presParOf" srcId="{99F595D1-54C0-4273-AF2F-0F1E0B45BA29}" destId="{A78AA23F-3CA4-4122-A66A-60967C85A7D7}" srcOrd="1" destOrd="0" presId="urn:microsoft.com/office/officeart/2005/8/layout/cycle4"/>
    <dgm:cxn modelId="{8935582A-0C9A-49EB-B8A6-F0D5F3FE8C74}" type="presParOf" srcId="{8305F9FD-A4F7-4A77-B231-7CBC2E409BEF}" destId="{F58BCD02-96D1-4AB8-B893-4435B332D112}" srcOrd="2" destOrd="0" presId="urn:microsoft.com/office/officeart/2005/8/layout/cycle4"/>
    <dgm:cxn modelId="{B65D939A-D6A4-4F09-BFB4-6D5B139C7212}" type="presParOf" srcId="{F58BCD02-96D1-4AB8-B893-4435B332D112}" destId="{F658145A-D171-4E93-BEC5-6B4150A2800B}" srcOrd="0" destOrd="0" presId="urn:microsoft.com/office/officeart/2005/8/layout/cycle4"/>
    <dgm:cxn modelId="{5722BC7A-93D9-42B4-BD9B-FA964D452C82}" type="presParOf" srcId="{F58BCD02-96D1-4AB8-B893-4435B332D112}" destId="{6E8C4DD2-214E-4F38-8F31-C4FC266C0480}" srcOrd="1" destOrd="0" presId="urn:microsoft.com/office/officeart/2005/8/layout/cycle4"/>
    <dgm:cxn modelId="{BA44AF82-4241-4FD0-AEAD-F303C4D7325F}" type="presParOf" srcId="{8305F9FD-A4F7-4A77-B231-7CBC2E409BEF}" destId="{23A28851-ED68-4AB9-AFFD-A661B1175EB3}" srcOrd="3" destOrd="0" presId="urn:microsoft.com/office/officeart/2005/8/layout/cycle4"/>
    <dgm:cxn modelId="{3D904A2E-8449-4D91-975F-B4FA7745D486}" type="presParOf" srcId="{23A28851-ED68-4AB9-AFFD-A661B1175EB3}" destId="{0134D242-D624-4383-8115-6B8711225904}" srcOrd="0" destOrd="0" presId="urn:microsoft.com/office/officeart/2005/8/layout/cycle4"/>
    <dgm:cxn modelId="{F6FA839F-B1D8-4C72-8C13-71E941F5219A}" type="presParOf" srcId="{23A28851-ED68-4AB9-AFFD-A661B1175EB3}" destId="{E5A1C231-FF24-4E0B-8FD7-8B551F0968A5}" srcOrd="1" destOrd="0" presId="urn:microsoft.com/office/officeart/2005/8/layout/cycle4"/>
    <dgm:cxn modelId="{C6533999-4AE6-4A26-834F-7FAEC1405CD1}" type="presParOf" srcId="{8305F9FD-A4F7-4A77-B231-7CBC2E409BEF}" destId="{03952232-42A9-460D-8848-2D5D8B15EAD5}" srcOrd="4" destOrd="0" presId="urn:microsoft.com/office/officeart/2005/8/layout/cycle4"/>
    <dgm:cxn modelId="{42531EB2-861D-4F8F-A074-8E2B655717E4}" type="presParOf" srcId="{CCD33172-9B0B-44AD-A37D-2598E57E5DC4}" destId="{69FC9F2A-62E1-4AF3-8C5E-94E0092F18E5}" srcOrd="1" destOrd="0" presId="urn:microsoft.com/office/officeart/2005/8/layout/cycle4"/>
    <dgm:cxn modelId="{E4058398-119C-4B2F-915E-32699E2923CE}" type="presParOf" srcId="{69FC9F2A-62E1-4AF3-8C5E-94E0092F18E5}" destId="{FFE3302E-62EE-4B29-9CF0-E1BD994F930A}" srcOrd="0" destOrd="0" presId="urn:microsoft.com/office/officeart/2005/8/layout/cycle4"/>
    <dgm:cxn modelId="{0E3E8074-3ECC-41A2-9626-8C86309EB076}" type="presParOf" srcId="{69FC9F2A-62E1-4AF3-8C5E-94E0092F18E5}" destId="{4545BB28-3397-4124-98E1-FAA1F523488D}" srcOrd="1" destOrd="0" presId="urn:microsoft.com/office/officeart/2005/8/layout/cycle4"/>
    <dgm:cxn modelId="{867781EC-C939-4C6D-830C-21B3CD86F56D}" type="presParOf" srcId="{69FC9F2A-62E1-4AF3-8C5E-94E0092F18E5}" destId="{BDB1E112-5E71-4B6B-A54B-A929813EE85C}" srcOrd="2" destOrd="0" presId="urn:microsoft.com/office/officeart/2005/8/layout/cycle4"/>
    <dgm:cxn modelId="{923B5269-566D-4197-B472-705A6AC05067}" type="presParOf" srcId="{69FC9F2A-62E1-4AF3-8C5E-94E0092F18E5}" destId="{AB4E8636-C710-42FF-8FB4-F3E10A8DBCB5}" srcOrd="3" destOrd="0" presId="urn:microsoft.com/office/officeart/2005/8/layout/cycle4"/>
    <dgm:cxn modelId="{39C40D5B-03DA-445D-A8E7-11BC9D527FF4}" type="presParOf" srcId="{69FC9F2A-62E1-4AF3-8C5E-94E0092F18E5}" destId="{6FB36638-DC46-485C-995A-C3D2D7DB335E}" srcOrd="4" destOrd="0" presId="urn:microsoft.com/office/officeart/2005/8/layout/cycle4"/>
    <dgm:cxn modelId="{2DDF3FA1-8430-4E2A-8227-C871A2103425}" type="presParOf" srcId="{CCD33172-9B0B-44AD-A37D-2598E57E5DC4}" destId="{E13241D5-797E-4ABE-BAFF-E1B6340A8773}" srcOrd="2" destOrd="0" presId="urn:microsoft.com/office/officeart/2005/8/layout/cycle4"/>
    <dgm:cxn modelId="{56435B5B-AD9A-46AA-B2CC-C06A897AA39B}" type="presParOf" srcId="{CCD33172-9B0B-44AD-A37D-2598E57E5DC4}" destId="{0FB3ADA2-9FBB-4485-A62F-EACE65C33D2E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58145A-D171-4E93-BEC5-6B4150A2800B}">
      <dsp:nvSpPr>
        <dsp:cNvPr id="0" name=""/>
        <dsp:cNvSpPr/>
      </dsp:nvSpPr>
      <dsp:spPr>
        <a:xfrm>
          <a:off x="4002558" y="3214336"/>
          <a:ext cx="3215358" cy="1718730"/>
        </a:xfrm>
        <a:prstGeom prst="roundRect">
          <a:avLst>
            <a:gd name="adj" fmla="val 10000"/>
          </a:avLst>
        </a:prstGeom>
        <a:solidFill>
          <a:srgbClr val="FFC000">
            <a:alpha val="90000"/>
          </a:srgb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4 ta </a:t>
          </a:r>
          <a:r>
            <a:rPr lang="en-US" sz="2000" kern="1200" dirty="0" err="1" smtClean="0"/>
            <a:t>kirishdagi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registrlar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qiymati</a:t>
          </a:r>
          <a:endParaRPr lang="ru-RU" sz="2000" kern="1200" dirty="0"/>
        </a:p>
      </dsp:txBody>
      <dsp:txXfrm>
        <a:off x="5004921" y="3681774"/>
        <a:ext cx="2175241" cy="1213538"/>
      </dsp:txXfrm>
    </dsp:sp>
    <dsp:sp modelId="{0134D242-D624-4383-8115-6B8711225904}">
      <dsp:nvSpPr>
        <dsp:cNvPr id="0" name=""/>
        <dsp:cNvSpPr/>
      </dsp:nvSpPr>
      <dsp:spPr>
        <a:xfrm>
          <a:off x="-161133" y="3384377"/>
          <a:ext cx="4080916" cy="1378649"/>
        </a:xfrm>
        <a:prstGeom prst="roundRect">
          <a:avLst>
            <a:gd name="adj" fmla="val 10000"/>
          </a:avLst>
        </a:prstGeom>
        <a:solidFill>
          <a:srgbClr val="FFC000">
            <a:alpha val="90000"/>
          </a:srgb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B </a:t>
          </a:r>
          <a:r>
            <a:rPr lang="en-US" sz="2000" kern="1200" dirty="0" err="1" smtClean="0"/>
            <a:t>Maxfiy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kalit</a:t>
          </a:r>
          <a:endParaRPr lang="ru-RU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S round </a:t>
          </a:r>
          <a:r>
            <a:rPr lang="en-US" sz="2000" kern="1200" dirty="0" err="1" smtClean="0"/>
            <a:t>kalitlari</a:t>
          </a:r>
          <a:r>
            <a:rPr lang="en-US" sz="2000" kern="1200" dirty="0" smtClean="0"/>
            <a:t> 0..43 </a:t>
          </a:r>
          <a:endParaRPr lang="ru-RU" sz="2000" kern="1200" dirty="0"/>
        </a:p>
      </dsp:txBody>
      <dsp:txXfrm>
        <a:off x="-130849" y="3759323"/>
        <a:ext cx="2796073" cy="973418"/>
      </dsp:txXfrm>
    </dsp:sp>
    <dsp:sp modelId="{A3E555C1-BF2E-4F69-AE74-EFC17C500CB4}">
      <dsp:nvSpPr>
        <dsp:cNvPr id="0" name=""/>
        <dsp:cNvSpPr/>
      </dsp:nvSpPr>
      <dsp:spPr>
        <a:xfrm>
          <a:off x="4062344" y="-89049"/>
          <a:ext cx="3095787" cy="2030164"/>
        </a:xfrm>
        <a:prstGeom prst="roundRect">
          <a:avLst>
            <a:gd name="adj" fmla="val 10000"/>
          </a:avLst>
        </a:prstGeom>
        <a:solidFill>
          <a:srgbClr val="FFC000">
            <a:alpha val="90000"/>
          </a:srgb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ru-RU" sz="2000" kern="1200" dirty="0">
            <a:solidFill>
              <a:schemeClr val="tx1">
                <a:lumMod val="95000"/>
                <a:lumOff val="5000"/>
              </a:schemeClr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err="1" smtClean="0">
              <a:solidFill>
                <a:schemeClr val="tx1">
                  <a:lumMod val="95000"/>
                  <a:lumOff val="5000"/>
                </a:schemeClr>
              </a:solidFill>
            </a:rPr>
            <a:t>Roundlar</a:t>
          </a:r>
          <a:r>
            <a:rPr lang="en-US" sz="2000" kern="1200" dirty="0" smtClean="0">
              <a:solidFill>
                <a:schemeClr val="tx1">
                  <a:lumMod val="95000"/>
                  <a:lumOff val="5000"/>
                </a:schemeClr>
              </a:solidFill>
            </a:rPr>
            <a:t> </a:t>
          </a:r>
          <a:r>
            <a:rPr lang="en-US" sz="2000" kern="1200" dirty="0" err="1" smtClean="0">
              <a:solidFill>
                <a:schemeClr val="tx1">
                  <a:lumMod val="95000"/>
                  <a:lumOff val="5000"/>
                </a:schemeClr>
              </a:solidFill>
            </a:rPr>
            <a:t>soni</a:t>
          </a:r>
          <a:endParaRPr lang="ru-RU" sz="20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5035676" y="-44453"/>
        <a:ext cx="2077859" cy="1433431"/>
      </dsp:txXfrm>
    </dsp:sp>
    <dsp:sp modelId="{72657BF7-B92D-44BB-83D2-79DE7165C2A2}">
      <dsp:nvSpPr>
        <dsp:cNvPr id="0" name=""/>
        <dsp:cNvSpPr/>
      </dsp:nvSpPr>
      <dsp:spPr>
        <a:xfrm>
          <a:off x="245245" y="-180539"/>
          <a:ext cx="3268158" cy="2213144"/>
        </a:xfrm>
        <a:prstGeom prst="roundRect">
          <a:avLst>
            <a:gd name="adj" fmla="val 10000"/>
          </a:avLst>
        </a:prstGeom>
        <a:solidFill>
          <a:srgbClr val="FFC000">
            <a:alpha val="90000"/>
          </a:srgbClr>
        </a:solidFill>
        <a:ln w="425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4ta A B C D   </a:t>
          </a:r>
          <a:r>
            <a:rPr lang="en-US" sz="2100" kern="1200" dirty="0" err="1" smtClean="0"/>
            <a:t>bloklarga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ajiraydi</a:t>
          </a:r>
          <a:endParaRPr lang="ru-RU" sz="2100" kern="1200" dirty="0"/>
        </a:p>
      </dsp:txBody>
      <dsp:txXfrm>
        <a:off x="293861" y="-131923"/>
        <a:ext cx="2190478" cy="1562626"/>
      </dsp:txXfrm>
    </dsp:sp>
    <dsp:sp modelId="{FFE3302E-62EE-4B29-9CF0-E1BD994F930A}">
      <dsp:nvSpPr>
        <dsp:cNvPr id="0" name=""/>
        <dsp:cNvSpPr/>
      </dsp:nvSpPr>
      <dsp:spPr>
        <a:xfrm>
          <a:off x="1085998" y="261942"/>
          <a:ext cx="2381919" cy="2081991"/>
        </a:xfrm>
        <a:prstGeom prst="pieWedge">
          <a:avLst/>
        </a:prstGeom>
        <a:solidFill>
          <a:srgbClr val="00B050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128 bit </a:t>
          </a:r>
          <a:r>
            <a:rPr lang="en-US" sz="2800" kern="1200" dirty="0" err="1" smtClean="0"/>
            <a:t>blok</a:t>
          </a:r>
          <a:endParaRPr lang="ru-RU" sz="2800" kern="1200" dirty="0"/>
        </a:p>
      </dsp:txBody>
      <dsp:txXfrm>
        <a:off x="1783646" y="871743"/>
        <a:ext cx="1684271" cy="1472190"/>
      </dsp:txXfrm>
    </dsp:sp>
    <dsp:sp modelId="{4545BB28-3397-4124-98E1-FAA1F523488D}">
      <dsp:nvSpPr>
        <dsp:cNvPr id="0" name=""/>
        <dsp:cNvSpPr/>
      </dsp:nvSpPr>
      <dsp:spPr>
        <a:xfrm rot="5400000">
          <a:off x="3518926" y="214510"/>
          <a:ext cx="2096182" cy="2099209"/>
        </a:xfrm>
        <a:prstGeom prst="pieWedge">
          <a:avLst/>
        </a:prstGeom>
        <a:solidFill>
          <a:srgbClr val="00B050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R </a:t>
          </a:r>
          <a:r>
            <a:rPr lang="en-US" sz="3000" kern="1200" dirty="0" err="1" smtClean="0"/>
            <a:t>harifi</a:t>
          </a:r>
          <a:endParaRPr lang="ru-RU" sz="3000" kern="1200" dirty="0"/>
        </a:p>
      </dsp:txBody>
      <dsp:txXfrm rot="-5400000">
        <a:off x="3517413" y="829981"/>
        <a:ext cx="1484365" cy="1482225"/>
      </dsp:txXfrm>
    </dsp:sp>
    <dsp:sp modelId="{BDB1E112-5E71-4B6B-A54B-A929813EE85C}">
      <dsp:nvSpPr>
        <dsp:cNvPr id="0" name=""/>
        <dsp:cNvSpPr/>
      </dsp:nvSpPr>
      <dsp:spPr>
        <a:xfrm rot="10800000">
          <a:off x="3674211" y="2266266"/>
          <a:ext cx="2216261" cy="2078504"/>
        </a:xfrm>
        <a:prstGeom prst="pieWedge">
          <a:avLst/>
        </a:prstGeom>
        <a:solidFill>
          <a:srgbClr val="00B050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W    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   </a:t>
          </a:r>
          <a:r>
            <a:rPr lang="en-US" sz="3000" kern="1200" dirty="0" err="1" smtClean="0"/>
            <a:t>harifi</a:t>
          </a:r>
          <a:endParaRPr lang="ru-RU" sz="3000" kern="1200" dirty="0"/>
        </a:p>
      </dsp:txBody>
      <dsp:txXfrm rot="10800000">
        <a:off x="3674211" y="2266266"/>
        <a:ext cx="1567133" cy="1469724"/>
      </dsp:txXfrm>
    </dsp:sp>
    <dsp:sp modelId="{AB4E8636-C710-42FF-8FB4-F3E10A8DBCB5}">
      <dsp:nvSpPr>
        <dsp:cNvPr id="0" name=""/>
        <dsp:cNvSpPr/>
      </dsp:nvSpPr>
      <dsp:spPr>
        <a:xfrm rot="16200000">
          <a:off x="1271498" y="2137788"/>
          <a:ext cx="2094378" cy="2611213"/>
        </a:xfrm>
        <a:prstGeom prst="pieWedge">
          <a:avLst/>
        </a:prstGeom>
        <a:solidFill>
          <a:srgbClr val="00B050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B </a:t>
          </a:r>
          <a:r>
            <a:rPr lang="en-US" sz="3000" kern="1200" dirty="0" err="1" smtClean="0"/>
            <a:t>va</a:t>
          </a:r>
          <a:r>
            <a:rPr lang="en-US" sz="3000" kern="1200" dirty="0" smtClean="0"/>
            <a:t> S </a:t>
          </a:r>
          <a:r>
            <a:rPr lang="en-US" sz="3000" kern="1200" dirty="0" err="1" smtClean="0"/>
            <a:t>harifi</a:t>
          </a:r>
          <a:endParaRPr lang="ru-RU" sz="3000" kern="1200" dirty="0"/>
        </a:p>
      </dsp:txBody>
      <dsp:txXfrm rot="5400000">
        <a:off x="1777888" y="2396205"/>
        <a:ext cx="1846406" cy="1480949"/>
      </dsp:txXfrm>
    </dsp:sp>
    <dsp:sp modelId="{E13241D5-797E-4ABE-BAFF-E1B6340A8773}">
      <dsp:nvSpPr>
        <dsp:cNvPr id="0" name=""/>
        <dsp:cNvSpPr/>
      </dsp:nvSpPr>
      <dsp:spPr>
        <a:xfrm>
          <a:off x="3182379" y="1959660"/>
          <a:ext cx="692024" cy="60176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3ADA2-9FBB-4485-A62F-EACE65C33D2E}">
      <dsp:nvSpPr>
        <dsp:cNvPr id="0" name=""/>
        <dsp:cNvSpPr/>
      </dsp:nvSpPr>
      <dsp:spPr>
        <a:xfrm rot="10800000">
          <a:off x="3182379" y="2191107"/>
          <a:ext cx="692024" cy="60176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endParaRPr lang="ru-RU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fld id="{31555DB1-8736-42A3-B48D-2B08FB93332A}" type="datetimeFigureOut">
              <a:rPr lang="ru-RU" smtClean="0"/>
              <a:pPr/>
              <a:t>10.05.2024</a:t>
            </a:fld>
            <a:endParaRPr lang="ru-RU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endParaRPr lang="ru-RU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fld id="{5400D380-E0D7-4EB1-B91E-BFCC7DA7F2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3839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endParaRPr lang="ru-RU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fld id="{0BDB199F-A56C-4049-BA04-1447030960FF}" type="datetimeFigureOut">
              <a:pPr/>
              <a:t>10.05.2024</a:t>
            </a:fld>
            <a:endParaRPr lang="ru-RU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anchor="ctr"/>
          <a:lstStyle>
            <a:extLst/>
          </a:lstStyle>
          <a:p>
            <a:endParaRPr lang="ru-RU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endParaRPr lang="ru-RU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fld id="{B3A019F3-8596-4028-9847-CBD3A185B07A}" type="slidenum"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56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368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508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ru-RU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759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873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"/>
          <p:cNvSpPr/>
          <p:nvPr userDrawn="1"/>
        </p:nvSpPr>
        <p:spPr>
          <a:xfrm>
            <a:off x="0" y="3505200"/>
            <a:ext cx="9144000" cy="1143000"/>
          </a:xfrm>
          <a:prstGeom prst="rect">
            <a:avLst/>
          </a:prstGeom>
          <a:solidFill>
            <a:schemeClr val="accent6">
              <a:shade val="75000"/>
            </a:schemeClr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228600" y="4114800"/>
            <a:ext cx="7239000" cy="533400"/>
          </a:xfrm>
          <a:noFill/>
        </p:spPr>
        <p:txBody>
          <a:bodyPr vert="horz"/>
          <a:lstStyle>
            <a:lvl1pPr algn="l" eaLnBrk="1" latinLnBrk="0" hangingPunct="1">
              <a:defRPr kumimoji="0" lang="ru-RU" sz="2000" b="0" cap="all" spc="150" baseline="0">
                <a:solidFill>
                  <a:schemeClr val="bg1"/>
                </a:solidFill>
              </a:defRPr>
            </a:lvl1pPr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Rectangle 3"/>
          <p:cNvSpPr>
            <a:spLocks noGrp="1"/>
          </p:cNvSpPr>
          <p:nvPr>
            <p:ph type="subTitle" idx="1" hasCustomPrompt="1"/>
          </p:nvPr>
        </p:nvSpPr>
        <p:spPr>
          <a:xfrm>
            <a:off x="228600" y="4706112"/>
            <a:ext cx="6934200" cy="228600"/>
          </a:xfrm>
          <a:solidFill>
            <a:schemeClr val="bg1"/>
          </a:solidFill>
        </p:spPr>
        <p:txBody>
          <a:bodyPr/>
          <a:lstStyle>
            <a:lvl1pPr marL="0" indent="0" algn="l" eaLnBrk="1" latinLnBrk="0" hangingPunct="1">
              <a:buNone/>
              <a:defRPr kumimoji="0" lang="ru-RU" sz="1100" b="1">
                <a:solidFill>
                  <a:schemeClr val="accent4">
                    <a:shade val="50000"/>
                  </a:schemeClr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r>
              <a:rPr kumimoji="0" lang="ru-RU"/>
              <a:t>Сведения об авторе</a:t>
            </a:r>
          </a:p>
        </p:txBody>
      </p:sp>
      <p:sp>
        <p:nvSpPr>
          <p:cNvPr id="15" name="Rectangle 15"/>
          <p:cNvSpPr>
            <a:spLocks noGrp="1"/>
          </p:cNvSpPr>
          <p:nvPr>
            <p:ph type="sldNum" sz="quarter" idx="11"/>
          </p:nvPr>
        </p:nvSpPr>
        <p:spPr>
          <a:xfrm>
            <a:off x="6477000" y="6477000"/>
            <a:ext cx="1021080" cy="304800"/>
          </a:xfrm>
        </p:spPr>
        <p:txBody>
          <a:bodyPr anchor="ctr"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16" name="Rectangle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  <p:pic>
        <p:nvPicPr>
          <p:cNvPr id="30" name="ContosoLogo.jpg"/>
          <p:cNvPicPr>
            <a:picLocks noChangeAspect="1"/>
          </p:cNvPicPr>
          <p:nvPr/>
        </p:nvPicPr>
        <p:blipFill>
          <a:blip r:embed="rId2">
            <a:duotone>
              <a:schemeClr val="accent4"/>
              <a:srgbClr val="FFFFFF"/>
            </a:duotone>
          </a:blip>
          <a:stretch>
            <a:fillRect/>
          </a:stretch>
        </p:blipFill>
        <p:spPr>
          <a:xfrm>
            <a:off x="7696200" y="5791200"/>
            <a:ext cx="1371600" cy="10081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10"/>
          <p:cNvSpPr/>
          <p:nvPr userDrawn="1"/>
        </p:nvSpPr>
        <p:spPr>
          <a:xfrm>
            <a:off x="0" y="0"/>
            <a:ext cx="9144000" cy="4038600"/>
          </a:xfrm>
          <a:prstGeom prst="rect">
            <a:avLst/>
          </a:prstGeom>
          <a:solidFill>
            <a:schemeClr val="accent4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228600" y="6477000"/>
            <a:ext cx="1600200" cy="304800"/>
          </a:xfrm>
        </p:spPr>
        <p:txBody>
          <a:bodyPr anchor="ctr"/>
          <a:lstStyle>
            <a:lvl1pPr algn="l" eaLnBrk="1" latinLnBrk="0" hangingPunct="1">
              <a:defRPr kumimoji="0" lang="ru-RU">
                <a:solidFill>
                  <a:srgbClr val="A0A0A0"/>
                </a:solidFill>
              </a:defRPr>
            </a:lvl1pPr>
            <a:extLst/>
          </a:lstStyle>
          <a:p>
            <a:fld id="{5A8D346D-A53F-433C-9D37-45A337EA482C}" type="datetime1">
              <a:pPr/>
              <a:t>10.05.2024</a:t>
            </a:fld>
            <a:endParaRPr kumimoji="0" lang="ru-RU"/>
          </a:p>
        </p:txBody>
      </p:sp>
      <p:sp>
        <p:nvSpPr>
          <p:cNvPr id="12" name="Rectangle 11"/>
          <p:cNvSpPr/>
          <p:nvPr userDrawn="1"/>
        </p:nvSpPr>
        <p:spPr>
          <a:xfrm>
            <a:off x="0" y="4645880"/>
            <a:ext cx="9144000" cy="27432"/>
          </a:xfrm>
          <a:prstGeom prst="rect">
            <a:avLst/>
          </a:prstGeom>
          <a:solidFill>
            <a:schemeClr val="accent4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7" name="Rectangle 37"/>
          <p:cNvSpPr>
            <a:spLocks noGrp="1"/>
          </p:cNvSpPr>
          <p:nvPr>
            <p:ph type="body" sz="quarter" idx="13" hasCustomPrompt="1"/>
          </p:nvPr>
        </p:nvSpPr>
        <p:spPr>
          <a:xfrm>
            <a:off x="310896" y="381000"/>
            <a:ext cx="7385304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 eaLnBrk="1" latinLnBrk="0" hangingPunct="1">
              <a:buFontTx/>
              <a:buNone/>
              <a:defRPr kumimoji="0" lang="ru-RU" sz="110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43" name="Rectangle 37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" y="838200"/>
            <a:ext cx="7391400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 eaLnBrk="1" latinLnBrk="0" hangingPunct="1">
              <a:buFontTx/>
              <a:buNone/>
              <a:defRPr kumimoji="0" lang="ru-RU" sz="110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41" name="Rectangle 37"/>
          <p:cNvSpPr>
            <a:spLocks noGrp="1"/>
          </p:cNvSpPr>
          <p:nvPr>
            <p:ph type="body" sz="quarter" idx="17" hasCustomPrompt="1"/>
          </p:nvPr>
        </p:nvSpPr>
        <p:spPr>
          <a:xfrm>
            <a:off x="310896" y="1295400"/>
            <a:ext cx="7385304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 eaLnBrk="1" latinLnBrk="0" hangingPunct="1">
              <a:buFontTx/>
              <a:buNone/>
              <a:defRPr kumimoji="0" lang="ru-RU" sz="110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45" name="Rectangle 37"/>
          <p:cNvSpPr>
            <a:spLocks noGrp="1"/>
          </p:cNvSpPr>
          <p:nvPr>
            <p:ph type="body" sz="quarter" idx="19" hasCustomPrompt="1"/>
          </p:nvPr>
        </p:nvSpPr>
        <p:spPr>
          <a:xfrm>
            <a:off x="310896" y="1752600"/>
            <a:ext cx="7385304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 eaLnBrk="1" latinLnBrk="0" hangingPunct="1">
              <a:buFontTx/>
              <a:buNone/>
              <a:defRPr kumimoji="0" lang="ru-RU" sz="1100" baseline="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47" name="Rectangle 37"/>
          <p:cNvSpPr>
            <a:spLocks noGrp="1"/>
          </p:cNvSpPr>
          <p:nvPr>
            <p:ph type="body" sz="quarter" idx="21" hasCustomPrompt="1"/>
          </p:nvPr>
        </p:nvSpPr>
        <p:spPr>
          <a:xfrm>
            <a:off x="310896" y="2209800"/>
            <a:ext cx="7385304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 eaLnBrk="1" latinLnBrk="0" hangingPunct="1">
              <a:buFontTx/>
              <a:buNone/>
              <a:defRPr kumimoji="0" lang="ru-RU" sz="1100" baseline="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49" name="Rectangle 37"/>
          <p:cNvSpPr>
            <a:spLocks noGrp="1"/>
          </p:cNvSpPr>
          <p:nvPr>
            <p:ph type="body" sz="quarter" idx="23" hasCustomPrompt="1"/>
          </p:nvPr>
        </p:nvSpPr>
        <p:spPr>
          <a:xfrm>
            <a:off x="310896" y="2667000"/>
            <a:ext cx="7385304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 eaLnBrk="1" latinLnBrk="0" hangingPunct="1">
              <a:buFontTx/>
              <a:buNone/>
              <a:defRPr kumimoji="0" lang="ru-RU" sz="110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51" name="Rectangle 37"/>
          <p:cNvSpPr>
            <a:spLocks noGrp="1"/>
          </p:cNvSpPr>
          <p:nvPr>
            <p:ph type="body" sz="quarter" idx="25" hasCustomPrompt="1"/>
          </p:nvPr>
        </p:nvSpPr>
        <p:spPr>
          <a:xfrm>
            <a:off x="310896" y="3124200"/>
            <a:ext cx="7385304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 eaLnBrk="1" latinLnBrk="0" hangingPunct="1">
              <a:buFontTx/>
              <a:buNone/>
              <a:defRPr kumimoji="0" lang="ru-RU" sz="110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53" name="Rectangle 37"/>
          <p:cNvSpPr>
            <a:spLocks noGrp="1"/>
          </p:cNvSpPr>
          <p:nvPr>
            <p:ph type="body" sz="quarter" idx="27" hasCustomPrompt="1"/>
          </p:nvPr>
        </p:nvSpPr>
        <p:spPr>
          <a:xfrm>
            <a:off x="310896" y="3581400"/>
            <a:ext cx="7385304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 eaLnBrk="1" latinLnBrk="0" hangingPunct="1">
              <a:buFontTx/>
              <a:buNone/>
              <a:defRPr kumimoji="0" lang="ru-RU" sz="110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55" name="Rectangle 37"/>
          <p:cNvSpPr>
            <a:spLocks noGrp="1"/>
          </p:cNvSpPr>
          <p:nvPr>
            <p:ph type="body" sz="quarter" idx="29" hasCustomPrompt="1"/>
          </p:nvPr>
        </p:nvSpPr>
        <p:spPr>
          <a:xfrm>
            <a:off x="310896" y="4038600"/>
            <a:ext cx="7385304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 eaLnBrk="1" latinLnBrk="0" hangingPunct="1">
              <a:buFontTx/>
              <a:buNone/>
              <a:defRPr kumimoji="0" lang="ru-RU" sz="1100" baseline="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57" name="Rectangle 37"/>
          <p:cNvSpPr>
            <a:spLocks noGrp="1"/>
          </p:cNvSpPr>
          <p:nvPr>
            <p:ph type="body" sz="quarter" idx="31" hasCustomPrompt="1"/>
          </p:nvPr>
        </p:nvSpPr>
        <p:spPr>
          <a:xfrm>
            <a:off x="310896" y="4495800"/>
            <a:ext cx="7385304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 eaLnBrk="1" latinLnBrk="0" hangingPunct="1">
              <a:buFontTx/>
              <a:buNone/>
              <a:defRPr kumimoji="0" lang="ru-RU" sz="110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26" name="Rectangle 37"/>
          <p:cNvSpPr>
            <a:spLocks noGrp="1"/>
          </p:cNvSpPr>
          <p:nvPr>
            <p:ph type="body" sz="quarter" idx="33" hasCustomPrompt="1"/>
          </p:nvPr>
        </p:nvSpPr>
        <p:spPr>
          <a:xfrm>
            <a:off x="310896" y="4953000"/>
            <a:ext cx="7385304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 eaLnBrk="1" latinLnBrk="0" hangingPunct="1">
              <a:buFontTx/>
              <a:buNone/>
              <a:defRPr kumimoji="0" lang="ru-RU" sz="110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28" name="Rectangle 37"/>
          <p:cNvSpPr>
            <a:spLocks noGrp="1"/>
          </p:cNvSpPr>
          <p:nvPr>
            <p:ph type="body" sz="quarter" idx="35" hasCustomPrompt="1"/>
          </p:nvPr>
        </p:nvSpPr>
        <p:spPr>
          <a:xfrm>
            <a:off x="310896" y="5410200"/>
            <a:ext cx="7385304" cy="228600"/>
          </a:xfrm>
          <a:solidFill>
            <a:schemeClr val="tx2">
              <a:tint val="40000"/>
            </a:schemeClr>
          </a:solidFill>
        </p:spPr>
        <p:txBody>
          <a:bodyPr anchor="ctr"/>
          <a:lstStyle>
            <a:lvl1pPr eaLnBrk="1" latinLnBrk="0" hangingPunct="1">
              <a:buFontTx/>
              <a:buNone/>
              <a:defRPr kumimoji="0" lang="ru-RU" sz="110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98" name="Rectangle 37"/>
          <p:cNvSpPr>
            <a:spLocks noGrp="1"/>
          </p:cNvSpPr>
          <p:nvPr>
            <p:ph type="body" sz="quarter" idx="14" hasCustomPrompt="1"/>
          </p:nvPr>
        </p:nvSpPr>
        <p:spPr>
          <a:xfrm>
            <a:off x="7696200" y="3810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44" name="Rectangle 37"/>
          <p:cNvSpPr>
            <a:spLocks noGrp="1"/>
          </p:cNvSpPr>
          <p:nvPr>
            <p:ph type="body" sz="quarter" idx="16" hasCustomPrompt="1"/>
          </p:nvPr>
        </p:nvSpPr>
        <p:spPr>
          <a:xfrm>
            <a:off x="7696200" y="8382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42" name="Rectangle 37"/>
          <p:cNvSpPr>
            <a:spLocks noGrp="1"/>
          </p:cNvSpPr>
          <p:nvPr>
            <p:ph type="body" sz="quarter" idx="18" hasCustomPrompt="1"/>
          </p:nvPr>
        </p:nvSpPr>
        <p:spPr>
          <a:xfrm>
            <a:off x="7696200" y="12954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46" name="Rectangle 37"/>
          <p:cNvSpPr>
            <a:spLocks noGrp="1"/>
          </p:cNvSpPr>
          <p:nvPr>
            <p:ph type="body" sz="quarter" idx="20" hasCustomPrompt="1"/>
          </p:nvPr>
        </p:nvSpPr>
        <p:spPr>
          <a:xfrm>
            <a:off x="7696200" y="17526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48" name="Rectangle 37"/>
          <p:cNvSpPr>
            <a:spLocks noGrp="1"/>
          </p:cNvSpPr>
          <p:nvPr>
            <p:ph type="body" sz="quarter" idx="22" hasCustomPrompt="1"/>
          </p:nvPr>
        </p:nvSpPr>
        <p:spPr>
          <a:xfrm>
            <a:off x="7696200" y="22098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50" name="Rectangle 37"/>
          <p:cNvSpPr>
            <a:spLocks noGrp="1"/>
          </p:cNvSpPr>
          <p:nvPr>
            <p:ph type="body" sz="quarter" idx="24" hasCustomPrompt="1"/>
          </p:nvPr>
        </p:nvSpPr>
        <p:spPr>
          <a:xfrm>
            <a:off x="7696200" y="26670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52" name="Rectangle 37"/>
          <p:cNvSpPr>
            <a:spLocks noGrp="1"/>
          </p:cNvSpPr>
          <p:nvPr>
            <p:ph type="body" sz="quarter" idx="26" hasCustomPrompt="1"/>
          </p:nvPr>
        </p:nvSpPr>
        <p:spPr>
          <a:xfrm>
            <a:off x="7696200" y="31242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54" name="Rectangle 37"/>
          <p:cNvSpPr>
            <a:spLocks noGrp="1"/>
          </p:cNvSpPr>
          <p:nvPr>
            <p:ph type="body" sz="quarter" idx="28" hasCustomPrompt="1"/>
          </p:nvPr>
        </p:nvSpPr>
        <p:spPr>
          <a:xfrm>
            <a:off x="7696200" y="35814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56" name="Rectangle 37"/>
          <p:cNvSpPr>
            <a:spLocks noGrp="1"/>
          </p:cNvSpPr>
          <p:nvPr>
            <p:ph type="body" sz="quarter" idx="30" hasCustomPrompt="1"/>
          </p:nvPr>
        </p:nvSpPr>
        <p:spPr>
          <a:xfrm>
            <a:off x="7696200" y="40386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58" name="Rectangle 37"/>
          <p:cNvSpPr>
            <a:spLocks noGrp="1"/>
          </p:cNvSpPr>
          <p:nvPr>
            <p:ph type="body" sz="quarter" idx="32" hasCustomPrompt="1"/>
          </p:nvPr>
        </p:nvSpPr>
        <p:spPr>
          <a:xfrm>
            <a:off x="7696200" y="44958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27" name="Rectangle 37"/>
          <p:cNvSpPr>
            <a:spLocks noGrp="1"/>
          </p:cNvSpPr>
          <p:nvPr>
            <p:ph type="body" sz="quarter" idx="34" hasCustomPrompt="1"/>
          </p:nvPr>
        </p:nvSpPr>
        <p:spPr>
          <a:xfrm>
            <a:off x="7696200" y="49530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29" name="Rectangle 37"/>
          <p:cNvSpPr>
            <a:spLocks noGrp="1"/>
          </p:cNvSpPr>
          <p:nvPr>
            <p:ph type="body" sz="quarter" idx="36" hasCustomPrompt="1"/>
          </p:nvPr>
        </p:nvSpPr>
        <p:spPr>
          <a:xfrm>
            <a:off x="7696200" y="54102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30" name="Rectangle 37"/>
          <p:cNvSpPr>
            <a:spLocks noGrp="1"/>
          </p:cNvSpPr>
          <p:nvPr>
            <p:ph type="body" sz="quarter" idx="37" hasCustomPrompt="1"/>
          </p:nvPr>
        </p:nvSpPr>
        <p:spPr>
          <a:xfrm>
            <a:off x="310896" y="5867400"/>
            <a:ext cx="7385304" cy="228600"/>
          </a:xfrm>
          <a:solidFill>
            <a:schemeClr val="tx2">
              <a:tint val="40000"/>
            </a:schemeClr>
          </a:solidFill>
        </p:spPr>
        <p:txBody>
          <a:bodyPr anchor="ctr">
            <a:noAutofit/>
          </a:bodyPr>
          <a:lstStyle>
            <a:lvl1pPr eaLnBrk="1" latinLnBrk="0" hangingPunct="1">
              <a:buFontTx/>
              <a:buNone/>
              <a:defRPr kumimoji="0" lang="ru-RU" sz="1100"/>
            </a:lvl1pPr>
            <a:extLst/>
          </a:lstStyle>
          <a:p>
            <a:pPr lvl="0"/>
            <a:r>
              <a:rPr kumimoji="0" lang="ru-RU"/>
              <a:t>Пункт повестки дня</a:t>
            </a:r>
          </a:p>
        </p:txBody>
      </p:sp>
      <p:sp>
        <p:nvSpPr>
          <p:cNvPr id="31" name="Rectangle 37"/>
          <p:cNvSpPr>
            <a:spLocks noGrp="1"/>
          </p:cNvSpPr>
          <p:nvPr>
            <p:ph type="body" sz="quarter" idx="38" hasCustomPrompt="1"/>
          </p:nvPr>
        </p:nvSpPr>
        <p:spPr>
          <a:xfrm>
            <a:off x="7696200" y="5867400"/>
            <a:ext cx="685800" cy="228600"/>
          </a:xfrm>
          <a:solidFill>
            <a:schemeClr val="accent6">
              <a:shade val="75000"/>
            </a:schemeClr>
          </a:solidFill>
        </p:spPr>
        <p:txBody>
          <a:bodyPr anchor="ctr"/>
          <a:lstStyle>
            <a:lvl1pPr algn="r" eaLnBrk="1" latinLnBrk="0" hangingPunct="1">
              <a:buFontTx/>
              <a:buNone/>
              <a:defRPr kumimoji="0" lang="ru-RU" sz="110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Стр.</a:t>
            </a:r>
          </a:p>
        </p:txBody>
      </p:sp>
      <p:sp>
        <p:nvSpPr>
          <p:cNvPr id="32" name="Rectangle 32"/>
          <p:cNvSpPr>
            <a:spLocks noGrp="1"/>
          </p:cNvSpPr>
          <p:nvPr>
            <p:ph type="dt" sz="half" idx="39"/>
          </p:nvPr>
        </p:nvSpPr>
        <p:spPr/>
        <p:txBody>
          <a:bodyPr/>
          <a:lstStyle>
            <a:lvl1pPr eaLnBrk="1" latinLnBrk="0" hangingPunct="1">
              <a:defRPr kumimoji="0" lang="ru-RU" sz="1100"/>
            </a:lvl1pPr>
            <a:extLst/>
          </a:lstStyle>
          <a:p>
            <a:pPr algn="r"/>
            <a:fld id="{F17F374F-8F2E-42FC-B8C0-8EDFCA32CD96}" type="datetime1">
              <a:rPr kumimoji="0" lang="ru-RU" sz="1100"/>
              <a:pPr algn="r"/>
              <a:t>10.05.2024</a:t>
            </a:fld>
            <a:endParaRPr kumimoji="0" lang="ru-RU" sz="1100"/>
          </a:p>
        </p:txBody>
      </p:sp>
      <p:sp>
        <p:nvSpPr>
          <p:cNvPr id="33" name="Rectangle 33"/>
          <p:cNvSpPr>
            <a:spLocks noGrp="1"/>
          </p:cNvSpPr>
          <p:nvPr>
            <p:ph type="sldNum" sz="quarter" idx="40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34" name="Rectangle 34"/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4038600"/>
            <a:ext cx="9144000" cy="609600"/>
          </a:xfrm>
          <a:prstGeom prst="rect">
            <a:avLst/>
          </a:prstGeom>
          <a:solidFill>
            <a:schemeClr val="accent6">
              <a:shade val="75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228600" y="4114800"/>
            <a:ext cx="7239000" cy="533400"/>
          </a:xfrm>
          <a:noFill/>
        </p:spPr>
        <p:txBody>
          <a:bodyPr vert="horz"/>
          <a:lstStyle>
            <a:lvl1pPr algn="l" eaLnBrk="1" latinLnBrk="0" hangingPunct="1">
              <a:defRPr kumimoji="0" lang="ru-RU" sz="2000" b="0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ru-RU"/>
          </a:p>
        </p:txBody>
      </p:sp>
      <p:sp>
        <p:nvSpPr>
          <p:cNvPr id="3" name="Rectangle 3"/>
          <p:cNvSpPr>
            <a:spLocks noGrp="1"/>
          </p:cNvSpPr>
          <p:nvPr>
            <p:ph type="dt" sz="half" idx="10"/>
          </p:nvPr>
        </p:nvSpPr>
        <p:spPr>
          <a:xfrm>
            <a:off x="228600" y="6477000"/>
            <a:ext cx="1600200" cy="304800"/>
          </a:xfrm>
        </p:spPr>
        <p:txBody>
          <a:bodyPr anchor="ctr"/>
          <a:lstStyle>
            <a:lvl1pPr algn="l" eaLnBrk="1" latinLnBrk="0" hangingPunct="1">
              <a:defRPr kumimoji="0" lang="ru-RU">
                <a:solidFill>
                  <a:srgbClr val="A0A0A0"/>
                </a:solidFill>
              </a:defRPr>
            </a:lvl1pPr>
            <a:extLst/>
          </a:lstStyle>
          <a:p>
            <a:fld id="{5A8D346D-A53F-433C-9D37-45A337EA482C}" type="datetime1">
              <a:pPr/>
              <a:t>10.05.2024</a:t>
            </a:fld>
            <a:endParaRPr kumimoji="0" lang="ru-RU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11"/>
          </p:nvPr>
        </p:nvSpPr>
        <p:spPr>
          <a:xfrm>
            <a:off x="2705100" y="6477000"/>
            <a:ext cx="3733800" cy="304800"/>
          </a:xfrm>
        </p:spPr>
        <p:txBody>
          <a:bodyPr/>
          <a:lstStyle>
            <a:lvl1pPr eaLnBrk="1" latinLnBrk="0" hangingPunct="1">
              <a:defRPr kumimoji="0" lang="ru-RU">
                <a:solidFill>
                  <a:schemeClr val="bg1"/>
                </a:solidFill>
              </a:defRPr>
            </a:lvl1pPr>
            <a:extLst/>
          </a:lstStyle>
          <a:p>
            <a:endParaRPr kumimoji="0" lang="ru-RU">
              <a:solidFill>
                <a:schemeClr val="bg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6477000" y="6477000"/>
            <a:ext cx="1021080" cy="304800"/>
          </a:xfrm>
        </p:spPr>
        <p:txBody>
          <a:bodyPr anchor="ctr"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pic>
        <p:nvPicPr>
          <p:cNvPr id="10" name="Rectangle 9"/>
          <p:cNvPicPr>
            <a:picLocks noChangeAspect="1"/>
          </p:cNvPicPr>
          <p:nvPr/>
        </p:nvPicPr>
        <p:blipFill>
          <a:blip r:embed="rId2">
            <a:duotone>
              <a:schemeClr val="accent4"/>
              <a:srgbClr val="FFFFFF"/>
            </a:duotone>
          </a:blip>
          <a:stretch>
            <a:fillRect/>
          </a:stretch>
        </p:blipFill>
        <p:spPr>
          <a:xfrm>
            <a:off x="7601712" y="6239256"/>
            <a:ext cx="838200" cy="61607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/>
          <p:cNvSpPr/>
          <p:nvPr userDrawn="1"/>
        </p:nvSpPr>
        <p:spPr>
          <a:xfrm>
            <a:off x="0" y="4645880"/>
            <a:ext cx="9144000" cy="27432"/>
          </a:xfrm>
          <a:prstGeom prst="rect">
            <a:avLst/>
          </a:prstGeom>
          <a:solidFill>
            <a:schemeClr val="accent4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9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81000"/>
            <a:ext cx="80772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7" name="Rectangle 7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extLst/>
          </a:lstStyle>
          <a:p>
            <a:pPr algn="r"/>
            <a:fld id="{F7F1F872-C5DE-403B-85F0-1024E6CA1886}" type="datetime1">
              <a:pPr algn="r"/>
              <a:t>10.05.2024</a:t>
            </a:fld>
            <a:endParaRPr kumimoji="0" lang="ru-RU"/>
          </a:p>
        </p:txBody>
      </p:sp>
      <p:sp>
        <p:nvSpPr>
          <p:cNvPr id="8" name="Rectangle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9" name="Rectangle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6" name="Rectangl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algn="r"/>
            <a:fld id="{73B9D0E9-7F95-4423-9114-95494EF8154E}" type="datetime1">
              <a:pPr algn="r"/>
              <a:t>10.05.2024</a:t>
            </a:fld>
            <a:endParaRPr kumimoji="0" lang="ru-RU"/>
          </a:p>
        </p:txBody>
      </p:sp>
      <p:sp>
        <p:nvSpPr>
          <p:cNvPr id="8" name="Rectangle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9" name="Rectangle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8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81000"/>
            <a:ext cx="80772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1" name="Rectangle 11"/>
          <p:cNvSpPr>
            <a:spLocks noGrp="1"/>
          </p:cNvSpPr>
          <p:nvPr>
            <p:ph sz="quarter" idx="15"/>
          </p:nvPr>
        </p:nvSpPr>
        <p:spPr>
          <a:xfrm>
            <a:off x="304800" y="609600"/>
            <a:ext cx="8077200" cy="56388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9" name="Rectangle 9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extLst/>
          </a:lstStyle>
          <a:p>
            <a:pPr algn="r"/>
            <a:fld id="{828FD173-2CB3-4214-8741-970D8D476901}" type="datetime1">
              <a:pPr algn="r"/>
              <a:t>10.05.2024</a:t>
            </a:fld>
            <a:endParaRPr kumimoji="0" lang="ru-RU"/>
          </a:p>
        </p:txBody>
      </p:sp>
      <p:sp>
        <p:nvSpPr>
          <p:cNvPr id="10" name="Rectangle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12" name="Rectangle 12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1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81000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9" name="Rectangle 11"/>
          <p:cNvSpPr>
            <a:spLocks noGrp="1"/>
          </p:cNvSpPr>
          <p:nvPr>
            <p:ph sz="quarter" idx="15"/>
          </p:nvPr>
        </p:nvSpPr>
        <p:spPr>
          <a:xfrm>
            <a:off x="304800" y="609600"/>
            <a:ext cx="3962400" cy="56388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4" name="Rectangle 8"/>
          <p:cNvSpPr>
            <a:spLocks noGrp="1"/>
          </p:cNvSpPr>
          <p:nvPr>
            <p:ph type="body" sz="quarter" idx="16" hasCustomPrompt="1"/>
          </p:nvPr>
        </p:nvSpPr>
        <p:spPr>
          <a:xfrm>
            <a:off x="4416552" y="381000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5" name="Rectangle 11"/>
          <p:cNvSpPr>
            <a:spLocks noGrp="1"/>
          </p:cNvSpPr>
          <p:nvPr>
            <p:ph sz="quarter" idx="17"/>
          </p:nvPr>
        </p:nvSpPr>
        <p:spPr>
          <a:xfrm>
            <a:off x="4416552" y="609600"/>
            <a:ext cx="3962400" cy="56388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3" name="Rectangle 1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extLst/>
          </a:lstStyle>
          <a:p>
            <a:pPr algn="r"/>
            <a:fld id="{A1704A40-8D3B-4404-9986-2B5D36474D63}" type="datetime1">
              <a:pPr algn="r"/>
              <a:t>10.05.2024</a:t>
            </a:fld>
            <a:endParaRPr kumimoji="0" lang="ru-RU"/>
          </a:p>
        </p:txBody>
      </p:sp>
      <p:sp>
        <p:nvSpPr>
          <p:cNvPr id="16" name="Rectangle 1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17" name="Rectangle 17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сверху: 2 слева, 1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9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8" name="Rectangle 11"/>
          <p:cNvSpPr>
            <a:spLocks noGrp="1"/>
          </p:cNvSpPr>
          <p:nvPr>
            <p:ph sz="quarter" idx="15"/>
          </p:nvPr>
        </p:nvSpPr>
        <p:spPr>
          <a:xfrm>
            <a:off x="304800" y="609600"/>
            <a:ext cx="3962400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5" name="Rectangle 8"/>
          <p:cNvSpPr>
            <a:spLocks noGrp="1"/>
          </p:cNvSpPr>
          <p:nvPr>
            <p:ph type="body" sz="quarter" idx="16" hasCustomPrompt="1"/>
          </p:nvPr>
        </p:nvSpPr>
        <p:spPr>
          <a:xfrm>
            <a:off x="301752" y="3319272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7" name="Rectangle 11"/>
          <p:cNvSpPr>
            <a:spLocks noGrp="1"/>
          </p:cNvSpPr>
          <p:nvPr>
            <p:ph sz="quarter" idx="17"/>
          </p:nvPr>
        </p:nvSpPr>
        <p:spPr>
          <a:xfrm>
            <a:off x="301752" y="3547872"/>
            <a:ext cx="3965448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0" name="Rectangle 8"/>
          <p:cNvSpPr>
            <a:spLocks noGrp="1"/>
          </p:cNvSpPr>
          <p:nvPr>
            <p:ph type="body" sz="quarter" idx="18" hasCustomPrompt="1"/>
          </p:nvPr>
        </p:nvSpPr>
        <p:spPr>
          <a:xfrm>
            <a:off x="4416552" y="381000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1" name="Rectangle 11"/>
          <p:cNvSpPr>
            <a:spLocks noGrp="1"/>
          </p:cNvSpPr>
          <p:nvPr>
            <p:ph sz="quarter" idx="19"/>
          </p:nvPr>
        </p:nvSpPr>
        <p:spPr>
          <a:xfrm>
            <a:off x="4416552" y="609600"/>
            <a:ext cx="3962400" cy="56388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3" name="Rectangle 13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extLst/>
          </a:lstStyle>
          <a:p>
            <a:pPr algn="r"/>
            <a:fld id="{DE3B91AD-F2C9-43CB-A84C-1D5C130F2509}" type="datetime1">
              <a:pPr algn="r"/>
              <a:t>10.05.2024</a:t>
            </a:fld>
            <a:endParaRPr kumimoji="0" lang="ru-RU"/>
          </a:p>
        </p:txBody>
      </p:sp>
      <p:sp>
        <p:nvSpPr>
          <p:cNvPr id="19" name="Rectangle 1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22" name="Rectangle 22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сверху: 1 слева, 2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3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81000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4" name="Rectangle 11"/>
          <p:cNvSpPr>
            <a:spLocks noGrp="1"/>
          </p:cNvSpPr>
          <p:nvPr>
            <p:ph sz="quarter" idx="15"/>
          </p:nvPr>
        </p:nvSpPr>
        <p:spPr>
          <a:xfrm>
            <a:off x="304800" y="609600"/>
            <a:ext cx="3962400" cy="56388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6" name="Rectangle 8"/>
          <p:cNvSpPr>
            <a:spLocks noGrp="1"/>
          </p:cNvSpPr>
          <p:nvPr>
            <p:ph type="body" sz="quarter" idx="16" hasCustomPrompt="1"/>
          </p:nvPr>
        </p:nvSpPr>
        <p:spPr>
          <a:xfrm>
            <a:off x="4419600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7" name="Rectangle 11"/>
          <p:cNvSpPr>
            <a:spLocks noGrp="1"/>
          </p:cNvSpPr>
          <p:nvPr>
            <p:ph sz="quarter" idx="17"/>
          </p:nvPr>
        </p:nvSpPr>
        <p:spPr>
          <a:xfrm>
            <a:off x="4419600" y="609600"/>
            <a:ext cx="3962400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9" name="Rectangle 8"/>
          <p:cNvSpPr>
            <a:spLocks noGrp="1"/>
          </p:cNvSpPr>
          <p:nvPr>
            <p:ph type="body" sz="quarter" idx="18" hasCustomPrompt="1"/>
          </p:nvPr>
        </p:nvSpPr>
        <p:spPr>
          <a:xfrm>
            <a:off x="4416552" y="3319272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0" name="Rectangle 11"/>
          <p:cNvSpPr>
            <a:spLocks noGrp="1"/>
          </p:cNvSpPr>
          <p:nvPr>
            <p:ph sz="quarter" idx="19"/>
          </p:nvPr>
        </p:nvSpPr>
        <p:spPr>
          <a:xfrm>
            <a:off x="4416552" y="3547872"/>
            <a:ext cx="3965448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1" name="Rectangle 21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extLst/>
          </a:lstStyle>
          <a:p>
            <a:pPr algn="r"/>
            <a:fld id="{27D93220-918A-400D-B3FA-D8B22567DEBB}" type="datetime1">
              <a:pPr algn="r"/>
              <a:t>10.05.2024</a:t>
            </a:fld>
            <a:endParaRPr kumimoji="0" lang="ru-RU"/>
          </a:p>
        </p:txBody>
      </p:sp>
      <p:sp>
        <p:nvSpPr>
          <p:cNvPr id="22" name="Rectangle 2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23" name="Rectangle 23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сверху: 1 сверху, 2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3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81000"/>
            <a:ext cx="80772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5" name="Rectangle 11"/>
          <p:cNvSpPr>
            <a:spLocks noGrp="1"/>
          </p:cNvSpPr>
          <p:nvPr>
            <p:ph sz="quarter" idx="15"/>
          </p:nvPr>
        </p:nvSpPr>
        <p:spPr>
          <a:xfrm>
            <a:off x="301752" y="609600"/>
            <a:ext cx="8074152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7" name="Rectangle 8"/>
          <p:cNvSpPr>
            <a:spLocks noGrp="1"/>
          </p:cNvSpPr>
          <p:nvPr>
            <p:ph type="body" sz="quarter" idx="16" hasCustomPrompt="1"/>
          </p:nvPr>
        </p:nvSpPr>
        <p:spPr>
          <a:xfrm>
            <a:off x="301752" y="3319272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8" name="Rectangle 11"/>
          <p:cNvSpPr>
            <a:spLocks noGrp="1"/>
          </p:cNvSpPr>
          <p:nvPr>
            <p:ph sz="quarter" idx="17"/>
          </p:nvPr>
        </p:nvSpPr>
        <p:spPr>
          <a:xfrm>
            <a:off x="301752" y="3547872"/>
            <a:ext cx="3965448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1" name="Rectangle 8"/>
          <p:cNvSpPr>
            <a:spLocks noGrp="1"/>
          </p:cNvSpPr>
          <p:nvPr>
            <p:ph type="body" sz="quarter" idx="20" hasCustomPrompt="1"/>
          </p:nvPr>
        </p:nvSpPr>
        <p:spPr>
          <a:xfrm>
            <a:off x="4416552" y="3319272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3" name="Rectangle 11"/>
          <p:cNvSpPr>
            <a:spLocks noGrp="1"/>
          </p:cNvSpPr>
          <p:nvPr>
            <p:ph sz="quarter" idx="21"/>
          </p:nvPr>
        </p:nvSpPr>
        <p:spPr>
          <a:xfrm>
            <a:off x="4416552" y="3547872"/>
            <a:ext cx="3965448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9" name="Rectangle 19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extLst/>
          </a:lstStyle>
          <a:p>
            <a:pPr algn="r"/>
            <a:fld id="{FEC9D3F2-7140-49B9-866C-D21246A5836E}" type="datetime1">
              <a:pPr algn="r"/>
              <a:t>10.05.2024</a:t>
            </a:fld>
            <a:endParaRPr kumimoji="0" lang="ru-RU"/>
          </a:p>
        </p:txBody>
      </p:sp>
      <p:sp>
        <p:nvSpPr>
          <p:cNvPr id="20" name="Rectangle 20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22" name="Rectangle 22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6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7" name="Rectangle 11"/>
          <p:cNvSpPr>
            <a:spLocks noGrp="1"/>
          </p:cNvSpPr>
          <p:nvPr>
            <p:ph sz="quarter" idx="15"/>
          </p:nvPr>
        </p:nvSpPr>
        <p:spPr>
          <a:xfrm>
            <a:off x="304800" y="609600"/>
            <a:ext cx="3962400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8" name="Rectangle 8"/>
          <p:cNvSpPr>
            <a:spLocks noGrp="1"/>
          </p:cNvSpPr>
          <p:nvPr>
            <p:ph type="body" sz="quarter" idx="16" hasCustomPrompt="1"/>
          </p:nvPr>
        </p:nvSpPr>
        <p:spPr>
          <a:xfrm>
            <a:off x="301752" y="3319272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0" name="Rectangle 11"/>
          <p:cNvSpPr>
            <a:spLocks noGrp="1"/>
          </p:cNvSpPr>
          <p:nvPr>
            <p:ph sz="quarter" idx="17"/>
          </p:nvPr>
        </p:nvSpPr>
        <p:spPr>
          <a:xfrm>
            <a:off x="301752" y="3547872"/>
            <a:ext cx="3965448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1" name="Rectangle 8"/>
          <p:cNvSpPr>
            <a:spLocks noGrp="1"/>
          </p:cNvSpPr>
          <p:nvPr>
            <p:ph type="body" sz="quarter" idx="18" hasCustomPrompt="1"/>
          </p:nvPr>
        </p:nvSpPr>
        <p:spPr>
          <a:xfrm>
            <a:off x="4419600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4" name="Rectangle 11"/>
          <p:cNvSpPr>
            <a:spLocks noGrp="1"/>
          </p:cNvSpPr>
          <p:nvPr>
            <p:ph sz="quarter" idx="19"/>
          </p:nvPr>
        </p:nvSpPr>
        <p:spPr>
          <a:xfrm>
            <a:off x="4419600" y="609600"/>
            <a:ext cx="3962400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5" name="Rectangle 8"/>
          <p:cNvSpPr>
            <a:spLocks noGrp="1"/>
          </p:cNvSpPr>
          <p:nvPr>
            <p:ph type="body" sz="quarter" idx="20" hasCustomPrompt="1"/>
          </p:nvPr>
        </p:nvSpPr>
        <p:spPr>
          <a:xfrm>
            <a:off x="4416552" y="3319272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6" name="Rectangle 11"/>
          <p:cNvSpPr>
            <a:spLocks noGrp="1"/>
          </p:cNvSpPr>
          <p:nvPr>
            <p:ph sz="quarter" idx="21"/>
          </p:nvPr>
        </p:nvSpPr>
        <p:spPr>
          <a:xfrm>
            <a:off x="4416552" y="3547872"/>
            <a:ext cx="3965448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3" name="Rectangle 23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extLst/>
          </a:lstStyle>
          <a:p>
            <a:pPr algn="r"/>
            <a:fld id="{CBEC585F-C108-48D6-9331-6628A0FBB73B}" type="datetime1">
              <a:pPr algn="r"/>
              <a:t>10.05.2024</a:t>
            </a:fld>
            <a:endParaRPr kumimoji="0" lang="ru-RU"/>
          </a:p>
        </p:txBody>
      </p:sp>
      <p:sp>
        <p:nvSpPr>
          <p:cNvPr id="27" name="Rectangle 2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28" name="Rectangle 28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сверху: 1 слева, 3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0" name="Rectangle 8"/>
          <p:cNvSpPr>
            <a:spLocks noGrp="1"/>
          </p:cNvSpPr>
          <p:nvPr>
            <p:ph type="body" sz="quarter" idx="14" hasCustomPrompt="1"/>
          </p:nvPr>
        </p:nvSpPr>
        <p:spPr>
          <a:xfrm>
            <a:off x="4419600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8" name="Rectangle 11"/>
          <p:cNvSpPr>
            <a:spLocks noGrp="1"/>
          </p:cNvSpPr>
          <p:nvPr>
            <p:ph sz="quarter" idx="16"/>
          </p:nvPr>
        </p:nvSpPr>
        <p:spPr>
          <a:xfrm>
            <a:off x="4419600" y="609600"/>
            <a:ext cx="3962400" cy="172821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9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81000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0" name="Rectangle 11"/>
          <p:cNvSpPr>
            <a:spLocks noGrp="1"/>
          </p:cNvSpPr>
          <p:nvPr>
            <p:ph sz="quarter" idx="15"/>
          </p:nvPr>
        </p:nvSpPr>
        <p:spPr>
          <a:xfrm>
            <a:off x="304800" y="609600"/>
            <a:ext cx="3962400" cy="56388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2" name="Rectangle 8"/>
          <p:cNvSpPr>
            <a:spLocks noGrp="1"/>
          </p:cNvSpPr>
          <p:nvPr>
            <p:ph type="body" sz="quarter" idx="17" hasCustomPrompt="1"/>
          </p:nvPr>
        </p:nvSpPr>
        <p:spPr>
          <a:xfrm>
            <a:off x="4416552" y="2340864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3" name="Rectangle 11"/>
          <p:cNvSpPr>
            <a:spLocks noGrp="1"/>
          </p:cNvSpPr>
          <p:nvPr>
            <p:ph sz="quarter" idx="18"/>
          </p:nvPr>
        </p:nvSpPr>
        <p:spPr>
          <a:xfrm>
            <a:off x="4416552" y="2569464"/>
            <a:ext cx="3962400" cy="172821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4" name="Rectangle 8"/>
          <p:cNvSpPr>
            <a:spLocks noGrp="1"/>
          </p:cNvSpPr>
          <p:nvPr>
            <p:ph type="body" sz="quarter" idx="19" hasCustomPrompt="1"/>
          </p:nvPr>
        </p:nvSpPr>
        <p:spPr>
          <a:xfrm>
            <a:off x="4419600" y="4291584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5" name="Rectangle 11"/>
          <p:cNvSpPr>
            <a:spLocks noGrp="1"/>
          </p:cNvSpPr>
          <p:nvPr>
            <p:ph sz="quarter" idx="20"/>
          </p:nvPr>
        </p:nvSpPr>
        <p:spPr>
          <a:xfrm>
            <a:off x="4419600" y="4520184"/>
            <a:ext cx="3962400" cy="172821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7" name="Rectangle 17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extLst/>
          </a:lstStyle>
          <a:p>
            <a:pPr algn="r"/>
            <a:fld id="{7293A964-5F5E-47DC-ABD9-08A6A9FFD04F}" type="datetime1">
              <a:pPr algn="r"/>
              <a:t>10.05.2024</a:t>
            </a:fld>
            <a:endParaRPr kumimoji="0" lang="ru-RU"/>
          </a:p>
        </p:txBody>
      </p:sp>
      <p:sp>
        <p:nvSpPr>
          <p:cNvPr id="18" name="Rectangle 18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21" name="Rectangle 21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сверху: 3 слева, 1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8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4416552" y="381000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1" name="Rectangle 11"/>
          <p:cNvSpPr>
            <a:spLocks noGrp="1"/>
          </p:cNvSpPr>
          <p:nvPr>
            <p:ph sz="quarter" idx="15"/>
          </p:nvPr>
        </p:nvSpPr>
        <p:spPr>
          <a:xfrm>
            <a:off x="4416552" y="609600"/>
            <a:ext cx="3962400" cy="56388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9" name="Rectangle 8"/>
          <p:cNvSpPr>
            <a:spLocks noGrp="1"/>
          </p:cNvSpPr>
          <p:nvPr>
            <p:ph type="body" sz="quarter" idx="14" hasCustomPrompt="1"/>
          </p:nvPr>
        </p:nvSpPr>
        <p:spPr>
          <a:xfrm>
            <a:off x="304800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0" name="Rectangle 11"/>
          <p:cNvSpPr>
            <a:spLocks noGrp="1"/>
          </p:cNvSpPr>
          <p:nvPr>
            <p:ph sz="quarter" idx="16"/>
          </p:nvPr>
        </p:nvSpPr>
        <p:spPr>
          <a:xfrm>
            <a:off x="304800" y="609600"/>
            <a:ext cx="3962400" cy="172821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3" name="Rectangle 8"/>
          <p:cNvSpPr>
            <a:spLocks noGrp="1"/>
          </p:cNvSpPr>
          <p:nvPr>
            <p:ph type="body" sz="quarter" idx="17" hasCustomPrompt="1"/>
          </p:nvPr>
        </p:nvSpPr>
        <p:spPr>
          <a:xfrm>
            <a:off x="301752" y="2340864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4" name="Rectangle 11"/>
          <p:cNvSpPr>
            <a:spLocks noGrp="1"/>
          </p:cNvSpPr>
          <p:nvPr>
            <p:ph sz="quarter" idx="18"/>
          </p:nvPr>
        </p:nvSpPr>
        <p:spPr>
          <a:xfrm>
            <a:off x="301752" y="2569464"/>
            <a:ext cx="3962400" cy="172821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5" name="Rectangle 8"/>
          <p:cNvSpPr>
            <a:spLocks noGrp="1"/>
          </p:cNvSpPr>
          <p:nvPr>
            <p:ph type="body" sz="quarter" idx="19" hasCustomPrompt="1"/>
          </p:nvPr>
        </p:nvSpPr>
        <p:spPr>
          <a:xfrm>
            <a:off x="304800" y="4291584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6" name="Rectangle 11"/>
          <p:cNvSpPr>
            <a:spLocks noGrp="1"/>
          </p:cNvSpPr>
          <p:nvPr>
            <p:ph sz="quarter" idx="20"/>
          </p:nvPr>
        </p:nvSpPr>
        <p:spPr>
          <a:xfrm>
            <a:off x="304800" y="4520184"/>
            <a:ext cx="3962400" cy="172821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7" name="Rectangle 17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extLst/>
          </a:lstStyle>
          <a:p>
            <a:pPr algn="r"/>
            <a:fld id="{968C9C2A-D3B8-4543-8A47-F59C20C16D9A}" type="datetime1">
              <a:pPr algn="r"/>
              <a:t>10.05.2024</a:t>
            </a:fld>
            <a:endParaRPr kumimoji="0" lang="ru-RU"/>
          </a:p>
        </p:txBody>
      </p:sp>
      <p:sp>
        <p:nvSpPr>
          <p:cNvPr id="19" name="Rectangle 1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20" name="Rectangle 20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 сверху: 2 слева, 3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3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4" name="Rectangle 11"/>
          <p:cNvSpPr>
            <a:spLocks noGrp="1"/>
          </p:cNvSpPr>
          <p:nvPr>
            <p:ph sz="quarter" idx="15"/>
          </p:nvPr>
        </p:nvSpPr>
        <p:spPr>
          <a:xfrm>
            <a:off x="304800" y="609600"/>
            <a:ext cx="3962400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5" name="Rectangle 8"/>
          <p:cNvSpPr>
            <a:spLocks noGrp="1"/>
          </p:cNvSpPr>
          <p:nvPr>
            <p:ph type="body" sz="quarter" idx="16" hasCustomPrompt="1"/>
          </p:nvPr>
        </p:nvSpPr>
        <p:spPr>
          <a:xfrm>
            <a:off x="301752" y="3319272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6" name="Rectangle 11"/>
          <p:cNvSpPr>
            <a:spLocks noGrp="1"/>
          </p:cNvSpPr>
          <p:nvPr>
            <p:ph sz="quarter" idx="17"/>
          </p:nvPr>
        </p:nvSpPr>
        <p:spPr>
          <a:xfrm>
            <a:off x="301752" y="3547872"/>
            <a:ext cx="3965448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8" name="Rectangle 8"/>
          <p:cNvSpPr>
            <a:spLocks noGrp="1"/>
          </p:cNvSpPr>
          <p:nvPr>
            <p:ph type="body" sz="quarter" idx="14" hasCustomPrompt="1"/>
          </p:nvPr>
        </p:nvSpPr>
        <p:spPr>
          <a:xfrm>
            <a:off x="4419600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9" name="Rectangle 11"/>
          <p:cNvSpPr>
            <a:spLocks noGrp="1"/>
          </p:cNvSpPr>
          <p:nvPr>
            <p:ph sz="quarter" idx="18"/>
          </p:nvPr>
        </p:nvSpPr>
        <p:spPr>
          <a:xfrm>
            <a:off x="4419600" y="609600"/>
            <a:ext cx="3962400" cy="172821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31" name="Rectangle 8"/>
          <p:cNvSpPr>
            <a:spLocks noGrp="1"/>
          </p:cNvSpPr>
          <p:nvPr>
            <p:ph type="body" sz="quarter" idx="19" hasCustomPrompt="1"/>
          </p:nvPr>
        </p:nvSpPr>
        <p:spPr>
          <a:xfrm>
            <a:off x="4416552" y="2340864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32" name="Rectangle 11"/>
          <p:cNvSpPr>
            <a:spLocks noGrp="1"/>
          </p:cNvSpPr>
          <p:nvPr>
            <p:ph sz="quarter" idx="20"/>
          </p:nvPr>
        </p:nvSpPr>
        <p:spPr>
          <a:xfrm>
            <a:off x="4416552" y="2569464"/>
            <a:ext cx="3962400" cy="172821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33" name="Rectangle 8"/>
          <p:cNvSpPr>
            <a:spLocks noGrp="1"/>
          </p:cNvSpPr>
          <p:nvPr>
            <p:ph type="body" sz="quarter" idx="21" hasCustomPrompt="1"/>
          </p:nvPr>
        </p:nvSpPr>
        <p:spPr>
          <a:xfrm>
            <a:off x="4419600" y="4291584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34" name="Rectangle 11"/>
          <p:cNvSpPr>
            <a:spLocks noGrp="1"/>
          </p:cNvSpPr>
          <p:nvPr>
            <p:ph sz="quarter" idx="22"/>
          </p:nvPr>
        </p:nvSpPr>
        <p:spPr>
          <a:xfrm>
            <a:off x="4419600" y="4520184"/>
            <a:ext cx="3962400" cy="172821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6" name="Rectangle 16"/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extLst/>
          </a:lstStyle>
          <a:p>
            <a:pPr algn="r"/>
            <a:fld id="{29ED4C97-3C5D-482A-99AD-AD992C3024DE}" type="datetime1">
              <a:pPr algn="r"/>
              <a:t>10.05.2024</a:t>
            </a:fld>
            <a:endParaRPr kumimoji="0" lang="ru-RU"/>
          </a:p>
        </p:txBody>
      </p:sp>
      <p:sp>
        <p:nvSpPr>
          <p:cNvPr id="17" name="Rectangle 1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18" name="Rectangle 18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 сверху: 3 слева, 2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1" name="Rectangle 8"/>
          <p:cNvSpPr>
            <a:spLocks noGrp="1"/>
          </p:cNvSpPr>
          <p:nvPr>
            <p:ph type="body" sz="quarter" idx="14" hasCustomPrompt="1"/>
          </p:nvPr>
        </p:nvSpPr>
        <p:spPr>
          <a:xfrm>
            <a:off x="307848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2" name="Rectangle 11"/>
          <p:cNvSpPr>
            <a:spLocks noGrp="1"/>
          </p:cNvSpPr>
          <p:nvPr>
            <p:ph sz="quarter" idx="16"/>
          </p:nvPr>
        </p:nvSpPr>
        <p:spPr>
          <a:xfrm>
            <a:off x="307848" y="609600"/>
            <a:ext cx="3962400" cy="172821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5" name="Rectangle 8"/>
          <p:cNvSpPr>
            <a:spLocks noGrp="1"/>
          </p:cNvSpPr>
          <p:nvPr>
            <p:ph type="body" sz="quarter" idx="17" hasCustomPrompt="1"/>
          </p:nvPr>
        </p:nvSpPr>
        <p:spPr>
          <a:xfrm>
            <a:off x="304800" y="2340864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6" name="Rectangle 11"/>
          <p:cNvSpPr>
            <a:spLocks noGrp="1"/>
          </p:cNvSpPr>
          <p:nvPr>
            <p:ph sz="quarter" idx="18"/>
          </p:nvPr>
        </p:nvSpPr>
        <p:spPr>
          <a:xfrm>
            <a:off x="304800" y="2569464"/>
            <a:ext cx="3962400" cy="172821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7" name="Rectangle 8"/>
          <p:cNvSpPr>
            <a:spLocks noGrp="1"/>
          </p:cNvSpPr>
          <p:nvPr>
            <p:ph type="body" sz="quarter" idx="19" hasCustomPrompt="1"/>
          </p:nvPr>
        </p:nvSpPr>
        <p:spPr>
          <a:xfrm>
            <a:off x="307848" y="4291584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28" name="Rectangle 11"/>
          <p:cNvSpPr>
            <a:spLocks noGrp="1"/>
          </p:cNvSpPr>
          <p:nvPr>
            <p:ph sz="quarter" idx="20"/>
          </p:nvPr>
        </p:nvSpPr>
        <p:spPr>
          <a:xfrm>
            <a:off x="307848" y="4520184"/>
            <a:ext cx="3962400" cy="1728216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2" name="Rectangle 8"/>
          <p:cNvSpPr>
            <a:spLocks noGrp="1"/>
          </p:cNvSpPr>
          <p:nvPr>
            <p:ph type="body" sz="quarter" idx="21" hasCustomPrompt="1"/>
          </p:nvPr>
        </p:nvSpPr>
        <p:spPr>
          <a:xfrm>
            <a:off x="4419600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3" name="Rectangle 11"/>
          <p:cNvSpPr>
            <a:spLocks noGrp="1"/>
          </p:cNvSpPr>
          <p:nvPr>
            <p:ph sz="quarter" idx="22"/>
          </p:nvPr>
        </p:nvSpPr>
        <p:spPr>
          <a:xfrm>
            <a:off x="4419600" y="609600"/>
            <a:ext cx="3962400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5" name="Rectangle 8"/>
          <p:cNvSpPr>
            <a:spLocks noGrp="1"/>
          </p:cNvSpPr>
          <p:nvPr>
            <p:ph type="body" sz="quarter" idx="23" hasCustomPrompt="1"/>
          </p:nvPr>
        </p:nvSpPr>
        <p:spPr>
          <a:xfrm>
            <a:off x="4416552" y="3319272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 eaLnBrk="1" latinLnBrk="0" hangingPunct="1">
              <a:defRPr kumimoji="0" lang="ru-RU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kumimoji="0" lang="ru-RU"/>
              <a:t>Заголовок</a:t>
            </a:r>
          </a:p>
        </p:txBody>
      </p:sp>
      <p:sp>
        <p:nvSpPr>
          <p:cNvPr id="16" name="Rectangle 11"/>
          <p:cNvSpPr>
            <a:spLocks noGrp="1"/>
          </p:cNvSpPr>
          <p:nvPr>
            <p:ph sz="quarter" idx="24"/>
          </p:nvPr>
        </p:nvSpPr>
        <p:spPr>
          <a:xfrm>
            <a:off x="4416552" y="3547872"/>
            <a:ext cx="3965448" cy="2706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7" name="Rectangle 17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extLst/>
          </a:lstStyle>
          <a:p>
            <a:pPr algn="r"/>
            <a:fld id="{3EF8FEE9-63ED-4C1B-8C25-9B47C2DA1E72}" type="datetime1">
              <a:pPr algn="r"/>
              <a:t>10.05.2024</a:t>
            </a:fld>
            <a:endParaRPr kumimoji="0" lang="ru-RU"/>
          </a:p>
        </p:txBody>
      </p:sp>
      <p:sp>
        <p:nvSpPr>
          <p:cNvPr id="18" name="Rectangle 18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23" name="Rectangle 23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Надгробные п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9" name="Rectangle 6"/>
          <p:cNvSpPr/>
          <p:nvPr/>
        </p:nvSpPr>
        <p:spPr>
          <a:xfrm>
            <a:off x="1371600" y="1447800"/>
            <a:ext cx="1676400" cy="2057400"/>
          </a:xfrm>
          <a:prstGeom prst="rect">
            <a:avLst/>
          </a:prstGeom>
          <a:ln w="76200" cap="sq" cmpd="thickThin" algn="ctr">
            <a:solidFill>
              <a:schemeClr val="accent6"/>
            </a:solidFill>
            <a:prstDash val="solid"/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8" name="Rectangle 6"/>
          <p:cNvSpPr/>
          <p:nvPr/>
        </p:nvSpPr>
        <p:spPr>
          <a:xfrm>
            <a:off x="1371600" y="3886200"/>
            <a:ext cx="1676400" cy="2057400"/>
          </a:xfrm>
          <a:prstGeom prst="rect">
            <a:avLst/>
          </a:prstGeom>
          <a:ln w="76200" cap="sq" cmpd="thickThin" algn="ctr">
            <a:solidFill>
              <a:schemeClr val="accent6"/>
            </a:solidFill>
            <a:prstDash val="solid"/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26" name="Rectangle 6"/>
          <p:cNvSpPr/>
          <p:nvPr/>
        </p:nvSpPr>
        <p:spPr>
          <a:xfrm>
            <a:off x="3505200" y="1447800"/>
            <a:ext cx="1676400" cy="2057400"/>
          </a:xfrm>
          <a:prstGeom prst="rect">
            <a:avLst/>
          </a:prstGeom>
          <a:ln w="76200" cap="sq" cmpd="thickThin" algn="ctr">
            <a:solidFill>
              <a:schemeClr val="accent6"/>
            </a:solidFill>
            <a:prstDash val="solid"/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25" name="Rectangle 6"/>
          <p:cNvSpPr/>
          <p:nvPr/>
        </p:nvSpPr>
        <p:spPr>
          <a:xfrm>
            <a:off x="3505200" y="3886200"/>
            <a:ext cx="1676400" cy="2057400"/>
          </a:xfrm>
          <a:prstGeom prst="rect">
            <a:avLst/>
          </a:prstGeom>
          <a:ln w="76200" cap="sq" cmpd="thickThin" algn="ctr">
            <a:solidFill>
              <a:schemeClr val="accent6"/>
            </a:solidFill>
            <a:prstDash val="solid"/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31" name="Rectangle 6"/>
          <p:cNvSpPr/>
          <p:nvPr/>
        </p:nvSpPr>
        <p:spPr>
          <a:xfrm>
            <a:off x="5638800" y="1447800"/>
            <a:ext cx="1676400" cy="2057400"/>
          </a:xfrm>
          <a:prstGeom prst="rect">
            <a:avLst/>
          </a:prstGeom>
          <a:ln w="76200" cap="sq" cmpd="thickThin" algn="ctr">
            <a:solidFill>
              <a:schemeClr val="accent6"/>
            </a:solidFill>
            <a:prstDash val="solid"/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3" name="Rectangle 6"/>
          <p:cNvSpPr/>
          <p:nvPr/>
        </p:nvSpPr>
        <p:spPr>
          <a:xfrm>
            <a:off x="5638800" y="3886200"/>
            <a:ext cx="1676400" cy="2057400"/>
          </a:xfrm>
          <a:prstGeom prst="rect">
            <a:avLst/>
          </a:prstGeom>
          <a:ln w="76200" cap="sq" cmpd="thickThin" algn="ctr">
            <a:solidFill>
              <a:schemeClr val="accent6"/>
            </a:solidFill>
            <a:prstDash val="solid"/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24" name="Rectangle 10"/>
          <p:cNvSpPr>
            <a:spLocks noGrp="1"/>
          </p:cNvSpPr>
          <p:nvPr>
            <p:ph type="pic" sz="quarter" idx="13" hasCustomPrompt="1"/>
          </p:nvPr>
        </p:nvSpPr>
        <p:spPr>
          <a:xfrm>
            <a:off x="1524000" y="1600200"/>
            <a:ext cx="1371600" cy="685800"/>
          </a:xfrm>
        </p:spPr>
        <p:txBody>
          <a:bodyPr/>
          <a:lstStyle>
            <a:extLst/>
          </a:lstStyle>
          <a:p>
            <a:r>
              <a:rPr kumimoji="0" lang="ru-RU" baseline="0"/>
              <a:t>Эмблема компании</a:t>
            </a:r>
            <a:endParaRPr kumimoji="0" lang="ru-RU"/>
          </a:p>
        </p:txBody>
      </p:sp>
      <p:sp>
        <p:nvSpPr>
          <p:cNvPr id="19" name="Rectangle 10"/>
          <p:cNvSpPr>
            <a:spLocks noGrp="1"/>
          </p:cNvSpPr>
          <p:nvPr>
            <p:ph type="pic" sz="quarter" idx="29" hasCustomPrompt="1"/>
          </p:nvPr>
        </p:nvSpPr>
        <p:spPr>
          <a:xfrm>
            <a:off x="1524000" y="4038600"/>
            <a:ext cx="1371600" cy="685800"/>
          </a:xfrm>
        </p:spPr>
        <p:txBody>
          <a:bodyPr/>
          <a:lstStyle>
            <a:extLst/>
          </a:lstStyle>
          <a:p>
            <a:r>
              <a:rPr kumimoji="0" lang="ru-RU" baseline="0"/>
              <a:t>Эмблема компании</a:t>
            </a:r>
            <a:endParaRPr kumimoji="0" lang="ru-RU"/>
          </a:p>
        </p:txBody>
      </p:sp>
      <p:sp>
        <p:nvSpPr>
          <p:cNvPr id="27" name="Rectangle 10"/>
          <p:cNvSpPr>
            <a:spLocks noGrp="1"/>
          </p:cNvSpPr>
          <p:nvPr>
            <p:ph type="pic" sz="quarter" idx="17" hasCustomPrompt="1"/>
          </p:nvPr>
        </p:nvSpPr>
        <p:spPr>
          <a:xfrm>
            <a:off x="3657600" y="1600200"/>
            <a:ext cx="1371600" cy="685800"/>
          </a:xfrm>
        </p:spPr>
        <p:txBody>
          <a:bodyPr/>
          <a:lstStyle>
            <a:extLst/>
          </a:lstStyle>
          <a:p>
            <a:r>
              <a:rPr kumimoji="0" lang="ru-RU" baseline="0"/>
              <a:t>Эмблема компании</a:t>
            </a:r>
            <a:endParaRPr kumimoji="0" lang="ru-RU"/>
          </a:p>
        </p:txBody>
      </p:sp>
      <p:sp>
        <p:nvSpPr>
          <p:cNvPr id="11" name="Rectangle 10"/>
          <p:cNvSpPr>
            <a:spLocks noGrp="1"/>
          </p:cNvSpPr>
          <p:nvPr>
            <p:ph type="pic" sz="quarter" idx="30" hasCustomPrompt="1"/>
          </p:nvPr>
        </p:nvSpPr>
        <p:spPr>
          <a:xfrm>
            <a:off x="3657600" y="4038600"/>
            <a:ext cx="1371600" cy="685800"/>
          </a:xfrm>
        </p:spPr>
        <p:txBody>
          <a:bodyPr/>
          <a:lstStyle>
            <a:extLst/>
          </a:lstStyle>
          <a:p>
            <a:r>
              <a:rPr kumimoji="0" lang="ru-RU" baseline="0"/>
              <a:t>Эмблема компании</a:t>
            </a:r>
            <a:endParaRPr kumimoji="0" lang="ru-RU"/>
          </a:p>
        </p:txBody>
      </p:sp>
      <p:sp>
        <p:nvSpPr>
          <p:cNvPr id="4" name="Rectangle 10"/>
          <p:cNvSpPr>
            <a:spLocks noGrp="1"/>
          </p:cNvSpPr>
          <p:nvPr>
            <p:ph type="pic" sz="quarter" idx="21" hasCustomPrompt="1"/>
          </p:nvPr>
        </p:nvSpPr>
        <p:spPr>
          <a:xfrm>
            <a:off x="5791200" y="1600200"/>
            <a:ext cx="1371600" cy="685800"/>
          </a:xfrm>
        </p:spPr>
        <p:txBody>
          <a:bodyPr/>
          <a:lstStyle>
            <a:extLst/>
          </a:lstStyle>
          <a:p>
            <a:r>
              <a:rPr kumimoji="0" lang="ru-RU" baseline="0"/>
              <a:t>Эмблема компании</a:t>
            </a:r>
            <a:endParaRPr kumimoji="0" lang="ru-RU"/>
          </a:p>
        </p:txBody>
      </p:sp>
      <p:sp>
        <p:nvSpPr>
          <p:cNvPr id="15" name="Rectangle 10"/>
          <p:cNvSpPr>
            <a:spLocks noGrp="1"/>
          </p:cNvSpPr>
          <p:nvPr>
            <p:ph type="pic" sz="quarter" idx="31" hasCustomPrompt="1"/>
          </p:nvPr>
        </p:nvSpPr>
        <p:spPr>
          <a:xfrm>
            <a:off x="5791200" y="4038600"/>
            <a:ext cx="1371600" cy="685800"/>
          </a:xfrm>
        </p:spPr>
        <p:txBody>
          <a:bodyPr/>
          <a:lstStyle>
            <a:extLst/>
          </a:lstStyle>
          <a:p>
            <a:r>
              <a:rPr kumimoji="0" lang="ru-RU" baseline="0"/>
              <a:t>Эмблема компании</a:t>
            </a:r>
            <a:endParaRPr kumimoji="0" lang="ru-RU"/>
          </a:p>
        </p:txBody>
      </p:sp>
      <p:sp>
        <p:nvSpPr>
          <p:cNvPr id="7" name="Rectangle 12"/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2895600"/>
            <a:ext cx="1371600" cy="304800"/>
          </a:xfrm>
        </p:spPr>
        <p:txBody>
          <a:bodyPr anchor="ctr"/>
          <a:lstStyle>
            <a:lvl1pPr algn="ctr" eaLnBrk="1" latinLnBrk="0" hangingPunct="1">
              <a:defRPr kumimoji="0" lang="ru-RU" b="1"/>
            </a:lvl1pPr>
            <a:extLst/>
          </a:lstStyle>
          <a:p>
            <a:pPr lvl="0"/>
            <a:r>
              <a:rPr kumimoji="0" lang="ru-RU"/>
              <a:t>Сумма</a:t>
            </a:r>
          </a:p>
        </p:txBody>
      </p:sp>
      <p:sp>
        <p:nvSpPr>
          <p:cNvPr id="28" name="Rectangle 12"/>
          <p:cNvSpPr>
            <a:spLocks noGrp="1"/>
          </p:cNvSpPr>
          <p:nvPr>
            <p:ph type="body" sz="quarter" idx="33" hasCustomPrompt="1"/>
          </p:nvPr>
        </p:nvSpPr>
        <p:spPr>
          <a:xfrm>
            <a:off x="1524000" y="5334000"/>
            <a:ext cx="1371600" cy="304800"/>
          </a:xfrm>
        </p:spPr>
        <p:txBody>
          <a:bodyPr anchor="ctr"/>
          <a:lstStyle>
            <a:lvl1pPr algn="ctr" eaLnBrk="1" latinLnBrk="0" hangingPunct="1">
              <a:defRPr kumimoji="0" lang="ru-RU" b="1"/>
            </a:lvl1pPr>
            <a:extLst/>
          </a:lstStyle>
          <a:p>
            <a:pPr lvl="0"/>
            <a:r>
              <a:rPr kumimoji="0" lang="ru-RU"/>
              <a:t>Сумма</a:t>
            </a:r>
          </a:p>
        </p:txBody>
      </p:sp>
      <p:sp>
        <p:nvSpPr>
          <p:cNvPr id="30" name="Rectangle 1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600" y="2895600"/>
            <a:ext cx="1371600" cy="304800"/>
          </a:xfrm>
        </p:spPr>
        <p:txBody>
          <a:bodyPr anchor="ctr"/>
          <a:lstStyle>
            <a:lvl1pPr algn="ctr" eaLnBrk="1" latinLnBrk="0" hangingPunct="1">
              <a:defRPr kumimoji="0" lang="ru-RU" b="1"/>
            </a:lvl1pPr>
            <a:extLst/>
          </a:lstStyle>
          <a:p>
            <a:pPr lvl="0"/>
            <a:r>
              <a:rPr kumimoji="0" lang="ru-RU"/>
              <a:t>Сумма</a:t>
            </a:r>
          </a:p>
        </p:txBody>
      </p:sp>
      <p:sp>
        <p:nvSpPr>
          <p:cNvPr id="13" name="Rectangle 12"/>
          <p:cNvSpPr>
            <a:spLocks noGrp="1"/>
          </p:cNvSpPr>
          <p:nvPr>
            <p:ph type="body" sz="quarter" idx="34" hasCustomPrompt="1"/>
          </p:nvPr>
        </p:nvSpPr>
        <p:spPr>
          <a:xfrm>
            <a:off x="3657600" y="5334000"/>
            <a:ext cx="1371600" cy="304800"/>
          </a:xfrm>
        </p:spPr>
        <p:txBody>
          <a:bodyPr anchor="ctr"/>
          <a:lstStyle>
            <a:lvl1pPr algn="ctr" eaLnBrk="1" latinLnBrk="0" hangingPunct="1">
              <a:defRPr kumimoji="0" lang="ru-RU" b="1"/>
            </a:lvl1pPr>
            <a:extLst/>
          </a:lstStyle>
          <a:p>
            <a:pPr lvl="0"/>
            <a:r>
              <a:rPr kumimoji="0" lang="ru-RU"/>
              <a:t>Сумма</a:t>
            </a:r>
          </a:p>
        </p:txBody>
      </p:sp>
      <p:sp>
        <p:nvSpPr>
          <p:cNvPr id="14" name="Rectangle 12"/>
          <p:cNvSpPr>
            <a:spLocks noGrp="1"/>
          </p:cNvSpPr>
          <p:nvPr>
            <p:ph type="body" sz="quarter" idx="22" hasCustomPrompt="1"/>
          </p:nvPr>
        </p:nvSpPr>
        <p:spPr>
          <a:xfrm>
            <a:off x="5791200" y="2895600"/>
            <a:ext cx="1371600" cy="304800"/>
          </a:xfrm>
        </p:spPr>
        <p:txBody>
          <a:bodyPr anchor="ctr"/>
          <a:lstStyle>
            <a:lvl1pPr algn="ctr" eaLnBrk="1" latinLnBrk="0" hangingPunct="1">
              <a:defRPr kumimoji="0" lang="ru-RU" b="1"/>
            </a:lvl1pPr>
            <a:extLst/>
          </a:lstStyle>
          <a:p>
            <a:pPr lvl="0"/>
            <a:r>
              <a:rPr kumimoji="0" lang="ru-RU"/>
              <a:t>Сумма</a:t>
            </a:r>
          </a:p>
        </p:txBody>
      </p:sp>
      <p:sp>
        <p:nvSpPr>
          <p:cNvPr id="2" name="Rectangle 12"/>
          <p:cNvSpPr>
            <a:spLocks noGrp="1"/>
          </p:cNvSpPr>
          <p:nvPr>
            <p:ph type="body" sz="quarter" idx="35" hasCustomPrompt="1"/>
          </p:nvPr>
        </p:nvSpPr>
        <p:spPr>
          <a:xfrm>
            <a:off x="5791200" y="5334000"/>
            <a:ext cx="1371600" cy="304800"/>
          </a:xfrm>
        </p:spPr>
        <p:txBody>
          <a:bodyPr anchor="ctr"/>
          <a:lstStyle>
            <a:lvl1pPr algn="ctr" eaLnBrk="1" latinLnBrk="0" hangingPunct="1">
              <a:defRPr kumimoji="0" lang="ru-RU" b="1"/>
            </a:lvl1pPr>
            <a:extLst/>
          </a:lstStyle>
          <a:p>
            <a:pPr lvl="0"/>
            <a:r>
              <a:rPr kumimoji="0" lang="ru-RU"/>
              <a:t>Сумма</a:t>
            </a:r>
          </a:p>
        </p:txBody>
      </p:sp>
      <p:sp>
        <p:nvSpPr>
          <p:cNvPr id="44" name="Rectangle 11"/>
          <p:cNvSpPr>
            <a:spLocks noGrp="1"/>
          </p:cNvSpPr>
          <p:nvPr>
            <p:ph type="body" sz="quarter" idx="15" hasCustomPrompt="1"/>
          </p:nvPr>
        </p:nvSpPr>
        <p:spPr>
          <a:xfrm>
            <a:off x="1524000" y="3200400"/>
            <a:ext cx="1371600" cy="152400"/>
          </a:xfrm>
        </p:spPr>
        <p:txBody>
          <a:bodyPr anchor="ctr">
            <a:noAutofit/>
          </a:bodyPr>
          <a:lstStyle>
            <a:lvl1pPr algn="ctr" eaLnBrk="1" latinLnBrk="0" hangingPunct="1">
              <a:defRPr kumimoji="0" lang="ru-RU" sz="800" i="1"/>
            </a:lvl1pPr>
            <a:extLst/>
          </a:lstStyle>
          <a:p>
            <a:pPr lvl="0"/>
            <a:r>
              <a:rPr kumimoji="0" lang="ru-RU"/>
              <a:t>Дата</a:t>
            </a:r>
          </a:p>
        </p:txBody>
      </p:sp>
      <p:sp>
        <p:nvSpPr>
          <p:cNvPr id="35" name="Rectangle 11"/>
          <p:cNvSpPr>
            <a:spLocks noGrp="1"/>
          </p:cNvSpPr>
          <p:nvPr>
            <p:ph type="body" sz="quarter" idx="37" hasCustomPrompt="1"/>
          </p:nvPr>
        </p:nvSpPr>
        <p:spPr>
          <a:xfrm>
            <a:off x="1524000" y="5638800"/>
            <a:ext cx="1371600" cy="152400"/>
          </a:xfrm>
        </p:spPr>
        <p:txBody>
          <a:bodyPr anchor="ctr">
            <a:noAutofit/>
          </a:bodyPr>
          <a:lstStyle>
            <a:lvl1pPr algn="ctr" eaLnBrk="1" latinLnBrk="0" hangingPunct="1">
              <a:defRPr kumimoji="0" lang="ru-RU" sz="800" i="1"/>
            </a:lvl1pPr>
            <a:extLst/>
          </a:lstStyle>
          <a:p>
            <a:pPr lvl="0"/>
            <a:r>
              <a:rPr kumimoji="0" lang="ru-RU"/>
              <a:t>Дата</a:t>
            </a:r>
          </a:p>
        </p:txBody>
      </p:sp>
      <p:sp>
        <p:nvSpPr>
          <p:cNvPr id="34" name="Rectangle 11"/>
          <p:cNvSpPr>
            <a:spLocks noGrp="1"/>
          </p:cNvSpPr>
          <p:nvPr>
            <p:ph type="body" sz="quarter" idx="19" hasCustomPrompt="1"/>
          </p:nvPr>
        </p:nvSpPr>
        <p:spPr>
          <a:xfrm>
            <a:off x="3657600" y="3200400"/>
            <a:ext cx="1371600" cy="152400"/>
          </a:xfrm>
        </p:spPr>
        <p:txBody>
          <a:bodyPr anchor="ctr">
            <a:noAutofit/>
          </a:bodyPr>
          <a:lstStyle>
            <a:lvl1pPr algn="ctr" eaLnBrk="1" latinLnBrk="0" hangingPunct="1">
              <a:defRPr kumimoji="0" lang="ru-RU" sz="800" i="1"/>
            </a:lvl1pPr>
            <a:extLst/>
          </a:lstStyle>
          <a:p>
            <a:pPr lvl="0"/>
            <a:r>
              <a:rPr kumimoji="0" lang="ru-RU"/>
              <a:t>Дата</a:t>
            </a:r>
          </a:p>
        </p:txBody>
      </p:sp>
      <p:sp>
        <p:nvSpPr>
          <p:cNvPr id="40" name="Rectangle 11"/>
          <p:cNvSpPr>
            <a:spLocks noGrp="1"/>
          </p:cNvSpPr>
          <p:nvPr>
            <p:ph type="body" sz="quarter" idx="38" hasCustomPrompt="1"/>
          </p:nvPr>
        </p:nvSpPr>
        <p:spPr>
          <a:xfrm>
            <a:off x="3657600" y="5638800"/>
            <a:ext cx="1371600" cy="152400"/>
          </a:xfrm>
        </p:spPr>
        <p:txBody>
          <a:bodyPr anchor="ctr">
            <a:noAutofit/>
          </a:bodyPr>
          <a:lstStyle>
            <a:lvl1pPr algn="ctr" eaLnBrk="1" latinLnBrk="0" hangingPunct="1">
              <a:defRPr kumimoji="0" lang="ru-RU" sz="800" i="1"/>
            </a:lvl1pPr>
            <a:extLst/>
          </a:lstStyle>
          <a:p>
            <a:pPr lvl="0"/>
            <a:r>
              <a:rPr kumimoji="0" lang="ru-RU"/>
              <a:t>Дата</a:t>
            </a:r>
          </a:p>
        </p:txBody>
      </p:sp>
      <p:sp>
        <p:nvSpPr>
          <p:cNvPr id="38" name="Rectangle 11"/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3200400"/>
            <a:ext cx="1371600" cy="152400"/>
          </a:xfrm>
        </p:spPr>
        <p:txBody>
          <a:bodyPr anchor="ctr">
            <a:noAutofit/>
          </a:bodyPr>
          <a:lstStyle>
            <a:lvl1pPr algn="ctr" eaLnBrk="1" latinLnBrk="0" hangingPunct="1">
              <a:defRPr kumimoji="0" lang="ru-RU" sz="800" i="1"/>
            </a:lvl1pPr>
            <a:extLst/>
          </a:lstStyle>
          <a:p>
            <a:pPr lvl="0"/>
            <a:r>
              <a:rPr kumimoji="0" lang="ru-RU"/>
              <a:t>Дата</a:t>
            </a:r>
          </a:p>
        </p:txBody>
      </p:sp>
      <p:sp>
        <p:nvSpPr>
          <p:cNvPr id="33" name="Rectangle 11"/>
          <p:cNvSpPr>
            <a:spLocks noGrp="1"/>
          </p:cNvSpPr>
          <p:nvPr>
            <p:ph type="body" sz="quarter" idx="39" hasCustomPrompt="1"/>
          </p:nvPr>
        </p:nvSpPr>
        <p:spPr>
          <a:xfrm>
            <a:off x="5791200" y="5638800"/>
            <a:ext cx="1371600" cy="152400"/>
          </a:xfrm>
        </p:spPr>
        <p:txBody>
          <a:bodyPr anchor="ctr">
            <a:noAutofit/>
          </a:bodyPr>
          <a:lstStyle>
            <a:lvl1pPr algn="ctr" eaLnBrk="1" latinLnBrk="0" hangingPunct="1">
              <a:defRPr kumimoji="0" lang="ru-RU" sz="800" i="1"/>
            </a:lvl1pPr>
            <a:extLst/>
          </a:lstStyle>
          <a:p>
            <a:pPr lvl="0"/>
            <a:r>
              <a:rPr kumimoji="0" lang="ru-RU"/>
              <a:t>Дата</a:t>
            </a:r>
          </a:p>
        </p:txBody>
      </p:sp>
      <p:sp>
        <p:nvSpPr>
          <p:cNvPr id="5" name="Rectangle 14"/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286000"/>
            <a:ext cx="1371600" cy="609600"/>
          </a:xfrm>
        </p:spPr>
        <p:txBody>
          <a:bodyPr anchor="ctr"/>
          <a:lstStyle>
            <a:lvl1pPr algn="ctr" eaLnBrk="1" latinLnBrk="0" hangingPunct="1">
              <a:defRPr kumimoji="0" lang="ru-RU" sz="800"/>
            </a:lvl1pPr>
            <a:extLst/>
          </a:lstStyle>
          <a:p>
            <a:pPr lvl="0"/>
            <a:r>
              <a:rPr kumimoji="0" lang="ru-RU"/>
              <a:t>Описание</a:t>
            </a:r>
          </a:p>
        </p:txBody>
      </p:sp>
      <p:sp>
        <p:nvSpPr>
          <p:cNvPr id="56" name="Rectangle 14"/>
          <p:cNvSpPr>
            <a:spLocks noGrp="1"/>
          </p:cNvSpPr>
          <p:nvPr>
            <p:ph type="body" sz="quarter" idx="41" hasCustomPrompt="1"/>
          </p:nvPr>
        </p:nvSpPr>
        <p:spPr>
          <a:xfrm>
            <a:off x="1524000" y="4724400"/>
            <a:ext cx="1371600" cy="609600"/>
          </a:xfrm>
        </p:spPr>
        <p:txBody>
          <a:bodyPr anchor="ctr"/>
          <a:lstStyle>
            <a:lvl1pPr algn="ctr" eaLnBrk="1" latinLnBrk="0" hangingPunct="1">
              <a:defRPr kumimoji="0" lang="ru-RU" sz="800"/>
            </a:lvl1pPr>
            <a:extLst/>
          </a:lstStyle>
          <a:p>
            <a:pPr lvl="0"/>
            <a:r>
              <a:rPr kumimoji="0" lang="ru-RU"/>
              <a:t>Описание</a:t>
            </a:r>
          </a:p>
        </p:txBody>
      </p:sp>
      <p:sp>
        <p:nvSpPr>
          <p:cNvPr id="62" name="Rectangle 14"/>
          <p:cNvSpPr>
            <a:spLocks noGrp="1"/>
          </p:cNvSpPr>
          <p:nvPr>
            <p:ph type="body" sz="quarter" idx="20" hasCustomPrompt="1"/>
          </p:nvPr>
        </p:nvSpPr>
        <p:spPr>
          <a:xfrm>
            <a:off x="3657600" y="2286000"/>
            <a:ext cx="1371600" cy="609600"/>
          </a:xfrm>
        </p:spPr>
        <p:txBody>
          <a:bodyPr anchor="ctr"/>
          <a:lstStyle>
            <a:lvl1pPr algn="ctr" eaLnBrk="1" latinLnBrk="0" hangingPunct="1">
              <a:defRPr kumimoji="0" lang="ru-RU" sz="800"/>
            </a:lvl1pPr>
            <a:extLst/>
          </a:lstStyle>
          <a:p>
            <a:pPr lvl="0"/>
            <a:r>
              <a:rPr kumimoji="0" lang="ru-RU"/>
              <a:t>Описание</a:t>
            </a:r>
          </a:p>
        </p:txBody>
      </p:sp>
      <p:sp>
        <p:nvSpPr>
          <p:cNvPr id="37" name="Rectangle 14"/>
          <p:cNvSpPr>
            <a:spLocks noGrp="1"/>
          </p:cNvSpPr>
          <p:nvPr>
            <p:ph type="body" sz="quarter" idx="42" hasCustomPrompt="1"/>
          </p:nvPr>
        </p:nvSpPr>
        <p:spPr>
          <a:xfrm>
            <a:off x="3657600" y="4724400"/>
            <a:ext cx="1371600" cy="609600"/>
          </a:xfrm>
        </p:spPr>
        <p:txBody>
          <a:bodyPr anchor="ctr"/>
          <a:lstStyle>
            <a:lvl1pPr algn="ctr" eaLnBrk="1" latinLnBrk="0" hangingPunct="1">
              <a:defRPr kumimoji="0" lang="ru-RU" sz="800"/>
            </a:lvl1pPr>
            <a:extLst/>
          </a:lstStyle>
          <a:p>
            <a:pPr lvl="0"/>
            <a:r>
              <a:rPr kumimoji="0" lang="ru-RU"/>
              <a:t>Описание</a:t>
            </a:r>
          </a:p>
        </p:txBody>
      </p:sp>
      <p:sp>
        <p:nvSpPr>
          <p:cNvPr id="41" name="Rectangle 14"/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2286000"/>
            <a:ext cx="1371600" cy="609600"/>
          </a:xfrm>
        </p:spPr>
        <p:txBody>
          <a:bodyPr anchor="ctr"/>
          <a:lstStyle>
            <a:lvl1pPr algn="ctr" eaLnBrk="1" latinLnBrk="0" hangingPunct="1">
              <a:defRPr kumimoji="0" lang="ru-RU" sz="800"/>
            </a:lvl1pPr>
            <a:extLst/>
          </a:lstStyle>
          <a:p>
            <a:pPr lvl="0"/>
            <a:r>
              <a:rPr kumimoji="0" lang="ru-RU"/>
              <a:t>Описание</a:t>
            </a:r>
          </a:p>
        </p:txBody>
      </p:sp>
      <p:sp>
        <p:nvSpPr>
          <p:cNvPr id="52" name="Rectangle 14"/>
          <p:cNvSpPr>
            <a:spLocks noGrp="1"/>
          </p:cNvSpPr>
          <p:nvPr>
            <p:ph type="body" sz="quarter" idx="43" hasCustomPrompt="1"/>
          </p:nvPr>
        </p:nvSpPr>
        <p:spPr>
          <a:xfrm>
            <a:off x="5791200" y="4724400"/>
            <a:ext cx="1371600" cy="609600"/>
          </a:xfrm>
        </p:spPr>
        <p:txBody>
          <a:bodyPr anchor="ctr"/>
          <a:lstStyle>
            <a:lvl1pPr algn="ctr" eaLnBrk="1" latinLnBrk="0" hangingPunct="1">
              <a:defRPr kumimoji="0" lang="ru-RU" sz="800"/>
            </a:lvl1pPr>
            <a:extLst/>
          </a:lstStyle>
          <a:p>
            <a:pPr lvl="0"/>
            <a:r>
              <a:rPr kumimoji="0" lang="ru-RU"/>
              <a:t>Описание</a:t>
            </a:r>
          </a:p>
        </p:txBody>
      </p:sp>
      <p:sp>
        <p:nvSpPr>
          <p:cNvPr id="39" name="Rectangle 51"/>
          <p:cNvSpPr>
            <a:spLocks noGrp="1"/>
          </p:cNvSpPr>
          <p:nvPr>
            <p:ph type="body" sz="quarter" idx="46"/>
          </p:nvPr>
        </p:nvSpPr>
        <p:spPr>
          <a:xfrm>
            <a:off x="304800" y="381000"/>
            <a:ext cx="8077200" cy="838200"/>
          </a:xfrm>
        </p:spPr>
        <p:txBody>
          <a:bodyPr/>
          <a:lstStyle>
            <a:lvl1pPr eaLnBrk="1" latinLnBrk="0" hangingPunct="1">
              <a:defRPr kumimoji="0" lang="ru-RU" sz="1200"/>
            </a:lvl1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</p:txBody>
      </p:sp>
      <p:sp>
        <p:nvSpPr>
          <p:cNvPr id="42" name="Rectangle 42"/>
          <p:cNvSpPr>
            <a:spLocks noGrp="1"/>
          </p:cNvSpPr>
          <p:nvPr>
            <p:ph type="dt" sz="half" idx="47"/>
          </p:nvPr>
        </p:nvSpPr>
        <p:spPr/>
        <p:txBody>
          <a:bodyPr/>
          <a:lstStyle>
            <a:extLst/>
          </a:lstStyle>
          <a:p>
            <a:pPr algn="r"/>
            <a:fld id="{E8BD303E-7304-41BE-B693-A76D7275A3B0}" type="datetime1">
              <a:pPr algn="r"/>
              <a:t>10.05.2024</a:t>
            </a:fld>
            <a:endParaRPr kumimoji="0" lang="ru-RU"/>
          </a:p>
        </p:txBody>
      </p:sp>
      <p:sp>
        <p:nvSpPr>
          <p:cNvPr id="43" name="Rectangle 43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/>
          </a:p>
        </p:txBody>
      </p:sp>
      <p:sp>
        <p:nvSpPr>
          <p:cNvPr id="45" name="Rectangle 45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FA3AD-D913-4F02-9FA0-6AD9F09A0C7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51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8610600" y="0"/>
            <a:ext cx="533400" cy="6858000"/>
          </a:xfrm>
          <a:prstGeom prst="rect">
            <a:avLst/>
          </a:prstGeom>
          <a:solidFill>
            <a:schemeClr val="accent4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8610600" y="381000"/>
            <a:ext cx="533400" cy="5867400"/>
          </a:xfrm>
          <a:prstGeom prst="rect">
            <a:avLst/>
          </a:prstGeom>
        </p:spPr>
        <p:txBody>
          <a:bodyPr vert="vert" anchor="ctr">
            <a:normAutofit/>
          </a:bodyPr>
          <a:lstStyle>
            <a:extLst/>
          </a:lstStyle>
          <a:p>
            <a:pPr eaLnBrk="1" latinLnBrk="0" hangingPunct="1"/>
            <a:r>
              <a:rPr kumimoji="0" lang="ru-RU" smtClean="0"/>
              <a:t>Образец заголовка</a:t>
            </a:r>
            <a:endParaRPr kumimoji="0" lang="en-US" smtClean="0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304800" y="381000"/>
            <a:ext cx="8077200" cy="58674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4" name="Rectangle 4"/>
          <p:cNvSpPr>
            <a:spLocks noGrp="1"/>
          </p:cNvSpPr>
          <p:nvPr>
            <p:ph type="dt" sz="half" idx="2"/>
          </p:nvPr>
        </p:nvSpPr>
        <p:spPr>
          <a:xfrm>
            <a:off x="7010400" y="76200"/>
            <a:ext cx="1371600" cy="22860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lang="ru-RU" sz="1000">
                <a:solidFill>
                  <a:schemeClr val="tx1">
                    <a:tint val="65000"/>
                  </a:schemeClr>
                </a:solidFill>
              </a:defRPr>
            </a:lvl1pPr>
            <a:extLst/>
          </a:lstStyle>
          <a:p>
            <a:pPr algn="r"/>
            <a:fld id="{CCD717AA-EA39-47F3-8A0A-15B3575EDB53}" type="datetime1">
              <a:pPr algn="r"/>
              <a:t>10.05.2024</a:t>
            </a:fld>
            <a:endParaRPr kumimoji="0" lang="ru-RU" sz="100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4"/>
          </p:nvPr>
        </p:nvSpPr>
        <p:spPr>
          <a:xfrm>
            <a:off x="6504432" y="6473952"/>
            <a:ext cx="990600" cy="304800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ru-RU" sz="1000"/>
            </a:lvl1pPr>
            <a:extLst/>
          </a:lstStyle>
          <a:p>
            <a:pPr algn="r"/>
            <a:fld id="{256D3EEF-DE4E-429D-8EC4-DDC531AFF587}" type="slidenum">
              <a:rPr kumimoji="0" lang="ru-RU" sz="1000"/>
              <a:pPr algn="r"/>
              <a:t>‹#›</a:t>
            </a:fld>
            <a:endParaRPr kumimoji="0" lang="ru-RU" sz="100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4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12" name="Rectangle 12"/>
          <p:cNvSpPr>
            <a:spLocks noGrp="1"/>
          </p:cNvSpPr>
          <p:nvPr>
            <p:ph type="ftr" sz="quarter" idx="3"/>
          </p:nvPr>
        </p:nvSpPr>
        <p:spPr>
          <a:xfrm>
            <a:off x="2705100" y="6477000"/>
            <a:ext cx="3733800" cy="304800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lang="ru-RU" sz="1000">
                <a:solidFill>
                  <a:sysClr val="windowText" lastClr="000000"/>
                </a:solidFill>
              </a:defRPr>
            </a:lvl1pPr>
            <a:extLst/>
          </a:lstStyle>
          <a:p>
            <a:endParaRPr kumimoji="0" lang="ru-RU" sz="1000">
              <a:solidFill>
                <a:sysClr val="windowText" lastClr="000000"/>
              </a:solidFill>
            </a:endParaRPr>
          </a:p>
        </p:txBody>
      </p:sp>
      <p:pic>
        <p:nvPicPr>
          <p:cNvPr id="24" name="ContosoLogo.jpg"/>
          <p:cNvPicPr>
            <a:picLocks noChangeAspect="1"/>
          </p:cNvPicPr>
          <p:nvPr/>
        </p:nvPicPr>
        <p:blipFill>
          <a:blip r:embed="rId19">
            <a:duotone>
              <a:schemeClr val="accent4"/>
              <a:srgbClr val="FFFFFF"/>
            </a:duotone>
          </a:blip>
          <a:stretch>
            <a:fillRect/>
          </a:stretch>
        </p:blipFill>
        <p:spPr>
          <a:xfrm>
            <a:off x="7601712" y="6239256"/>
            <a:ext cx="838200" cy="61607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3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4" r:id="rId16"/>
    <p:sldLayoutId id="2147483665" r:id="rId17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lang="ru-RU" sz="2400" cap="small" spc="0" baseline="0">
          <a:solidFill>
            <a:schemeClr val="bg1"/>
          </a:solidFill>
          <a:latin typeface="+mj-lt"/>
          <a:ea typeface="+mj-ea"/>
          <a:cs typeface="+mj-cs"/>
        </a:defRPr>
      </a:lvl1pPr>
      <a:extLst/>
    </p:titleStyle>
    <p:bodyStyle>
      <a:lvl1pPr marL="0" marR="0" indent="0" algn="l" rtl="0" eaLnBrk="1" latinLnBrk="0" hangingPunct="1">
        <a:spcBef>
          <a:spcPct val="20000"/>
        </a:spcBef>
        <a:buFontTx/>
        <a:buNone/>
        <a:defRPr kumimoji="0" lang="ru-RU" sz="1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Tx/>
        <a:buNone/>
        <a:defRPr kumimoji="0" lang="ru-RU" sz="11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Tx/>
        <a:buNone/>
        <a:defRPr kumimoji="0" lang="ru-RU" sz="11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Tx/>
        <a:buNone/>
        <a:defRPr kumimoji="0" lang="ru-RU" sz="11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Tx/>
        <a:buNone/>
        <a:defRPr kumimoji="0" lang="ru-RU" sz="11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chart" Target="../charts/chart1.xml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slide" Target="slide6.xml"/><Relationship Id="rId5" Type="http://schemas.openxmlformats.org/officeDocument/2006/relationships/slide" Target="slide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 txBox="1">
            <a:spLocks/>
          </p:cNvSpPr>
          <p:nvPr/>
        </p:nvSpPr>
        <p:spPr>
          <a:xfrm>
            <a:off x="1475656" y="2348880"/>
            <a:ext cx="5635352" cy="244827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Tx/>
              <a:buNone/>
              <a:defRPr kumimoji="0" lang="ru-RU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Tx/>
              <a:buNone/>
              <a:defRPr kumimoji="0" lang="ru-RU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Tx/>
              <a:buNone/>
              <a:defRPr kumimoji="0" lang="ru-RU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Tx/>
              <a:buNone/>
              <a:defRPr kumimoji="0" lang="ru-RU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har char="•"/>
              <a:defRPr kumimoji="0" lang="ru-RU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har char="•"/>
              <a:defRPr kumimoji="0" lang="ru-RU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har char="•"/>
              <a:defRPr kumimoji="0" lang="ru-RU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har char="•"/>
              <a:defRPr kumimoji="0" lang="ru-RU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5400" dirty="0" smtClean="0">
                <a:solidFill>
                  <a:srgbClr val="C00000"/>
                </a:solidFill>
              </a:rPr>
              <a:t>              </a:t>
            </a:r>
            <a:r>
              <a:rPr lang="en-US" sz="5400" dirty="0" smtClean="0">
                <a:solidFill>
                  <a:srgbClr val="FF0000"/>
                </a:solidFill>
              </a:rPr>
              <a:t>RC 6 </a:t>
            </a:r>
          </a:p>
          <a:p>
            <a:r>
              <a:rPr lang="en-US" sz="4000" dirty="0" smtClean="0">
                <a:solidFill>
                  <a:srgbClr val="C00000"/>
                </a:solidFill>
              </a:rPr>
              <a:t>        </a:t>
            </a:r>
            <a:r>
              <a:rPr lang="en-US" sz="4000" dirty="0" err="1" smtClean="0">
                <a:solidFill>
                  <a:srgbClr val="C00000"/>
                </a:solidFill>
              </a:rPr>
              <a:t>Shifrlash</a:t>
            </a:r>
            <a:r>
              <a:rPr lang="en-US" sz="4000" dirty="0" smtClean="0">
                <a:solidFill>
                  <a:srgbClr val="C00000"/>
                </a:solidFill>
              </a:rPr>
              <a:t> </a:t>
            </a:r>
            <a:r>
              <a:rPr lang="en-US" sz="4000" dirty="0" err="1" smtClean="0">
                <a:solidFill>
                  <a:srgbClr val="C00000"/>
                </a:solidFill>
              </a:rPr>
              <a:t>algoritimi</a:t>
            </a:r>
            <a:endParaRPr lang="ru-RU" sz="4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331640" y="260648"/>
            <a:ext cx="62812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err="1" smtClean="0">
                <a:ln/>
                <a:solidFill>
                  <a:srgbClr val="FF0000"/>
                </a:solidFill>
                <a:effectLst/>
              </a:rPr>
              <a:t>Algoritim</a:t>
            </a:r>
            <a:r>
              <a:rPr lang="en-US" sz="5400" b="1" cap="none" spc="0" dirty="0" smtClean="0">
                <a:ln/>
                <a:solidFill>
                  <a:srgbClr val="FF0000"/>
                </a:solidFill>
                <a:effectLst/>
              </a:rPr>
              <a:t> </a:t>
            </a:r>
            <a:r>
              <a:rPr lang="en-US" sz="5400" b="1" cap="none" spc="0" dirty="0" err="1" smtClean="0">
                <a:ln/>
                <a:solidFill>
                  <a:srgbClr val="FF0000"/>
                </a:solidFill>
                <a:effectLst/>
              </a:rPr>
              <a:t>tavfsilotlari</a:t>
            </a:r>
            <a:endParaRPr lang="ru-RU" sz="5400" b="1" cap="none" spc="0" dirty="0">
              <a:ln/>
              <a:solidFill>
                <a:srgbClr val="FF0000"/>
              </a:solidFill>
              <a:effectLst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107504" y="1484784"/>
            <a:ext cx="9036496" cy="489364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2400" b="1" dirty="0" err="1" smtClean="0">
                <a:ln/>
                <a:solidFill>
                  <a:srgbClr val="FF0000"/>
                </a:solidFill>
              </a:rPr>
              <a:t>Ishlab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chiqarilgan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-&gt;  1998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yilda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Ron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Rvest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, Matt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Robshaw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,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Yiqun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Yin</a:t>
            </a:r>
          </a:p>
          <a:p>
            <a:pPr algn="ctr"/>
            <a:endParaRPr lang="en-US" sz="2400" b="1" dirty="0" smtClean="0">
              <a:ln/>
              <a:solidFill>
                <a:srgbClr val="FF0000"/>
              </a:solidFill>
            </a:endParaRPr>
          </a:p>
          <a:p>
            <a:r>
              <a:rPr lang="en-US" sz="2400" b="1" dirty="0">
                <a:ln/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Turi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     -&gt;                         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Simmetrik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blokli</a:t>
            </a:r>
            <a:endParaRPr lang="en-US" sz="2400" b="1" dirty="0" smtClean="0">
              <a:ln/>
              <a:solidFill>
                <a:srgbClr val="FF0000"/>
              </a:solidFill>
            </a:endParaRPr>
          </a:p>
          <a:p>
            <a:endParaRPr lang="en-US" sz="2400" b="1" dirty="0" smtClean="0">
              <a:ln/>
              <a:solidFill>
                <a:srgbClr val="FF0000"/>
              </a:solidFill>
            </a:endParaRPr>
          </a:p>
          <a:p>
            <a:r>
              <a:rPr lang="en-US" sz="2400" b="1" dirty="0" smtClean="0">
                <a:ln/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Tarmog’I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      -&gt;               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Festel</a:t>
            </a:r>
            <a:endParaRPr lang="en-US" sz="2400" b="1" dirty="0" smtClean="0">
              <a:ln/>
              <a:solidFill>
                <a:srgbClr val="FF0000"/>
              </a:solidFill>
            </a:endParaRPr>
          </a:p>
          <a:p>
            <a:endParaRPr lang="en-US" sz="2400" b="1" dirty="0" smtClean="0">
              <a:ln/>
              <a:solidFill>
                <a:srgbClr val="FF0000"/>
              </a:solidFill>
            </a:endParaRPr>
          </a:p>
          <a:p>
            <a:r>
              <a:rPr lang="en-US" sz="2400" b="1" dirty="0" smtClean="0">
                <a:ln/>
                <a:solidFill>
                  <a:srgbClr val="FF0000"/>
                </a:solidFill>
              </a:rPr>
              <a:t>Blok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uzunligi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     -&gt;          128 bit</a:t>
            </a:r>
          </a:p>
          <a:p>
            <a:endParaRPr lang="en-US" sz="2400" b="1" dirty="0" smtClean="0">
              <a:ln/>
              <a:solidFill>
                <a:srgbClr val="FF0000"/>
              </a:solidFill>
            </a:endParaRPr>
          </a:p>
          <a:p>
            <a:r>
              <a:rPr lang="en-US" sz="2400" b="1" dirty="0" smtClean="0">
                <a:ln/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Kalit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   -&gt;                         128, 192, 256  (2040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gacha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qo’llab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quvvatlaydi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)</a:t>
            </a:r>
          </a:p>
          <a:p>
            <a:endParaRPr lang="en-US" sz="2400" b="1" dirty="0" smtClean="0">
              <a:ln/>
              <a:solidFill>
                <a:srgbClr val="FF0000"/>
              </a:solidFill>
            </a:endParaRPr>
          </a:p>
          <a:p>
            <a:r>
              <a:rPr lang="en-US" sz="2400" b="1" dirty="0" smtClean="0">
                <a:ln/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Rouundlar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 </a:t>
            </a:r>
            <a:r>
              <a:rPr lang="en-US" sz="2400" b="1" dirty="0" err="1" smtClean="0">
                <a:ln/>
                <a:solidFill>
                  <a:srgbClr val="FF0000"/>
                </a:solidFill>
              </a:rPr>
              <a:t>soni</a:t>
            </a:r>
            <a:r>
              <a:rPr lang="en-US" sz="2400" b="1" dirty="0" smtClean="0">
                <a:ln/>
                <a:solidFill>
                  <a:srgbClr val="FF0000"/>
                </a:solidFill>
              </a:rPr>
              <a:t>    -&gt;       20 ta</a:t>
            </a:r>
          </a:p>
          <a:p>
            <a:pPr algn="ctr"/>
            <a:endParaRPr lang="en-US" sz="2400" b="1" dirty="0" smtClean="0">
              <a:ln/>
              <a:solidFill>
                <a:srgbClr val="FF0000"/>
              </a:solidFill>
            </a:endParaRPr>
          </a:p>
          <a:p>
            <a:pPr algn="ctr"/>
            <a:endParaRPr lang="ru-RU" sz="2400" b="1" cap="none" spc="0" dirty="0">
              <a:ln/>
              <a:solidFill>
                <a:srgbClr val="FF0000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18"/>
            <p:extLst>
              <p:ext uri="{D42A27DB-BD31-4B8C-83A1-F6EECF244321}">
                <p14:modId xmlns:p14="http://schemas.microsoft.com/office/powerpoint/2010/main" val="4052178295"/>
              </p:ext>
            </p:extLst>
          </p:nvPr>
        </p:nvGraphicFramePr>
        <p:xfrm>
          <a:off x="301625" y="2570163"/>
          <a:ext cx="3962400" cy="172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Схема 16"/>
          <p:cNvGraphicFramePr/>
          <p:nvPr>
            <p:extLst>
              <p:ext uri="{D42A27DB-BD31-4B8C-83A1-F6EECF244321}">
                <p14:modId xmlns:p14="http://schemas.microsoft.com/office/powerpoint/2010/main" val="4031289789"/>
              </p:ext>
            </p:extLst>
          </p:nvPr>
        </p:nvGraphicFramePr>
        <p:xfrm>
          <a:off x="899592" y="1052736"/>
          <a:ext cx="7056784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7">
                                            <p:graphicEl>
                                              <a:dgm id="{E13241D5-797E-4ABE-BAFF-E1B6340A87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7">
                                            <p:graphicEl>
                                              <a:dgm id="{E13241D5-797E-4ABE-BAFF-E1B6340A87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graphicEl>
                                              <a:dgm id="{E13241D5-797E-4ABE-BAFF-E1B6340A87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7">
                                            <p:graphicEl>
                                              <a:dgm id="{E13241D5-797E-4ABE-BAFF-E1B6340A87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500" fill="hold"/>
                                        <p:tgtEl>
                                          <p:spTgt spid="17">
                                            <p:graphicEl>
                                              <a:dgm id="{0FB3ADA2-9FBB-4485-A62F-EACE65C33D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7">
                                            <p:graphicEl>
                                              <a:dgm id="{0FB3ADA2-9FBB-4485-A62F-EACE65C33D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17">
                                            <p:graphicEl>
                                              <a:dgm id="{0FB3ADA2-9FBB-4485-A62F-EACE65C33D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7">
                                            <p:graphicEl>
                                              <a:dgm id="{0FB3ADA2-9FBB-4485-A62F-EACE65C33D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17">
                                            <p:graphicEl>
                                              <a:dgm id="{FFE3302E-62EE-4B29-9CF0-E1BD994F93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17">
                                            <p:graphicEl>
                                              <a:dgm id="{FFE3302E-62EE-4B29-9CF0-E1BD994F93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17">
                                            <p:graphicEl>
                                              <a:dgm id="{FFE3302E-62EE-4B29-9CF0-E1BD994F93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7">
                                            <p:graphicEl>
                                              <a:dgm id="{FFE3302E-62EE-4B29-9CF0-E1BD994F93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4" dur="500" fill="hold"/>
                                        <p:tgtEl>
                                          <p:spTgt spid="17">
                                            <p:graphicEl>
                                              <a:dgm id="{72657BF7-B92D-44BB-83D2-79DE7165C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17">
                                            <p:graphicEl>
                                              <a:dgm id="{72657BF7-B92D-44BB-83D2-79DE7165C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17">
                                            <p:graphicEl>
                                              <a:dgm id="{72657BF7-B92D-44BB-83D2-79DE7165C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7">
                                            <p:graphicEl>
                                              <a:dgm id="{72657BF7-B92D-44BB-83D2-79DE7165C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" dur="500" fill="hold"/>
                                        <p:tgtEl>
                                          <p:spTgt spid="17">
                                            <p:graphicEl>
                                              <a:dgm id="{4545BB28-3397-4124-98E1-FAA1F52348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17">
                                            <p:graphicEl>
                                              <a:dgm id="{4545BB28-3397-4124-98E1-FAA1F52348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17">
                                            <p:graphicEl>
                                              <a:dgm id="{4545BB28-3397-4124-98E1-FAA1F52348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7">
                                            <p:graphicEl>
                                              <a:dgm id="{4545BB28-3397-4124-98E1-FAA1F52348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17">
                                            <p:graphicEl>
                                              <a:dgm id="{A3E555C1-BF2E-4F69-AE74-EFC17C500C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17">
                                            <p:graphicEl>
                                              <a:dgm id="{A3E555C1-BF2E-4F69-AE74-EFC17C500C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17">
                                            <p:graphicEl>
                                              <a:dgm id="{A3E555C1-BF2E-4F69-AE74-EFC17C500C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7">
                                            <p:graphicEl>
                                              <a:dgm id="{A3E555C1-BF2E-4F69-AE74-EFC17C500C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2" dur="500" fill="hold"/>
                                        <p:tgtEl>
                                          <p:spTgt spid="17">
                                            <p:graphicEl>
                                              <a:dgm id="{BDB1E112-5E71-4B6B-A54B-A929813EE8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17">
                                            <p:graphicEl>
                                              <a:dgm id="{BDB1E112-5E71-4B6B-A54B-A929813EE8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17">
                                            <p:graphicEl>
                                              <a:dgm id="{BDB1E112-5E71-4B6B-A54B-A929813EE8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7">
                                            <p:graphicEl>
                                              <a:dgm id="{BDB1E112-5E71-4B6B-A54B-A929813EE8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8" dur="500" fill="hold"/>
                                        <p:tgtEl>
                                          <p:spTgt spid="17">
                                            <p:graphicEl>
                                              <a:dgm id="{F658145A-D171-4E93-BEC5-6B4150A28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17">
                                            <p:graphicEl>
                                              <a:dgm id="{F658145A-D171-4E93-BEC5-6B4150A28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17">
                                            <p:graphicEl>
                                              <a:dgm id="{F658145A-D171-4E93-BEC5-6B4150A28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7">
                                            <p:graphicEl>
                                              <a:dgm id="{F658145A-D171-4E93-BEC5-6B4150A28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4" dur="500" fill="hold"/>
                                        <p:tgtEl>
                                          <p:spTgt spid="17">
                                            <p:graphicEl>
                                              <a:dgm id="{AB4E8636-C710-42FF-8FB4-F3E10A8DBC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5" dur="500" fill="hold"/>
                                        <p:tgtEl>
                                          <p:spTgt spid="17">
                                            <p:graphicEl>
                                              <a:dgm id="{AB4E8636-C710-42FF-8FB4-F3E10A8DBC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6" dur="500" fill="hold"/>
                                        <p:tgtEl>
                                          <p:spTgt spid="17">
                                            <p:graphicEl>
                                              <a:dgm id="{AB4E8636-C710-42FF-8FB4-F3E10A8DBC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7">
                                            <p:graphicEl>
                                              <a:dgm id="{AB4E8636-C710-42FF-8FB4-F3E10A8DBC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0" dur="500" fill="hold"/>
                                        <p:tgtEl>
                                          <p:spTgt spid="17">
                                            <p:graphicEl>
                                              <a:dgm id="{0134D242-D624-4383-8115-6B87112259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1" dur="500" fill="hold"/>
                                        <p:tgtEl>
                                          <p:spTgt spid="17">
                                            <p:graphicEl>
                                              <a:dgm id="{0134D242-D624-4383-8115-6B87112259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2" dur="500" fill="hold"/>
                                        <p:tgtEl>
                                          <p:spTgt spid="17">
                                            <p:graphicEl>
                                              <a:dgm id="{0134D242-D624-4383-8115-6B87112259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7">
                                            <p:graphicEl>
                                              <a:dgm id="{0134D242-D624-4383-8115-6B87112259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 uiExpand="1">
        <p:bldSub>
          <a:bldDgm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539552" y="620688"/>
            <a:ext cx="835292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   RC6-w/r/b </a:t>
            </a:r>
            <a:r>
              <a:rPr lang="en-US" sz="3200" dirty="0" err="1"/>
              <a:t>ning</a:t>
            </a:r>
            <a:r>
              <a:rPr lang="en-US" sz="3200" dirty="0"/>
              <a:t> </a:t>
            </a:r>
            <a:r>
              <a:rPr lang="en-US" sz="3200" dirty="0" err="1"/>
              <a:t>asosiy</a:t>
            </a:r>
            <a:r>
              <a:rPr lang="en-US" sz="3200" dirty="0"/>
              <a:t> </a:t>
            </a:r>
            <a:r>
              <a:rPr lang="en-US" sz="3200" dirty="0" err="1"/>
              <a:t>jadvali</a:t>
            </a:r>
            <a:r>
              <a:rPr lang="en-US" sz="3200" dirty="0"/>
              <a:t> RC5-w/r/b </a:t>
            </a:r>
            <a:r>
              <a:rPr lang="en-US" sz="3200" dirty="0" err="1"/>
              <a:t>ning</a:t>
            </a:r>
            <a:r>
              <a:rPr lang="en-US" sz="3200" dirty="0"/>
              <a:t> </a:t>
            </a:r>
            <a:r>
              <a:rPr lang="en-US" sz="3200" dirty="0" err="1"/>
              <a:t>asosiy</a:t>
            </a:r>
            <a:r>
              <a:rPr lang="en-US" sz="3200" dirty="0"/>
              <a:t> </a:t>
            </a:r>
            <a:r>
              <a:rPr lang="en-US" sz="3200" dirty="0" err="1"/>
              <a:t>jadvaliga</a:t>
            </a:r>
            <a:r>
              <a:rPr lang="en-US" sz="3200" dirty="0"/>
              <a:t> </a:t>
            </a:r>
            <a:r>
              <a:rPr lang="en-US" sz="3200" dirty="0" err="1"/>
              <a:t>o'xshaydi</a:t>
            </a:r>
            <a:r>
              <a:rPr lang="en-US" sz="3200" dirty="0"/>
              <a:t>. </a:t>
            </a:r>
            <a:endParaRPr lang="en-US" sz="3200" dirty="0" smtClean="0"/>
          </a:p>
          <a:p>
            <a:r>
              <a:rPr lang="en-US" sz="3200" dirty="0"/>
              <a:t> </a:t>
            </a:r>
            <a:r>
              <a:rPr lang="en-US" sz="3200" dirty="0" smtClean="0"/>
              <a:t>   </a:t>
            </a:r>
            <a:r>
              <a:rPr lang="en-US" sz="3200" dirty="0" err="1" smtClean="0"/>
              <a:t>Foydalanuvchi</a:t>
            </a:r>
            <a:r>
              <a:rPr lang="en-US" sz="3200" dirty="0" smtClean="0"/>
              <a:t> </a:t>
            </a:r>
            <a:r>
              <a:rPr lang="en-US" sz="3200" dirty="0"/>
              <a:t>b </a:t>
            </a:r>
            <a:r>
              <a:rPr lang="en-US" sz="3200" dirty="0" err="1"/>
              <a:t>baytdan</a:t>
            </a:r>
            <a:r>
              <a:rPr lang="en-US" sz="3200" dirty="0"/>
              <a:t> </a:t>
            </a:r>
            <a:r>
              <a:rPr lang="en-US" sz="3200" dirty="0" err="1"/>
              <a:t>iborat</a:t>
            </a:r>
            <a:r>
              <a:rPr lang="en-US" sz="3200" dirty="0"/>
              <a:t> </a:t>
            </a:r>
            <a:r>
              <a:rPr lang="en-US" sz="3200" dirty="0" err="1"/>
              <a:t>kalitni</a:t>
            </a:r>
            <a:r>
              <a:rPr lang="en-US" sz="3200" dirty="0"/>
              <a:t> </a:t>
            </a:r>
            <a:r>
              <a:rPr lang="en-US" sz="3200" dirty="0" err="1"/>
              <a:t>beradi</a:t>
            </a:r>
            <a:r>
              <a:rPr lang="en-US" sz="3200" dirty="0"/>
              <a:t>. </a:t>
            </a:r>
            <a:r>
              <a:rPr lang="en-US" sz="3200" dirty="0" err="1" smtClean="0"/>
              <a:t>Ushbu</a:t>
            </a:r>
            <a:r>
              <a:rPr lang="en-US" sz="3200" dirty="0" smtClean="0"/>
              <a:t> </a:t>
            </a:r>
            <a:r>
              <a:rPr lang="en-US" sz="3200" dirty="0" err="1"/>
              <a:t>kalitdan</a:t>
            </a:r>
            <a:r>
              <a:rPr lang="en-US" sz="3200" dirty="0"/>
              <a:t> </a:t>
            </a:r>
            <a:r>
              <a:rPr lang="en-US" sz="3200" dirty="0" smtClean="0"/>
              <a:t>(2r </a:t>
            </a:r>
            <a:r>
              <a:rPr lang="en-US" sz="3200" dirty="0"/>
              <a:t>+ </a:t>
            </a:r>
            <a:r>
              <a:rPr lang="en-US" sz="3200" dirty="0" smtClean="0"/>
              <a:t>4) </a:t>
            </a:r>
            <a:r>
              <a:rPr lang="en-US" sz="3200" dirty="0"/>
              <a:t>ta </a:t>
            </a:r>
            <a:r>
              <a:rPr lang="en-US" sz="3200" dirty="0" err="1"/>
              <a:t>so'z</a:t>
            </a:r>
            <a:r>
              <a:rPr lang="en-US" sz="3200" dirty="0"/>
              <a:t> (</a:t>
            </a:r>
            <a:r>
              <a:rPr lang="en-US" sz="3200" dirty="0" err="1"/>
              <a:t>har</a:t>
            </a:r>
            <a:r>
              <a:rPr lang="en-US" sz="3200" dirty="0"/>
              <a:t> </a:t>
            </a:r>
            <a:r>
              <a:rPr lang="en-US" sz="3200" dirty="0" err="1"/>
              <a:t>biri</a:t>
            </a:r>
            <a:r>
              <a:rPr lang="en-US" sz="3200" dirty="0"/>
              <a:t> w bit) </a:t>
            </a:r>
            <a:r>
              <a:rPr lang="en-US" sz="3200" dirty="0" err="1"/>
              <a:t>hosil</a:t>
            </a:r>
            <a:r>
              <a:rPr lang="en-US" sz="3200" dirty="0"/>
              <a:t> </a:t>
            </a:r>
            <a:r>
              <a:rPr lang="en-US" sz="3200" dirty="0" err="1"/>
              <a:t>bo'ladi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S [0, 2r + 3] </a:t>
            </a:r>
            <a:r>
              <a:rPr lang="en-US" sz="3200" dirty="0" err="1"/>
              <a:t>massivida</a:t>
            </a:r>
            <a:r>
              <a:rPr lang="en-US" sz="3200" dirty="0"/>
              <a:t> </a:t>
            </a:r>
            <a:r>
              <a:rPr lang="en-US" sz="3200" dirty="0" err="1"/>
              <a:t>saqlanadi</a:t>
            </a:r>
            <a:r>
              <a:rPr lang="en-US" sz="3200" dirty="0"/>
              <a:t>. </a:t>
            </a:r>
            <a:r>
              <a:rPr lang="en-US" sz="3200" dirty="0" smtClean="0"/>
              <a:t>        </a:t>
            </a:r>
          </a:p>
          <a:p>
            <a:r>
              <a:rPr lang="en-US" sz="3200" dirty="0"/>
              <a:t> </a:t>
            </a:r>
            <a:r>
              <a:rPr lang="en-US" sz="3200" dirty="0" smtClean="0"/>
              <a:t>   </a:t>
            </a:r>
            <a:r>
              <a:rPr lang="en-US" sz="3200" dirty="0" err="1" smtClean="0"/>
              <a:t>Ushbu</a:t>
            </a:r>
            <a:r>
              <a:rPr lang="en-US" sz="3200" dirty="0" smtClean="0"/>
              <a:t> </a:t>
            </a:r>
            <a:r>
              <a:rPr lang="en-US" sz="3200" dirty="0" err="1"/>
              <a:t>massiv</a:t>
            </a:r>
            <a:r>
              <a:rPr lang="en-US" sz="3200" dirty="0"/>
              <a:t> </a:t>
            </a:r>
            <a:r>
              <a:rPr lang="en-US" sz="3200" dirty="0" err="1"/>
              <a:t>shifrlashda</a:t>
            </a:r>
            <a:r>
              <a:rPr lang="en-US" sz="3200" dirty="0"/>
              <a:t> ham, </a:t>
            </a:r>
            <a:r>
              <a:rPr lang="en-US" sz="3200" dirty="0" err="1"/>
              <a:t>shifrni</a:t>
            </a:r>
            <a:r>
              <a:rPr lang="en-US" sz="3200" dirty="0"/>
              <a:t> </a:t>
            </a:r>
            <a:r>
              <a:rPr lang="en-US" sz="3200" dirty="0" err="1" smtClean="0"/>
              <a:t>ochishda</a:t>
            </a:r>
            <a:r>
              <a:rPr lang="en-US" sz="3200" dirty="0" smtClean="0"/>
              <a:t>   ham </a:t>
            </a:r>
            <a:r>
              <a:rPr lang="en-US" sz="3200" dirty="0" err="1" smtClean="0"/>
              <a:t>qo'llaniladi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en-US" sz="3200" dirty="0" err="1"/>
              <a:t>Kalit</a:t>
            </a:r>
            <a:r>
              <a:rPr lang="en-US" sz="3200" dirty="0"/>
              <a:t> </a:t>
            </a:r>
            <a:r>
              <a:rPr lang="en-US" sz="3200" dirty="0" err="1" smtClean="0"/>
              <a:t>jadvali</a:t>
            </a:r>
            <a:r>
              <a:rPr lang="en-US" sz="3200" dirty="0" smtClean="0"/>
              <a:t> P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dirty="0" smtClean="0"/>
              <a:t>Q </a:t>
            </a:r>
            <a:r>
              <a:rPr lang="en-US" sz="3200" dirty="0" err="1" smtClean="0"/>
              <a:t>konstantasidan</a:t>
            </a:r>
            <a:r>
              <a:rPr lang="en-US" sz="3200" dirty="0" smtClean="0"/>
              <a:t> </a:t>
            </a:r>
            <a:r>
              <a:rPr lang="en-US" sz="3200" dirty="0" err="1" smtClean="0"/>
              <a:t>foydalanadi</a:t>
            </a:r>
            <a:endParaRPr lang="en-US" sz="3200" dirty="0" smtClean="0"/>
          </a:p>
          <a:p>
            <a:endParaRPr lang="en-US" sz="3200" dirty="0" smtClean="0"/>
          </a:p>
          <a:p>
            <a:endParaRPr lang="en-US" sz="3200" dirty="0"/>
          </a:p>
          <a:p>
            <a:endParaRPr lang="ru-RU" sz="32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941168"/>
            <a:ext cx="2736304" cy="1188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00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19672" y="260648"/>
            <a:ext cx="5616624" cy="9144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Blok </a:t>
            </a:r>
            <a:r>
              <a:rPr lang="en-US" sz="36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sxemasi</a:t>
            </a:r>
            <a:endParaRPr lang="ru-RU" sz="3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7992888" cy="505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7524328" y="151993"/>
            <a:ext cx="136815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hlinkClick r:id="rId5" action="ppaction://hlinksldjump"/>
              </a:rPr>
              <a:t>Deshifrlash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5045" y="151993"/>
            <a:ext cx="1296144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hlinkClick r:id="rId6" action="ppaction://hlinksldjump"/>
              </a:rPr>
              <a:t>Shifrlash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44624"/>
                <a:ext cx="8496944" cy="6696744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sz="2400" b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Shifrlash</a:t>
                </a:r>
                <a:r>
                  <a:rPr lang="en-US" sz="24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jarayoni</a:t>
                </a:r>
                <a:endParaRPr lang="ru-RU" sz="24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Yuqorida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aytilganidek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 128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bitli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blo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4 ta 32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bitli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qismga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ajratiladi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(A, B, C, D).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Ushbu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dastlabki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ma`lumot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20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raundli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o`zgartitishlardan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o`tishidan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avval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quyidagi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amal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bajariladi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:</a:t>
                </a:r>
                <a:endParaRPr lang="en-US" sz="2000" b="1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			B 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= B + K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mod </a:t>
                </a:r>
                <a:r>
                  <a:rPr lang="en-US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baseline="30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;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/>
                </a:r>
                <a:b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			D 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= D + K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mod </a:t>
                </a:r>
                <a:r>
                  <a:rPr lang="en-US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baseline="30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32;</a:t>
                </a:r>
                <a:endParaRPr lang="ru-RU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Algoritmning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har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bir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raundida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quyidagi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amallar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bajariladi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:</a:t>
                </a:r>
                <a:endParaRPr lang="ru-RU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= f(B) &lt;&lt;&lt; 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log</a:t>
                </a:r>
                <a:r>
                  <a:rPr lang="en-US" sz="2000" b="1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32;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/>
                </a:r>
                <a:b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= f(D) &lt;&lt;&lt; 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log</a:t>
                </a:r>
                <a:r>
                  <a:rPr lang="en-US" sz="2000" b="1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32;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/>
                </a:r>
                <a:b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 = ((A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chemeClr val="tx1"/>
                        </a:solidFill>
                        <a:latin typeface="Cambria Math"/>
                        <a:cs typeface="Times New Roman" pitchFamily="18" charset="0"/>
                      </a:rPr>
                      <m:t>⊕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t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 &lt;&lt;&lt; t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 + </a:t>
                </a:r>
                <a:r>
                  <a:rPr lang="en-US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2000" b="1" baseline="-25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2R</a:t>
                </a:r>
                <a:r>
                  <a:rPr lang="en-US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mod 2</a:t>
                </a:r>
                <a:r>
                  <a:rPr lang="en-US" sz="2000" b="1" baseline="30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b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C = ((C </a:t>
                </a:r>
                <a:r>
                  <a:rPr lang="ru-RU" sz="2000" dirty="0" smtClean="0">
                    <a:solidFill>
                      <a:schemeClr val="tx1"/>
                    </a:solidFill>
                    <a:latin typeface="Cambria Math"/>
                    <a:ea typeface="Cambria Math"/>
                    <a:cs typeface="Times New Roman" pitchFamily="18" charset="0"/>
                  </a:rPr>
                  <a:t>⊕</a:t>
                </a:r>
                <a:r>
                  <a:rPr lang="en-US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 &lt;&lt;&lt; t</a:t>
                </a:r>
                <a:r>
                  <a:rPr lang="en-US" sz="2000" b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 + </a:t>
                </a:r>
                <a:r>
                  <a:rPr lang="en-US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2000" b="1" baseline="-25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2R+1</a:t>
                </a:r>
                <a:r>
                  <a:rPr lang="en-US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mod 2</a:t>
                </a:r>
                <a:r>
                  <a:rPr lang="en-US" sz="2000" b="1" baseline="30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endParaRPr lang="ru-RU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	Bu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yerda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2000" b="1" dirty="0"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ru-RU" sz="2000" b="1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ru-RU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va</a:t>
                </a:r>
                <a:r>
                  <a:rPr lang="ru-RU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2000" b="1" dirty="0" smtClean="0"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ru-RU" sz="2000" b="1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baseline="-25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surish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qiymatini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belgilab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beruvchi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vaqtinchalik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o`zgaruvchi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hisoblanib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surish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qiymati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sifatida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yuqoridagi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o`zgaruvchilarning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kichik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5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biti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olinadi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ru-RU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()</a:t>
                </a:r>
                <a:r>
                  <a:rPr lang="ru-RU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funksiyasida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amal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bajariladi</a:t>
                </a:r>
                <a:r>
                  <a:rPr lang="ru-RU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: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2000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f(x</a:t>
                </a:r>
                <a:r>
                  <a:rPr lang="ru-RU" sz="20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 = x * (2x + 1) mod2</a:t>
                </a:r>
                <a:r>
                  <a:rPr lang="ru-RU" sz="2000" b="1" baseline="30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32</a:t>
                </a:r>
                <a:endParaRPr lang="ru-RU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Har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bir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raund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yakunida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blok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qismlarining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surilishi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ro`y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beradi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		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(A, B, C, D) = (B, C, D, A)</a:t>
                </a:r>
              </a:p>
              <a:p>
                <a:pPr marL="0" indent="0">
                  <a:buNone/>
                </a:pP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	20 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ta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raund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yakunlanganidan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so`ng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quyidagi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amal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bajariladi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: 			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A = A + K</a:t>
                </a:r>
                <a:r>
                  <a:rPr lang="en-US" sz="2000" b="1" baseline="-25000" dirty="0">
                    <a:latin typeface="Times New Roman" pitchFamily="18" charset="0"/>
                    <a:cs typeface="Times New Roman" pitchFamily="18" charset="0"/>
                  </a:rPr>
                  <a:t>42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mod 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baseline="30000" dirty="0" smtClean="0"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;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/>
                </a:r>
                <a:b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			C = C + K</a:t>
                </a:r>
                <a:r>
                  <a:rPr lang="en-US" sz="2000" b="1" baseline="-25000" dirty="0">
                    <a:latin typeface="Times New Roman" pitchFamily="18" charset="0"/>
                    <a:cs typeface="Times New Roman" pitchFamily="18" charset="0"/>
                  </a:rPr>
                  <a:t>43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mod 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b="1" baseline="30000" dirty="0" smtClean="0"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;                                   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  <a:hlinkClick r:id="rId3" action="ppaction://hlinksldjump"/>
                  </a:rPr>
                  <a:t>ORTGA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endParaRPr lang="ru-RU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sz="2000" b="1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44624"/>
                <a:ext cx="8496944" cy="6696744"/>
              </a:xfrm>
              <a:blipFill rotWithShape="0">
                <a:blip r:embed="rId4"/>
                <a:stretch>
                  <a:fillRect l="-717" t="-1274" r="-7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7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000"/>
                            </p:stCondLst>
                            <p:childTnLst>
                              <p:par>
                                <p:cTn id="6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88640"/>
                <a:ext cx="8496944" cy="6408712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b="1" dirty="0" err="1" smtClean="0">
                    <a:latin typeface="Times New Roman" pitchFamily="18" charset="0"/>
                    <a:cs typeface="Times New Roman" pitchFamily="18" charset="0"/>
                  </a:rPr>
                  <a:t>Shifrmatnni</a:t>
                </a:r>
                <a:r>
                  <a:rPr lang="en-US" sz="24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 err="1" smtClean="0">
                    <a:latin typeface="Times New Roman" pitchFamily="18" charset="0"/>
                    <a:cs typeface="Times New Roman" pitchFamily="18" charset="0"/>
                  </a:rPr>
                  <a:t>ochish</a:t>
                </a:r>
                <a:r>
                  <a:rPr lang="en-US" sz="24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 err="1" smtClean="0">
                    <a:latin typeface="Times New Roman" pitchFamily="18" charset="0"/>
                    <a:cs typeface="Times New Roman" pitchFamily="18" charset="0"/>
                  </a:rPr>
                  <a:t>jarayoni</a:t>
                </a:r>
                <a:endParaRPr lang="ru-RU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	</a:t>
                </a:r>
              </a:p>
              <a:p>
                <a:pPr marL="0" indent="0" algn="just">
                  <a:buNone/>
                </a:pP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Shifrmatnni</a:t>
                </a:r>
                <a:r>
                  <a:rPr lang="ru-RU" sz="1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ochish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jarayoni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teskari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tartibda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amalga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oshiriladi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. mod </a:t>
                </a:r>
                <a:r>
                  <a:rPr lang="ru-RU" sz="18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ru-RU" sz="1800" baseline="30000" dirty="0" smtClean="0"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bo`yicha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qo`shish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o`rniga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ayirish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amali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qo`llaniladi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shuningdek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, 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surish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amali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teskari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tomonga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bajariladi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ru-RU" sz="1800" b="1" dirty="0" smtClean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ru-RU" sz="1800" b="1" dirty="0">
                    <a:latin typeface="Times New Roman" pitchFamily="18" charset="0"/>
                    <a:cs typeface="Times New Roman" pitchFamily="18" charset="0"/>
                  </a:rPr>
                  <a:t>()</a:t>
                </a:r>
                <a:r>
                  <a:rPr lang="ru-RU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funksiyasi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o`zgarishlarga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err="1" smtClean="0">
                    <a:latin typeface="Times New Roman" pitchFamily="18" charset="0"/>
                    <a:cs typeface="Times New Roman" pitchFamily="18" charset="0"/>
                  </a:rPr>
                  <a:t>uchramaydi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sz="18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			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C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C - K</a:t>
                </a:r>
                <a:r>
                  <a:rPr lang="en-US" sz="1800" b="1" baseline="-25000" dirty="0" smtClean="0">
                    <a:latin typeface="Times New Roman" pitchFamily="18" charset="0"/>
                    <a:cs typeface="Times New Roman" pitchFamily="18" charset="0"/>
                  </a:rPr>
                  <a:t>43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mod 2</a:t>
                </a:r>
                <a:r>
                  <a:rPr lang="en-US" sz="1800" b="1" baseline="30000" dirty="0"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;</a:t>
                </a:r>
                <a:b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			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A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A - K</a:t>
                </a:r>
                <a:r>
                  <a:rPr lang="en-US" sz="1800" b="1" baseline="-25000" dirty="0" smtClean="0">
                    <a:latin typeface="Times New Roman" pitchFamily="18" charset="0"/>
                    <a:cs typeface="Times New Roman" pitchFamily="18" charset="0"/>
                  </a:rPr>
                  <a:t>42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mod 2</a:t>
                </a:r>
                <a:r>
                  <a:rPr lang="en-US" sz="1800" b="1" baseline="30000" dirty="0">
                    <a:latin typeface="Times New Roman" pitchFamily="18" charset="0"/>
                    <a:cs typeface="Times New Roman" pitchFamily="18" charset="0"/>
                  </a:rPr>
                  <a:t>32;</a:t>
                </a:r>
                <a:endParaRPr lang="ru-RU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sz="18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			(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A, B, C, D) = 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(D, A, B, C)</a:t>
                </a:r>
              </a:p>
              <a:p>
                <a:pPr marL="0" indent="0">
                  <a:buNone/>
                </a:pP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			t</a:t>
                </a:r>
                <a:r>
                  <a:rPr lang="en-US" sz="1800" b="1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f(D)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&lt;&lt;&lt; lg</a:t>
                </a:r>
                <a:r>
                  <a:rPr lang="en-US" sz="18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32;</a:t>
                </a:r>
                <a:b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			t</a:t>
                </a:r>
                <a:r>
                  <a:rPr lang="en-US" sz="1800" b="1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f(B)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&lt;&lt;&lt; lg</a:t>
                </a:r>
                <a:r>
                  <a:rPr lang="en-US" sz="18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32;</a:t>
                </a:r>
                <a:b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			C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((C - K</a:t>
                </a:r>
                <a:r>
                  <a:rPr lang="en-US" sz="1800" b="1" baseline="-25000" dirty="0" smtClean="0">
                    <a:latin typeface="Times New Roman" pitchFamily="18" charset="0"/>
                    <a:cs typeface="Times New Roman" pitchFamily="18" charset="0"/>
                  </a:rPr>
                  <a:t>41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mod 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1800" b="1" baseline="30000" dirty="0" smtClean="0"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)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&lt;&lt;&lt; t</a:t>
                </a:r>
                <a:r>
                  <a:rPr lang="en-US" sz="18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ru-RU" sz="1800" b="1" i="1" dirty="0">
                        <a:latin typeface="Cambria Math"/>
                        <a:cs typeface="Times New Roman" pitchFamily="18" charset="0"/>
                      </a:rPr>
                      <m:t>⊕</m:t>
                    </m:r>
                  </m:oMath>
                </a14:m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US" sz="1800" b="1" baseline="-25000" dirty="0" smtClean="0">
                    <a:latin typeface="Times New Roman" pitchFamily="18" charset="0"/>
                    <a:cs typeface="Times New Roman" pitchFamily="18" charset="0"/>
                  </a:rPr>
                  <a:t>1;</a:t>
                </a:r>
                <a:endParaRPr lang="en-US" sz="1800" b="1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			A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((A – K</a:t>
                </a:r>
                <a:r>
                  <a:rPr lang="en-US" sz="1800" b="1" baseline="-25000" dirty="0" smtClean="0">
                    <a:latin typeface="Times New Roman" pitchFamily="18" charset="0"/>
                    <a:cs typeface="Times New Roman" pitchFamily="18" charset="0"/>
                  </a:rPr>
                  <a:t>40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mod 2</a:t>
                </a:r>
                <a:r>
                  <a:rPr lang="en-US" sz="1800" b="1" baseline="30000" dirty="0"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)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&lt;&lt;&lt; t</a:t>
                </a:r>
                <a:r>
                  <a:rPr lang="en-US" sz="1800" b="1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) </a:t>
                </a:r>
                <a:r>
                  <a:rPr lang="ru-RU" sz="1800" dirty="0" smtClean="0">
                    <a:latin typeface="Cambria Math"/>
                    <a:ea typeface="Cambria Math"/>
                    <a:cs typeface="Times New Roman" pitchFamily="18" charset="0"/>
                  </a:rPr>
                  <a:t>⊕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US" sz="18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ru-RU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sz="1800" b="1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			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D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D - K</a:t>
                </a:r>
                <a:r>
                  <a:rPr lang="en-US" sz="1800" b="1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mod 2</a:t>
                </a:r>
                <a:r>
                  <a:rPr lang="en-US" sz="1800" b="1" baseline="30000" dirty="0">
                    <a:latin typeface="Times New Roman" pitchFamily="18" charset="0"/>
                    <a:cs typeface="Times New Roman" pitchFamily="18" charset="0"/>
                  </a:rPr>
                  <a:t>32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;</a:t>
                </a:r>
                <a:b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			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B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B – K</a:t>
                </a:r>
                <a:r>
                  <a:rPr lang="en-US" sz="1800" b="1" baseline="-25000" dirty="0" smtClean="0"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mod 2</a:t>
                </a:r>
                <a:r>
                  <a:rPr lang="en-US" sz="1800" b="1" baseline="30000" dirty="0">
                    <a:latin typeface="Times New Roman" pitchFamily="18" charset="0"/>
                    <a:cs typeface="Times New Roman" pitchFamily="18" charset="0"/>
                  </a:rPr>
                  <a:t>32;</a:t>
                </a:r>
                <a:endParaRPr lang="ru-RU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ru-RU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ru-RU" sz="1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88640"/>
                <a:ext cx="8496944" cy="6408712"/>
              </a:xfrm>
              <a:blipFill rotWithShape="0">
                <a:blip r:embed="rId3"/>
                <a:stretch>
                  <a:fillRect l="-574" t="-761" r="-6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321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88640"/>
            <a:ext cx="8496944" cy="64087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-6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algoritmida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shifrmatnni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ochish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sxemasi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endParaRPr lang="ru-RU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98" y="764704"/>
            <a:ext cx="7430603" cy="52565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494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79512" y="1305342"/>
            <a:ext cx="4608512" cy="4031873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sz="3200" dirty="0" err="1"/>
              <a:t>Xavfsizlik</a:t>
            </a:r>
            <a:r>
              <a:rPr lang="en-US" sz="3200" dirty="0"/>
              <a:t>: RC6 </a:t>
            </a:r>
            <a:r>
              <a:rPr lang="en-US" sz="3200" dirty="0" err="1"/>
              <a:t>shifrlash</a:t>
            </a:r>
            <a:r>
              <a:rPr lang="en-US" sz="3200" dirty="0"/>
              <a:t> </a:t>
            </a:r>
            <a:r>
              <a:rPr lang="en-US" sz="3200" dirty="0" err="1"/>
              <a:t>juda</a:t>
            </a:r>
            <a:r>
              <a:rPr lang="en-US" sz="3200" dirty="0"/>
              <a:t> </a:t>
            </a:r>
            <a:r>
              <a:rPr lang="en-US" sz="3200" dirty="0" err="1"/>
              <a:t>xavfsiz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dirty="0" err="1"/>
              <a:t>turli</a:t>
            </a:r>
            <a:r>
              <a:rPr lang="en-US" sz="3200" dirty="0"/>
              <a:t> </a:t>
            </a:r>
            <a:r>
              <a:rPr lang="en-US" sz="3200" dirty="0" err="1"/>
              <a:t>hujumlardan</a:t>
            </a:r>
            <a:r>
              <a:rPr lang="en-US" sz="3200" dirty="0"/>
              <a:t>, </a:t>
            </a:r>
            <a:r>
              <a:rPr lang="en-US" sz="3200" dirty="0" err="1"/>
              <a:t>jumladan</a:t>
            </a:r>
            <a:r>
              <a:rPr lang="en-US" sz="3200" dirty="0"/>
              <a:t>, </a:t>
            </a:r>
            <a:r>
              <a:rPr lang="en-US" sz="3200" dirty="0" err="1"/>
              <a:t>qo'pol</a:t>
            </a:r>
            <a:r>
              <a:rPr lang="en-US" sz="3200" dirty="0"/>
              <a:t> </a:t>
            </a:r>
            <a:r>
              <a:rPr lang="en-US" sz="3200" dirty="0" err="1"/>
              <a:t>kuch</a:t>
            </a:r>
            <a:r>
              <a:rPr lang="en-US" sz="3200" dirty="0"/>
              <a:t> </a:t>
            </a:r>
            <a:r>
              <a:rPr lang="en-US" sz="3200" dirty="0" err="1"/>
              <a:t>hujumlaridan</a:t>
            </a:r>
            <a:r>
              <a:rPr lang="en-US" sz="3200" dirty="0"/>
              <a:t>, </a:t>
            </a:r>
            <a:r>
              <a:rPr lang="en-US" sz="3200" dirty="0" err="1"/>
              <a:t>differentsial</a:t>
            </a:r>
            <a:r>
              <a:rPr lang="en-US" sz="3200" dirty="0"/>
              <a:t> </a:t>
            </a:r>
            <a:r>
              <a:rPr lang="en-US" sz="3200" dirty="0" err="1"/>
              <a:t>kriptotahlildan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dirty="0" err="1"/>
              <a:t>chiziqli</a:t>
            </a:r>
            <a:r>
              <a:rPr lang="en-US" sz="3200" dirty="0"/>
              <a:t> </a:t>
            </a:r>
            <a:r>
              <a:rPr lang="en-US" sz="3200" dirty="0" err="1"/>
              <a:t>kriptotahlildan</a:t>
            </a:r>
            <a:r>
              <a:rPr lang="en-US" sz="3200" dirty="0"/>
              <a:t> </a:t>
            </a:r>
            <a:r>
              <a:rPr lang="en-US" sz="3200" dirty="0" err="1"/>
              <a:t>himoya</a:t>
            </a:r>
            <a:r>
              <a:rPr lang="en-US" sz="3200" dirty="0"/>
              <a:t> </a:t>
            </a:r>
            <a:r>
              <a:rPr lang="en-US" sz="3200" dirty="0" err="1"/>
              <a:t>qiladi</a:t>
            </a:r>
            <a:r>
              <a:rPr lang="en-US" sz="3200" dirty="0"/>
              <a:t>.</a:t>
            </a:r>
            <a:endParaRPr lang="ru-RU" sz="3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447764" y="307504"/>
            <a:ext cx="388843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RC 6 </a:t>
            </a:r>
            <a:r>
              <a:rPr lang="en-US" sz="2800" dirty="0" err="1" smtClean="0"/>
              <a:t>ning</a:t>
            </a:r>
            <a:r>
              <a:rPr lang="en-US" sz="2800" dirty="0" smtClean="0"/>
              <a:t> </a:t>
            </a:r>
            <a:r>
              <a:rPr lang="en-US" sz="2800" dirty="0" err="1" smtClean="0"/>
              <a:t>xavsizligi</a:t>
            </a:r>
            <a:endParaRPr lang="ru-RU" sz="2800" dirty="0"/>
          </a:p>
        </p:txBody>
      </p:sp>
      <p:pic>
        <p:nvPicPr>
          <p:cNvPr id="13" name="Рисунок 12"/>
          <p:cNvPicPr/>
          <p:nvPr/>
        </p:nvPicPr>
        <p:blipFill>
          <a:blip r:embed="rId3"/>
          <a:stretch>
            <a:fillRect/>
          </a:stretch>
        </p:blipFill>
        <p:spPr>
          <a:xfrm>
            <a:off x="4787210" y="3645024"/>
            <a:ext cx="4356789" cy="294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12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07504" y="332656"/>
            <a:ext cx="864096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Kalitlar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generatsiyasi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	1.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Maxfiy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kalit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konvertatsiyasi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bosqichda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K[0…b-1]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i="1" dirty="0" err="1">
                <a:latin typeface="Times New Roman" pitchFamily="18" charset="0"/>
                <a:cs typeface="Times New Roman" pitchFamily="18" charset="0"/>
              </a:rPr>
              <a:t>kalit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 128 bit </a:t>
            </a:r>
            <a:r>
              <a:rPr lang="en-US" sz="1600" i="1" dirty="0" err="1">
                <a:latin typeface="Times New Roman" pitchFamily="18" charset="0"/>
                <a:cs typeface="Times New Roman" pitchFamily="18" charset="0"/>
              </a:rPr>
              <a:t>bo`lganda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 b=16)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massivda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joylashgan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maxfiy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kalit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L[0…c-1]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massivga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ko`chiriladi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Bunda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c=b/u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600" b="1" i="1" dirty="0">
                <a:latin typeface="Times New Roman" pitchFamily="18" charset="0"/>
                <a:cs typeface="Times New Roman" pitchFamily="18" charset="0"/>
              </a:rPr>
              <a:t>u-</a:t>
            </a:r>
            <a:r>
              <a:rPr lang="en-US" sz="1600" i="1" dirty="0" err="1">
                <a:latin typeface="Times New Roman" pitchFamily="18" charset="0"/>
                <a:cs typeface="Times New Roman" pitchFamily="18" charset="0"/>
              </a:rPr>
              <a:t>so`zdagi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latin typeface="Times New Roman" pitchFamily="18" charset="0"/>
                <a:cs typeface="Times New Roman" pitchFamily="18" charset="0"/>
              </a:rPr>
              <a:t>baytlar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 err="1"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i="1" dirty="0" err="1">
                <a:latin typeface="Times New Roman" pitchFamily="18" charset="0"/>
                <a:cs typeface="Times New Roman" pitchFamily="18" charset="0"/>
              </a:rPr>
              <a:t>ya`ni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 u=w/8 = 32/8=4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		for (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= b - 1;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&gt;= 0;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--) </a:t>
            </a: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		{</a:t>
            </a: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			L[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/u] = (L[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/u] &lt;&lt;&lt; 8) + K[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](mod 2</a:t>
            </a:r>
            <a:r>
              <a:rPr lang="en-US" sz="1600" b="1" baseline="30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		}</a:t>
            </a:r>
          </a:p>
          <a:p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	2. “S”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Kengaytirilgan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kalitlar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jadvalini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bosqichda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1600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1600" b="1" baseline="-25000" dirty="0">
                <a:latin typeface="Times New Roman" pitchFamily="18" charset="0"/>
                <a:cs typeface="Times New Roman" pitchFamily="18" charset="0"/>
              </a:rPr>
              <a:t>43</a:t>
            </a:r>
            <a:r>
              <a:rPr lang="en-US" sz="1600" b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qilinadi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Bunda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1600" b="1" baseline="-25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 = B7E15163,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1600" b="1" baseline="-25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 = 9E3779B9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konstantalaridan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foydalaniladi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	S[0] =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1600" baseline="-25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;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	for 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0;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&lt; 2R+3;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++)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	{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		S[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] = S[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– 1] +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1600" baseline="-25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(mod 2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 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	}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Aralashtirish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Ushbu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bosqichda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L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maxfiy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kalit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massiviga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massivi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aralashtiriladi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	A = B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j = 0;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	A = K[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] = (K[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] + A + B mod 2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 &lt;&lt;&lt; 3;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	B = L[j] = (L[j] + A + B mod 2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 &lt;&lt;&lt; (A + B);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+ 1 mod (2R+4);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	j = j + 1 mod c;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Natijada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K[0…43]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shifrlashda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qo`llaniladigan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yakuniy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kalitlar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bo`1adi.</a:t>
            </a:r>
          </a:p>
        </p:txBody>
      </p:sp>
    </p:spTree>
    <p:extLst>
      <p:ext uri="{BB962C8B-B14F-4D97-AF65-F5344CB8AC3E}">
        <p14:creationId xmlns:p14="http://schemas.microsoft.com/office/powerpoint/2010/main" val="393129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5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500"/>
                            </p:stCondLst>
                            <p:childTnLst>
                              <p:par>
                                <p:cTn id="5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500"/>
                            </p:stCondLst>
                            <p:childTnLst>
                              <p:par>
                                <p:cTn id="6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500"/>
                            </p:stCondLst>
                            <p:childTnLst>
                              <p:par>
                                <p:cTn id="7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500"/>
                            </p:stCondLst>
                            <p:childTnLst>
                              <p:par>
                                <p:cTn id="7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2500"/>
                            </p:stCondLst>
                            <p:childTnLst>
                              <p:par>
                                <p:cTn id="8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3500"/>
                            </p:stCondLst>
                            <p:childTnLst>
                              <p:par>
                                <p:cTn id="8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4500"/>
                            </p:stCondLst>
                            <p:childTnLst>
                              <p:par>
                                <p:cTn id="9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88640"/>
            <a:ext cx="8568952" cy="648072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9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900" b="1" dirty="0" err="1" smtClean="0">
                <a:latin typeface="Times New Roman" pitchFamily="18" charset="0"/>
                <a:cs typeface="Times New Roman" pitchFamily="18" charset="0"/>
              </a:rPr>
              <a:t>Afzalliklari</a:t>
            </a: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9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Algoritmning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soda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tuzilishi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analizini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yengillashtiradi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32-bitli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platformalarda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ishlovchi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AES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konkursi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finalchilari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orasidagi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eng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tez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algoritm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hisoblanadi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lvl="0" indent="0">
              <a:buNone/>
            </a:pPr>
            <a:endParaRPr lang="ru-RU" sz="105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900" b="1" dirty="0" err="1" smtClean="0">
                <a:latin typeface="Times New Roman" pitchFamily="18" charset="0"/>
                <a:cs typeface="Times New Roman" pitchFamily="18" charset="0"/>
              </a:rPr>
              <a:t>Kamchiliklari</a:t>
            </a: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900" dirty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Ø"/>
            </a:pP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Algoritmning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rezlizatsiyasidagi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tezligi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u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o`rnatilgan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kompyuter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32-bitli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ko`paytirish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hamda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surish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amalini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bajara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olishiga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bog`liq</a:t>
            </a:r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RC6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ning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apparat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realizatsiyasi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murakkab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hisoblanadi</a:t>
            </a:r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9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Amalga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oshirish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vaqtida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uyushtirilgan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hujumlardan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himoyalanishga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qiynaladi</a:t>
            </a:r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endParaRPr lang="ru-RU" sz="19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97" y="3897052"/>
            <a:ext cx="7326814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90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1328547" y="2967335"/>
            <a:ext cx="6486905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3600" b="1" dirty="0">
                <a:ln/>
                <a:solidFill>
                  <a:srgbClr val="FFFF00"/>
                </a:solidFill>
              </a:rPr>
              <a:t>T</a:t>
            </a:r>
            <a:r>
              <a:rPr lang="en-US" sz="3600" b="1" cap="none" spc="0" dirty="0" smtClean="0">
                <a:ln/>
                <a:solidFill>
                  <a:srgbClr val="FFFF00"/>
                </a:solidFill>
                <a:effectLst/>
              </a:rPr>
              <a:t>his </a:t>
            </a:r>
            <a:r>
              <a:rPr lang="en-US" sz="3600" b="1" cap="none" spc="0" dirty="0">
                <a:ln/>
                <a:solidFill>
                  <a:srgbClr val="FFFF00"/>
                </a:solidFill>
                <a:effectLst/>
              </a:rPr>
              <a:t>presentation was created </a:t>
            </a:r>
            <a:r>
              <a:rPr lang="en-US" sz="3600" b="1" cap="none" spc="0" dirty="0" smtClean="0">
                <a:ln/>
                <a:solidFill>
                  <a:srgbClr val="FFFF00"/>
                </a:solidFill>
                <a:effectLst/>
              </a:rPr>
              <a:t>by</a:t>
            </a:r>
          </a:p>
          <a:p>
            <a:pPr algn="ctr"/>
            <a:endParaRPr lang="en-US" sz="2400" b="1" cap="none" spc="0" dirty="0" smtClean="0">
              <a:ln/>
              <a:solidFill>
                <a:srgbClr val="FFFF00"/>
              </a:solidFill>
              <a:effectLst/>
            </a:endParaRPr>
          </a:p>
          <a:p>
            <a:pPr algn="ctr"/>
            <a:r>
              <a:rPr lang="en-US" sz="2400" b="1" cap="none" spc="0" dirty="0" smtClean="0">
                <a:ln/>
                <a:solidFill>
                  <a:srgbClr val="FFFF00"/>
                </a:solidFill>
                <a:effectLst/>
              </a:rPr>
              <a:t> </a:t>
            </a:r>
            <a:r>
              <a:rPr lang="en-US" sz="2400" b="1" cap="none" spc="0" dirty="0" err="1" smtClean="0">
                <a:ln/>
                <a:solidFill>
                  <a:srgbClr val="FFFF00"/>
                </a:solidFill>
                <a:effectLst/>
              </a:rPr>
              <a:t>O‘lmasboyev</a:t>
            </a:r>
            <a:r>
              <a:rPr lang="en-US" sz="2400" b="1" cap="none" spc="0" dirty="0" smtClean="0">
                <a:ln/>
                <a:solidFill>
                  <a:srgbClr val="FFFF00"/>
                </a:solidFill>
                <a:effectLst/>
              </a:rPr>
              <a:t>  </a:t>
            </a:r>
            <a:r>
              <a:rPr lang="en-US" sz="2400" b="1" dirty="0" smtClean="0">
                <a:ln/>
                <a:solidFill>
                  <a:srgbClr val="FFFF00"/>
                </a:solidFill>
              </a:rPr>
              <a:t>M     </a:t>
            </a:r>
            <a:r>
              <a:rPr lang="en-US" sz="2400" b="1" cap="none" spc="0" dirty="0" smtClean="0">
                <a:ln/>
                <a:solidFill>
                  <a:srgbClr val="FFFF00"/>
                </a:solidFill>
                <a:effectLst/>
              </a:rPr>
              <a:t>and      </a:t>
            </a:r>
            <a:r>
              <a:rPr lang="en-US" sz="2400" b="1" cap="none" spc="0" dirty="0" err="1" smtClean="0">
                <a:ln/>
                <a:solidFill>
                  <a:srgbClr val="FFFF00"/>
                </a:solidFill>
                <a:effectLst/>
              </a:rPr>
              <a:t>Ismoilov</a:t>
            </a:r>
            <a:r>
              <a:rPr lang="en-US" sz="2400" b="1" cap="none" spc="0" dirty="0" smtClean="0">
                <a:ln/>
                <a:solidFill>
                  <a:srgbClr val="FFFF00"/>
                </a:solidFill>
                <a:effectLst/>
              </a:rPr>
              <a:t> N</a:t>
            </a:r>
            <a:endParaRPr lang="ru-RU" sz="2400" b="1" cap="none" spc="0" dirty="0">
              <a:ln/>
              <a:solidFill>
                <a:srgbClr val="FFFF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1330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50"/>
                            </p:stCondLst>
                            <p:childTnLst>
                              <p:par>
                                <p:cTn id="13" presetID="4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Рекламный буклет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Pitchbook</Template>
  <TotalTime>0</TotalTime>
  <Words>268</Words>
  <Application>Microsoft Office PowerPoint</Application>
  <PresentationFormat>Экран (4:3)</PresentationFormat>
  <Paragraphs>92</Paragraphs>
  <Slides>12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Calibri</vt:lpstr>
      <vt:lpstr>Cambria Math</vt:lpstr>
      <vt:lpstr>Times New Roman</vt:lpstr>
      <vt:lpstr>Wingdings</vt:lpstr>
      <vt:lpstr>Рекламный буклет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2024-05-09T14:29:44Z</dcterms:created>
  <dcterms:modified xsi:type="dcterms:W3CDTF">2024-05-10T03:53:35Z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1049</vt:i4>
  </property>
  <property fmtid="{D5CDD505-2E9C-101B-9397-08002B2CF9AE}" pid="3" name="_Version">
    <vt:lpwstr>12.0.4518</vt:lpwstr>
  </property>
</Properties>
</file>