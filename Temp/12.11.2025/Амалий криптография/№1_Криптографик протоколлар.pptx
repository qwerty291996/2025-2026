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94" r:id="rId3"/>
    <p:sldId id="292" r:id="rId4"/>
    <p:sldId id="293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257" r:id="rId13"/>
    <p:sldId id="262" r:id="rId14"/>
    <p:sldId id="263" r:id="rId15"/>
    <p:sldId id="261" r:id="rId16"/>
    <p:sldId id="265" r:id="rId17"/>
    <p:sldId id="266" r:id="rId18"/>
    <p:sldId id="267" r:id="rId19"/>
    <p:sldId id="268" r:id="rId20"/>
    <p:sldId id="269" r:id="rId21"/>
    <p:sldId id="270" r:id="rId22"/>
    <p:sldId id="274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306" r:id="rId35"/>
    <p:sldId id="302" r:id="rId36"/>
    <p:sldId id="303" r:id="rId37"/>
    <p:sldId id="304" r:id="rId38"/>
    <p:sldId id="305" r:id="rId3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EBE"/>
    <a:srgbClr val="9F9F9F"/>
    <a:srgbClr val="FF6600"/>
    <a:srgbClr val="CC66FF"/>
    <a:srgbClr val="47A3FF"/>
    <a:srgbClr val="E2A8E6"/>
    <a:srgbClr val="FF7979"/>
    <a:srgbClr val="00B0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36" autoAdjust="0"/>
    <p:restoredTop sz="94610" autoAdjust="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5.wmf"/><Relationship Id="rId7" Type="http://schemas.openxmlformats.org/officeDocument/2006/relationships/image" Target="../media/image16.wmf"/><Relationship Id="rId2" Type="http://schemas.openxmlformats.org/officeDocument/2006/relationships/image" Target="../media/image9.wmf"/><Relationship Id="rId1" Type="http://schemas.openxmlformats.org/officeDocument/2006/relationships/image" Target="../media/image14.wmf"/><Relationship Id="rId6" Type="http://schemas.openxmlformats.org/officeDocument/2006/relationships/image" Target="../media/image15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6.wmf"/><Relationship Id="rId3" Type="http://schemas.openxmlformats.org/officeDocument/2006/relationships/image" Target="../media/image5.wmf"/><Relationship Id="rId7" Type="http://schemas.openxmlformats.org/officeDocument/2006/relationships/image" Target="../media/image14.wmf"/><Relationship Id="rId12" Type="http://schemas.openxmlformats.org/officeDocument/2006/relationships/image" Target="../media/image25.wmf"/><Relationship Id="rId2" Type="http://schemas.openxmlformats.org/officeDocument/2006/relationships/image" Target="../media/image9.wmf"/><Relationship Id="rId16" Type="http://schemas.openxmlformats.org/officeDocument/2006/relationships/image" Target="../media/image29.wmf"/><Relationship Id="rId1" Type="http://schemas.openxmlformats.org/officeDocument/2006/relationships/image" Target="../media/image19.wmf"/><Relationship Id="rId6" Type="http://schemas.openxmlformats.org/officeDocument/2006/relationships/image" Target="../media/image20.wmf"/><Relationship Id="rId11" Type="http://schemas.openxmlformats.org/officeDocument/2006/relationships/image" Target="../media/image24.wmf"/><Relationship Id="rId5" Type="http://schemas.openxmlformats.org/officeDocument/2006/relationships/image" Target="../media/image7.wmf"/><Relationship Id="rId15" Type="http://schemas.openxmlformats.org/officeDocument/2006/relationships/image" Target="../media/image28.wmf"/><Relationship Id="rId10" Type="http://schemas.openxmlformats.org/officeDocument/2006/relationships/image" Target="../media/image23.wmf"/><Relationship Id="rId4" Type="http://schemas.openxmlformats.org/officeDocument/2006/relationships/image" Target="../media/image6.wmf"/><Relationship Id="rId9" Type="http://schemas.openxmlformats.org/officeDocument/2006/relationships/image" Target="../media/image22.wmf"/><Relationship Id="rId1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2.wmf"/><Relationship Id="rId7" Type="http://schemas.openxmlformats.org/officeDocument/2006/relationships/image" Target="../media/image2.wmf"/><Relationship Id="rId12" Type="http://schemas.openxmlformats.org/officeDocument/2006/relationships/image" Target="../media/image38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11" Type="http://schemas.openxmlformats.org/officeDocument/2006/relationships/image" Target="../media/image7.wmf"/><Relationship Id="rId5" Type="http://schemas.openxmlformats.org/officeDocument/2006/relationships/image" Target="../media/image34.wmf"/><Relationship Id="rId10" Type="http://schemas.openxmlformats.org/officeDocument/2006/relationships/image" Target="../media/image6.wmf"/><Relationship Id="rId4" Type="http://schemas.openxmlformats.org/officeDocument/2006/relationships/image" Target="../media/image33.wmf"/><Relationship Id="rId9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47.wmf"/><Relationship Id="rId3" Type="http://schemas.openxmlformats.org/officeDocument/2006/relationships/image" Target="../media/image37.wmf"/><Relationship Id="rId7" Type="http://schemas.openxmlformats.org/officeDocument/2006/relationships/image" Target="../media/image33.wmf"/><Relationship Id="rId12" Type="http://schemas.openxmlformats.org/officeDocument/2006/relationships/image" Target="../media/image46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2.wmf"/><Relationship Id="rId11" Type="http://schemas.openxmlformats.org/officeDocument/2006/relationships/image" Target="../media/image45.wmf"/><Relationship Id="rId5" Type="http://schemas.openxmlformats.org/officeDocument/2006/relationships/image" Target="../media/image41.wmf"/><Relationship Id="rId10" Type="http://schemas.openxmlformats.org/officeDocument/2006/relationships/image" Target="../media/image44.wmf"/><Relationship Id="rId4" Type="http://schemas.openxmlformats.org/officeDocument/2006/relationships/image" Target="../media/image35.wmf"/><Relationship Id="rId9" Type="http://schemas.openxmlformats.org/officeDocument/2006/relationships/image" Target="../media/image43.wmf"/><Relationship Id="rId14" Type="http://schemas.openxmlformats.org/officeDocument/2006/relationships/image" Target="../media/image4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6.wmf"/><Relationship Id="rId3" Type="http://schemas.openxmlformats.org/officeDocument/2006/relationships/image" Target="../media/image51.wmf"/><Relationship Id="rId7" Type="http://schemas.openxmlformats.org/officeDocument/2006/relationships/image" Target="../media/image33.wmf"/><Relationship Id="rId12" Type="http://schemas.openxmlformats.org/officeDocument/2006/relationships/image" Target="../media/image57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3.wmf"/><Relationship Id="rId11" Type="http://schemas.openxmlformats.org/officeDocument/2006/relationships/image" Target="../media/image36.wmf"/><Relationship Id="rId5" Type="http://schemas.openxmlformats.org/officeDocument/2006/relationships/image" Target="../media/image52.wmf"/><Relationship Id="rId15" Type="http://schemas.openxmlformats.org/officeDocument/2006/relationships/image" Target="../media/image38.wmf"/><Relationship Id="rId10" Type="http://schemas.openxmlformats.org/officeDocument/2006/relationships/image" Target="../media/image56.wmf"/><Relationship Id="rId4" Type="http://schemas.openxmlformats.org/officeDocument/2006/relationships/image" Target="../media/image35.wmf"/><Relationship Id="rId9" Type="http://schemas.openxmlformats.org/officeDocument/2006/relationships/image" Target="../media/image55.wmf"/><Relationship Id="rId14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image" Target="../media/image41.wmf"/><Relationship Id="rId3" Type="http://schemas.openxmlformats.org/officeDocument/2006/relationships/image" Target="../media/image52.wmf"/><Relationship Id="rId7" Type="http://schemas.openxmlformats.org/officeDocument/2006/relationships/image" Target="../media/image60.wmf"/><Relationship Id="rId12" Type="http://schemas.openxmlformats.org/officeDocument/2006/relationships/image" Target="../media/image57.wmf"/><Relationship Id="rId2" Type="http://schemas.openxmlformats.org/officeDocument/2006/relationships/image" Target="../media/image33.wmf"/><Relationship Id="rId1" Type="http://schemas.openxmlformats.org/officeDocument/2006/relationships/image" Target="../media/image55.wmf"/><Relationship Id="rId6" Type="http://schemas.openxmlformats.org/officeDocument/2006/relationships/image" Target="../media/image59.wmf"/><Relationship Id="rId11" Type="http://schemas.openxmlformats.org/officeDocument/2006/relationships/image" Target="../media/image53.wmf"/><Relationship Id="rId5" Type="http://schemas.openxmlformats.org/officeDocument/2006/relationships/image" Target="../media/image56.wmf"/><Relationship Id="rId10" Type="http://schemas.openxmlformats.org/officeDocument/2006/relationships/image" Target="../media/image54.wmf"/><Relationship Id="rId4" Type="http://schemas.openxmlformats.org/officeDocument/2006/relationships/image" Target="../media/image58.wmf"/><Relationship Id="rId9" Type="http://schemas.openxmlformats.org/officeDocument/2006/relationships/image" Target="../media/image6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image" Target="../media/image70.wmf"/><Relationship Id="rId18" Type="http://schemas.openxmlformats.org/officeDocument/2006/relationships/image" Target="../media/image73.wmf"/><Relationship Id="rId26" Type="http://schemas.openxmlformats.org/officeDocument/2006/relationships/image" Target="../media/image80.wmf"/><Relationship Id="rId3" Type="http://schemas.openxmlformats.org/officeDocument/2006/relationships/image" Target="../media/image37.wmf"/><Relationship Id="rId21" Type="http://schemas.openxmlformats.org/officeDocument/2006/relationships/image" Target="../media/image76.wmf"/><Relationship Id="rId7" Type="http://schemas.openxmlformats.org/officeDocument/2006/relationships/image" Target="../media/image66.wmf"/><Relationship Id="rId12" Type="http://schemas.openxmlformats.org/officeDocument/2006/relationships/image" Target="../media/image55.wmf"/><Relationship Id="rId17" Type="http://schemas.openxmlformats.org/officeDocument/2006/relationships/image" Target="../media/image72.wmf"/><Relationship Id="rId25" Type="http://schemas.openxmlformats.org/officeDocument/2006/relationships/image" Target="../media/image79.wmf"/><Relationship Id="rId2" Type="http://schemas.openxmlformats.org/officeDocument/2006/relationships/image" Target="../media/image64.wmf"/><Relationship Id="rId16" Type="http://schemas.openxmlformats.org/officeDocument/2006/relationships/image" Target="../media/image56.wmf"/><Relationship Id="rId20" Type="http://schemas.openxmlformats.org/officeDocument/2006/relationships/image" Target="../media/image75.wmf"/><Relationship Id="rId1" Type="http://schemas.openxmlformats.org/officeDocument/2006/relationships/image" Target="../media/image63.wmf"/><Relationship Id="rId6" Type="http://schemas.openxmlformats.org/officeDocument/2006/relationships/image" Target="../media/image65.wmf"/><Relationship Id="rId11" Type="http://schemas.openxmlformats.org/officeDocument/2006/relationships/image" Target="../media/image69.wmf"/><Relationship Id="rId24" Type="http://schemas.openxmlformats.org/officeDocument/2006/relationships/image" Target="../media/image78.wmf"/><Relationship Id="rId5" Type="http://schemas.openxmlformats.org/officeDocument/2006/relationships/image" Target="../media/image7.wmf"/><Relationship Id="rId15" Type="http://schemas.openxmlformats.org/officeDocument/2006/relationships/image" Target="../media/image53.wmf"/><Relationship Id="rId23" Type="http://schemas.openxmlformats.org/officeDocument/2006/relationships/image" Target="../media/image54.wmf"/><Relationship Id="rId10" Type="http://schemas.openxmlformats.org/officeDocument/2006/relationships/image" Target="../media/image33.wmf"/><Relationship Id="rId19" Type="http://schemas.openxmlformats.org/officeDocument/2006/relationships/image" Target="../media/image74.wmf"/><Relationship Id="rId4" Type="http://schemas.openxmlformats.org/officeDocument/2006/relationships/image" Target="../media/image6.wmf"/><Relationship Id="rId9" Type="http://schemas.openxmlformats.org/officeDocument/2006/relationships/image" Target="../media/image68.wmf"/><Relationship Id="rId14" Type="http://schemas.openxmlformats.org/officeDocument/2006/relationships/image" Target="../media/image71.wmf"/><Relationship Id="rId22" Type="http://schemas.openxmlformats.org/officeDocument/2006/relationships/image" Target="../media/image7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image" Target="../media/image90.wmf"/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12" Type="http://schemas.openxmlformats.org/officeDocument/2006/relationships/image" Target="../media/image7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11" Type="http://schemas.openxmlformats.org/officeDocument/2006/relationships/image" Target="../media/image6.wmf"/><Relationship Id="rId5" Type="http://schemas.openxmlformats.org/officeDocument/2006/relationships/image" Target="../media/image85.wmf"/><Relationship Id="rId10" Type="http://schemas.openxmlformats.org/officeDocument/2006/relationships/image" Target="../media/image89.wmf"/><Relationship Id="rId4" Type="http://schemas.openxmlformats.org/officeDocument/2006/relationships/image" Target="../media/image84.wmf"/><Relationship Id="rId9" Type="http://schemas.openxmlformats.org/officeDocument/2006/relationships/image" Target="../media/image54.wmf"/><Relationship Id="rId14" Type="http://schemas.openxmlformats.org/officeDocument/2006/relationships/image" Target="../media/image9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0.wmf"/><Relationship Id="rId18" Type="http://schemas.openxmlformats.org/officeDocument/2006/relationships/image" Target="../media/image104.wmf"/><Relationship Id="rId3" Type="http://schemas.openxmlformats.org/officeDocument/2006/relationships/image" Target="../media/image75.wmf"/><Relationship Id="rId21" Type="http://schemas.openxmlformats.org/officeDocument/2006/relationships/image" Target="../media/image107.wmf"/><Relationship Id="rId7" Type="http://schemas.openxmlformats.org/officeDocument/2006/relationships/image" Target="../media/image95.wmf"/><Relationship Id="rId12" Type="http://schemas.openxmlformats.org/officeDocument/2006/relationships/image" Target="../media/image55.wmf"/><Relationship Id="rId17" Type="http://schemas.openxmlformats.org/officeDocument/2006/relationships/image" Target="../media/image103.wmf"/><Relationship Id="rId2" Type="http://schemas.openxmlformats.org/officeDocument/2006/relationships/image" Target="../media/image74.wmf"/><Relationship Id="rId16" Type="http://schemas.openxmlformats.org/officeDocument/2006/relationships/image" Target="../media/image102.wmf"/><Relationship Id="rId20" Type="http://schemas.openxmlformats.org/officeDocument/2006/relationships/image" Target="../media/image106.wmf"/><Relationship Id="rId1" Type="http://schemas.openxmlformats.org/officeDocument/2006/relationships/image" Target="../media/image56.w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24" Type="http://schemas.openxmlformats.org/officeDocument/2006/relationships/image" Target="../media/image109.wmf"/><Relationship Id="rId5" Type="http://schemas.openxmlformats.org/officeDocument/2006/relationships/image" Target="../media/image93.wmf"/><Relationship Id="rId15" Type="http://schemas.openxmlformats.org/officeDocument/2006/relationships/image" Target="../media/image58.wmf"/><Relationship Id="rId23" Type="http://schemas.openxmlformats.org/officeDocument/2006/relationships/image" Target="../media/image54.wmf"/><Relationship Id="rId10" Type="http://schemas.openxmlformats.org/officeDocument/2006/relationships/image" Target="../media/image98.wmf"/><Relationship Id="rId19" Type="http://schemas.openxmlformats.org/officeDocument/2006/relationships/image" Target="../media/image105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Relationship Id="rId14" Type="http://schemas.openxmlformats.org/officeDocument/2006/relationships/image" Target="../media/image101.wmf"/><Relationship Id="rId22" Type="http://schemas.openxmlformats.org/officeDocument/2006/relationships/image" Target="../media/image10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image" Target="../media/image121.wmf"/><Relationship Id="rId18" Type="http://schemas.openxmlformats.org/officeDocument/2006/relationships/image" Target="../media/image126.wmf"/><Relationship Id="rId26" Type="http://schemas.openxmlformats.org/officeDocument/2006/relationships/image" Target="../media/image134.wmf"/><Relationship Id="rId3" Type="http://schemas.openxmlformats.org/officeDocument/2006/relationships/image" Target="../media/image112.wmf"/><Relationship Id="rId21" Type="http://schemas.openxmlformats.org/officeDocument/2006/relationships/image" Target="../media/image129.wmf"/><Relationship Id="rId7" Type="http://schemas.openxmlformats.org/officeDocument/2006/relationships/image" Target="../media/image115.wmf"/><Relationship Id="rId12" Type="http://schemas.openxmlformats.org/officeDocument/2006/relationships/image" Target="../media/image120.wmf"/><Relationship Id="rId17" Type="http://schemas.openxmlformats.org/officeDocument/2006/relationships/image" Target="../media/image125.wmf"/><Relationship Id="rId25" Type="http://schemas.openxmlformats.org/officeDocument/2006/relationships/image" Target="../media/image133.wmf"/><Relationship Id="rId2" Type="http://schemas.openxmlformats.org/officeDocument/2006/relationships/image" Target="../media/image111.wmf"/><Relationship Id="rId16" Type="http://schemas.openxmlformats.org/officeDocument/2006/relationships/image" Target="../media/image124.wmf"/><Relationship Id="rId20" Type="http://schemas.openxmlformats.org/officeDocument/2006/relationships/image" Target="../media/image128.wmf"/><Relationship Id="rId29" Type="http://schemas.openxmlformats.org/officeDocument/2006/relationships/image" Target="../media/image108.wmf"/><Relationship Id="rId1" Type="http://schemas.openxmlformats.org/officeDocument/2006/relationships/image" Target="../media/image74.wmf"/><Relationship Id="rId6" Type="http://schemas.openxmlformats.org/officeDocument/2006/relationships/image" Target="../media/image114.wmf"/><Relationship Id="rId11" Type="http://schemas.openxmlformats.org/officeDocument/2006/relationships/image" Target="../media/image119.wmf"/><Relationship Id="rId24" Type="http://schemas.openxmlformats.org/officeDocument/2006/relationships/image" Target="../media/image132.wmf"/><Relationship Id="rId5" Type="http://schemas.openxmlformats.org/officeDocument/2006/relationships/image" Target="../media/image33.wmf"/><Relationship Id="rId15" Type="http://schemas.openxmlformats.org/officeDocument/2006/relationships/image" Target="../media/image123.wmf"/><Relationship Id="rId23" Type="http://schemas.openxmlformats.org/officeDocument/2006/relationships/image" Target="../media/image131.wmf"/><Relationship Id="rId28" Type="http://schemas.openxmlformats.org/officeDocument/2006/relationships/image" Target="../media/image107.wmf"/><Relationship Id="rId10" Type="http://schemas.openxmlformats.org/officeDocument/2006/relationships/image" Target="../media/image118.wmf"/><Relationship Id="rId19" Type="http://schemas.openxmlformats.org/officeDocument/2006/relationships/image" Target="../media/image127.wmf"/><Relationship Id="rId31" Type="http://schemas.openxmlformats.org/officeDocument/2006/relationships/image" Target="../media/image109.wmf"/><Relationship Id="rId4" Type="http://schemas.openxmlformats.org/officeDocument/2006/relationships/image" Target="../media/image113.wmf"/><Relationship Id="rId9" Type="http://schemas.openxmlformats.org/officeDocument/2006/relationships/image" Target="../media/image117.wmf"/><Relationship Id="rId14" Type="http://schemas.openxmlformats.org/officeDocument/2006/relationships/image" Target="../media/image122.wmf"/><Relationship Id="rId22" Type="http://schemas.openxmlformats.org/officeDocument/2006/relationships/image" Target="../media/image130.wmf"/><Relationship Id="rId27" Type="http://schemas.openxmlformats.org/officeDocument/2006/relationships/image" Target="../media/image135.wmf"/><Relationship Id="rId30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7.wmf"/><Relationship Id="rId7" Type="http://schemas.openxmlformats.org/officeDocument/2006/relationships/image" Target="../media/image140.wmf"/><Relationship Id="rId2" Type="http://schemas.openxmlformats.org/officeDocument/2006/relationships/image" Target="../media/image2.wmf"/><Relationship Id="rId1" Type="http://schemas.openxmlformats.org/officeDocument/2006/relationships/image" Target="../media/image32.wmf"/><Relationship Id="rId6" Type="http://schemas.openxmlformats.org/officeDocument/2006/relationships/image" Target="../media/image9.wmf"/><Relationship Id="rId5" Type="http://schemas.openxmlformats.org/officeDocument/2006/relationships/image" Target="../media/image139.wmf"/><Relationship Id="rId10" Type="http://schemas.openxmlformats.org/officeDocument/2006/relationships/image" Target="../media/image143.wmf"/><Relationship Id="rId4" Type="http://schemas.openxmlformats.org/officeDocument/2006/relationships/image" Target="../media/image138.wmf"/><Relationship Id="rId9" Type="http://schemas.openxmlformats.org/officeDocument/2006/relationships/image" Target="../media/image14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144.wmf"/><Relationship Id="rId7" Type="http://schemas.openxmlformats.org/officeDocument/2006/relationships/image" Target="../media/image146.wmf"/><Relationship Id="rId12" Type="http://schemas.openxmlformats.org/officeDocument/2006/relationships/image" Target="../media/image151.wmf"/><Relationship Id="rId2" Type="http://schemas.openxmlformats.org/officeDocument/2006/relationships/image" Target="../media/image137.wmf"/><Relationship Id="rId1" Type="http://schemas.openxmlformats.org/officeDocument/2006/relationships/image" Target="../media/image19.wmf"/><Relationship Id="rId6" Type="http://schemas.openxmlformats.org/officeDocument/2006/relationships/image" Target="../media/image145.wmf"/><Relationship Id="rId11" Type="http://schemas.openxmlformats.org/officeDocument/2006/relationships/image" Target="../media/image150.wmf"/><Relationship Id="rId5" Type="http://schemas.openxmlformats.org/officeDocument/2006/relationships/image" Target="../media/image26.wmf"/><Relationship Id="rId10" Type="http://schemas.openxmlformats.org/officeDocument/2006/relationships/image" Target="../media/image149.wmf"/><Relationship Id="rId4" Type="http://schemas.openxmlformats.org/officeDocument/2006/relationships/image" Target="../media/image15.wmf"/><Relationship Id="rId9" Type="http://schemas.openxmlformats.org/officeDocument/2006/relationships/image" Target="../media/image14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159.wmf"/><Relationship Id="rId18" Type="http://schemas.openxmlformats.org/officeDocument/2006/relationships/image" Target="../media/image164.wmf"/><Relationship Id="rId3" Type="http://schemas.openxmlformats.org/officeDocument/2006/relationships/image" Target="../media/image154.wmf"/><Relationship Id="rId7" Type="http://schemas.openxmlformats.org/officeDocument/2006/relationships/image" Target="../media/image155.wmf"/><Relationship Id="rId12" Type="http://schemas.openxmlformats.org/officeDocument/2006/relationships/image" Target="../media/image158.wmf"/><Relationship Id="rId17" Type="http://schemas.openxmlformats.org/officeDocument/2006/relationships/image" Target="../media/image163.wmf"/><Relationship Id="rId2" Type="http://schemas.openxmlformats.org/officeDocument/2006/relationships/image" Target="../media/image153.wmf"/><Relationship Id="rId16" Type="http://schemas.openxmlformats.org/officeDocument/2006/relationships/image" Target="../media/image162.wmf"/><Relationship Id="rId1" Type="http://schemas.openxmlformats.org/officeDocument/2006/relationships/image" Target="../media/image152.wmf"/><Relationship Id="rId6" Type="http://schemas.openxmlformats.org/officeDocument/2006/relationships/image" Target="../media/image14.wmf"/><Relationship Id="rId11" Type="http://schemas.openxmlformats.org/officeDocument/2006/relationships/image" Target="../media/image157.wmf"/><Relationship Id="rId5" Type="http://schemas.openxmlformats.org/officeDocument/2006/relationships/image" Target="../media/image18.wmf"/><Relationship Id="rId15" Type="http://schemas.openxmlformats.org/officeDocument/2006/relationships/image" Target="../media/image161.wmf"/><Relationship Id="rId10" Type="http://schemas.openxmlformats.org/officeDocument/2006/relationships/image" Target="../media/image149.wmf"/><Relationship Id="rId4" Type="http://schemas.openxmlformats.org/officeDocument/2006/relationships/image" Target="../media/image15.wmf"/><Relationship Id="rId9" Type="http://schemas.openxmlformats.org/officeDocument/2006/relationships/image" Target="../media/image156.wmf"/><Relationship Id="rId14" Type="http://schemas.openxmlformats.org/officeDocument/2006/relationships/image" Target="../media/image16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image" Target="../media/image38.wmf"/><Relationship Id="rId3" Type="http://schemas.openxmlformats.org/officeDocument/2006/relationships/image" Target="../media/image32.wmf"/><Relationship Id="rId7" Type="http://schemas.openxmlformats.org/officeDocument/2006/relationships/image" Target="../media/image2.wmf"/><Relationship Id="rId12" Type="http://schemas.openxmlformats.org/officeDocument/2006/relationships/image" Target="../media/image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35.wmf"/><Relationship Id="rId11" Type="http://schemas.openxmlformats.org/officeDocument/2006/relationships/image" Target="../media/image6.wmf"/><Relationship Id="rId5" Type="http://schemas.openxmlformats.org/officeDocument/2006/relationships/image" Target="../media/image34.wmf"/><Relationship Id="rId10" Type="http://schemas.openxmlformats.org/officeDocument/2006/relationships/image" Target="../media/image170.wmf"/><Relationship Id="rId4" Type="http://schemas.openxmlformats.org/officeDocument/2006/relationships/image" Target="../media/image167.wmf"/><Relationship Id="rId9" Type="http://schemas.openxmlformats.org/officeDocument/2006/relationships/image" Target="../media/image16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75.wmf"/><Relationship Id="rId3" Type="http://schemas.openxmlformats.org/officeDocument/2006/relationships/image" Target="../media/image40.wmf"/><Relationship Id="rId7" Type="http://schemas.openxmlformats.org/officeDocument/2006/relationships/image" Target="../media/image170.wmf"/><Relationship Id="rId12" Type="http://schemas.openxmlformats.org/officeDocument/2006/relationships/image" Target="../media/image174.wmf"/><Relationship Id="rId2" Type="http://schemas.openxmlformats.org/officeDocument/2006/relationships/image" Target="../media/image32.wmf"/><Relationship Id="rId16" Type="http://schemas.openxmlformats.org/officeDocument/2006/relationships/image" Target="../media/image178.wmf"/><Relationship Id="rId1" Type="http://schemas.openxmlformats.org/officeDocument/2006/relationships/image" Target="../media/image171.wmf"/><Relationship Id="rId6" Type="http://schemas.openxmlformats.org/officeDocument/2006/relationships/image" Target="../media/image33.wmf"/><Relationship Id="rId11" Type="http://schemas.openxmlformats.org/officeDocument/2006/relationships/image" Target="../media/image173.wmf"/><Relationship Id="rId5" Type="http://schemas.openxmlformats.org/officeDocument/2006/relationships/image" Target="../media/image2.wmf"/><Relationship Id="rId15" Type="http://schemas.openxmlformats.org/officeDocument/2006/relationships/image" Target="../media/image177.wmf"/><Relationship Id="rId10" Type="http://schemas.openxmlformats.org/officeDocument/2006/relationships/image" Target="../media/image172.wmf"/><Relationship Id="rId4" Type="http://schemas.openxmlformats.org/officeDocument/2006/relationships/image" Target="../media/image34.wmf"/><Relationship Id="rId9" Type="http://schemas.openxmlformats.org/officeDocument/2006/relationships/image" Target="../media/image7.wmf"/><Relationship Id="rId14" Type="http://schemas.openxmlformats.org/officeDocument/2006/relationships/image" Target="../media/image176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80.wmf"/><Relationship Id="rId3" Type="http://schemas.openxmlformats.org/officeDocument/2006/relationships/image" Target="../media/image40.wmf"/><Relationship Id="rId7" Type="http://schemas.openxmlformats.org/officeDocument/2006/relationships/image" Target="../media/image170.wmf"/><Relationship Id="rId12" Type="http://schemas.openxmlformats.org/officeDocument/2006/relationships/image" Target="../media/image179.wmf"/><Relationship Id="rId2" Type="http://schemas.openxmlformats.org/officeDocument/2006/relationships/image" Target="../media/image32.wmf"/><Relationship Id="rId16" Type="http://schemas.openxmlformats.org/officeDocument/2006/relationships/image" Target="../media/image182.wmf"/><Relationship Id="rId1" Type="http://schemas.openxmlformats.org/officeDocument/2006/relationships/image" Target="../media/image171.wmf"/><Relationship Id="rId6" Type="http://schemas.openxmlformats.org/officeDocument/2006/relationships/image" Target="../media/image33.wmf"/><Relationship Id="rId11" Type="http://schemas.openxmlformats.org/officeDocument/2006/relationships/image" Target="../media/image173.wmf"/><Relationship Id="rId5" Type="http://schemas.openxmlformats.org/officeDocument/2006/relationships/image" Target="../media/image2.wmf"/><Relationship Id="rId15" Type="http://schemas.openxmlformats.org/officeDocument/2006/relationships/image" Target="../media/image181.wmf"/><Relationship Id="rId10" Type="http://schemas.openxmlformats.org/officeDocument/2006/relationships/image" Target="../media/image172.wmf"/><Relationship Id="rId4" Type="http://schemas.openxmlformats.org/officeDocument/2006/relationships/image" Target="../media/image34.wmf"/><Relationship Id="rId9" Type="http://schemas.openxmlformats.org/officeDocument/2006/relationships/image" Target="../media/image7.wmf"/><Relationship Id="rId14" Type="http://schemas.openxmlformats.org/officeDocument/2006/relationships/image" Target="../media/image17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image" Target="../media/image187.wmf"/><Relationship Id="rId18" Type="http://schemas.openxmlformats.org/officeDocument/2006/relationships/image" Target="../media/image191.wmf"/><Relationship Id="rId3" Type="http://schemas.openxmlformats.org/officeDocument/2006/relationships/image" Target="../media/image34.wmf"/><Relationship Id="rId7" Type="http://schemas.openxmlformats.org/officeDocument/2006/relationships/image" Target="../media/image6.wmf"/><Relationship Id="rId12" Type="http://schemas.openxmlformats.org/officeDocument/2006/relationships/image" Target="../media/image186.wmf"/><Relationship Id="rId17" Type="http://schemas.openxmlformats.org/officeDocument/2006/relationships/image" Target="../media/image190.wmf"/><Relationship Id="rId2" Type="http://schemas.openxmlformats.org/officeDocument/2006/relationships/image" Target="../media/image40.wmf"/><Relationship Id="rId16" Type="http://schemas.openxmlformats.org/officeDocument/2006/relationships/image" Target="../media/image32.wmf"/><Relationship Id="rId1" Type="http://schemas.openxmlformats.org/officeDocument/2006/relationships/image" Target="../media/image183.wmf"/><Relationship Id="rId6" Type="http://schemas.openxmlformats.org/officeDocument/2006/relationships/image" Target="../media/image170.wmf"/><Relationship Id="rId11" Type="http://schemas.openxmlformats.org/officeDocument/2006/relationships/image" Target="../media/image185.wmf"/><Relationship Id="rId5" Type="http://schemas.openxmlformats.org/officeDocument/2006/relationships/image" Target="../media/image184.wmf"/><Relationship Id="rId15" Type="http://schemas.openxmlformats.org/officeDocument/2006/relationships/image" Target="../media/image189.wmf"/><Relationship Id="rId10" Type="http://schemas.openxmlformats.org/officeDocument/2006/relationships/image" Target="../media/image173.wmf"/><Relationship Id="rId4" Type="http://schemas.openxmlformats.org/officeDocument/2006/relationships/image" Target="../media/image2.wmf"/><Relationship Id="rId9" Type="http://schemas.openxmlformats.org/officeDocument/2006/relationships/image" Target="../media/image172.wmf"/><Relationship Id="rId14" Type="http://schemas.openxmlformats.org/officeDocument/2006/relationships/image" Target="../media/image18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13" Type="http://schemas.openxmlformats.org/officeDocument/2006/relationships/image" Target="../media/image203.wmf"/><Relationship Id="rId3" Type="http://schemas.openxmlformats.org/officeDocument/2006/relationships/image" Target="../media/image194.wmf"/><Relationship Id="rId7" Type="http://schemas.openxmlformats.org/officeDocument/2006/relationships/image" Target="../media/image197.wmf"/><Relationship Id="rId12" Type="http://schemas.openxmlformats.org/officeDocument/2006/relationships/image" Target="../media/image202.wmf"/><Relationship Id="rId2" Type="http://schemas.openxmlformats.org/officeDocument/2006/relationships/image" Target="../media/image193.wmf"/><Relationship Id="rId16" Type="http://schemas.openxmlformats.org/officeDocument/2006/relationships/image" Target="../media/image206.wmf"/><Relationship Id="rId1" Type="http://schemas.openxmlformats.org/officeDocument/2006/relationships/image" Target="../media/image192.wmf"/><Relationship Id="rId6" Type="http://schemas.openxmlformats.org/officeDocument/2006/relationships/image" Target="../media/image196.wmf"/><Relationship Id="rId11" Type="http://schemas.openxmlformats.org/officeDocument/2006/relationships/image" Target="../media/image201.wmf"/><Relationship Id="rId5" Type="http://schemas.openxmlformats.org/officeDocument/2006/relationships/image" Target="../media/image35.wmf"/><Relationship Id="rId15" Type="http://schemas.openxmlformats.org/officeDocument/2006/relationships/image" Target="../media/image205.wmf"/><Relationship Id="rId10" Type="http://schemas.openxmlformats.org/officeDocument/2006/relationships/image" Target="../media/image200.wmf"/><Relationship Id="rId4" Type="http://schemas.openxmlformats.org/officeDocument/2006/relationships/image" Target="../media/image195.wmf"/><Relationship Id="rId9" Type="http://schemas.openxmlformats.org/officeDocument/2006/relationships/image" Target="../media/image199.wmf"/><Relationship Id="rId14" Type="http://schemas.openxmlformats.org/officeDocument/2006/relationships/image" Target="../media/image20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13" Type="http://schemas.openxmlformats.org/officeDocument/2006/relationships/image" Target="../media/image211.wmf"/><Relationship Id="rId18" Type="http://schemas.openxmlformats.org/officeDocument/2006/relationships/image" Target="../media/image216.wmf"/><Relationship Id="rId3" Type="http://schemas.openxmlformats.org/officeDocument/2006/relationships/image" Target="../media/image194.wmf"/><Relationship Id="rId7" Type="http://schemas.openxmlformats.org/officeDocument/2006/relationships/image" Target="../media/image197.wmf"/><Relationship Id="rId12" Type="http://schemas.openxmlformats.org/officeDocument/2006/relationships/image" Target="../media/image210.wmf"/><Relationship Id="rId17" Type="http://schemas.openxmlformats.org/officeDocument/2006/relationships/image" Target="../media/image215.wmf"/><Relationship Id="rId2" Type="http://schemas.openxmlformats.org/officeDocument/2006/relationships/image" Target="../media/image207.wmf"/><Relationship Id="rId16" Type="http://schemas.openxmlformats.org/officeDocument/2006/relationships/image" Target="../media/image214.wmf"/><Relationship Id="rId1" Type="http://schemas.openxmlformats.org/officeDocument/2006/relationships/image" Target="../media/image192.wmf"/><Relationship Id="rId6" Type="http://schemas.openxmlformats.org/officeDocument/2006/relationships/image" Target="../media/image196.wmf"/><Relationship Id="rId11" Type="http://schemas.openxmlformats.org/officeDocument/2006/relationships/image" Target="../media/image209.wmf"/><Relationship Id="rId5" Type="http://schemas.openxmlformats.org/officeDocument/2006/relationships/image" Target="../media/image35.wmf"/><Relationship Id="rId15" Type="http://schemas.openxmlformats.org/officeDocument/2006/relationships/image" Target="../media/image213.wmf"/><Relationship Id="rId10" Type="http://schemas.openxmlformats.org/officeDocument/2006/relationships/image" Target="../media/image199.wmf"/><Relationship Id="rId4" Type="http://schemas.openxmlformats.org/officeDocument/2006/relationships/image" Target="../media/image195.wmf"/><Relationship Id="rId9" Type="http://schemas.openxmlformats.org/officeDocument/2006/relationships/image" Target="../media/image208.wmf"/><Relationship Id="rId14" Type="http://schemas.openxmlformats.org/officeDocument/2006/relationships/image" Target="../media/image212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222.wmf"/><Relationship Id="rId18" Type="http://schemas.openxmlformats.org/officeDocument/2006/relationships/image" Target="../media/image227.wmf"/><Relationship Id="rId26" Type="http://schemas.openxmlformats.org/officeDocument/2006/relationships/image" Target="../media/image235.wmf"/><Relationship Id="rId3" Type="http://schemas.openxmlformats.org/officeDocument/2006/relationships/image" Target="../media/image195.wmf"/><Relationship Id="rId21" Type="http://schemas.openxmlformats.org/officeDocument/2006/relationships/image" Target="../media/image230.wmf"/><Relationship Id="rId7" Type="http://schemas.openxmlformats.org/officeDocument/2006/relationships/image" Target="../media/image198.wmf"/><Relationship Id="rId12" Type="http://schemas.openxmlformats.org/officeDocument/2006/relationships/image" Target="../media/image221.wmf"/><Relationship Id="rId17" Type="http://schemas.openxmlformats.org/officeDocument/2006/relationships/image" Target="../media/image226.wmf"/><Relationship Id="rId25" Type="http://schemas.openxmlformats.org/officeDocument/2006/relationships/image" Target="../media/image234.wmf"/><Relationship Id="rId2" Type="http://schemas.openxmlformats.org/officeDocument/2006/relationships/image" Target="../media/image194.wmf"/><Relationship Id="rId16" Type="http://schemas.openxmlformats.org/officeDocument/2006/relationships/image" Target="../media/image225.wmf"/><Relationship Id="rId20" Type="http://schemas.openxmlformats.org/officeDocument/2006/relationships/image" Target="../media/image229.wmf"/><Relationship Id="rId1" Type="http://schemas.openxmlformats.org/officeDocument/2006/relationships/image" Target="../media/image192.wmf"/><Relationship Id="rId6" Type="http://schemas.openxmlformats.org/officeDocument/2006/relationships/image" Target="../media/image197.wmf"/><Relationship Id="rId11" Type="http://schemas.openxmlformats.org/officeDocument/2006/relationships/image" Target="../media/image220.wmf"/><Relationship Id="rId24" Type="http://schemas.openxmlformats.org/officeDocument/2006/relationships/image" Target="../media/image233.wmf"/><Relationship Id="rId5" Type="http://schemas.openxmlformats.org/officeDocument/2006/relationships/image" Target="../media/image196.wmf"/><Relationship Id="rId15" Type="http://schemas.openxmlformats.org/officeDocument/2006/relationships/image" Target="../media/image224.wmf"/><Relationship Id="rId23" Type="http://schemas.openxmlformats.org/officeDocument/2006/relationships/image" Target="../media/image232.wmf"/><Relationship Id="rId10" Type="http://schemas.openxmlformats.org/officeDocument/2006/relationships/image" Target="../media/image219.wmf"/><Relationship Id="rId19" Type="http://schemas.openxmlformats.org/officeDocument/2006/relationships/image" Target="../media/image228.wmf"/><Relationship Id="rId4" Type="http://schemas.openxmlformats.org/officeDocument/2006/relationships/image" Target="../media/image35.wmf"/><Relationship Id="rId9" Type="http://schemas.openxmlformats.org/officeDocument/2006/relationships/image" Target="../media/image218.wmf"/><Relationship Id="rId14" Type="http://schemas.openxmlformats.org/officeDocument/2006/relationships/image" Target="../media/image223.wmf"/><Relationship Id="rId22" Type="http://schemas.openxmlformats.org/officeDocument/2006/relationships/image" Target="../media/image23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image" Target="../media/image5.wmf"/><Relationship Id="rId18" Type="http://schemas.openxmlformats.org/officeDocument/2006/relationships/image" Target="../media/image249.wmf"/><Relationship Id="rId26" Type="http://schemas.openxmlformats.org/officeDocument/2006/relationships/image" Target="../media/image256.wmf"/><Relationship Id="rId3" Type="http://schemas.openxmlformats.org/officeDocument/2006/relationships/image" Target="../media/image138.wmf"/><Relationship Id="rId21" Type="http://schemas.openxmlformats.org/officeDocument/2006/relationships/image" Target="../media/image113.wmf"/><Relationship Id="rId34" Type="http://schemas.openxmlformats.org/officeDocument/2006/relationships/image" Target="../media/image264.wmf"/><Relationship Id="rId7" Type="http://schemas.openxmlformats.org/officeDocument/2006/relationships/image" Target="../media/image240.wmf"/><Relationship Id="rId12" Type="http://schemas.openxmlformats.org/officeDocument/2006/relationships/image" Target="../media/image245.wmf"/><Relationship Id="rId17" Type="http://schemas.openxmlformats.org/officeDocument/2006/relationships/image" Target="../media/image167.wmf"/><Relationship Id="rId25" Type="http://schemas.openxmlformats.org/officeDocument/2006/relationships/image" Target="../media/image255.wmf"/><Relationship Id="rId33" Type="http://schemas.openxmlformats.org/officeDocument/2006/relationships/image" Target="../media/image263.wmf"/><Relationship Id="rId2" Type="http://schemas.openxmlformats.org/officeDocument/2006/relationships/image" Target="../media/image236.wmf"/><Relationship Id="rId16" Type="http://schemas.openxmlformats.org/officeDocument/2006/relationships/image" Target="../media/image248.wmf"/><Relationship Id="rId20" Type="http://schemas.openxmlformats.org/officeDocument/2006/relationships/image" Target="../media/image251.wmf"/><Relationship Id="rId29" Type="http://schemas.openxmlformats.org/officeDocument/2006/relationships/image" Target="../media/image259.wmf"/><Relationship Id="rId1" Type="http://schemas.openxmlformats.org/officeDocument/2006/relationships/image" Target="../media/image56.wmf"/><Relationship Id="rId6" Type="http://schemas.openxmlformats.org/officeDocument/2006/relationships/image" Target="../media/image239.wmf"/><Relationship Id="rId11" Type="http://schemas.openxmlformats.org/officeDocument/2006/relationships/image" Target="../media/image244.wmf"/><Relationship Id="rId24" Type="http://schemas.openxmlformats.org/officeDocument/2006/relationships/image" Target="../media/image254.wmf"/><Relationship Id="rId32" Type="http://schemas.openxmlformats.org/officeDocument/2006/relationships/image" Target="../media/image262.wmf"/><Relationship Id="rId5" Type="http://schemas.openxmlformats.org/officeDocument/2006/relationships/image" Target="../media/image238.wmf"/><Relationship Id="rId15" Type="http://schemas.openxmlformats.org/officeDocument/2006/relationships/image" Target="../media/image247.wmf"/><Relationship Id="rId23" Type="http://schemas.openxmlformats.org/officeDocument/2006/relationships/image" Target="../media/image253.wmf"/><Relationship Id="rId28" Type="http://schemas.openxmlformats.org/officeDocument/2006/relationships/image" Target="../media/image258.wmf"/><Relationship Id="rId10" Type="http://schemas.openxmlformats.org/officeDocument/2006/relationships/image" Target="../media/image243.wmf"/><Relationship Id="rId19" Type="http://schemas.openxmlformats.org/officeDocument/2006/relationships/image" Target="../media/image250.wmf"/><Relationship Id="rId31" Type="http://schemas.openxmlformats.org/officeDocument/2006/relationships/image" Target="../media/image261.wmf"/><Relationship Id="rId4" Type="http://schemas.openxmlformats.org/officeDocument/2006/relationships/image" Target="../media/image237.wmf"/><Relationship Id="rId9" Type="http://schemas.openxmlformats.org/officeDocument/2006/relationships/image" Target="../media/image242.wmf"/><Relationship Id="rId14" Type="http://schemas.openxmlformats.org/officeDocument/2006/relationships/image" Target="../media/image246.wmf"/><Relationship Id="rId22" Type="http://schemas.openxmlformats.org/officeDocument/2006/relationships/image" Target="../media/image252.wmf"/><Relationship Id="rId27" Type="http://schemas.openxmlformats.org/officeDocument/2006/relationships/image" Target="../media/image257.wmf"/><Relationship Id="rId30" Type="http://schemas.openxmlformats.org/officeDocument/2006/relationships/image" Target="../media/image26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uz-Cyrl-U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359AD3-ABCF-495E-8B09-AC6DD946B0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52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D177E-652A-4D9B-8563-EF333452FBF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54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F8091D-F539-4423-B83B-557C7A71A8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81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2E400-9398-4C38-8AEF-2C8B7D55282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25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1566A-A401-4B89-8125-6A948CD99E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232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426580-8DED-4C8E-B804-598E491C16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82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2631C-5764-4411-8690-0C258BC68CA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E552F-1B72-4102-8EB0-97EABA94626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53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uz-Cyrl-UZ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1EDFB-A833-40B6-8BA9-AC416863329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693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D32322-7BC3-4895-A08C-AC2FAA18BD0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72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BD32C-CF20-47C6-BD74-83924D64E1C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987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FD22BD-7B28-4034-85BA-25F9528A101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234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106BE-120A-4B24-BECE-B71AF7BF00A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866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Arial" pitchFamily="34" charset="0"/>
              </a:defRPr>
            </a:lvl1pPr>
          </a:lstStyle>
          <a:p>
            <a:pPr>
              <a:defRPr/>
            </a:pPr>
            <a:fld id="{536D174C-A967-4F31-9A06-178201FA61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uz-Cyrl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5.xml"/><Relationship Id="rId7" Type="http://schemas.openxmlformats.org/officeDocument/2006/relationships/slide" Target="slide10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11.xml"/><Relationship Id="rId10" Type="http://schemas.openxmlformats.org/officeDocument/2006/relationships/slide" Target="slide37.xml"/><Relationship Id="rId4" Type="http://schemas.openxmlformats.org/officeDocument/2006/relationships/slide" Target="slide6.xml"/><Relationship Id="rId9" Type="http://schemas.openxmlformats.org/officeDocument/2006/relationships/slide" Target="slide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7.bin"/><Relationship Id="rId3" Type="http://schemas.openxmlformats.org/officeDocument/2006/relationships/image" Target="../media/image11.gif"/><Relationship Id="rId21" Type="http://schemas.openxmlformats.org/officeDocument/2006/relationships/oleObject" Target="../embeddings/oleObject9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7.wmf"/><Relationship Id="rId25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6.bin"/><Relationship Id="rId20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4.wmf"/><Relationship Id="rId24" Type="http://schemas.openxmlformats.org/officeDocument/2006/relationships/image" Target="../media/image10.wmf"/><Relationship Id="rId5" Type="http://schemas.openxmlformats.org/officeDocument/2006/relationships/image" Target="../media/image13.png"/><Relationship Id="rId15" Type="http://schemas.openxmlformats.org/officeDocument/2006/relationships/image" Target="../media/image6.wmf"/><Relationship Id="rId23" Type="http://schemas.openxmlformats.org/officeDocument/2006/relationships/oleObject" Target="../embeddings/oleObject10.bin"/><Relationship Id="rId10" Type="http://schemas.openxmlformats.org/officeDocument/2006/relationships/oleObject" Target="../embeddings/oleObject3.bin"/><Relationship Id="rId19" Type="http://schemas.openxmlformats.org/officeDocument/2006/relationships/image" Target="../media/image8.wmf"/><Relationship Id="rId4" Type="http://schemas.openxmlformats.org/officeDocument/2006/relationships/image" Target="../media/image12.png"/><Relationship Id="rId9" Type="http://schemas.openxmlformats.org/officeDocument/2006/relationships/image" Target="../media/image3.wmf"/><Relationship Id="rId14" Type="http://schemas.openxmlformats.org/officeDocument/2006/relationships/oleObject" Target="../embeddings/oleObject5.bin"/><Relationship Id="rId22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6.bin"/><Relationship Id="rId18" Type="http://schemas.openxmlformats.org/officeDocument/2006/relationships/oleObject" Target="../embeddings/oleObject19.bin"/><Relationship Id="rId26" Type="http://schemas.openxmlformats.org/officeDocument/2006/relationships/image" Target="../media/image18.wmf"/><Relationship Id="rId3" Type="http://schemas.openxmlformats.org/officeDocument/2006/relationships/image" Target="../media/image12.png"/><Relationship Id="rId21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6.wmf"/><Relationship Id="rId17" Type="http://schemas.openxmlformats.org/officeDocument/2006/relationships/image" Target="../media/image15.wmf"/><Relationship Id="rId25" Type="http://schemas.openxmlformats.org/officeDocument/2006/relationships/oleObject" Target="../embeddings/oleObject24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1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24" Type="http://schemas.openxmlformats.org/officeDocument/2006/relationships/oleObject" Target="../embeddings/oleObject23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image" Target="../media/image17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3.png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7.wmf"/><Relationship Id="rId22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14.wmf"/><Relationship Id="rId26" Type="http://schemas.openxmlformats.org/officeDocument/2006/relationships/oleObject" Target="../embeddings/oleObject36.bin"/><Relationship Id="rId3" Type="http://schemas.openxmlformats.org/officeDocument/2006/relationships/image" Target="../media/image12.png"/><Relationship Id="rId21" Type="http://schemas.openxmlformats.org/officeDocument/2006/relationships/oleObject" Target="../embeddings/oleObject33.bin"/><Relationship Id="rId34" Type="http://schemas.openxmlformats.org/officeDocument/2006/relationships/image" Target="../media/image27.wmf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31.bin"/><Relationship Id="rId25" Type="http://schemas.openxmlformats.org/officeDocument/2006/relationships/image" Target="../media/image23.wmf"/><Relationship Id="rId33" Type="http://schemas.openxmlformats.org/officeDocument/2006/relationships/oleObject" Target="../embeddings/oleObject40.bin"/><Relationship Id="rId38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wmf"/><Relationship Id="rId20" Type="http://schemas.openxmlformats.org/officeDocument/2006/relationships/image" Target="../media/image21.wmf"/><Relationship Id="rId29" Type="http://schemas.openxmlformats.org/officeDocument/2006/relationships/oleObject" Target="../embeddings/oleObject38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8.bin"/><Relationship Id="rId24" Type="http://schemas.openxmlformats.org/officeDocument/2006/relationships/oleObject" Target="../embeddings/oleObject35.bin"/><Relationship Id="rId32" Type="http://schemas.openxmlformats.org/officeDocument/2006/relationships/image" Target="../media/image26.wmf"/><Relationship Id="rId37" Type="http://schemas.openxmlformats.org/officeDocument/2006/relationships/oleObject" Target="../embeddings/oleObject42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image" Target="../media/image22.wmf"/><Relationship Id="rId28" Type="http://schemas.openxmlformats.org/officeDocument/2006/relationships/image" Target="../media/image24.wmf"/><Relationship Id="rId36" Type="http://schemas.openxmlformats.org/officeDocument/2006/relationships/image" Target="../media/image28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32.bin"/><Relationship Id="rId31" Type="http://schemas.openxmlformats.org/officeDocument/2006/relationships/oleObject" Target="../embeddings/oleObject39.bin"/><Relationship Id="rId4" Type="http://schemas.openxmlformats.org/officeDocument/2006/relationships/image" Target="../media/image13.png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7.wmf"/><Relationship Id="rId22" Type="http://schemas.openxmlformats.org/officeDocument/2006/relationships/oleObject" Target="../embeddings/oleObject34.bin"/><Relationship Id="rId27" Type="http://schemas.openxmlformats.org/officeDocument/2006/relationships/oleObject" Target="../embeddings/oleObject37.bin"/><Relationship Id="rId30" Type="http://schemas.openxmlformats.org/officeDocument/2006/relationships/image" Target="../media/image25.wmf"/><Relationship Id="rId35" Type="http://schemas.openxmlformats.org/officeDocument/2006/relationships/oleObject" Target="../embeddings/oleObject4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47.bin"/><Relationship Id="rId18" Type="http://schemas.openxmlformats.org/officeDocument/2006/relationships/oleObject" Target="../embeddings/oleObject49.bin"/><Relationship Id="rId26" Type="http://schemas.openxmlformats.org/officeDocument/2006/relationships/oleObject" Target="../embeddings/oleObject54.bin"/><Relationship Id="rId3" Type="http://schemas.openxmlformats.org/officeDocument/2006/relationships/image" Target="../media/image12.png"/><Relationship Id="rId21" Type="http://schemas.openxmlformats.org/officeDocument/2006/relationships/oleObject" Target="../embeddings/oleObject51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33.wmf"/><Relationship Id="rId17" Type="http://schemas.openxmlformats.org/officeDocument/2006/relationships/image" Target="../media/image35.wmf"/><Relationship Id="rId25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29" Type="http://schemas.openxmlformats.org/officeDocument/2006/relationships/image" Target="../media/image7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46.bin"/><Relationship Id="rId24" Type="http://schemas.openxmlformats.org/officeDocument/2006/relationships/oleObject" Target="../embeddings/oleObject53.bin"/><Relationship Id="rId5" Type="http://schemas.openxmlformats.org/officeDocument/2006/relationships/oleObject" Target="../embeddings/oleObject43.bin"/><Relationship Id="rId15" Type="http://schemas.openxmlformats.org/officeDocument/2006/relationships/image" Target="../media/image11.gif"/><Relationship Id="rId23" Type="http://schemas.openxmlformats.org/officeDocument/2006/relationships/image" Target="../media/image36.wmf"/><Relationship Id="rId28" Type="http://schemas.openxmlformats.org/officeDocument/2006/relationships/oleObject" Target="../embeddings/oleObject55.bin"/><Relationship Id="rId10" Type="http://schemas.openxmlformats.org/officeDocument/2006/relationships/image" Target="../media/image32.wmf"/><Relationship Id="rId19" Type="http://schemas.openxmlformats.org/officeDocument/2006/relationships/image" Target="../media/image2.wmf"/><Relationship Id="rId31" Type="http://schemas.openxmlformats.org/officeDocument/2006/relationships/image" Target="../media/image38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34.wmf"/><Relationship Id="rId22" Type="http://schemas.openxmlformats.org/officeDocument/2006/relationships/oleObject" Target="../embeddings/oleObject52.bin"/><Relationship Id="rId27" Type="http://schemas.openxmlformats.org/officeDocument/2006/relationships/image" Target="../media/image6.wmf"/><Relationship Id="rId30" Type="http://schemas.openxmlformats.org/officeDocument/2006/relationships/oleObject" Target="../embeddings/oleObject5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61.bin"/><Relationship Id="rId18" Type="http://schemas.openxmlformats.org/officeDocument/2006/relationships/oleObject" Target="../embeddings/oleObject63.bin"/><Relationship Id="rId26" Type="http://schemas.openxmlformats.org/officeDocument/2006/relationships/image" Target="../media/image44.wmf"/><Relationship Id="rId3" Type="http://schemas.openxmlformats.org/officeDocument/2006/relationships/image" Target="../media/image12.png"/><Relationship Id="rId21" Type="http://schemas.openxmlformats.org/officeDocument/2006/relationships/image" Target="../media/image3.wmf"/><Relationship Id="rId34" Type="http://schemas.openxmlformats.org/officeDocument/2006/relationships/image" Target="../media/image48.wmf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35.wmf"/><Relationship Id="rId17" Type="http://schemas.openxmlformats.org/officeDocument/2006/relationships/image" Target="../media/image42.wmf"/><Relationship Id="rId25" Type="http://schemas.openxmlformats.org/officeDocument/2006/relationships/oleObject" Target="../embeddings/oleObject67.bin"/><Relationship Id="rId33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29" Type="http://schemas.openxmlformats.org/officeDocument/2006/relationships/oleObject" Target="../embeddings/oleObject69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60.bin"/><Relationship Id="rId24" Type="http://schemas.openxmlformats.org/officeDocument/2006/relationships/image" Target="../media/image43.wmf"/><Relationship Id="rId32" Type="http://schemas.openxmlformats.org/officeDocument/2006/relationships/image" Target="../media/image47.wmf"/><Relationship Id="rId5" Type="http://schemas.openxmlformats.org/officeDocument/2006/relationships/oleObject" Target="../embeddings/oleObject57.bin"/><Relationship Id="rId15" Type="http://schemas.openxmlformats.org/officeDocument/2006/relationships/image" Target="../media/image11.gif"/><Relationship Id="rId23" Type="http://schemas.openxmlformats.org/officeDocument/2006/relationships/oleObject" Target="../embeddings/oleObject66.bin"/><Relationship Id="rId28" Type="http://schemas.openxmlformats.org/officeDocument/2006/relationships/image" Target="../media/image45.wmf"/><Relationship Id="rId10" Type="http://schemas.openxmlformats.org/officeDocument/2006/relationships/image" Target="../media/image37.wmf"/><Relationship Id="rId19" Type="http://schemas.openxmlformats.org/officeDocument/2006/relationships/image" Target="../media/image33.wmf"/><Relationship Id="rId31" Type="http://schemas.openxmlformats.org/officeDocument/2006/relationships/oleObject" Target="../embeddings/oleObject70.bin"/><Relationship Id="rId4" Type="http://schemas.openxmlformats.org/officeDocument/2006/relationships/image" Target="../media/image13.png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41.wmf"/><Relationship Id="rId22" Type="http://schemas.openxmlformats.org/officeDocument/2006/relationships/oleObject" Target="../embeddings/oleObject65.bin"/><Relationship Id="rId27" Type="http://schemas.openxmlformats.org/officeDocument/2006/relationships/oleObject" Target="../embeddings/oleObject68.bin"/><Relationship Id="rId30" Type="http://schemas.openxmlformats.org/officeDocument/2006/relationships/image" Target="../media/image46.wmf"/><Relationship Id="rId35" Type="http://schemas.openxmlformats.org/officeDocument/2006/relationships/oleObject" Target="../embeddings/oleObject7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33.wmf"/><Relationship Id="rId26" Type="http://schemas.openxmlformats.org/officeDocument/2006/relationships/oleObject" Target="../embeddings/oleObject84.bin"/><Relationship Id="rId3" Type="http://schemas.openxmlformats.org/officeDocument/2006/relationships/image" Target="../media/image12.png"/><Relationship Id="rId21" Type="http://schemas.openxmlformats.org/officeDocument/2006/relationships/oleObject" Target="../embeddings/oleObject81.bin"/><Relationship Id="rId34" Type="http://schemas.openxmlformats.org/officeDocument/2006/relationships/oleObject" Target="../embeddings/oleObject88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79.bin"/><Relationship Id="rId25" Type="http://schemas.openxmlformats.org/officeDocument/2006/relationships/oleObject" Target="../embeddings/oleObject83.bin"/><Relationship Id="rId33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3.wmf"/><Relationship Id="rId20" Type="http://schemas.openxmlformats.org/officeDocument/2006/relationships/image" Target="../media/image54.wmf"/><Relationship Id="rId29" Type="http://schemas.openxmlformats.org/officeDocument/2006/relationships/image" Target="../media/image5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76.bin"/><Relationship Id="rId24" Type="http://schemas.openxmlformats.org/officeDocument/2006/relationships/image" Target="../media/image56.wmf"/><Relationship Id="rId32" Type="http://schemas.openxmlformats.org/officeDocument/2006/relationships/oleObject" Target="../embeddings/oleObject87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2.bin"/><Relationship Id="rId28" Type="http://schemas.openxmlformats.org/officeDocument/2006/relationships/oleObject" Target="../embeddings/oleObject85.bin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80.bin"/><Relationship Id="rId31" Type="http://schemas.openxmlformats.org/officeDocument/2006/relationships/image" Target="../media/image6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52.wmf"/><Relationship Id="rId22" Type="http://schemas.openxmlformats.org/officeDocument/2006/relationships/image" Target="../media/image55.wmf"/><Relationship Id="rId27" Type="http://schemas.openxmlformats.org/officeDocument/2006/relationships/image" Target="../media/image36.wmf"/><Relationship Id="rId30" Type="http://schemas.openxmlformats.org/officeDocument/2006/relationships/oleObject" Target="../embeddings/oleObject86.bin"/><Relationship Id="rId35" Type="http://schemas.openxmlformats.org/officeDocument/2006/relationships/image" Target="../media/image3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93.bin"/><Relationship Id="rId18" Type="http://schemas.openxmlformats.org/officeDocument/2006/relationships/oleObject" Target="../embeddings/oleObject96.bin"/><Relationship Id="rId26" Type="http://schemas.openxmlformats.org/officeDocument/2006/relationships/oleObject" Target="../embeddings/oleObject101.bin"/><Relationship Id="rId3" Type="http://schemas.openxmlformats.org/officeDocument/2006/relationships/image" Target="../media/image12.png"/><Relationship Id="rId21" Type="http://schemas.openxmlformats.org/officeDocument/2006/relationships/image" Target="../media/image61.wmf"/><Relationship Id="rId34" Type="http://schemas.openxmlformats.org/officeDocument/2006/relationships/image" Target="../media/image41.wmf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58.wmf"/><Relationship Id="rId17" Type="http://schemas.openxmlformats.org/officeDocument/2006/relationships/image" Target="../media/image59.wmf"/><Relationship Id="rId25" Type="http://schemas.openxmlformats.org/officeDocument/2006/relationships/image" Target="../media/image62.wmf"/><Relationship Id="rId33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5.bin"/><Relationship Id="rId20" Type="http://schemas.openxmlformats.org/officeDocument/2006/relationships/oleObject" Target="../embeddings/oleObject97.bin"/><Relationship Id="rId29" Type="http://schemas.openxmlformats.org/officeDocument/2006/relationships/image" Target="../media/image5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92.bin"/><Relationship Id="rId24" Type="http://schemas.openxmlformats.org/officeDocument/2006/relationships/oleObject" Target="../embeddings/oleObject100.bin"/><Relationship Id="rId32" Type="http://schemas.openxmlformats.org/officeDocument/2006/relationships/image" Target="../media/image57.wmf"/><Relationship Id="rId5" Type="http://schemas.openxmlformats.org/officeDocument/2006/relationships/oleObject" Target="../embeddings/oleObject89.bin"/><Relationship Id="rId15" Type="http://schemas.openxmlformats.org/officeDocument/2006/relationships/image" Target="../media/image56.wmf"/><Relationship Id="rId23" Type="http://schemas.openxmlformats.org/officeDocument/2006/relationships/oleObject" Target="../embeddings/oleObject99.bin"/><Relationship Id="rId28" Type="http://schemas.openxmlformats.org/officeDocument/2006/relationships/oleObject" Target="../embeddings/oleObject102.bin"/><Relationship Id="rId36" Type="http://schemas.openxmlformats.org/officeDocument/2006/relationships/slide" Target="slide3.xml"/><Relationship Id="rId10" Type="http://schemas.openxmlformats.org/officeDocument/2006/relationships/image" Target="../media/image52.wmf"/><Relationship Id="rId19" Type="http://schemas.openxmlformats.org/officeDocument/2006/relationships/image" Target="../media/image60.wmf"/><Relationship Id="rId31" Type="http://schemas.openxmlformats.org/officeDocument/2006/relationships/oleObject" Target="../embeddings/oleObject104.bin"/><Relationship Id="rId4" Type="http://schemas.openxmlformats.org/officeDocument/2006/relationships/image" Target="../media/image13.png"/><Relationship Id="rId9" Type="http://schemas.openxmlformats.org/officeDocument/2006/relationships/oleObject" Target="../embeddings/oleObject91.bin"/><Relationship Id="rId14" Type="http://schemas.openxmlformats.org/officeDocument/2006/relationships/oleObject" Target="../embeddings/oleObject94.bin"/><Relationship Id="rId22" Type="http://schemas.openxmlformats.org/officeDocument/2006/relationships/oleObject" Target="../embeddings/oleObject98.bin"/><Relationship Id="rId27" Type="http://schemas.openxmlformats.org/officeDocument/2006/relationships/image" Target="../media/image54.wmf"/><Relationship Id="rId30" Type="http://schemas.openxmlformats.org/officeDocument/2006/relationships/oleObject" Target="../embeddings/oleObject103.bin"/><Relationship Id="rId35" Type="http://schemas.openxmlformats.org/officeDocument/2006/relationships/oleObject" Target="../embeddings/oleObject106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66.wmf"/><Relationship Id="rId26" Type="http://schemas.openxmlformats.org/officeDocument/2006/relationships/image" Target="../media/image69.wmf"/><Relationship Id="rId39" Type="http://schemas.openxmlformats.org/officeDocument/2006/relationships/oleObject" Target="../embeddings/oleObject125.bin"/><Relationship Id="rId21" Type="http://schemas.openxmlformats.org/officeDocument/2006/relationships/oleObject" Target="../embeddings/oleObject115.bin"/><Relationship Id="rId34" Type="http://schemas.openxmlformats.org/officeDocument/2006/relationships/image" Target="../media/image71.wmf"/><Relationship Id="rId42" Type="http://schemas.openxmlformats.org/officeDocument/2006/relationships/image" Target="../media/image73.wmf"/><Relationship Id="rId47" Type="http://schemas.openxmlformats.org/officeDocument/2006/relationships/image" Target="../media/image75.wmf"/><Relationship Id="rId50" Type="http://schemas.openxmlformats.org/officeDocument/2006/relationships/oleObject" Target="../embeddings/oleObject131.bin"/><Relationship Id="rId55" Type="http://schemas.openxmlformats.org/officeDocument/2006/relationships/oleObject" Target="../embeddings/oleObject135.bin"/><Relationship Id="rId63" Type="http://schemas.openxmlformats.org/officeDocument/2006/relationships/oleObject" Target="../embeddings/oleObject139.bin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29" Type="http://schemas.openxmlformats.org/officeDocument/2006/relationships/image" Target="../media/image55.wmf"/><Relationship Id="rId41" Type="http://schemas.openxmlformats.org/officeDocument/2006/relationships/oleObject" Target="../embeddings/oleObject126.bin"/><Relationship Id="rId54" Type="http://schemas.openxmlformats.org/officeDocument/2006/relationships/image" Target="../media/image77.wmf"/><Relationship Id="rId62" Type="http://schemas.openxmlformats.org/officeDocument/2006/relationships/image" Target="../media/image80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33.wmf"/><Relationship Id="rId32" Type="http://schemas.openxmlformats.org/officeDocument/2006/relationships/oleObject" Target="../embeddings/oleObject121.bin"/><Relationship Id="rId37" Type="http://schemas.openxmlformats.org/officeDocument/2006/relationships/oleObject" Target="../embeddings/oleObject124.bin"/><Relationship Id="rId40" Type="http://schemas.openxmlformats.org/officeDocument/2006/relationships/image" Target="../media/image72.wmf"/><Relationship Id="rId45" Type="http://schemas.openxmlformats.org/officeDocument/2006/relationships/oleObject" Target="../embeddings/oleObject128.bin"/><Relationship Id="rId53" Type="http://schemas.openxmlformats.org/officeDocument/2006/relationships/oleObject" Target="../embeddings/oleObject134.bin"/><Relationship Id="rId58" Type="http://schemas.openxmlformats.org/officeDocument/2006/relationships/image" Target="../media/image78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28" Type="http://schemas.openxmlformats.org/officeDocument/2006/relationships/oleObject" Target="../embeddings/oleObject119.bin"/><Relationship Id="rId36" Type="http://schemas.openxmlformats.org/officeDocument/2006/relationships/image" Target="../media/image53.wmf"/><Relationship Id="rId49" Type="http://schemas.openxmlformats.org/officeDocument/2006/relationships/image" Target="../media/image76.wmf"/><Relationship Id="rId57" Type="http://schemas.openxmlformats.org/officeDocument/2006/relationships/oleObject" Target="../embeddings/oleObject136.bin"/><Relationship Id="rId61" Type="http://schemas.openxmlformats.org/officeDocument/2006/relationships/oleObject" Target="../embeddings/oleObject138.bin"/><Relationship Id="rId10" Type="http://schemas.openxmlformats.org/officeDocument/2006/relationships/image" Target="../media/image37.wmf"/><Relationship Id="rId19" Type="http://schemas.openxmlformats.org/officeDocument/2006/relationships/oleObject" Target="../embeddings/oleObject114.bin"/><Relationship Id="rId31" Type="http://schemas.openxmlformats.org/officeDocument/2006/relationships/image" Target="../media/image70.wmf"/><Relationship Id="rId44" Type="http://schemas.openxmlformats.org/officeDocument/2006/relationships/image" Target="../media/image74.wmf"/><Relationship Id="rId52" Type="http://schemas.openxmlformats.org/officeDocument/2006/relationships/oleObject" Target="../embeddings/oleObject133.bin"/><Relationship Id="rId60" Type="http://schemas.openxmlformats.org/officeDocument/2006/relationships/image" Target="../media/image79.wmf"/><Relationship Id="rId65" Type="http://schemas.openxmlformats.org/officeDocument/2006/relationships/slide" Target="slide6.xml"/><Relationship Id="rId4" Type="http://schemas.openxmlformats.org/officeDocument/2006/relationships/image" Target="../media/image13.png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7.wmf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118.bin"/><Relationship Id="rId30" Type="http://schemas.openxmlformats.org/officeDocument/2006/relationships/oleObject" Target="../embeddings/oleObject120.bin"/><Relationship Id="rId35" Type="http://schemas.openxmlformats.org/officeDocument/2006/relationships/oleObject" Target="../embeddings/oleObject123.bin"/><Relationship Id="rId43" Type="http://schemas.openxmlformats.org/officeDocument/2006/relationships/oleObject" Target="../embeddings/oleObject127.bin"/><Relationship Id="rId48" Type="http://schemas.openxmlformats.org/officeDocument/2006/relationships/oleObject" Target="../embeddings/oleObject130.bin"/><Relationship Id="rId56" Type="http://schemas.openxmlformats.org/officeDocument/2006/relationships/image" Target="../media/image54.wmf"/><Relationship Id="rId64" Type="http://schemas.openxmlformats.org/officeDocument/2006/relationships/oleObject" Target="../embeddings/oleObject140.bin"/><Relationship Id="rId8" Type="http://schemas.openxmlformats.org/officeDocument/2006/relationships/image" Target="../media/image64.wmf"/><Relationship Id="rId51" Type="http://schemas.openxmlformats.org/officeDocument/2006/relationships/oleObject" Target="../embeddings/oleObject132.bin"/><Relationship Id="rId3" Type="http://schemas.openxmlformats.org/officeDocument/2006/relationships/image" Target="../media/image12.png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33" Type="http://schemas.openxmlformats.org/officeDocument/2006/relationships/oleObject" Target="../embeddings/oleObject122.bin"/><Relationship Id="rId38" Type="http://schemas.openxmlformats.org/officeDocument/2006/relationships/image" Target="../media/image56.wmf"/><Relationship Id="rId46" Type="http://schemas.openxmlformats.org/officeDocument/2006/relationships/oleObject" Target="../embeddings/oleObject129.bin"/><Relationship Id="rId59" Type="http://schemas.openxmlformats.org/officeDocument/2006/relationships/oleObject" Target="../embeddings/oleObject13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87.wmf"/><Relationship Id="rId26" Type="http://schemas.openxmlformats.org/officeDocument/2006/relationships/oleObject" Target="../embeddings/oleObject152.bin"/><Relationship Id="rId3" Type="http://schemas.openxmlformats.org/officeDocument/2006/relationships/image" Target="../media/image12.png"/><Relationship Id="rId21" Type="http://schemas.openxmlformats.org/officeDocument/2006/relationships/image" Target="../media/image88.wmf"/><Relationship Id="rId34" Type="http://schemas.openxmlformats.org/officeDocument/2006/relationships/oleObject" Target="../embeddings/oleObject156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147.bin"/><Relationship Id="rId25" Type="http://schemas.openxmlformats.org/officeDocument/2006/relationships/image" Target="../media/image89.wmf"/><Relationship Id="rId33" Type="http://schemas.openxmlformats.org/officeDocument/2006/relationships/slide" Target="slide3.xml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86.wmf"/><Relationship Id="rId20" Type="http://schemas.openxmlformats.org/officeDocument/2006/relationships/oleObject" Target="../embeddings/oleObject149.bin"/><Relationship Id="rId29" Type="http://schemas.openxmlformats.org/officeDocument/2006/relationships/image" Target="../media/image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144.bin"/><Relationship Id="rId24" Type="http://schemas.openxmlformats.org/officeDocument/2006/relationships/oleObject" Target="../embeddings/oleObject151.bin"/><Relationship Id="rId32" Type="http://schemas.openxmlformats.org/officeDocument/2006/relationships/oleObject" Target="../embeddings/oleObject155.bin"/><Relationship Id="rId37" Type="http://schemas.openxmlformats.org/officeDocument/2006/relationships/slide" Target="slide5.xml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23" Type="http://schemas.openxmlformats.org/officeDocument/2006/relationships/image" Target="../media/image54.wmf"/><Relationship Id="rId28" Type="http://schemas.openxmlformats.org/officeDocument/2006/relationships/oleObject" Target="../embeddings/oleObject153.bin"/><Relationship Id="rId36" Type="http://schemas.openxmlformats.org/officeDocument/2006/relationships/oleObject" Target="../embeddings/oleObject157.bin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148.bin"/><Relationship Id="rId31" Type="http://schemas.openxmlformats.org/officeDocument/2006/relationships/image" Target="../media/image90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85.wmf"/><Relationship Id="rId22" Type="http://schemas.openxmlformats.org/officeDocument/2006/relationships/oleObject" Target="../embeddings/oleObject150.bin"/><Relationship Id="rId27" Type="http://schemas.openxmlformats.org/officeDocument/2006/relationships/image" Target="../media/image6.wmf"/><Relationship Id="rId30" Type="http://schemas.openxmlformats.org/officeDocument/2006/relationships/oleObject" Target="../embeddings/oleObject154.bin"/><Relationship Id="rId35" Type="http://schemas.openxmlformats.org/officeDocument/2006/relationships/image" Target="../media/image91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wmf"/><Relationship Id="rId18" Type="http://schemas.openxmlformats.org/officeDocument/2006/relationships/oleObject" Target="../embeddings/oleObject164.bin"/><Relationship Id="rId26" Type="http://schemas.openxmlformats.org/officeDocument/2006/relationships/image" Target="../media/image98.wmf"/><Relationship Id="rId39" Type="http://schemas.openxmlformats.org/officeDocument/2006/relationships/image" Target="../media/image102.wmf"/><Relationship Id="rId21" Type="http://schemas.openxmlformats.org/officeDocument/2006/relationships/oleObject" Target="../embeddings/oleObject166.bin"/><Relationship Id="rId34" Type="http://schemas.openxmlformats.org/officeDocument/2006/relationships/oleObject" Target="../embeddings/oleObject173.bin"/><Relationship Id="rId42" Type="http://schemas.openxmlformats.org/officeDocument/2006/relationships/oleObject" Target="../embeddings/oleObject177.bin"/><Relationship Id="rId47" Type="http://schemas.openxmlformats.org/officeDocument/2006/relationships/image" Target="../media/image106.wmf"/><Relationship Id="rId50" Type="http://schemas.openxmlformats.org/officeDocument/2006/relationships/oleObject" Target="../embeddings/oleObject181.bin"/><Relationship Id="rId55" Type="http://schemas.openxmlformats.org/officeDocument/2006/relationships/image" Target="../media/image109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161.bin"/><Relationship Id="rId17" Type="http://schemas.openxmlformats.org/officeDocument/2006/relationships/image" Target="../media/image94.wmf"/><Relationship Id="rId25" Type="http://schemas.openxmlformats.org/officeDocument/2006/relationships/oleObject" Target="../embeddings/oleObject168.bin"/><Relationship Id="rId33" Type="http://schemas.openxmlformats.org/officeDocument/2006/relationships/oleObject" Target="../embeddings/oleObject172.bin"/><Relationship Id="rId38" Type="http://schemas.openxmlformats.org/officeDocument/2006/relationships/oleObject" Target="../embeddings/oleObject175.bin"/><Relationship Id="rId46" Type="http://schemas.openxmlformats.org/officeDocument/2006/relationships/oleObject" Target="../embeddings/oleObject179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63.bin"/><Relationship Id="rId20" Type="http://schemas.openxmlformats.org/officeDocument/2006/relationships/image" Target="../media/image95.wmf"/><Relationship Id="rId29" Type="http://schemas.openxmlformats.org/officeDocument/2006/relationships/oleObject" Target="../embeddings/oleObject170.bin"/><Relationship Id="rId41" Type="http://schemas.openxmlformats.org/officeDocument/2006/relationships/image" Target="../media/image103.wmf"/><Relationship Id="rId54" Type="http://schemas.openxmlformats.org/officeDocument/2006/relationships/oleObject" Target="../embeddings/oleObject183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75.wmf"/><Relationship Id="rId24" Type="http://schemas.openxmlformats.org/officeDocument/2006/relationships/image" Target="../media/image97.wmf"/><Relationship Id="rId32" Type="http://schemas.openxmlformats.org/officeDocument/2006/relationships/image" Target="../media/image100.wmf"/><Relationship Id="rId37" Type="http://schemas.openxmlformats.org/officeDocument/2006/relationships/image" Target="../media/image58.wmf"/><Relationship Id="rId40" Type="http://schemas.openxmlformats.org/officeDocument/2006/relationships/oleObject" Target="../embeddings/oleObject176.bin"/><Relationship Id="rId45" Type="http://schemas.openxmlformats.org/officeDocument/2006/relationships/image" Target="../media/image105.wmf"/><Relationship Id="rId53" Type="http://schemas.openxmlformats.org/officeDocument/2006/relationships/image" Target="../media/image54.wmf"/><Relationship Id="rId5" Type="http://schemas.openxmlformats.org/officeDocument/2006/relationships/image" Target="../media/image110.png"/><Relationship Id="rId15" Type="http://schemas.openxmlformats.org/officeDocument/2006/relationships/image" Target="../media/image93.wmf"/><Relationship Id="rId23" Type="http://schemas.openxmlformats.org/officeDocument/2006/relationships/oleObject" Target="../embeddings/oleObject167.bin"/><Relationship Id="rId28" Type="http://schemas.openxmlformats.org/officeDocument/2006/relationships/image" Target="../media/image99.wmf"/><Relationship Id="rId36" Type="http://schemas.openxmlformats.org/officeDocument/2006/relationships/oleObject" Target="../embeddings/oleObject174.bin"/><Relationship Id="rId49" Type="http://schemas.openxmlformats.org/officeDocument/2006/relationships/image" Target="../media/image107.wmf"/><Relationship Id="rId10" Type="http://schemas.openxmlformats.org/officeDocument/2006/relationships/oleObject" Target="../embeddings/oleObject160.bin"/><Relationship Id="rId19" Type="http://schemas.openxmlformats.org/officeDocument/2006/relationships/oleObject" Target="../embeddings/oleObject165.bin"/><Relationship Id="rId31" Type="http://schemas.openxmlformats.org/officeDocument/2006/relationships/oleObject" Target="../embeddings/oleObject171.bin"/><Relationship Id="rId44" Type="http://schemas.openxmlformats.org/officeDocument/2006/relationships/oleObject" Target="../embeddings/oleObject178.bin"/><Relationship Id="rId52" Type="http://schemas.openxmlformats.org/officeDocument/2006/relationships/oleObject" Target="../embeddings/oleObject182.bin"/><Relationship Id="rId4" Type="http://schemas.openxmlformats.org/officeDocument/2006/relationships/image" Target="../media/image13.png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162.bin"/><Relationship Id="rId22" Type="http://schemas.openxmlformats.org/officeDocument/2006/relationships/image" Target="../media/image96.wmf"/><Relationship Id="rId27" Type="http://schemas.openxmlformats.org/officeDocument/2006/relationships/oleObject" Target="../embeddings/oleObject169.bin"/><Relationship Id="rId30" Type="http://schemas.openxmlformats.org/officeDocument/2006/relationships/image" Target="../media/image55.wmf"/><Relationship Id="rId35" Type="http://schemas.openxmlformats.org/officeDocument/2006/relationships/image" Target="../media/image101.wmf"/><Relationship Id="rId43" Type="http://schemas.openxmlformats.org/officeDocument/2006/relationships/image" Target="../media/image104.wmf"/><Relationship Id="rId48" Type="http://schemas.openxmlformats.org/officeDocument/2006/relationships/oleObject" Target="../embeddings/oleObject180.bin"/><Relationship Id="rId56" Type="http://schemas.openxmlformats.org/officeDocument/2006/relationships/slide" Target="slide7.xml"/><Relationship Id="rId8" Type="http://schemas.openxmlformats.org/officeDocument/2006/relationships/oleObject" Target="../embeddings/oleObject159.bin"/><Relationship Id="rId51" Type="http://schemas.openxmlformats.org/officeDocument/2006/relationships/image" Target="../media/image108.wmf"/><Relationship Id="rId3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90.bin"/><Relationship Id="rId26" Type="http://schemas.openxmlformats.org/officeDocument/2006/relationships/image" Target="../media/image118.wmf"/><Relationship Id="rId39" Type="http://schemas.openxmlformats.org/officeDocument/2006/relationships/oleObject" Target="../embeddings/oleObject202.bin"/><Relationship Id="rId21" Type="http://schemas.openxmlformats.org/officeDocument/2006/relationships/image" Target="../media/image116.wmf"/><Relationship Id="rId34" Type="http://schemas.openxmlformats.org/officeDocument/2006/relationships/image" Target="../media/image121.wmf"/><Relationship Id="rId42" Type="http://schemas.openxmlformats.org/officeDocument/2006/relationships/oleObject" Target="../embeddings/oleObject204.bin"/><Relationship Id="rId47" Type="http://schemas.openxmlformats.org/officeDocument/2006/relationships/oleObject" Target="../embeddings/oleObject207.bin"/><Relationship Id="rId50" Type="http://schemas.openxmlformats.org/officeDocument/2006/relationships/oleObject" Target="../embeddings/oleObject209.bin"/><Relationship Id="rId55" Type="http://schemas.openxmlformats.org/officeDocument/2006/relationships/oleObject" Target="../embeddings/oleObject212.bin"/><Relationship Id="rId63" Type="http://schemas.openxmlformats.org/officeDocument/2006/relationships/oleObject" Target="../embeddings/oleObject216.bin"/><Relationship Id="rId68" Type="http://schemas.openxmlformats.org/officeDocument/2006/relationships/oleObject" Target="../embeddings/oleObject218.bin"/><Relationship Id="rId76" Type="http://schemas.openxmlformats.org/officeDocument/2006/relationships/oleObject" Target="../embeddings/oleObject222.bin"/><Relationship Id="rId7" Type="http://schemas.openxmlformats.org/officeDocument/2006/relationships/image" Target="../media/image74.wmf"/><Relationship Id="rId71" Type="http://schemas.openxmlformats.org/officeDocument/2006/relationships/image" Target="../media/image108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89.bin"/><Relationship Id="rId29" Type="http://schemas.openxmlformats.org/officeDocument/2006/relationships/oleObject" Target="../embeddings/oleObject196.bin"/><Relationship Id="rId11" Type="http://schemas.openxmlformats.org/officeDocument/2006/relationships/image" Target="../media/image112.wmf"/><Relationship Id="rId24" Type="http://schemas.openxmlformats.org/officeDocument/2006/relationships/oleObject" Target="../embeddings/oleObject193.bin"/><Relationship Id="rId32" Type="http://schemas.openxmlformats.org/officeDocument/2006/relationships/image" Target="../media/image120.wmf"/><Relationship Id="rId37" Type="http://schemas.openxmlformats.org/officeDocument/2006/relationships/oleObject" Target="../embeddings/oleObject201.bin"/><Relationship Id="rId40" Type="http://schemas.openxmlformats.org/officeDocument/2006/relationships/oleObject" Target="../embeddings/oleObject203.bin"/><Relationship Id="rId45" Type="http://schemas.openxmlformats.org/officeDocument/2006/relationships/oleObject" Target="../embeddings/oleObject206.bin"/><Relationship Id="rId53" Type="http://schemas.openxmlformats.org/officeDocument/2006/relationships/oleObject" Target="../embeddings/oleObject211.bin"/><Relationship Id="rId58" Type="http://schemas.openxmlformats.org/officeDocument/2006/relationships/image" Target="../media/image131.wmf"/><Relationship Id="rId66" Type="http://schemas.openxmlformats.org/officeDocument/2006/relationships/image" Target="../media/image135.wmf"/><Relationship Id="rId74" Type="http://schemas.openxmlformats.org/officeDocument/2006/relationships/oleObject" Target="../embeddings/oleObject221.bin"/><Relationship Id="rId5" Type="http://schemas.openxmlformats.org/officeDocument/2006/relationships/image" Target="../media/image136.png"/><Relationship Id="rId15" Type="http://schemas.openxmlformats.org/officeDocument/2006/relationships/image" Target="../media/image33.wmf"/><Relationship Id="rId23" Type="http://schemas.openxmlformats.org/officeDocument/2006/relationships/image" Target="../media/image117.wmf"/><Relationship Id="rId28" Type="http://schemas.openxmlformats.org/officeDocument/2006/relationships/image" Target="../media/image119.wmf"/><Relationship Id="rId36" Type="http://schemas.openxmlformats.org/officeDocument/2006/relationships/image" Target="../media/image122.wmf"/><Relationship Id="rId49" Type="http://schemas.openxmlformats.org/officeDocument/2006/relationships/image" Target="../media/image127.wmf"/><Relationship Id="rId57" Type="http://schemas.openxmlformats.org/officeDocument/2006/relationships/oleObject" Target="../embeddings/oleObject213.bin"/><Relationship Id="rId61" Type="http://schemas.openxmlformats.org/officeDocument/2006/relationships/oleObject" Target="../embeddings/oleObject215.bin"/><Relationship Id="rId10" Type="http://schemas.openxmlformats.org/officeDocument/2006/relationships/oleObject" Target="../embeddings/oleObject186.bin"/><Relationship Id="rId19" Type="http://schemas.openxmlformats.org/officeDocument/2006/relationships/image" Target="../media/image115.wmf"/><Relationship Id="rId31" Type="http://schemas.openxmlformats.org/officeDocument/2006/relationships/oleObject" Target="../embeddings/oleObject198.bin"/><Relationship Id="rId44" Type="http://schemas.openxmlformats.org/officeDocument/2006/relationships/oleObject" Target="../embeddings/oleObject205.bin"/><Relationship Id="rId52" Type="http://schemas.openxmlformats.org/officeDocument/2006/relationships/image" Target="../media/image128.wmf"/><Relationship Id="rId60" Type="http://schemas.openxmlformats.org/officeDocument/2006/relationships/image" Target="../media/image132.wmf"/><Relationship Id="rId65" Type="http://schemas.openxmlformats.org/officeDocument/2006/relationships/oleObject" Target="../embeddings/oleObject217.bin"/><Relationship Id="rId73" Type="http://schemas.openxmlformats.org/officeDocument/2006/relationships/image" Target="../media/image54.wmf"/><Relationship Id="rId4" Type="http://schemas.openxmlformats.org/officeDocument/2006/relationships/image" Target="../media/image13.png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88.bin"/><Relationship Id="rId22" Type="http://schemas.openxmlformats.org/officeDocument/2006/relationships/oleObject" Target="../embeddings/oleObject192.bin"/><Relationship Id="rId27" Type="http://schemas.openxmlformats.org/officeDocument/2006/relationships/oleObject" Target="../embeddings/oleObject195.bin"/><Relationship Id="rId30" Type="http://schemas.openxmlformats.org/officeDocument/2006/relationships/oleObject" Target="../embeddings/oleObject197.bin"/><Relationship Id="rId35" Type="http://schemas.openxmlformats.org/officeDocument/2006/relationships/oleObject" Target="../embeddings/oleObject200.bin"/><Relationship Id="rId43" Type="http://schemas.openxmlformats.org/officeDocument/2006/relationships/image" Target="../media/image125.wmf"/><Relationship Id="rId48" Type="http://schemas.openxmlformats.org/officeDocument/2006/relationships/oleObject" Target="../embeddings/oleObject208.bin"/><Relationship Id="rId56" Type="http://schemas.openxmlformats.org/officeDocument/2006/relationships/image" Target="../media/image130.wmf"/><Relationship Id="rId64" Type="http://schemas.openxmlformats.org/officeDocument/2006/relationships/image" Target="../media/image134.wmf"/><Relationship Id="rId69" Type="http://schemas.openxmlformats.org/officeDocument/2006/relationships/image" Target="../media/image107.wmf"/><Relationship Id="rId8" Type="http://schemas.openxmlformats.org/officeDocument/2006/relationships/oleObject" Target="../embeddings/oleObject185.bin"/><Relationship Id="rId51" Type="http://schemas.openxmlformats.org/officeDocument/2006/relationships/oleObject" Target="../embeddings/oleObject210.bin"/><Relationship Id="rId72" Type="http://schemas.openxmlformats.org/officeDocument/2006/relationships/oleObject" Target="../embeddings/oleObject220.bin"/><Relationship Id="rId3" Type="http://schemas.openxmlformats.org/officeDocument/2006/relationships/image" Target="../media/image12.png"/><Relationship Id="rId12" Type="http://schemas.openxmlformats.org/officeDocument/2006/relationships/oleObject" Target="../embeddings/oleObject187.bin"/><Relationship Id="rId17" Type="http://schemas.openxmlformats.org/officeDocument/2006/relationships/image" Target="../media/image114.wmf"/><Relationship Id="rId25" Type="http://schemas.openxmlformats.org/officeDocument/2006/relationships/oleObject" Target="../embeddings/oleObject194.bin"/><Relationship Id="rId33" Type="http://schemas.openxmlformats.org/officeDocument/2006/relationships/oleObject" Target="../embeddings/oleObject199.bin"/><Relationship Id="rId38" Type="http://schemas.openxmlformats.org/officeDocument/2006/relationships/image" Target="../media/image123.wmf"/><Relationship Id="rId46" Type="http://schemas.openxmlformats.org/officeDocument/2006/relationships/image" Target="../media/image126.wmf"/><Relationship Id="rId59" Type="http://schemas.openxmlformats.org/officeDocument/2006/relationships/oleObject" Target="../embeddings/oleObject214.bin"/><Relationship Id="rId67" Type="http://schemas.openxmlformats.org/officeDocument/2006/relationships/slide" Target="slide3.xml"/><Relationship Id="rId20" Type="http://schemas.openxmlformats.org/officeDocument/2006/relationships/oleObject" Target="../embeddings/oleObject191.bin"/><Relationship Id="rId41" Type="http://schemas.openxmlformats.org/officeDocument/2006/relationships/image" Target="../media/image124.wmf"/><Relationship Id="rId54" Type="http://schemas.openxmlformats.org/officeDocument/2006/relationships/image" Target="../media/image129.wmf"/><Relationship Id="rId62" Type="http://schemas.openxmlformats.org/officeDocument/2006/relationships/image" Target="../media/image133.wmf"/><Relationship Id="rId70" Type="http://schemas.openxmlformats.org/officeDocument/2006/relationships/oleObject" Target="../embeddings/oleObject219.bin"/><Relationship Id="rId75" Type="http://schemas.openxmlformats.org/officeDocument/2006/relationships/image" Target="../media/image109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84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138.wmf"/><Relationship Id="rId18" Type="http://schemas.openxmlformats.org/officeDocument/2006/relationships/oleObject" Target="../embeddings/oleObject229.bin"/><Relationship Id="rId26" Type="http://schemas.openxmlformats.org/officeDocument/2006/relationships/oleObject" Target="../embeddings/oleObject234.bin"/><Relationship Id="rId3" Type="http://schemas.openxmlformats.org/officeDocument/2006/relationships/image" Target="../media/image11.gif"/><Relationship Id="rId21" Type="http://schemas.openxmlformats.org/officeDocument/2006/relationships/oleObject" Target="../embeddings/oleObject231.bin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9.wmf"/><Relationship Id="rId25" Type="http://schemas.openxmlformats.org/officeDocument/2006/relationships/image" Target="../media/image14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8.bin"/><Relationship Id="rId20" Type="http://schemas.openxmlformats.org/officeDocument/2006/relationships/oleObject" Target="../embeddings/oleObject230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23.bin"/><Relationship Id="rId11" Type="http://schemas.openxmlformats.org/officeDocument/2006/relationships/image" Target="../media/image137.wmf"/><Relationship Id="rId24" Type="http://schemas.openxmlformats.org/officeDocument/2006/relationships/oleObject" Target="../embeddings/oleObject233.bin"/><Relationship Id="rId5" Type="http://schemas.openxmlformats.org/officeDocument/2006/relationships/image" Target="../media/image13.png"/><Relationship Id="rId15" Type="http://schemas.openxmlformats.org/officeDocument/2006/relationships/image" Target="../media/image139.wmf"/><Relationship Id="rId23" Type="http://schemas.openxmlformats.org/officeDocument/2006/relationships/oleObject" Target="../embeddings/oleObject232.bin"/><Relationship Id="rId10" Type="http://schemas.openxmlformats.org/officeDocument/2006/relationships/oleObject" Target="../embeddings/oleObject225.bin"/><Relationship Id="rId19" Type="http://schemas.openxmlformats.org/officeDocument/2006/relationships/image" Target="../media/image140.wmf"/><Relationship Id="rId4" Type="http://schemas.openxmlformats.org/officeDocument/2006/relationships/image" Target="../media/image12.png"/><Relationship Id="rId9" Type="http://schemas.openxmlformats.org/officeDocument/2006/relationships/image" Target="../media/image2.wmf"/><Relationship Id="rId14" Type="http://schemas.openxmlformats.org/officeDocument/2006/relationships/oleObject" Target="../embeddings/oleObject227.bin"/><Relationship Id="rId22" Type="http://schemas.openxmlformats.org/officeDocument/2006/relationships/image" Target="../media/image141.wmf"/><Relationship Id="rId27" Type="http://schemas.openxmlformats.org/officeDocument/2006/relationships/image" Target="../media/image14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oleObject" Target="../embeddings/oleObject239.bin"/><Relationship Id="rId18" Type="http://schemas.openxmlformats.org/officeDocument/2006/relationships/image" Target="../media/image145.wmf"/><Relationship Id="rId26" Type="http://schemas.openxmlformats.org/officeDocument/2006/relationships/oleObject" Target="../embeddings/oleObject247.bin"/><Relationship Id="rId3" Type="http://schemas.openxmlformats.org/officeDocument/2006/relationships/image" Target="../media/image12.png"/><Relationship Id="rId21" Type="http://schemas.openxmlformats.org/officeDocument/2006/relationships/oleObject" Target="../embeddings/oleObject244.bin"/><Relationship Id="rId7" Type="http://schemas.openxmlformats.org/officeDocument/2006/relationships/oleObject" Target="../embeddings/oleObject236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242.bin"/><Relationship Id="rId25" Type="http://schemas.openxmlformats.org/officeDocument/2006/relationships/oleObject" Target="../embeddings/oleObject24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20" Type="http://schemas.openxmlformats.org/officeDocument/2006/relationships/image" Target="../media/image146.wmf"/><Relationship Id="rId29" Type="http://schemas.openxmlformats.org/officeDocument/2006/relationships/image" Target="../media/image150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38.bin"/><Relationship Id="rId24" Type="http://schemas.openxmlformats.org/officeDocument/2006/relationships/image" Target="../media/image148.wmf"/><Relationship Id="rId5" Type="http://schemas.openxmlformats.org/officeDocument/2006/relationships/oleObject" Target="../embeddings/oleObject235.bin"/><Relationship Id="rId15" Type="http://schemas.openxmlformats.org/officeDocument/2006/relationships/oleObject" Target="../embeddings/oleObject241.bin"/><Relationship Id="rId23" Type="http://schemas.openxmlformats.org/officeDocument/2006/relationships/oleObject" Target="../embeddings/oleObject245.bin"/><Relationship Id="rId28" Type="http://schemas.openxmlformats.org/officeDocument/2006/relationships/oleObject" Target="../embeddings/oleObject248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243.bin"/><Relationship Id="rId31" Type="http://schemas.openxmlformats.org/officeDocument/2006/relationships/image" Target="../media/image151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237.bin"/><Relationship Id="rId14" Type="http://schemas.openxmlformats.org/officeDocument/2006/relationships/oleObject" Target="../embeddings/oleObject240.bin"/><Relationship Id="rId22" Type="http://schemas.openxmlformats.org/officeDocument/2006/relationships/image" Target="../media/image147.wmf"/><Relationship Id="rId27" Type="http://schemas.openxmlformats.org/officeDocument/2006/relationships/image" Target="../media/image149.wmf"/><Relationship Id="rId30" Type="http://schemas.openxmlformats.org/officeDocument/2006/relationships/oleObject" Target="../embeddings/oleObject24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254.bin"/><Relationship Id="rId18" Type="http://schemas.openxmlformats.org/officeDocument/2006/relationships/image" Target="../media/image155.wmf"/><Relationship Id="rId26" Type="http://schemas.openxmlformats.org/officeDocument/2006/relationships/image" Target="../media/image157.wmf"/><Relationship Id="rId39" Type="http://schemas.openxmlformats.org/officeDocument/2006/relationships/image" Target="../media/image162.wmf"/><Relationship Id="rId3" Type="http://schemas.openxmlformats.org/officeDocument/2006/relationships/image" Target="../media/image12.png"/><Relationship Id="rId21" Type="http://schemas.openxmlformats.org/officeDocument/2006/relationships/oleObject" Target="../embeddings/oleObject258.bin"/><Relationship Id="rId34" Type="http://schemas.openxmlformats.org/officeDocument/2006/relationships/oleObject" Target="../embeddings/oleObject266.bin"/><Relationship Id="rId42" Type="http://schemas.openxmlformats.org/officeDocument/2006/relationships/image" Target="../media/image163.wmf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256.bin"/><Relationship Id="rId25" Type="http://schemas.openxmlformats.org/officeDocument/2006/relationships/oleObject" Target="../embeddings/oleObject260.bin"/><Relationship Id="rId33" Type="http://schemas.openxmlformats.org/officeDocument/2006/relationships/image" Target="../media/image159.wmf"/><Relationship Id="rId38" Type="http://schemas.openxmlformats.org/officeDocument/2006/relationships/oleObject" Target="../embeddings/oleObject26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4.wmf"/><Relationship Id="rId20" Type="http://schemas.openxmlformats.org/officeDocument/2006/relationships/image" Target="../media/image4.wmf"/><Relationship Id="rId29" Type="http://schemas.openxmlformats.org/officeDocument/2006/relationships/oleObject" Target="../embeddings/oleObject263.bin"/><Relationship Id="rId41" Type="http://schemas.openxmlformats.org/officeDocument/2006/relationships/oleObject" Target="../embeddings/oleObject270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253.bin"/><Relationship Id="rId24" Type="http://schemas.openxmlformats.org/officeDocument/2006/relationships/image" Target="../media/image149.wmf"/><Relationship Id="rId32" Type="http://schemas.openxmlformats.org/officeDocument/2006/relationships/oleObject" Target="../embeddings/oleObject265.bin"/><Relationship Id="rId37" Type="http://schemas.openxmlformats.org/officeDocument/2006/relationships/image" Target="../media/image161.wmf"/><Relationship Id="rId40" Type="http://schemas.openxmlformats.org/officeDocument/2006/relationships/oleObject" Target="../embeddings/oleObject269.bin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23" Type="http://schemas.openxmlformats.org/officeDocument/2006/relationships/oleObject" Target="../embeddings/oleObject259.bin"/><Relationship Id="rId28" Type="http://schemas.openxmlformats.org/officeDocument/2006/relationships/oleObject" Target="../embeddings/oleObject262.bin"/><Relationship Id="rId36" Type="http://schemas.openxmlformats.org/officeDocument/2006/relationships/oleObject" Target="../embeddings/oleObject267.bin"/><Relationship Id="rId10" Type="http://schemas.openxmlformats.org/officeDocument/2006/relationships/image" Target="../media/image154.wmf"/><Relationship Id="rId19" Type="http://schemas.openxmlformats.org/officeDocument/2006/relationships/oleObject" Target="../embeddings/oleObject257.bin"/><Relationship Id="rId31" Type="http://schemas.openxmlformats.org/officeDocument/2006/relationships/image" Target="../media/image158.wmf"/><Relationship Id="rId44" Type="http://schemas.openxmlformats.org/officeDocument/2006/relationships/image" Target="../media/image164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18.wmf"/><Relationship Id="rId22" Type="http://schemas.openxmlformats.org/officeDocument/2006/relationships/image" Target="../media/image156.wmf"/><Relationship Id="rId27" Type="http://schemas.openxmlformats.org/officeDocument/2006/relationships/oleObject" Target="../embeddings/oleObject261.bin"/><Relationship Id="rId30" Type="http://schemas.openxmlformats.org/officeDocument/2006/relationships/oleObject" Target="../embeddings/oleObject264.bin"/><Relationship Id="rId35" Type="http://schemas.openxmlformats.org/officeDocument/2006/relationships/image" Target="../media/image160.wmf"/><Relationship Id="rId43" Type="http://schemas.openxmlformats.org/officeDocument/2006/relationships/oleObject" Target="../embeddings/oleObject27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276.bin"/><Relationship Id="rId18" Type="http://schemas.openxmlformats.org/officeDocument/2006/relationships/oleObject" Target="../embeddings/oleObject278.bin"/><Relationship Id="rId26" Type="http://schemas.openxmlformats.org/officeDocument/2006/relationships/image" Target="../media/image170.wmf"/><Relationship Id="rId3" Type="http://schemas.openxmlformats.org/officeDocument/2006/relationships/image" Target="../media/image12.png"/><Relationship Id="rId21" Type="http://schemas.openxmlformats.org/officeDocument/2006/relationships/image" Target="../media/image168.wmf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167.wmf"/><Relationship Id="rId17" Type="http://schemas.openxmlformats.org/officeDocument/2006/relationships/image" Target="../media/image35.wmf"/><Relationship Id="rId25" Type="http://schemas.openxmlformats.org/officeDocument/2006/relationships/oleObject" Target="../embeddings/oleObject282.bin"/><Relationship Id="rId33" Type="http://schemas.openxmlformats.org/officeDocument/2006/relationships/slide" Target="slide8.xml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77.bin"/><Relationship Id="rId20" Type="http://schemas.openxmlformats.org/officeDocument/2006/relationships/oleObject" Target="../embeddings/oleObject279.bin"/><Relationship Id="rId29" Type="http://schemas.openxmlformats.org/officeDocument/2006/relationships/oleObject" Target="../embeddings/oleObject284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275.bin"/><Relationship Id="rId24" Type="http://schemas.openxmlformats.org/officeDocument/2006/relationships/image" Target="../media/image169.wmf"/><Relationship Id="rId32" Type="http://schemas.openxmlformats.org/officeDocument/2006/relationships/image" Target="../media/image38.wmf"/><Relationship Id="rId5" Type="http://schemas.openxmlformats.org/officeDocument/2006/relationships/oleObject" Target="../embeddings/oleObject272.bin"/><Relationship Id="rId15" Type="http://schemas.openxmlformats.org/officeDocument/2006/relationships/image" Target="../media/image11.gif"/><Relationship Id="rId23" Type="http://schemas.openxmlformats.org/officeDocument/2006/relationships/oleObject" Target="../embeddings/oleObject281.bin"/><Relationship Id="rId28" Type="http://schemas.openxmlformats.org/officeDocument/2006/relationships/image" Target="../media/image6.wmf"/><Relationship Id="rId10" Type="http://schemas.openxmlformats.org/officeDocument/2006/relationships/image" Target="../media/image32.wmf"/><Relationship Id="rId19" Type="http://schemas.openxmlformats.org/officeDocument/2006/relationships/image" Target="../media/image2.wmf"/><Relationship Id="rId31" Type="http://schemas.openxmlformats.org/officeDocument/2006/relationships/oleObject" Target="../embeddings/oleObject285.bin"/><Relationship Id="rId4" Type="http://schemas.openxmlformats.org/officeDocument/2006/relationships/image" Target="../media/image13.png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34.wmf"/><Relationship Id="rId22" Type="http://schemas.openxmlformats.org/officeDocument/2006/relationships/oleObject" Target="../embeddings/oleObject280.bin"/><Relationship Id="rId27" Type="http://schemas.openxmlformats.org/officeDocument/2006/relationships/oleObject" Target="../embeddings/oleObject283.bin"/><Relationship Id="rId30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11.gif"/><Relationship Id="rId18" Type="http://schemas.openxmlformats.org/officeDocument/2006/relationships/oleObject" Target="../embeddings/oleObject292.bin"/><Relationship Id="rId26" Type="http://schemas.openxmlformats.org/officeDocument/2006/relationships/oleObject" Target="../embeddings/oleObject296.bin"/><Relationship Id="rId39" Type="http://schemas.openxmlformats.org/officeDocument/2006/relationships/oleObject" Target="../embeddings/oleObject304.bin"/><Relationship Id="rId3" Type="http://schemas.openxmlformats.org/officeDocument/2006/relationships/image" Target="../media/image12.png"/><Relationship Id="rId21" Type="http://schemas.openxmlformats.org/officeDocument/2006/relationships/image" Target="../media/image6.wmf"/><Relationship Id="rId34" Type="http://schemas.openxmlformats.org/officeDocument/2006/relationships/image" Target="../media/image175.wmf"/><Relationship Id="rId7" Type="http://schemas.openxmlformats.org/officeDocument/2006/relationships/oleObject" Target="../embeddings/oleObject287.bin"/><Relationship Id="rId12" Type="http://schemas.openxmlformats.org/officeDocument/2006/relationships/image" Target="../media/image34.wmf"/><Relationship Id="rId17" Type="http://schemas.openxmlformats.org/officeDocument/2006/relationships/image" Target="../media/image33.wmf"/><Relationship Id="rId25" Type="http://schemas.openxmlformats.org/officeDocument/2006/relationships/image" Target="../media/image172.wmf"/><Relationship Id="rId33" Type="http://schemas.openxmlformats.org/officeDocument/2006/relationships/oleObject" Target="../embeddings/oleObject301.bin"/><Relationship Id="rId38" Type="http://schemas.openxmlformats.org/officeDocument/2006/relationships/image" Target="../media/image17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91.bin"/><Relationship Id="rId20" Type="http://schemas.openxmlformats.org/officeDocument/2006/relationships/oleObject" Target="../embeddings/oleObject293.bin"/><Relationship Id="rId29" Type="http://schemas.openxmlformats.org/officeDocument/2006/relationships/oleObject" Target="../embeddings/oleObject298.bin"/><Relationship Id="rId41" Type="http://schemas.openxmlformats.org/officeDocument/2006/relationships/slide" Target="slide9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289.bin"/><Relationship Id="rId24" Type="http://schemas.openxmlformats.org/officeDocument/2006/relationships/oleObject" Target="../embeddings/oleObject295.bin"/><Relationship Id="rId32" Type="http://schemas.openxmlformats.org/officeDocument/2006/relationships/oleObject" Target="../embeddings/oleObject300.bin"/><Relationship Id="rId37" Type="http://schemas.openxmlformats.org/officeDocument/2006/relationships/oleObject" Target="../embeddings/oleObject303.bin"/><Relationship Id="rId40" Type="http://schemas.openxmlformats.org/officeDocument/2006/relationships/image" Target="../media/image178.wmf"/><Relationship Id="rId5" Type="http://schemas.openxmlformats.org/officeDocument/2006/relationships/oleObject" Target="../embeddings/oleObject286.bin"/><Relationship Id="rId15" Type="http://schemas.openxmlformats.org/officeDocument/2006/relationships/image" Target="../media/image2.wmf"/><Relationship Id="rId23" Type="http://schemas.openxmlformats.org/officeDocument/2006/relationships/image" Target="../media/image7.wmf"/><Relationship Id="rId28" Type="http://schemas.openxmlformats.org/officeDocument/2006/relationships/oleObject" Target="../embeddings/oleObject297.bin"/><Relationship Id="rId36" Type="http://schemas.openxmlformats.org/officeDocument/2006/relationships/image" Target="../media/image176.wmf"/><Relationship Id="rId10" Type="http://schemas.openxmlformats.org/officeDocument/2006/relationships/image" Target="../media/image40.wmf"/><Relationship Id="rId19" Type="http://schemas.openxmlformats.org/officeDocument/2006/relationships/image" Target="../media/image170.wmf"/><Relationship Id="rId31" Type="http://schemas.openxmlformats.org/officeDocument/2006/relationships/image" Target="../media/image174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288.bin"/><Relationship Id="rId14" Type="http://schemas.openxmlformats.org/officeDocument/2006/relationships/oleObject" Target="../embeddings/oleObject290.bin"/><Relationship Id="rId22" Type="http://schemas.openxmlformats.org/officeDocument/2006/relationships/oleObject" Target="../embeddings/oleObject294.bin"/><Relationship Id="rId27" Type="http://schemas.openxmlformats.org/officeDocument/2006/relationships/image" Target="../media/image173.wmf"/><Relationship Id="rId30" Type="http://schemas.openxmlformats.org/officeDocument/2006/relationships/oleObject" Target="../embeddings/oleObject299.bin"/><Relationship Id="rId35" Type="http://schemas.openxmlformats.org/officeDocument/2006/relationships/oleObject" Target="../embeddings/oleObject30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11.gif"/><Relationship Id="rId18" Type="http://schemas.openxmlformats.org/officeDocument/2006/relationships/oleObject" Target="../embeddings/oleObject311.bin"/><Relationship Id="rId26" Type="http://schemas.openxmlformats.org/officeDocument/2006/relationships/oleObject" Target="../embeddings/oleObject315.bin"/><Relationship Id="rId39" Type="http://schemas.openxmlformats.org/officeDocument/2006/relationships/oleObject" Target="../embeddings/oleObject323.bin"/><Relationship Id="rId3" Type="http://schemas.openxmlformats.org/officeDocument/2006/relationships/image" Target="../media/image12.png"/><Relationship Id="rId21" Type="http://schemas.openxmlformats.org/officeDocument/2006/relationships/image" Target="../media/image6.wmf"/><Relationship Id="rId34" Type="http://schemas.openxmlformats.org/officeDocument/2006/relationships/image" Target="../media/image180.wmf"/><Relationship Id="rId7" Type="http://schemas.openxmlformats.org/officeDocument/2006/relationships/oleObject" Target="../embeddings/oleObject306.bin"/><Relationship Id="rId12" Type="http://schemas.openxmlformats.org/officeDocument/2006/relationships/image" Target="../media/image34.wmf"/><Relationship Id="rId17" Type="http://schemas.openxmlformats.org/officeDocument/2006/relationships/image" Target="../media/image33.wmf"/><Relationship Id="rId25" Type="http://schemas.openxmlformats.org/officeDocument/2006/relationships/image" Target="../media/image172.wmf"/><Relationship Id="rId33" Type="http://schemas.openxmlformats.org/officeDocument/2006/relationships/oleObject" Target="../embeddings/oleObject320.bin"/><Relationship Id="rId38" Type="http://schemas.openxmlformats.org/officeDocument/2006/relationships/image" Target="../media/image18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0.bin"/><Relationship Id="rId20" Type="http://schemas.openxmlformats.org/officeDocument/2006/relationships/oleObject" Target="../embeddings/oleObject312.bin"/><Relationship Id="rId29" Type="http://schemas.openxmlformats.org/officeDocument/2006/relationships/oleObject" Target="../embeddings/oleObject317.bin"/><Relationship Id="rId41" Type="http://schemas.openxmlformats.org/officeDocument/2006/relationships/image" Target="../media/image18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308.bin"/><Relationship Id="rId24" Type="http://schemas.openxmlformats.org/officeDocument/2006/relationships/oleObject" Target="../embeddings/oleObject314.bin"/><Relationship Id="rId32" Type="http://schemas.openxmlformats.org/officeDocument/2006/relationships/oleObject" Target="../embeddings/oleObject319.bin"/><Relationship Id="rId37" Type="http://schemas.openxmlformats.org/officeDocument/2006/relationships/oleObject" Target="../embeddings/oleObject322.bin"/><Relationship Id="rId40" Type="http://schemas.openxmlformats.org/officeDocument/2006/relationships/oleObject" Target="../embeddings/oleObject324.bin"/><Relationship Id="rId5" Type="http://schemas.openxmlformats.org/officeDocument/2006/relationships/oleObject" Target="../embeddings/oleObject305.bin"/><Relationship Id="rId15" Type="http://schemas.openxmlformats.org/officeDocument/2006/relationships/image" Target="../media/image2.wmf"/><Relationship Id="rId23" Type="http://schemas.openxmlformats.org/officeDocument/2006/relationships/image" Target="../media/image7.wmf"/><Relationship Id="rId28" Type="http://schemas.openxmlformats.org/officeDocument/2006/relationships/oleObject" Target="../embeddings/oleObject316.bin"/><Relationship Id="rId36" Type="http://schemas.openxmlformats.org/officeDocument/2006/relationships/image" Target="../media/image178.wmf"/><Relationship Id="rId10" Type="http://schemas.openxmlformats.org/officeDocument/2006/relationships/image" Target="../media/image40.wmf"/><Relationship Id="rId19" Type="http://schemas.openxmlformats.org/officeDocument/2006/relationships/image" Target="../media/image170.wmf"/><Relationship Id="rId31" Type="http://schemas.openxmlformats.org/officeDocument/2006/relationships/image" Target="../media/image179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307.bin"/><Relationship Id="rId14" Type="http://schemas.openxmlformats.org/officeDocument/2006/relationships/oleObject" Target="../embeddings/oleObject309.bin"/><Relationship Id="rId22" Type="http://schemas.openxmlformats.org/officeDocument/2006/relationships/oleObject" Target="../embeddings/oleObject313.bin"/><Relationship Id="rId27" Type="http://schemas.openxmlformats.org/officeDocument/2006/relationships/image" Target="../media/image173.wmf"/><Relationship Id="rId30" Type="http://schemas.openxmlformats.org/officeDocument/2006/relationships/oleObject" Target="../embeddings/oleObject318.bin"/><Relationship Id="rId35" Type="http://schemas.openxmlformats.org/officeDocument/2006/relationships/oleObject" Target="../embeddings/oleObject32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2.wmf"/><Relationship Id="rId18" Type="http://schemas.openxmlformats.org/officeDocument/2006/relationships/oleObject" Target="../embeddings/oleObject331.bin"/><Relationship Id="rId26" Type="http://schemas.openxmlformats.org/officeDocument/2006/relationships/oleObject" Target="../embeddings/oleObject335.bin"/><Relationship Id="rId39" Type="http://schemas.openxmlformats.org/officeDocument/2006/relationships/oleObject" Target="../embeddings/oleObject342.bin"/><Relationship Id="rId3" Type="http://schemas.openxmlformats.org/officeDocument/2006/relationships/image" Target="../media/image12.png"/><Relationship Id="rId21" Type="http://schemas.openxmlformats.org/officeDocument/2006/relationships/image" Target="../media/image7.wmf"/><Relationship Id="rId34" Type="http://schemas.openxmlformats.org/officeDocument/2006/relationships/image" Target="../media/image188.wmf"/><Relationship Id="rId42" Type="http://schemas.openxmlformats.org/officeDocument/2006/relationships/image" Target="../media/image191.wmf"/><Relationship Id="rId7" Type="http://schemas.openxmlformats.org/officeDocument/2006/relationships/oleObject" Target="../embeddings/oleObject326.bin"/><Relationship Id="rId12" Type="http://schemas.openxmlformats.org/officeDocument/2006/relationships/oleObject" Target="../embeddings/oleObject328.bin"/><Relationship Id="rId17" Type="http://schemas.openxmlformats.org/officeDocument/2006/relationships/image" Target="../media/image170.wmf"/><Relationship Id="rId25" Type="http://schemas.openxmlformats.org/officeDocument/2006/relationships/image" Target="../media/image173.wmf"/><Relationship Id="rId33" Type="http://schemas.openxmlformats.org/officeDocument/2006/relationships/oleObject" Target="../embeddings/oleObject339.bin"/><Relationship Id="rId38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30.bin"/><Relationship Id="rId20" Type="http://schemas.openxmlformats.org/officeDocument/2006/relationships/oleObject" Target="../embeddings/oleObject332.bin"/><Relationship Id="rId29" Type="http://schemas.openxmlformats.org/officeDocument/2006/relationships/oleObject" Target="../embeddings/oleObject337.bin"/><Relationship Id="rId41" Type="http://schemas.openxmlformats.org/officeDocument/2006/relationships/oleObject" Target="../embeddings/oleObject343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83.wmf"/><Relationship Id="rId11" Type="http://schemas.openxmlformats.org/officeDocument/2006/relationships/image" Target="../media/image11.gif"/><Relationship Id="rId24" Type="http://schemas.openxmlformats.org/officeDocument/2006/relationships/oleObject" Target="../embeddings/oleObject334.bin"/><Relationship Id="rId32" Type="http://schemas.openxmlformats.org/officeDocument/2006/relationships/image" Target="../media/image187.wmf"/><Relationship Id="rId37" Type="http://schemas.openxmlformats.org/officeDocument/2006/relationships/oleObject" Target="../embeddings/oleObject341.bin"/><Relationship Id="rId40" Type="http://schemas.openxmlformats.org/officeDocument/2006/relationships/image" Target="../media/image190.wmf"/><Relationship Id="rId5" Type="http://schemas.openxmlformats.org/officeDocument/2006/relationships/oleObject" Target="../embeddings/oleObject325.bin"/><Relationship Id="rId15" Type="http://schemas.openxmlformats.org/officeDocument/2006/relationships/image" Target="../media/image184.wmf"/><Relationship Id="rId23" Type="http://schemas.openxmlformats.org/officeDocument/2006/relationships/image" Target="../media/image172.wmf"/><Relationship Id="rId28" Type="http://schemas.openxmlformats.org/officeDocument/2006/relationships/oleObject" Target="../embeddings/oleObject336.bin"/><Relationship Id="rId36" Type="http://schemas.openxmlformats.org/officeDocument/2006/relationships/image" Target="../media/image189.wmf"/><Relationship Id="rId10" Type="http://schemas.openxmlformats.org/officeDocument/2006/relationships/image" Target="../media/image34.wmf"/><Relationship Id="rId19" Type="http://schemas.openxmlformats.org/officeDocument/2006/relationships/image" Target="../media/image6.wmf"/><Relationship Id="rId31" Type="http://schemas.openxmlformats.org/officeDocument/2006/relationships/oleObject" Target="../embeddings/oleObject338.bin"/><Relationship Id="rId4" Type="http://schemas.openxmlformats.org/officeDocument/2006/relationships/image" Target="../media/image13.png"/><Relationship Id="rId9" Type="http://schemas.openxmlformats.org/officeDocument/2006/relationships/oleObject" Target="../embeddings/oleObject327.bin"/><Relationship Id="rId14" Type="http://schemas.openxmlformats.org/officeDocument/2006/relationships/oleObject" Target="../embeddings/oleObject329.bin"/><Relationship Id="rId22" Type="http://schemas.openxmlformats.org/officeDocument/2006/relationships/oleObject" Target="../embeddings/oleObject333.bin"/><Relationship Id="rId27" Type="http://schemas.openxmlformats.org/officeDocument/2006/relationships/image" Target="../media/image185.wmf"/><Relationship Id="rId30" Type="http://schemas.openxmlformats.org/officeDocument/2006/relationships/image" Target="../media/image186.wmf"/><Relationship Id="rId35" Type="http://schemas.openxmlformats.org/officeDocument/2006/relationships/oleObject" Target="../embeddings/oleObject340.bin"/><Relationship Id="rId43" Type="http://schemas.openxmlformats.org/officeDocument/2006/relationships/oleObject" Target="../embeddings/oleObject34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349.bin"/><Relationship Id="rId18" Type="http://schemas.openxmlformats.org/officeDocument/2006/relationships/image" Target="../media/image197.wmf"/><Relationship Id="rId26" Type="http://schemas.openxmlformats.org/officeDocument/2006/relationships/image" Target="../media/image201.wmf"/><Relationship Id="rId3" Type="http://schemas.openxmlformats.org/officeDocument/2006/relationships/image" Target="../media/image12.png"/><Relationship Id="rId21" Type="http://schemas.openxmlformats.org/officeDocument/2006/relationships/oleObject" Target="../embeddings/oleObject353.bin"/><Relationship Id="rId34" Type="http://schemas.openxmlformats.org/officeDocument/2006/relationships/oleObject" Target="../embeddings/oleObject360.bin"/><Relationship Id="rId7" Type="http://schemas.openxmlformats.org/officeDocument/2006/relationships/oleObject" Target="../embeddings/oleObject346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351.bin"/><Relationship Id="rId25" Type="http://schemas.openxmlformats.org/officeDocument/2006/relationships/oleObject" Target="../embeddings/oleObject355.bin"/><Relationship Id="rId33" Type="http://schemas.openxmlformats.org/officeDocument/2006/relationships/oleObject" Target="../embeddings/oleObject35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6.wmf"/><Relationship Id="rId20" Type="http://schemas.openxmlformats.org/officeDocument/2006/relationships/image" Target="../media/image198.wmf"/><Relationship Id="rId29" Type="http://schemas.openxmlformats.org/officeDocument/2006/relationships/oleObject" Target="../embeddings/oleObject357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348.bin"/><Relationship Id="rId24" Type="http://schemas.openxmlformats.org/officeDocument/2006/relationships/image" Target="../media/image200.wmf"/><Relationship Id="rId32" Type="http://schemas.openxmlformats.org/officeDocument/2006/relationships/image" Target="../media/image204.wmf"/><Relationship Id="rId37" Type="http://schemas.openxmlformats.org/officeDocument/2006/relationships/image" Target="../media/image206.wmf"/><Relationship Id="rId5" Type="http://schemas.openxmlformats.org/officeDocument/2006/relationships/oleObject" Target="../embeddings/oleObject345.bin"/><Relationship Id="rId15" Type="http://schemas.openxmlformats.org/officeDocument/2006/relationships/oleObject" Target="../embeddings/oleObject350.bin"/><Relationship Id="rId23" Type="http://schemas.openxmlformats.org/officeDocument/2006/relationships/oleObject" Target="../embeddings/oleObject354.bin"/><Relationship Id="rId28" Type="http://schemas.openxmlformats.org/officeDocument/2006/relationships/image" Target="../media/image202.wmf"/><Relationship Id="rId36" Type="http://schemas.openxmlformats.org/officeDocument/2006/relationships/oleObject" Target="../embeddings/oleObject361.bin"/><Relationship Id="rId10" Type="http://schemas.openxmlformats.org/officeDocument/2006/relationships/image" Target="../media/image194.wmf"/><Relationship Id="rId19" Type="http://schemas.openxmlformats.org/officeDocument/2006/relationships/oleObject" Target="../embeddings/oleObject352.bin"/><Relationship Id="rId31" Type="http://schemas.openxmlformats.org/officeDocument/2006/relationships/oleObject" Target="../embeddings/oleObject358.bin"/><Relationship Id="rId4" Type="http://schemas.openxmlformats.org/officeDocument/2006/relationships/image" Target="../media/image13.png"/><Relationship Id="rId9" Type="http://schemas.openxmlformats.org/officeDocument/2006/relationships/oleObject" Target="../embeddings/oleObject347.bin"/><Relationship Id="rId14" Type="http://schemas.openxmlformats.org/officeDocument/2006/relationships/image" Target="../media/image35.wmf"/><Relationship Id="rId22" Type="http://schemas.openxmlformats.org/officeDocument/2006/relationships/image" Target="../media/image199.wmf"/><Relationship Id="rId27" Type="http://schemas.openxmlformats.org/officeDocument/2006/relationships/oleObject" Target="../embeddings/oleObject356.bin"/><Relationship Id="rId30" Type="http://schemas.openxmlformats.org/officeDocument/2006/relationships/image" Target="../media/image203.wmf"/><Relationship Id="rId35" Type="http://schemas.openxmlformats.org/officeDocument/2006/relationships/image" Target="../media/image20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oleObject" Target="../embeddings/oleObject366.bin"/><Relationship Id="rId18" Type="http://schemas.openxmlformats.org/officeDocument/2006/relationships/image" Target="../media/image197.wmf"/><Relationship Id="rId26" Type="http://schemas.openxmlformats.org/officeDocument/2006/relationships/oleObject" Target="../embeddings/oleObject372.bin"/><Relationship Id="rId39" Type="http://schemas.openxmlformats.org/officeDocument/2006/relationships/oleObject" Target="../embeddings/oleObject380.bin"/><Relationship Id="rId3" Type="http://schemas.openxmlformats.org/officeDocument/2006/relationships/image" Target="../media/image12.png"/><Relationship Id="rId21" Type="http://schemas.openxmlformats.org/officeDocument/2006/relationships/oleObject" Target="../embeddings/oleObject370.bin"/><Relationship Id="rId34" Type="http://schemas.openxmlformats.org/officeDocument/2006/relationships/oleObject" Target="../embeddings/oleObject377.bin"/><Relationship Id="rId42" Type="http://schemas.openxmlformats.org/officeDocument/2006/relationships/oleObject" Target="../embeddings/oleObject382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368.bin"/><Relationship Id="rId25" Type="http://schemas.openxmlformats.org/officeDocument/2006/relationships/image" Target="../media/image199.wmf"/><Relationship Id="rId33" Type="http://schemas.openxmlformats.org/officeDocument/2006/relationships/image" Target="../media/image211.wmf"/><Relationship Id="rId38" Type="http://schemas.openxmlformats.org/officeDocument/2006/relationships/image" Target="../media/image21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6.wmf"/><Relationship Id="rId20" Type="http://schemas.openxmlformats.org/officeDocument/2006/relationships/image" Target="../media/image198.wmf"/><Relationship Id="rId29" Type="http://schemas.openxmlformats.org/officeDocument/2006/relationships/image" Target="../media/image209.wmf"/><Relationship Id="rId41" Type="http://schemas.openxmlformats.org/officeDocument/2006/relationships/oleObject" Target="../embeddings/oleObject381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365.bin"/><Relationship Id="rId24" Type="http://schemas.openxmlformats.org/officeDocument/2006/relationships/oleObject" Target="../embeddings/oleObject371.bin"/><Relationship Id="rId32" Type="http://schemas.openxmlformats.org/officeDocument/2006/relationships/oleObject" Target="../embeddings/oleObject376.bin"/><Relationship Id="rId37" Type="http://schemas.openxmlformats.org/officeDocument/2006/relationships/oleObject" Target="../embeddings/oleObject379.bin"/><Relationship Id="rId40" Type="http://schemas.openxmlformats.org/officeDocument/2006/relationships/image" Target="../media/image214.wmf"/><Relationship Id="rId45" Type="http://schemas.openxmlformats.org/officeDocument/2006/relationships/image" Target="../media/image216.wmf"/><Relationship Id="rId5" Type="http://schemas.openxmlformats.org/officeDocument/2006/relationships/oleObject" Target="../embeddings/oleObject362.bin"/><Relationship Id="rId15" Type="http://schemas.openxmlformats.org/officeDocument/2006/relationships/oleObject" Target="../embeddings/oleObject367.bin"/><Relationship Id="rId23" Type="http://schemas.openxmlformats.org/officeDocument/2006/relationships/image" Target="../media/image217.png"/><Relationship Id="rId28" Type="http://schemas.openxmlformats.org/officeDocument/2006/relationships/oleObject" Target="../embeddings/oleObject374.bin"/><Relationship Id="rId36" Type="http://schemas.openxmlformats.org/officeDocument/2006/relationships/oleObject" Target="../embeddings/oleObject378.bin"/><Relationship Id="rId10" Type="http://schemas.openxmlformats.org/officeDocument/2006/relationships/image" Target="../media/image194.wmf"/><Relationship Id="rId19" Type="http://schemas.openxmlformats.org/officeDocument/2006/relationships/oleObject" Target="../embeddings/oleObject369.bin"/><Relationship Id="rId31" Type="http://schemas.openxmlformats.org/officeDocument/2006/relationships/image" Target="../media/image210.wmf"/><Relationship Id="rId44" Type="http://schemas.openxmlformats.org/officeDocument/2006/relationships/oleObject" Target="../embeddings/oleObject383.bin"/><Relationship Id="rId4" Type="http://schemas.openxmlformats.org/officeDocument/2006/relationships/image" Target="../media/image13.png"/><Relationship Id="rId9" Type="http://schemas.openxmlformats.org/officeDocument/2006/relationships/oleObject" Target="../embeddings/oleObject364.bin"/><Relationship Id="rId14" Type="http://schemas.openxmlformats.org/officeDocument/2006/relationships/image" Target="../media/image35.wmf"/><Relationship Id="rId22" Type="http://schemas.openxmlformats.org/officeDocument/2006/relationships/image" Target="../media/image208.wmf"/><Relationship Id="rId27" Type="http://schemas.openxmlformats.org/officeDocument/2006/relationships/oleObject" Target="../embeddings/oleObject373.bin"/><Relationship Id="rId30" Type="http://schemas.openxmlformats.org/officeDocument/2006/relationships/oleObject" Target="../embeddings/oleObject375.bin"/><Relationship Id="rId35" Type="http://schemas.openxmlformats.org/officeDocument/2006/relationships/image" Target="../media/image212.wmf"/><Relationship Id="rId43" Type="http://schemas.openxmlformats.org/officeDocument/2006/relationships/image" Target="../media/image215.w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8.bin"/><Relationship Id="rId18" Type="http://schemas.openxmlformats.org/officeDocument/2006/relationships/image" Target="../media/image198.wmf"/><Relationship Id="rId26" Type="http://schemas.openxmlformats.org/officeDocument/2006/relationships/image" Target="../media/image220.wmf"/><Relationship Id="rId39" Type="http://schemas.openxmlformats.org/officeDocument/2006/relationships/oleObject" Target="../embeddings/oleObject401.bin"/><Relationship Id="rId21" Type="http://schemas.openxmlformats.org/officeDocument/2006/relationships/oleObject" Target="../embeddings/oleObject392.bin"/><Relationship Id="rId34" Type="http://schemas.openxmlformats.org/officeDocument/2006/relationships/image" Target="../media/image224.wmf"/><Relationship Id="rId42" Type="http://schemas.openxmlformats.org/officeDocument/2006/relationships/image" Target="../media/image228.wmf"/><Relationship Id="rId47" Type="http://schemas.openxmlformats.org/officeDocument/2006/relationships/oleObject" Target="../embeddings/oleObject405.bin"/><Relationship Id="rId50" Type="http://schemas.openxmlformats.org/officeDocument/2006/relationships/image" Target="../media/image232.wmf"/><Relationship Id="rId55" Type="http://schemas.openxmlformats.org/officeDocument/2006/relationships/oleObject" Target="../embeddings/oleObject410.bin"/><Relationship Id="rId7" Type="http://schemas.openxmlformats.org/officeDocument/2006/relationships/oleObject" Target="../embeddings/oleObject385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90.bin"/><Relationship Id="rId25" Type="http://schemas.openxmlformats.org/officeDocument/2006/relationships/oleObject" Target="../embeddings/oleObject394.bin"/><Relationship Id="rId33" Type="http://schemas.openxmlformats.org/officeDocument/2006/relationships/oleObject" Target="../embeddings/oleObject398.bin"/><Relationship Id="rId38" Type="http://schemas.openxmlformats.org/officeDocument/2006/relationships/image" Target="../media/image226.wmf"/><Relationship Id="rId46" Type="http://schemas.openxmlformats.org/officeDocument/2006/relationships/image" Target="../media/image230.wmf"/><Relationship Id="rId59" Type="http://schemas.openxmlformats.org/officeDocument/2006/relationships/slide" Target="slide10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7.wmf"/><Relationship Id="rId20" Type="http://schemas.openxmlformats.org/officeDocument/2006/relationships/image" Target="../media/image144.wmf"/><Relationship Id="rId29" Type="http://schemas.openxmlformats.org/officeDocument/2006/relationships/oleObject" Target="../embeddings/oleObject396.bin"/><Relationship Id="rId41" Type="http://schemas.openxmlformats.org/officeDocument/2006/relationships/oleObject" Target="../embeddings/oleObject402.bin"/><Relationship Id="rId54" Type="http://schemas.openxmlformats.org/officeDocument/2006/relationships/oleObject" Target="../embeddings/oleObject409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387.bin"/><Relationship Id="rId24" Type="http://schemas.openxmlformats.org/officeDocument/2006/relationships/image" Target="../media/image219.wmf"/><Relationship Id="rId32" Type="http://schemas.openxmlformats.org/officeDocument/2006/relationships/image" Target="../media/image223.wmf"/><Relationship Id="rId37" Type="http://schemas.openxmlformats.org/officeDocument/2006/relationships/oleObject" Target="../embeddings/oleObject400.bin"/><Relationship Id="rId40" Type="http://schemas.openxmlformats.org/officeDocument/2006/relationships/image" Target="../media/image227.wmf"/><Relationship Id="rId45" Type="http://schemas.openxmlformats.org/officeDocument/2006/relationships/oleObject" Target="../embeddings/oleObject404.bin"/><Relationship Id="rId53" Type="http://schemas.openxmlformats.org/officeDocument/2006/relationships/oleObject" Target="../embeddings/oleObject408.bin"/><Relationship Id="rId58" Type="http://schemas.openxmlformats.org/officeDocument/2006/relationships/image" Target="../media/image235.wmf"/><Relationship Id="rId5" Type="http://schemas.openxmlformats.org/officeDocument/2006/relationships/oleObject" Target="../embeddings/oleObject384.bin"/><Relationship Id="rId15" Type="http://schemas.openxmlformats.org/officeDocument/2006/relationships/oleObject" Target="../embeddings/oleObject389.bin"/><Relationship Id="rId23" Type="http://schemas.openxmlformats.org/officeDocument/2006/relationships/oleObject" Target="../embeddings/oleObject393.bin"/><Relationship Id="rId28" Type="http://schemas.openxmlformats.org/officeDocument/2006/relationships/image" Target="../media/image221.wmf"/><Relationship Id="rId36" Type="http://schemas.openxmlformats.org/officeDocument/2006/relationships/image" Target="../media/image225.wmf"/><Relationship Id="rId49" Type="http://schemas.openxmlformats.org/officeDocument/2006/relationships/oleObject" Target="../embeddings/oleObject406.bin"/><Relationship Id="rId57" Type="http://schemas.openxmlformats.org/officeDocument/2006/relationships/oleObject" Target="../embeddings/oleObject411.bin"/><Relationship Id="rId10" Type="http://schemas.openxmlformats.org/officeDocument/2006/relationships/image" Target="../media/image195.wmf"/><Relationship Id="rId19" Type="http://schemas.openxmlformats.org/officeDocument/2006/relationships/oleObject" Target="../embeddings/oleObject391.bin"/><Relationship Id="rId31" Type="http://schemas.openxmlformats.org/officeDocument/2006/relationships/oleObject" Target="../embeddings/oleObject397.bin"/><Relationship Id="rId44" Type="http://schemas.openxmlformats.org/officeDocument/2006/relationships/image" Target="../media/image229.wmf"/><Relationship Id="rId52" Type="http://schemas.openxmlformats.org/officeDocument/2006/relationships/image" Target="../media/image233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386.bin"/><Relationship Id="rId14" Type="http://schemas.openxmlformats.org/officeDocument/2006/relationships/image" Target="../media/image196.wmf"/><Relationship Id="rId22" Type="http://schemas.openxmlformats.org/officeDocument/2006/relationships/image" Target="../media/image218.wmf"/><Relationship Id="rId27" Type="http://schemas.openxmlformats.org/officeDocument/2006/relationships/oleObject" Target="../embeddings/oleObject395.bin"/><Relationship Id="rId30" Type="http://schemas.openxmlformats.org/officeDocument/2006/relationships/image" Target="../media/image222.wmf"/><Relationship Id="rId35" Type="http://schemas.openxmlformats.org/officeDocument/2006/relationships/oleObject" Target="../embeddings/oleObject399.bin"/><Relationship Id="rId43" Type="http://schemas.openxmlformats.org/officeDocument/2006/relationships/oleObject" Target="../embeddings/oleObject403.bin"/><Relationship Id="rId48" Type="http://schemas.openxmlformats.org/officeDocument/2006/relationships/image" Target="../media/image231.wmf"/><Relationship Id="rId56" Type="http://schemas.openxmlformats.org/officeDocument/2006/relationships/image" Target="../media/image234.wmf"/><Relationship Id="rId8" Type="http://schemas.openxmlformats.org/officeDocument/2006/relationships/image" Target="../media/image194.wmf"/><Relationship Id="rId51" Type="http://schemas.openxmlformats.org/officeDocument/2006/relationships/oleObject" Target="../embeddings/oleObject407.bin"/><Relationship Id="rId3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.wmf"/><Relationship Id="rId18" Type="http://schemas.openxmlformats.org/officeDocument/2006/relationships/oleObject" Target="../embeddings/oleObject418.bin"/><Relationship Id="rId26" Type="http://schemas.openxmlformats.org/officeDocument/2006/relationships/oleObject" Target="../embeddings/oleObject422.bin"/><Relationship Id="rId39" Type="http://schemas.openxmlformats.org/officeDocument/2006/relationships/image" Target="../media/image247.wmf"/><Relationship Id="rId21" Type="http://schemas.openxmlformats.org/officeDocument/2006/relationships/image" Target="../media/image240.wmf"/><Relationship Id="rId34" Type="http://schemas.openxmlformats.org/officeDocument/2006/relationships/oleObject" Target="../embeddings/oleObject426.bin"/><Relationship Id="rId42" Type="http://schemas.openxmlformats.org/officeDocument/2006/relationships/oleObject" Target="../embeddings/oleObject430.bin"/><Relationship Id="rId47" Type="http://schemas.openxmlformats.org/officeDocument/2006/relationships/image" Target="../media/image250.wmf"/><Relationship Id="rId50" Type="http://schemas.openxmlformats.org/officeDocument/2006/relationships/oleObject" Target="../embeddings/oleObject434.bin"/><Relationship Id="rId55" Type="http://schemas.openxmlformats.org/officeDocument/2006/relationships/oleObject" Target="../embeddings/oleObject438.bin"/><Relationship Id="rId63" Type="http://schemas.openxmlformats.org/officeDocument/2006/relationships/image" Target="../media/image255.wmf"/><Relationship Id="rId68" Type="http://schemas.openxmlformats.org/officeDocument/2006/relationships/oleObject" Target="../embeddings/oleObject445.bin"/><Relationship Id="rId76" Type="http://schemas.openxmlformats.org/officeDocument/2006/relationships/image" Target="../media/image261.wmf"/><Relationship Id="rId7" Type="http://schemas.openxmlformats.org/officeDocument/2006/relationships/image" Target="../media/image56.wmf"/><Relationship Id="rId71" Type="http://schemas.openxmlformats.org/officeDocument/2006/relationships/oleObject" Target="../embeddings/oleObject44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17.bin"/><Relationship Id="rId29" Type="http://schemas.openxmlformats.org/officeDocument/2006/relationships/oleObject" Target="../embeddings/oleObject424.bin"/><Relationship Id="rId11" Type="http://schemas.openxmlformats.org/officeDocument/2006/relationships/image" Target="../media/image236.wmf"/><Relationship Id="rId24" Type="http://schemas.openxmlformats.org/officeDocument/2006/relationships/oleObject" Target="../embeddings/oleObject421.bin"/><Relationship Id="rId32" Type="http://schemas.openxmlformats.org/officeDocument/2006/relationships/oleObject" Target="../embeddings/oleObject425.bin"/><Relationship Id="rId37" Type="http://schemas.openxmlformats.org/officeDocument/2006/relationships/image" Target="../media/image246.wmf"/><Relationship Id="rId40" Type="http://schemas.openxmlformats.org/officeDocument/2006/relationships/oleObject" Target="../embeddings/oleObject429.bin"/><Relationship Id="rId45" Type="http://schemas.openxmlformats.org/officeDocument/2006/relationships/image" Target="../media/image249.wmf"/><Relationship Id="rId53" Type="http://schemas.openxmlformats.org/officeDocument/2006/relationships/oleObject" Target="../embeddings/oleObject436.bin"/><Relationship Id="rId58" Type="http://schemas.openxmlformats.org/officeDocument/2006/relationships/image" Target="../media/image253.wmf"/><Relationship Id="rId66" Type="http://schemas.openxmlformats.org/officeDocument/2006/relationships/oleObject" Target="../embeddings/oleObject444.bin"/><Relationship Id="rId74" Type="http://schemas.openxmlformats.org/officeDocument/2006/relationships/image" Target="../media/image260.wmf"/><Relationship Id="rId79" Type="http://schemas.openxmlformats.org/officeDocument/2006/relationships/oleObject" Target="../embeddings/oleObject451.bin"/><Relationship Id="rId5" Type="http://schemas.openxmlformats.org/officeDocument/2006/relationships/image" Target="../media/image110.png"/><Relationship Id="rId61" Type="http://schemas.openxmlformats.org/officeDocument/2006/relationships/image" Target="../media/image254.wmf"/><Relationship Id="rId82" Type="http://schemas.openxmlformats.org/officeDocument/2006/relationships/oleObject" Target="../embeddings/oleObject453.bin"/><Relationship Id="rId10" Type="http://schemas.openxmlformats.org/officeDocument/2006/relationships/oleObject" Target="../embeddings/oleObject414.bin"/><Relationship Id="rId19" Type="http://schemas.openxmlformats.org/officeDocument/2006/relationships/image" Target="../media/image239.wmf"/><Relationship Id="rId31" Type="http://schemas.openxmlformats.org/officeDocument/2006/relationships/image" Target="../media/image11.gif"/><Relationship Id="rId44" Type="http://schemas.openxmlformats.org/officeDocument/2006/relationships/oleObject" Target="../embeddings/oleObject431.bin"/><Relationship Id="rId52" Type="http://schemas.openxmlformats.org/officeDocument/2006/relationships/image" Target="../media/image113.wmf"/><Relationship Id="rId60" Type="http://schemas.openxmlformats.org/officeDocument/2006/relationships/oleObject" Target="../embeddings/oleObject441.bin"/><Relationship Id="rId65" Type="http://schemas.openxmlformats.org/officeDocument/2006/relationships/image" Target="../media/image256.wmf"/><Relationship Id="rId73" Type="http://schemas.openxmlformats.org/officeDocument/2006/relationships/oleObject" Target="../embeddings/oleObject448.bin"/><Relationship Id="rId78" Type="http://schemas.openxmlformats.org/officeDocument/2006/relationships/image" Target="../media/image262.wmf"/><Relationship Id="rId81" Type="http://schemas.openxmlformats.org/officeDocument/2006/relationships/image" Target="../media/image263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413.bin"/><Relationship Id="rId14" Type="http://schemas.openxmlformats.org/officeDocument/2006/relationships/oleObject" Target="../embeddings/oleObject416.bin"/><Relationship Id="rId22" Type="http://schemas.openxmlformats.org/officeDocument/2006/relationships/oleObject" Target="../embeddings/oleObject420.bin"/><Relationship Id="rId27" Type="http://schemas.openxmlformats.org/officeDocument/2006/relationships/oleObject" Target="../embeddings/oleObject423.bin"/><Relationship Id="rId30" Type="http://schemas.openxmlformats.org/officeDocument/2006/relationships/image" Target="../media/image244.wmf"/><Relationship Id="rId35" Type="http://schemas.openxmlformats.org/officeDocument/2006/relationships/image" Target="../media/image5.wmf"/><Relationship Id="rId43" Type="http://schemas.openxmlformats.org/officeDocument/2006/relationships/image" Target="../media/image167.wmf"/><Relationship Id="rId48" Type="http://schemas.openxmlformats.org/officeDocument/2006/relationships/oleObject" Target="../embeddings/oleObject433.bin"/><Relationship Id="rId56" Type="http://schemas.openxmlformats.org/officeDocument/2006/relationships/image" Target="../media/image252.wmf"/><Relationship Id="rId64" Type="http://schemas.openxmlformats.org/officeDocument/2006/relationships/oleObject" Target="../embeddings/oleObject443.bin"/><Relationship Id="rId69" Type="http://schemas.openxmlformats.org/officeDocument/2006/relationships/image" Target="../media/image258.wmf"/><Relationship Id="rId77" Type="http://schemas.openxmlformats.org/officeDocument/2006/relationships/oleObject" Target="../embeddings/oleObject450.bin"/><Relationship Id="rId8" Type="http://schemas.openxmlformats.org/officeDocument/2006/relationships/slide" Target="slide11.xml"/><Relationship Id="rId51" Type="http://schemas.openxmlformats.org/officeDocument/2006/relationships/oleObject" Target="../embeddings/oleObject435.bin"/><Relationship Id="rId72" Type="http://schemas.openxmlformats.org/officeDocument/2006/relationships/image" Target="../media/image259.wmf"/><Relationship Id="rId80" Type="http://schemas.openxmlformats.org/officeDocument/2006/relationships/oleObject" Target="../embeddings/oleObject452.bin"/><Relationship Id="rId3" Type="http://schemas.openxmlformats.org/officeDocument/2006/relationships/image" Target="../media/image12.png"/><Relationship Id="rId12" Type="http://schemas.openxmlformats.org/officeDocument/2006/relationships/oleObject" Target="../embeddings/oleObject415.bin"/><Relationship Id="rId17" Type="http://schemas.openxmlformats.org/officeDocument/2006/relationships/image" Target="../media/image238.wmf"/><Relationship Id="rId25" Type="http://schemas.openxmlformats.org/officeDocument/2006/relationships/image" Target="../media/image242.wmf"/><Relationship Id="rId33" Type="http://schemas.openxmlformats.org/officeDocument/2006/relationships/image" Target="../media/image245.wmf"/><Relationship Id="rId38" Type="http://schemas.openxmlformats.org/officeDocument/2006/relationships/oleObject" Target="../embeddings/oleObject428.bin"/><Relationship Id="rId46" Type="http://schemas.openxmlformats.org/officeDocument/2006/relationships/oleObject" Target="../embeddings/oleObject432.bin"/><Relationship Id="rId59" Type="http://schemas.openxmlformats.org/officeDocument/2006/relationships/oleObject" Target="../embeddings/oleObject440.bin"/><Relationship Id="rId67" Type="http://schemas.openxmlformats.org/officeDocument/2006/relationships/image" Target="../media/image257.wmf"/><Relationship Id="rId20" Type="http://schemas.openxmlformats.org/officeDocument/2006/relationships/oleObject" Target="../embeddings/oleObject419.bin"/><Relationship Id="rId41" Type="http://schemas.openxmlformats.org/officeDocument/2006/relationships/image" Target="../media/image248.wmf"/><Relationship Id="rId54" Type="http://schemas.openxmlformats.org/officeDocument/2006/relationships/oleObject" Target="../embeddings/oleObject437.bin"/><Relationship Id="rId62" Type="http://schemas.openxmlformats.org/officeDocument/2006/relationships/oleObject" Target="../embeddings/oleObject442.bin"/><Relationship Id="rId70" Type="http://schemas.openxmlformats.org/officeDocument/2006/relationships/oleObject" Target="../embeddings/oleObject446.bin"/><Relationship Id="rId75" Type="http://schemas.openxmlformats.org/officeDocument/2006/relationships/oleObject" Target="../embeddings/oleObject449.bin"/><Relationship Id="rId83" Type="http://schemas.openxmlformats.org/officeDocument/2006/relationships/image" Target="../media/image264.w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412.bin"/><Relationship Id="rId15" Type="http://schemas.openxmlformats.org/officeDocument/2006/relationships/image" Target="../media/image237.wmf"/><Relationship Id="rId23" Type="http://schemas.openxmlformats.org/officeDocument/2006/relationships/image" Target="../media/image241.wmf"/><Relationship Id="rId28" Type="http://schemas.openxmlformats.org/officeDocument/2006/relationships/image" Target="../media/image243.wmf"/><Relationship Id="rId36" Type="http://schemas.openxmlformats.org/officeDocument/2006/relationships/oleObject" Target="../embeddings/oleObject427.bin"/><Relationship Id="rId49" Type="http://schemas.openxmlformats.org/officeDocument/2006/relationships/image" Target="../media/image251.wmf"/><Relationship Id="rId57" Type="http://schemas.openxmlformats.org/officeDocument/2006/relationships/oleObject" Target="../embeddings/oleObject439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89C4FF"/>
            </a:gs>
            <a:gs pos="100000">
              <a:srgbClr val="E7F3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323850" y="1981200"/>
            <a:ext cx="856932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uz-Cyrl-UZ" sz="2400" b="1" dirty="0" smtClean="0"/>
              <a:t>Телекоммуникация </a:t>
            </a:r>
            <a:r>
              <a:rPr lang="uz-Cyrl-UZ" sz="2400" b="1" dirty="0"/>
              <a:t>тармоқларида</a:t>
            </a:r>
            <a:endParaRPr lang="en-US" sz="2400" b="1" dirty="0"/>
          </a:p>
          <a:p>
            <a:pPr algn="ctr"/>
            <a:r>
              <a:rPr lang="uz-Cyrl-UZ" sz="2400" b="1" dirty="0"/>
              <a:t> </a:t>
            </a:r>
            <a:r>
              <a:rPr lang="ru-RU" sz="2400" b="1" dirty="0"/>
              <a:t>м</a:t>
            </a:r>
            <a:r>
              <a:rPr lang="uz-Cyrl-UZ" sz="2400" b="1" dirty="0"/>
              <a:t>аҳ</a:t>
            </a:r>
            <a:r>
              <a:rPr lang="ru-RU" sz="2400" b="1" dirty="0" err="1"/>
              <a:t>фий</a:t>
            </a:r>
            <a:r>
              <a:rPr lang="uz-Cyrl-UZ" sz="2400" b="1" dirty="0"/>
              <a:t> </a:t>
            </a:r>
            <a:r>
              <a:rPr lang="en-US" sz="2400" b="1" dirty="0"/>
              <a:t>(</a:t>
            </a:r>
            <a:r>
              <a:rPr lang="uz-Cyrl-UZ" sz="2400" b="1" dirty="0"/>
              <a:t>конфиденциал</a:t>
            </a:r>
            <a:r>
              <a:rPr lang="ru-RU" sz="2400" b="1" dirty="0"/>
              <a:t>)</a:t>
            </a:r>
            <a:r>
              <a:rPr lang="uz-Cyrl-UZ" sz="2400" b="1" dirty="0"/>
              <a:t> маълумот алмаши</a:t>
            </a:r>
            <a:r>
              <a:rPr lang="ru-RU" sz="2400" b="1" dirty="0"/>
              <a:t>ниш</a:t>
            </a:r>
            <a:r>
              <a:rPr lang="uz-Cyrl-UZ" sz="2400" b="1" dirty="0"/>
              <a:t>ни</a:t>
            </a:r>
            <a:r>
              <a:rPr lang="ru-RU" sz="2400" b="1" dirty="0"/>
              <a:t> </a:t>
            </a:r>
            <a:r>
              <a:rPr lang="uz-Cyrl-UZ" sz="2400" b="1" dirty="0"/>
              <a:t>таъминловчи </a:t>
            </a:r>
            <a:r>
              <a:rPr lang="uz-Cyrl-UZ" sz="2400" b="1" dirty="0" smtClean="0"/>
              <a:t>протоколлар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323850" y="1125538"/>
            <a:ext cx="8351838" cy="1006475"/>
          </a:xfrm>
          <a:prstGeom prst="rect">
            <a:avLst/>
          </a:prstGeom>
          <a:solidFill>
            <a:srgbClr val="47A3FF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800" b="1"/>
              <a:t>Телекоммуникация тармоқларида махфий </a:t>
            </a:r>
          </a:p>
          <a:p>
            <a:pPr algn="ctr"/>
            <a:r>
              <a:rPr lang="uz-Cyrl-UZ" sz="2800" b="1"/>
              <a:t>алоқани таъминловчи протоколлар</a:t>
            </a:r>
            <a:endParaRPr lang="ru-RU" sz="2800" b="1"/>
          </a:p>
        </p:txBody>
      </p:sp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323850" y="3716338"/>
            <a:ext cx="4248150" cy="936625"/>
          </a:xfrm>
          <a:prstGeom prst="rect">
            <a:avLst/>
          </a:prstGeom>
          <a:solidFill>
            <a:srgbClr val="BEBEBE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400" b="1"/>
              <a:t>Идентификация</a:t>
            </a:r>
          </a:p>
          <a:p>
            <a:pPr algn="ctr"/>
            <a:r>
              <a:rPr lang="uz-Cyrl-UZ" sz="2400" b="1"/>
              <a:t> протоколлари.</a:t>
            </a:r>
            <a:endParaRPr lang="ru-RU" sz="2400" b="1"/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4787900" y="3716338"/>
            <a:ext cx="4176713" cy="936625"/>
          </a:xfrm>
          <a:prstGeom prst="rect">
            <a:avLst/>
          </a:prstGeom>
          <a:solidFill>
            <a:srgbClr val="BEBEBE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400" b="1"/>
              <a:t>Калитларни тарқатиш </a:t>
            </a:r>
          </a:p>
          <a:p>
            <a:pPr algn="ctr"/>
            <a:r>
              <a:rPr lang="uz-Cyrl-UZ" sz="2400" b="1"/>
              <a:t>протоколлари</a:t>
            </a:r>
            <a:endParaRPr lang="ru-RU" sz="2400" b="1"/>
          </a:p>
        </p:txBody>
      </p:sp>
      <p:sp>
        <p:nvSpPr>
          <p:cNvPr id="5125" name="Line 7"/>
          <p:cNvSpPr>
            <a:spLocks noChangeShapeType="1"/>
          </p:cNvSpPr>
          <p:nvPr/>
        </p:nvSpPr>
        <p:spPr bwMode="auto">
          <a:xfrm>
            <a:off x="2411413" y="2852738"/>
            <a:ext cx="46815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126" name="Line 8"/>
          <p:cNvSpPr>
            <a:spLocks noChangeShapeType="1"/>
          </p:cNvSpPr>
          <p:nvPr/>
        </p:nvSpPr>
        <p:spPr bwMode="auto">
          <a:xfrm>
            <a:off x="4643438" y="2133600"/>
            <a:ext cx="0" cy="719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127" name="Line 9"/>
          <p:cNvSpPr>
            <a:spLocks noChangeShapeType="1"/>
          </p:cNvSpPr>
          <p:nvPr/>
        </p:nvSpPr>
        <p:spPr bwMode="auto">
          <a:xfrm>
            <a:off x="2411413" y="2852738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128" name="Line 10"/>
          <p:cNvSpPr>
            <a:spLocks noChangeShapeType="1"/>
          </p:cNvSpPr>
          <p:nvPr/>
        </p:nvSpPr>
        <p:spPr bwMode="auto">
          <a:xfrm>
            <a:off x="7092950" y="2852738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C8E4FF"/>
            </a:gs>
            <a:gs pos="100000">
              <a:srgbClr val="5BAD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396875" y="693738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600" b="1"/>
              <a:t>Симметрик ва асимметрик шифрлаш алгоритмлари </a:t>
            </a:r>
          </a:p>
          <a:p>
            <a:pPr algn="ctr"/>
            <a:r>
              <a:rPr lang="uz-Cyrl-UZ" sz="2600" b="1"/>
              <a:t>ёрдамида маҳфий маълумот алмашувчи томонлар</a:t>
            </a:r>
          </a:p>
          <a:p>
            <a:pPr algn="ctr"/>
            <a:r>
              <a:rPr lang="uz-Cyrl-UZ" sz="2600" b="1"/>
              <a:t> идентификациясини таъминловчи протоколлар</a:t>
            </a:r>
            <a:endParaRPr lang="ru-RU" sz="2600" b="1"/>
          </a:p>
        </p:txBody>
      </p:sp>
      <p:sp>
        <p:nvSpPr>
          <p:cNvPr id="6147" name="Rectangle 5"/>
          <p:cNvSpPr>
            <a:spLocks noChangeArrowheads="1"/>
          </p:cNvSpPr>
          <p:nvPr/>
        </p:nvSpPr>
        <p:spPr bwMode="auto">
          <a:xfrm>
            <a:off x="468313" y="2276475"/>
            <a:ext cx="8351837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 algn="ctr">
              <a:buFontTx/>
              <a:buAutoNum type="arabicPeriod"/>
            </a:pPr>
            <a:r>
              <a:rPr lang="uz-Cyrl-UZ" sz="2400"/>
              <a:t>Вақт меткаси ёрдамида бир томонлама идентификацияни</a:t>
            </a:r>
          </a:p>
          <a:p>
            <a:pPr marL="342900" indent="-342900" algn="ctr"/>
            <a:r>
              <a:rPr lang="uz-Cyrl-UZ" sz="2400"/>
              <a:t>таъминлаш.</a:t>
            </a:r>
            <a:endParaRPr lang="ru-RU" sz="2400"/>
          </a:p>
        </p:txBody>
      </p:sp>
      <p:sp>
        <p:nvSpPr>
          <p:cNvPr id="6148" name="Rectangle 6"/>
          <p:cNvSpPr>
            <a:spLocks noChangeArrowheads="1"/>
          </p:cNvSpPr>
          <p:nvPr/>
        </p:nvSpPr>
        <p:spPr bwMode="auto">
          <a:xfrm>
            <a:off x="250825" y="3430588"/>
            <a:ext cx="84963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 sz="2000" b="1"/>
              <a:t>2. </a:t>
            </a:r>
            <a:r>
              <a:rPr lang="uz-Cyrl-UZ" sz="2400"/>
              <a:t>Тасодифий сондан фойдаланиб бир томонлама </a:t>
            </a:r>
          </a:p>
          <a:p>
            <a:r>
              <a:rPr lang="uz-Cyrl-UZ" sz="2400"/>
              <a:t>                              идентификацияни таъминлаш.</a:t>
            </a:r>
            <a:endParaRPr lang="ru-RU" sz="2400"/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250825" y="4581525"/>
            <a:ext cx="84963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 sz="2000" b="1"/>
              <a:t>3. </a:t>
            </a:r>
            <a:r>
              <a:rPr lang="uz-Cyrl-UZ" sz="2400"/>
              <a:t>Тасодифий сондан фойдаланиб ўзаро идентификацияни</a:t>
            </a:r>
          </a:p>
          <a:p>
            <a:r>
              <a:rPr lang="uz-Cyrl-UZ" sz="2400"/>
              <a:t>                                             таъминлаш.</a:t>
            </a:r>
            <a:endParaRPr lang="ru-RU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763713" y="620713"/>
            <a:ext cx="5905500" cy="71913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3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400" b="1"/>
              <a:t>Калитларни тарқатиш протоколлари</a:t>
            </a:r>
            <a:endParaRPr lang="ru-RU" sz="2400" b="1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323850" y="1844675"/>
            <a:ext cx="4248150" cy="9366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/>
              <a:t>Симметрик шифрлаш алгоритми</a:t>
            </a:r>
          </a:p>
          <a:p>
            <a:pPr algn="ctr"/>
            <a:r>
              <a:rPr lang="uz-Cyrl-UZ" b="1"/>
              <a:t> ёрдамида калитларни тарқатиш </a:t>
            </a:r>
          </a:p>
          <a:p>
            <a:pPr algn="ctr"/>
            <a:r>
              <a:rPr lang="uz-Cyrl-UZ" b="1"/>
              <a:t>протоколлари</a:t>
            </a:r>
            <a:endParaRPr lang="ru-RU" b="1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4787900" y="1844675"/>
            <a:ext cx="4176713" cy="9366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/>
              <a:t>Асимметрик шифрлаш алгоритми </a:t>
            </a:r>
          </a:p>
          <a:p>
            <a:pPr algn="ctr"/>
            <a:r>
              <a:rPr lang="uz-Cyrl-UZ" b="1"/>
              <a:t>ёрдамида калитларни тарқатиш </a:t>
            </a:r>
          </a:p>
          <a:p>
            <a:pPr algn="ctr"/>
            <a:r>
              <a:rPr lang="uz-Cyrl-UZ" b="1"/>
              <a:t>протоколлари</a:t>
            </a:r>
            <a:endParaRPr lang="ru-RU" b="1"/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2411413" y="1557338"/>
            <a:ext cx="46815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643438" y="134143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2411413" y="1557338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7092950" y="1557338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250825" y="3284538"/>
            <a:ext cx="2376488" cy="9366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/>
              <a:t> </a:t>
            </a:r>
            <a:r>
              <a:rPr lang="uz-Cyrl-UZ" b="1"/>
              <a:t>Икки фойдаланувчи </a:t>
            </a:r>
          </a:p>
          <a:p>
            <a:pPr algn="ctr"/>
            <a:r>
              <a:rPr lang="uz-Cyrl-UZ" b="1"/>
              <a:t>иштирокидаги</a:t>
            </a:r>
          </a:p>
          <a:p>
            <a:pPr algn="ctr"/>
            <a:r>
              <a:rPr lang="uz-Cyrl-UZ" b="1"/>
              <a:t>протоколлар</a:t>
            </a:r>
            <a:endParaRPr lang="ru-RU" b="1"/>
          </a:p>
        </p:txBody>
      </p:sp>
      <p:sp>
        <p:nvSpPr>
          <p:cNvPr id="7178" name="Rectangle 10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700338" y="3284538"/>
            <a:ext cx="1727200" cy="9366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/>
              <a:t>Арбитр </a:t>
            </a:r>
          </a:p>
          <a:p>
            <a:pPr algn="ctr"/>
            <a:r>
              <a:rPr lang="uz-Cyrl-UZ" b="1"/>
              <a:t>иштирокидаги</a:t>
            </a:r>
          </a:p>
          <a:p>
            <a:pPr algn="ctr"/>
            <a:r>
              <a:rPr lang="uz-Cyrl-UZ" b="1"/>
              <a:t>протоколлар</a:t>
            </a:r>
            <a:endParaRPr lang="ru-RU" b="1"/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1258888" y="3068638"/>
            <a:ext cx="2305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2484438" y="2781300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81" name="Line 13"/>
          <p:cNvSpPr>
            <a:spLocks noChangeShapeType="1"/>
          </p:cNvSpPr>
          <p:nvPr/>
        </p:nvSpPr>
        <p:spPr bwMode="auto">
          <a:xfrm>
            <a:off x="1258888" y="3068638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>
            <a:off x="3563938" y="3068638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83" name="Rectangle 1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79388" y="4724400"/>
            <a:ext cx="1944687" cy="7921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600"/>
              <a:t>Генерация қилинган</a:t>
            </a:r>
          </a:p>
          <a:p>
            <a:pPr algn="ctr"/>
            <a:r>
              <a:rPr lang="uz-Cyrl-UZ" sz="1600"/>
              <a:t>калитни алмашиш</a:t>
            </a:r>
          </a:p>
          <a:p>
            <a:pPr algn="ctr"/>
            <a:r>
              <a:rPr lang="uz-Cyrl-UZ" sz="1600"/>
              <a:t>протоколлари</a:t>
            </a:r>
            <a:endParaRPr lang="ru-RU" sz="1600"/>
          </a:p>
        </p:txBody>
      </p:sp>
      <p:sp>
        <p:nvSpPr>
          <p:cNvPr id="7184" name="Rectangle 16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268538" y="4724400"/>
            <a:ext cx="2016125" cy="7921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600"/>
              <a:t>Калитни биргаликда </a:t>
            </a:r>
          </a:p>
          <a:p>
            <a:pPr algn="ctr"/>
            <a:r>
              <a:rPr lang="uz-Cyrl-UZ" sz="1600"/>
              <a:t>генерация қилиш</a:t>
            </a:r>
          </a:p>
          <a:p>
            <a:pPr algn="ctr"/>
            <a:r>
              <a:rPr lang="uz-Cyrl-UZ" sz="1600"/>
              <a:t>протоколлари</a:t>
            </a:r>
            <a:endParaRPr lang="ru-RU" sz="1600"/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>
            <a:off x="1116013" y="4508500"/>
            <a:ext cx="2303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86" name="Line 18"/>
          <p:cNvSpPr>
            <a:spLocks noChangeShapeType="1"/>
          </p:cNvSpPr>
          <p:nvPr/>
        </p:nvSpPr>
        <p:spPr bwMode="auto">
          <a:xfrm>
            <a:off x="1116013" y="4508500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87" name="Line 19"/>
          <p:cNvSpPr>
            <a:spLocks noChangeShapeType="1"/>
          </p:cNvSpPr>
          <p:nvPr/>
        </p:nvSpPr>
        <p:spPr bwMode="auto">
          <a:xfrm>
            <a:off x="3419475" y="4508500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88" name="Line 20"/>
          <p:cNvSpPr>
            <a:spLocks noChangeShapeType="1"/>
          </p:cNvSpPr>
          <p:nvPr/>
        </p:nvSpPr>
        <p:spPr bwMode="auto">
          <a:xfrm>
            <a:off x="1476375" y="4221163"/>
            <a:ext cx="0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4787900" y="3284538"/>
            <a:ext cx="2376488" cy="9366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/>
              <a:t> </a:t>
            </a:r>
            <a:r>
              <a:rPr lang="uz-Cyrl-UZ" b="1"/>
              <a:t>Икки фойдаланувчи </a:t>
            </a:r>
          </a:p>
          <a:p>
            <a:pPr algn="ctr"/>
            <a:r>
              <a:rPr lang="uz-Cyrl-UZ" b="1"/>
              <a:t>иштирокидаги</a:t>
            </a:r>
          </a:p>
          <a:p>
            <a:pPr algn="ctr"/>
            <a:r>
              <a:rPr lang="uz-Cyrl-UZ" b="1"/>
              <a:t>протоколлар</a:t>
            </a:r>
            <a:endParaRPr lang="ru-RU" b="1"/>
          </a:p>
        </p:txBody>
      </p:sp>
      <p:sp>
        <p:nvSpPr>
          <p:cNvPr id="7190" name="Rectangle 22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7237413" y="3284538"/>
            <a:ext cx="1727200" cy="9366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/>
              <a:t>Арбитр </a:t>
            </a:r>
          </a:p>
          <a:p>
            <a:pPr algn="ctr"/>
            <a:r>
              <a:rPr lang="uz-Cyrl-UZ" b="1"/>
              <a:t>иштирокидаги</a:t>
            </a:r>
          </a:p>
          <a:p>
            <a:pPr algn="ctr"/>
            <a:r>
              <a:rPr lang="uz-Cyrl-UZ" b="1"/>
              <a:t>протоколлар</a:t>
            </a:r>
            <a:endParaRPr lang="ru-RU" b="1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>
            <a:off x="5940425" y="3068638"/>
            <a:ext cx="20891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>
            <a:off x="7092950" y="2781300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>
            <a:off x="5940425" y="3068638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>
            <a:off x="8029575" y="3068638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95" name="Rectangle 2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824413" y="4724400"/>
            <a:ext cx="1944687" cy="7921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600"/>
              <a:t>Генерация қилинган</a:t>
            </a:r>
          </a:p>
          <a:p>
            <a:pPr algn="ctr"/>
            <a:r>
              <a:rPr lang="uz-Cyrl-UZ" sz="1600"/>
              <a:t>калитни алмашиш</a:t>
            </a:r>
          </a:p>
          <a:p>
            <a:pPr algn="ctr"/>
            <a:r>
              <a:rPr lang="uz-Cyrl-UZ" sz="1600"/>
              <a:t>протоколлари</a:t>
            </a:r>
            <a:endParaRPr lang="ru-RU" sz="1600"/>
          </a:p>
        </p:txBody>
      </p:sp>
      <p:sp>
        <p:nvSpPr>
          <p:cNvPr id="7196" name="Rectangle 28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13563" y="4724400"/>
            <a:ext cx="2016125" cy="7921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600"/>
              <a:t>Калитни биргаликда </a:t>
            </a:r>
          </a:p>
          <a:p>
            <a:pPr algn="ctr"/>
            <a:r>
              <a:rPr lang="uz-Cyrl-UZ" sz="1600"/>
              <a:t>генерация қилиш</a:t>
            </a:r>
          </a:p>
          <a:p>
            <a:pPr algn="ctr"/>
            <a:r>
              <a:rPr lang="uz-Cyrl-UZ" sz="1600"/>
              <a:t>протоколлари</a:t>
            </a:r>
            <a:endParaRPr lang="ru-RU" sz="1600"/>
          </a:p>
        </p:txBody>
      </p:sp>
      <p:sp>
        <p:nvSpPr>
          <p:cNvPr id="7197" name="Line 29"/>
          <p:cNvSpPr>
            <a:spLocks noChangeShapeType="1"/>
          </p:cNvSpPr>
          <p:nvPr/>
        </p:nvSpPr>
        <p:spPr bwMode="auto">
          <a:xfrm>
            <a:off x="5761038" y="4508500"/>
            <a:ext cx="2303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98" name="Line 30"/>
          <p:cNvSpPr>
            <a:spLocks noChangeShapeType="1"/>
          </p:cNvSpPr>
          <p:nvPr/>
        </p:nvSpPr>
        <p:spPr bwMode="auto">
          <a:xfrm>
            <a:off x="5761038" y="4508500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199" name="Line 31"/>
          <p:cNvSpPr>
            <a:spLocks noChangeShapeType="1"/>
          </p:cNvSpPr>
          <p:nvPr/>
        </p:nvSpPr>
        <p:spPr bwMode="auto">
          <a:xfrm>
            <a:off x="8064500" y="4508500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>
            <a:off x="6480175" y="4221163"/>
            <a:ext cx="0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201" name="Rectangle 33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643438" y="5734050"/>
            <a:ext cx="2232025" cy="7921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1600"/>
              <a:t>ЭРИ дан фойдаланиб</a:t>
            </a:r>
          </a:p>
          <a:p>
            <a:pPr algn="ctr"/>
            <a:r>
              <a:rPr lang="uz-Cyrl-UZ" sz="1600"/>
              <a:t>калитни алмашиш</a:t>
            </a:r>
          </a:p>
          <a:p>
            <a:pPr algn="ctr"/>
            <a:r>
              <a:rPr lang="uz-Cyrl-UZ" sz="1600"/>
              <a:t>протоколлари</a:t>
            </a:r>
            <a:endParaRPr lang="ru-RU" sz="1600"/>
          </a:p>
        </p:txBody>
      </p:sp>
      <p:sp>
        <p:nvSpPr>
          <p:cNvPr id="7202" name="Line 34"/>
          <p:cNvSpPr>
            <a:spLocks noChangeShapeType="1"/>
          </p:cNvSpPr>
          <p:nvPr/>
        </p:nvSpPr>
        <p:spPr bwMode="auto">
          <a:xfrm>
            <a:off x="5795963" y="5516563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203" name="Rectangle 36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107950" y="6308725"/>
            <a:ext cx="1223963" cy="476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/>
              <a:t>Хулоса 1</a:t>
            </a:r>
            <a:endParaRPr lang="ru-RU"/>
          </a:p>
        </p:txBody>
      </p:sp>
      <p:sp>
        <p:nvSpPr>
          <p:cNvPr id="7204" name="Rectangle 38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7812088" y="6308725"/>
            <a:ext cx="1187450" cy="476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/>
              <a:t>Хулоса 2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9"/>
          <p:cNvSpPr>
            <a:spLocks noChangeArrowheads="1"/>
          </p:cNvSpPr>
          <p:nvPr/>
        </p:nvSpPr>
        <p:spPr bwMode="auto">
          <a:xfrm>
            <a:off x="323850" y="1700213"/>
            <a:ext cx="8820150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>
              <a:buFontTx/>
              <a:buAutoNum type="arabicPeriod"/>
            </a:pPr>
            <a:r>
              <a:rPr lang="uz-Cyrl-UZ" sz="2400"/>
              <a:t>Шамир протоколи 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2. Вақт меткасидан фойдаланиб калитни узатиш протоколи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3. Вақт меткаси ва хеш-функциядан фойдаланиб </a:t>
            </a:r>
          </a:p>
          <a:p>
            <a:pPr marL="342900" indent="-342900"/>
            <a:r>
              <a:rPr lang="uz-Cyrl-UZ" sz="2400"/>
              <a:t>	калитни узатиш протоколи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4. Тасодифий сондан фойдаланиб калитни </a:t>
            </a:r>
          </a:p>
          <a:p>
            <a:pPr marL="342900" indent="-342900"/>
            <a:r>
              <a:rPr lang="uz-Cyrl-UZ" sz="2400"/>
              <a:t>	узатиш протоколи</a:t>
            </a:r>
          </a:p>
          <a:p>
            <a:pPr marL="342900" indent="-342900"/>
            <a:endParaRPr lang="ru-RU" sz="2400"/>
          </a:p>
          <a:p>
            <a:pPr marL="342900" indent="-342900"/>
            <a:r>
              <a:rPr lang="uz-Cyrl-UZ" sz="2400"/>
              <a:t>5. Тасодифий сон ва хеш-функциядан фойдаланиб </a:t>
            </a:r>
          </a:p>
          <a:p>
            <a:pPr marL="342900" indent="-342900"/>
            <a:r>
              <a:rPr lang="uz-Cyrl-UZ" sz="2400"/>
              <a:t>		калитни узатиш протоколи</a:t>
            </a:r>
            <a:endParaRPr lang="ru-RU" sz="2400"/>
          </a:p>
        </p:txBody>
      </p:sp>
      <p:sp>
        <p:nvSpPr>
          <p:cNvPr id="8195" name="Rectangle 11"/>
          <p:cNvSpPr>
            <a:spLocks noChangeArrowheads="1"/>
          </p:cNvSpPr>
          <p:nvPr/>
        </p:nvSpPr>
        <p:spPr bwMode="auto">
          <a:xfrm>
            <a:off x="82550" y="403225"/>
            <a:ext cx="8964613" cy="865188"/>
          </a:xfrm>
          <a:prstGeom prst="rect">
            <a:avLst/>
          </a:prstGeom>
          <a:solidFill>
            <a:srgbClr val="5ED46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2A8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600" b="1"/>
              <a:t>Симметрик шифрлаш алгоритми ёрдамида генерация</a:t>
            </a:r>
          </a:p>
          <a:p>
            <a:pPr algn="ctr"/>
            <a:r>
              <a:rPr lang="uz-Cyrl-UZ" sz="2600" b="1"/>
              <a:t> қилинган калитни алмашиш протоколлари</a:t>
            </a:r>
            <a:endParaRPr lang="ru-RU" sz="2600" b="1"/>
          </a:p>
        </p:txBody>
      </p:sp>
      <p:sp>
        <p:nvSpPr>
          <p:cNvPr id="8196" name="AutoShape 1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8197" name="AutoShape 1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381750"/>
            <a:ext cx="503238" cy="476250"/>
          </a:xfrm>
          <a:prstGeom prst="actionButtonMovi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179388" y="2924175"/>
            <a:ext cx="8642350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400"/>
              <a:t>1. Тасодифий сонлардан фойдаланиб калитни </a:t>
            </a:r>
          </a:p>
          <a:p>
            <a:pPr algn="ctr"/>
            <a:r>
              <a:rPr lang="uz-Cyrl-UZ" sz="2400"/>
              <a:t>биргаликда хосил қилиш протоколи</a:t>
            </a:r>
            <a:endParaRPr lang="ru-RU" sz="2400"/>
          </a:p>
        </p:txBody>
      </p:sp>
      <p:sp>
        <p:nvSpPr>
          <p:cNvPr id="9219" name="Rectangle 6"/>
          <p:cNvSpPr>
            <a:spLocks noChangeArrowheads="1"/>
          </p:cNvSpPr>
          <p:nvPr/>
        </p:nvSpPr>
        <p:spPr bwMode="auto">
          <a:xfrm>
            <a:off x="92075" y="476250"/>
            <a:ext cx="8964613" cy="865188"/>
          </a:xfrm>
          <a:prstGeom prst="rect">
            <a:avLst/>
          </a:prstGeom>
          <a:solidFill>
            <a:srgbClr val="5ED46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2A8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600" b="1"/>
              <a:t>Симметрик шифрлаш алгоритми ёрдамида калитни </a:t>
            </a:r>
          </a:p>
          <a:p>
            <a:pPr algn="ctr"/>
            <a:r>
              <a:rPr lang="uz-Cyrl-UZ" sz="2600" b="1"/>
              <a:t>биргаликда генерация қилиш протоколи</a:t>
            </a:r>
            <a:endParaRPr lang="ru-RU" sz="2600" b="1"/>
          </a:p>
        </p:txBody>
      </p:sp>
      <p:sp>
        <p:nvSpPr>
          <p:cNvPr id="9220" name="AutoShape 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9221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381750"/>
            <a:ext cx="503238" cy="476250"/>
          </a:xfrm>
          <a:prstGeom prst="actionButtonMovi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92075" y="476250"/>
            <a:ext cx="8964613" cy="865188"/>
          </a:xfrm>
          <a:prstGeom prst="rect">
            <a:avLst/>
          </a:prstGeom>
          <a:solidFill>
            <a:srgbClr val="5ED46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2A8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600" b="1"/>
              <a:t>Симметрик шифрлаш алгоритми асосидаги арбитр </a:t>
            </a:r>
          </a:p>
          <a:p>
            <a:pPr algn="ctr"/>
            <a:r>
              <a:rPr lang="uz-Cyrl-UZ" sz="2600" b="1"/>
              <a:t>иштирокида калитни узатиш протоколлари</a:t>
            </a:r>
            <a:endParaRPr lang="ru-RU" sz="2600" b="1"/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611188" y="1700213"/>
            <a:ext cx="5761037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>
              <a:buFontTx/>
              <a:buAutoNum type="arabicPeriod"/>
            </a:pPr>
            <a:r>
              <a:rPr lang="uz-Cyrl-UZ" sz="2400"/>
              <a:t>Wide-Mouth Frog 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2. </a:t>
            </a:r>
            <a:r>
              <a:rPr lang="en-US" sz="2400"/>
              <a:t>Yahalom </a:t>
            </a:r>
            <a:r>
              <a:rPr lang="uz-Cyrl-UZ" sz="2400"/>
              <a:t>протоколи. 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3. Нидхем-Шрёдер 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4. Отвей-Риис 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5. </a:t>
            </a:r>
            <a:r>
              <a:rPr lang="en-US" sz="2400"/>
              <a:t>Kerberos</a:t>
            </a:r>
            <a:r>
              <a:rPr lang="uz-Cyrl-UZ" sz="2400"/>
              <a:t> 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6. Ньюман-Стабблбайн</a:t>
            </a:r>
            <a:r>
              <a:rPr lang="uz-Cyrl-UZ" sz="2400" i="1"/>
              <a:t> </a:t>
            </a:r>
            <a:r>
              <a:rPr lang="uz-Cyrl-UZ" sz="2400"/>
              <a:t>протоколи.</a:t>
            </a:r>
            <a:endParaRPr lang="ru-RU" sz="2400"/>
          </a:p>
        </p:txBody>
      </p:sp>
      <p:sp>
        <p:nvSpPr>
          <p:cNvPr id="10244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10245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381750"/>
            <a:ext cx="503238" cy="476250"/>
          </a:xfrm>
          <a:prstGeom prst="actionButtonMovi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ChangeArrowheads="1"/>
          </p:cNvSpPr>
          <p:nvPr/>
        </p:nvSpPr>
        <p:spPr bwMode="auto">
          <a:xfrm>
            <a:off x="179388" y="3213100"/>
            <a:ext cx="88201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>
              <a:buFontTx/>
              <a:buAutoNum type="arabicPeriod"/>
            </a:pPr>
            <a:r>
              <a:rPr lang="uz-Cyrl-UZ" sz="2400"/>
              <a:t>Вақт меткасидан фойдаланиб калитни узатиш протоколи </a:t>
            </a:r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82550" y="403225"/>
            <a:ext cx="8964613" cy="865188"/>
          </a:xfrm>
          <a:prstGeom prst="rect">
            <a:avLst/>
          </a:prstGeom>
          <a:solidFill>
            <a:srgbClr val="5ED46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2A8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600" b="1"/>
              <a:t>Асимметрик шифрлаш алгоритми ёрдамида </a:t>
            </a:r>
          </a:p>
          <a:p>
            <a:pPr algn="ctr"/>
            <a:r>
              <a:rPr lang="uz-Cyrl-UZ" sz="2600" b="1"/>
              <a:t>генерация  қилинган калитни алмашиш протоколи</a:t>
            </a:r>
            <a:endParaRPr lang="ru-RU" sz="2600" b="1"/>
          </a:p>
        </p:txBody>
      </p:sp>
      <p:sp>
        <p:nvSpPr>
          <p:cNvPr id="11268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11269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381750"/>
            <a:ext cx="503238" cy="476250"/>
          </a:xfrm>
          <a:prstGeom prst="actionButtonMovi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92075" y="476250"/>
            <a:ext cx="8964613" cy="865188"/>
          </a:xfrm>
          <a:prstGeom prst="rect">
            <a:avLst/>
          </a:prstGeom>
          <a:solidFill>
            <a:srgbClr val="5ED46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2A8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600" b="1"/>
              <a:t>Асимметрик шифрлаш алгоритми ёрдамида ЭРИ дан</a:t>
            </a:r>
          </a:p>
          <a:p>
            <a:pPr algn="ctr"/>
            <a:r>
              <a:rPr lang="uz-Cyrl-UZ" sz="2600" b="1"/>
              <a:t> фойдаланиб калитни алмашиш протоколлари</a:t>
            </a:r>
            <a:endParaRPr lang="ru-RU" sz="2600" b="1"/>
          </a:p>
        </p:txBody>
      </p:sp>
      <p:sp>
        <p:nvSpPr>
          <p:cNvPr id="12291" name="Rectangle 5"/>
          <p:cNvSpPr>
            <a:spLocks noChangeArrowheads="1"/>
          </p:cNvSpPr>
          <p:nvPr/>
        </p:nvSpPr>
        <p:spPr bwMode="auto">
          <a:xfrm>
            <a:off x="611188" y="2565400"/>
            <a:ext cx="8208962" cy="237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>
              <a:buFontTx/>
              <a:buAutoNum type="arabicPeriod"/>
            </a:pPr>
            <a:r>
              <a:rPr lang="uz-Cyrl-UZ" sz="2400"/>
              <a:t>Электрон рақамли имзо қўйилган калитни шифрлаш.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2. Калитни шифрлаш ва калитга рақамли имзо қўйиш.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3. Шифрланган калитга электрон рақамли имзо қўйиш.</a:t>
            </a:r>
          </a:p>
        </p:txBody>
      </p:sp>
      <p:sp>
        <p:nvSpPr>
          <p:cNvPr id="12292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12293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381750"/>
            <a:ext cx="503238" cy="476250"/>
          </a:xfrm>
          <a:prstGeom prst="actionButtonMovi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92075" y="476250"/>
            <a:ext cx="8964613" cy="865188"/>
          </a:xfrm>
          <a:prstGeom prst="rect">
            <a:avLst/>
          </a:prstGeom>
          <a:solidFill>
            <a:srgbClr val="5ED46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2A8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600" b="1"/>
              <a:t>Асимметрик шифрлаш алгоритми ёрдамида калитни</a:t>
            </a:r>
          </a:p>
          <a:p>
            <a:pPr algn="ctr"/>
            <a:r>
              <a:rPr lang="uz-Cyrl-UZ" sz="2600" b="1"/>
              <a:t> биргаликда генерация қилиш протоколлари</a:t>
            </a:r>
            <a:endParaRPr lang="ru-RU" sz="2600" b="1"/>
          </a:p>
        </p:txBody>
      </p:sp>
      <p:sp>
        <p:nvSpPr>
          <p:cNvPr id="13315" name="Rectangle 5"/>
          <p:cNvSpPr>
            <a:spLocks noChangeArrowheads="1"/>
          </p:cNvSpPr>
          <p:nvPr/>
        </p:nvSpPr>
        <p:spPr bwMode="auto">
          <a:xfrm>
            <a:off x="539750" y="1700213"/>
            <a:ext cx="8280400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>
              <a:buFontTx/>
              <a:buAutoNum type="arabicPeriod"/>
            </a:pPr>
            <a:r>
              <a:rPr lang="uz-Cyrl-UZ" sz="2400"/>
              <a:t>Тасодифий сонлардан фойдаланиб калитни </a:t>
            </a:r>
          </a:p>
          <a:p>
            <a:pPr marL="342900" indent="-342900"/>
            <a:r>
              <a:rPr lang="uz-Cyrl-UZ" sz="2400"/>
              <a:t>			генерация қилиш протоколи.</a:t>
            </a:r>
          </a:p>
          <a:p>
            <a:pPr marL="342900" indent="-342900"/>
            <a:r>
              <a:rPr lang="uz-Cyrl-UZ" sz="2400"/>
              <a:t>2. Диффи-Хеллман 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3. </a:t>
            </a:r>
            <a:r>
              <a:rPr lang="en-US" sz="2400"/>
              <a:t>STS (station to station) </a:t>
            </a:r>
            <a:r>
              <a:rPr lang="uz-Cyrl-UZ" sz="2400"/>
              <a:t>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4. </a:t>
            </a:r>
            <a:r>
              <a:rPr lang="en-US" sz="2400"/>
              <a:t>MTI (</a:t>
            </a:r>
            <a:r>
              <a:rPr lang="uz-Cyrl-UZ" sz="2400"/>
              <a:t>Мацумото-Такашима-Имаи</a:t>
            </a:r>
            <a:r>
              <a:rPr lang="en-US" sz="2400"/>
              <a:t>)</a:t>
            </a:r>
            <a:r>
              <a:rPr lang="uz-Cyrl-UZ" sz="2400"/>
              <a:t> 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5. Гурухдаги 3 та фойдаланувчи учун калитларни </a:t>
            </a:r>
          </a:p>
          <a:p>
            <a:pPr marL="342900" indent="-342900"/>
            <a:r>
              <a:rPr lang="uz-Cyrl-UZ" sz="2400"/>
              <a:t>		генерация қилиш 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6. Гурухдаги </a:t>
            </a:r>
            <a:r>
              <a:rPr lang="en-US" sz="2400"/>
              <a:t>n-</a:t>
            </a:r>
            <a:r>
              <a:rPr lang="uz-Cyrl-UZ" sz="2400"/>
              <a:t>та фойдаланувчи учун калитларни </a:t>
            </a:r>
          </a:p>
          <a:p>
            <a:pPr marL="342900" indent="-342900"/>
            <a:r>
              <a:rPr lang="uz-Cyrl-UZ" sz="2400"/>
              <a:t>		генерация қилиш протоколи.</a:t>
            </a:r>
          </a:p>
        </p:txBody>
      </p:sp>
      <p:sp>
        <p:nvSpPr>
          <p:cNvPr id="13316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13317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381750"/>
            <a:ext cx="503238" cy="476250"/>
          </a:xfrm>
          <a:prstGeom prst="actionButtonMovi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92075" y="476250"/>
            <a:ext cx="8964613" cy="865188"/>
          </a:xfrm>
          <a:prstGeom prst="rect">
            <a:avLst/>
          </a:prstGeom>
          <a:solidFill>
            <a:srgbClr val="5ED46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2A8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600" b="1"/>
              <a:t>Асимметрик шифрлаш алгоритми асосидаги арбитр </a:t>
            </a:r>
          </a:p>
          <a:p>
            <a:pPr algn="ctr"/>
            <a:r>
              <a:rPr lang="uz-Cyrl-UZ" sz="2600" b="1"/>
              <a:t>иштирокида калитни узатиш протоколлари</a:t>
            </a:r>
            <a:endParaRPr lang="ru-RU" sz="2600" b="1"/>
          </a:p>
        </p:txBody>
      </p:sp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1116013" y="2708275"/>
            <a:ext cx="5400675" cy="223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>
              <a:buFontTx/>
              <a:buAutoNum type="arabicPeriod"/>
            </a:pPr>
            <a:r>
              <a:rPr lang="uz-Cyrl-UZ" sz="2400"/>
              <a:t>Dass </a:t>
            </a:r>
            <a:r>
              <a:rPr lang="uz-Cyrl-UZ" sz="2400" i="1"/>
              <a:t> </a:t>
            </a:r>
            <a:r>
              <a:rPr lang="uz-Cyrl-UZ" sz="2400"/>
              <a:t>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2. Деннинг-Сакко</a:t>
            </a:r>
            <a:r>
              <a:rPr lang="en-US" sz="2400"/>
              <a:t> </a:t>
            </a:r>
            <a:r>
              <a:rPr lang="uz-Cyrl-UZ" sz="2400"/>
              <a:t>протоколи.</a:t>
            </a:r>
          </a:p>
          <a:p>
            <a:pPr marL="342900" indent="-342900"/>
            <a:endParaRPr lang="uz-Cyrl-UZ" sz="2400"/>
          </a:p>
          <a:p>
            <a:pPr marL="342900" indent="-342900"/>
            <a:r>
              <a:rPr lang="uz-Cyrl-UZ" sz="2400"/>
              <a:t>3. Ву-Лам протоколи.</a:t>
            </a:r>
          </a:p>
        </p:txBody>
      </p:sp>
      <p:sp>
        <p:nvSpPr>
          <p:cNvPr id="14340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14341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381750"/>
            <a:ext cx="503238" cy="476250"/>
          </a:xfrm>
          <a:prstGeom prst="actionButtonMovi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396875" y="188913"/>
            <a:ext cx="835183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/>
              <a:t>Вақт меткаси ёрдамида бир томонлама идентификацияни таъминлаш</a:t>
            </a:r>
            <a:endParaRPr lang="ru-RU" b="1"/>
          </a:p>
        </p:txBody>
      </p:sp>
      <p:pic>
        <p:nvPicPr>
          <p:cNvPr id="3094" name="Picture 22" descr="AG00174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35756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5" name="Picture 23" descr="AG00174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3286125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65" name="Group 67"/>
          <p:cNvGrpSpPr>
            <a:grpSpLocks/>
          </p:cNvGrpSpPr>
          <p:nvPr/>
        </p:nvGrpSpPr>
        <p:grpSpPr bwMode="auto">
          <a:xfrm>
            <a:off x="0" y="4221163"/>
            <a:ext cx="9144000" cy="2662237"/>
            <a:chOff x="0" y="2524"/>
            <a:chExt cx="5760" cy="1677"/>
          </a:xfrm>
        </p:grpSpPr>
        <p:pic>
          <p:nvPicPr>
            <p:cNvPr id="15396" name="Picture 4" descr="56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7" name="Picture 5" descr="65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98" name="Line 9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5399" name="Line 10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5400" name="Rectangle 14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15401" name="Rectangle 15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15402" name="Line 37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3117" name="Object 45"/>
          <p:cNvGraphicFramePr>
            <a:graphicFrameLocks noChangeAspect="1"/>
          </p:cNvGraphicFramePr>
          <p:nvPr/>
        </p:nvGraphicFramePr>
        <p:xfrm>
          <a:off x="684213" y="5084763"/>
          <a:ext cx="4111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4" name="Формула" r:id="rId6" imgW="152268" imgH="215713" progId="Equation.3">
                  <p:embed/>
                </p:oleObj>
              </mc:Choice>
              <mc:Fallback>
                <p:oleObj name="Формула" r:id="rId6" imgW="152268" imgH="215713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084763"/>
                        <a:ext cx="411162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7" name="Group 89"/>
          <p:cNvGrpSpPr>
            <a:grpSpLocks/>
          </p:cNvGrpSpPr>
          <p:nvPr/>
        </p:nvGrpSpPr>
        <p:grpSpPr bwMode="auto">
          <a:xfrm>
            <a:off x="250825" y="476250"/>
            <a:ext cx="8424863" cy="2665413"/>
            <a:chOff x="295" y="300"/>
            <a:chExt cx="5307" cy="1679"/>
          </a:xfrm>
        </p:grpSpPr>
        <p:sp>
          <p:nvSpPr>
            <p:cNvPr id="15381" name="Rectangle 53"/>
            <p:cNvSpPr>
              <a:spLocks noChangeArrowheads="1"/>
            </p:cNvSpPr>
            <p:nvPr/>
          </p:nvSpPr>
          <p:spPr bwMode="auto">
            <a:xfrm>
              <a:off x="975" y="618"/>
              <a:ext cx="46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 (идентификацион  рақами)</a:t>
              </a:r>
              <a:endParaRPr lang="ru-RU"/>
            </a:p>
          </p:txBody>
        </p:sp>
        <p:sp>
          <p:nvSpPr>
            <p:cNvPr id="15382" name="Rectangle 40"/>
            <p:cNvSpPr>
              <a:spLocks noChangeArrowheads="1"/>
            </p:cNvSpPr>
            <p:nvPr/>
          </p:nvSpPr>
          <p:spPr bwMode="auto">
            <a:xfrm>
              <a:off x="2608" y="1702"/>
              <a:ext cx="454" cy="181"/>
            </a:xfrm>
            <a:prstGeom prst="rect">
              <a:avLst/>
            </a:prstGeom>
            <a:solidFill>
              <a:srgbClr val="00B0AC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15383" name="Object 41"/>
            <p:cNvGraphicFramePr>
              <a:graphicFrameLocks noChangeAspect="1"/>
            </p:cNvGraphicFramePr>
            <p:nvPr/>
          </p:nvGraphicFramePr>
          <p:xfrm>
            <a:off x="449" y="300"/>
            <a:ext cx="178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5" name="Формула" r:id="rId8" imgW="152268" imgH="215713" progId="Equation.3">
                    <p:embed/>
                  </p:oleObj>
                </mc:Choice>
                <mc:Fallback>
                  <p:oleObj name="Формула" r:id="rId8" imgW="152268" imgH="215713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" y="300"/>
                          <a:ext cx="178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4" name="Rectangle 42"/>
            <p:cNvSpPr>
              <a:spLocks noChangeArrowheads="1"/>
            </p:cNvSpPr>
            <p:nvPr/>
          </p:nvSpPr>
          <p:spPr bwMode="auto">
            <a:xfrm>
              <a:off x="295" y="346"/>
              <a:ext cx="5307" cy="1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5385" name="Rectangle 46"/>
            <p:cNvSpPr>
              <a:spLocks noChangeArrowheads="1"/>
            </p:cNvSpPr>
            <p:nvPr/>
          </p:nvSpPr>
          <p:spPr bwMode="auto">
            <a:xfrm>
              <a:off x="721" y="346"/>
              <a:ext cx="25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 фойдаланувчининг вақт меткаси</a:t>
              </a:r>
              <a:endParaRPr lang="ru-RU"/>
            </a:p>
          </p:txBody>
        </p:sp>
        <p:graphicFrame>
          <p:nvGraphicFramePr>
            <p:cNvPr id="15386" name="Object 52"/>
            <p:cNvGraphicFramePr>
              <a:graphicFrameLocks noChangeAspect="1"/>
            </p:cNvGraphicFramePr>
            <p:nvPr/>
          </p:nvGraphicFramePr>
          <p:xfrm>
            <a:off x="431" y="618"/>
            <a:ext cx="52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6" name="Формула" r:id="rId10" imgW="393529" imgH="203112" progId="Equation.3">
                    <p:embed/>
                  </p:oleObj>
                </mc:Choice>
                <mc:Fallback>
                  <p:oleObj name="Формула" r:id="rId10" imgW="393529" imgH="203112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618"/>
                          <a:ext cx="523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7" name="Object 54"/>
            <p:cNvGraphicFramePr>
              <a:graphicFrameLocks noChangeAspect="1"/>
            </p:cNvGraphicFramePr>
            <p:nvPr/>
          </p:nvGraphicFramePr>
          <p:xfrm>
            <a:off x="431" y="894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7" name="Формула" r:id="rId12" imgW="164885" imgH="164885" progId="Equation.3">
                    <p:embed/>
                  </p:oleObj>
                </mc:Choice>
                <mc:Fallback>
                  <p:oleObj name="Формула" r:id="rId12" imgW="164885" imgH="164885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894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8" name="Rectangle 55"/>
            <p:cNvSpPr>
              <a:spLocks noChangeArrowheads="1"/>
            </p:cNvSpPr>
            <p:nvPr/>
          </p:nvSpPr>
          <p:spPr bwMode="auto">
            <a:xfrm>
              <a:off x="648" y="890"/>
              <a:ext cx="49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умумий калит</a:t>
              </a:r>
            </a:p>
          </p:txBody>
        </p:sp>
        <p:graphicFrame>
          <p:nvGraphicFramePr>
            <p:cNvPr id="15389" name="Object 56"/>
            <p:cNvGraphicFramePr>
              <a:graphicFrameLocks noChangeAspect="1"/>
            </p:cNvGraphicFramePr>
            <p:nvPr/>
          </p:nvGraphicFramePr>
          <p:xfrm>
            <a:off x="429" y="1142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8" name="Формула" r:id="rId14" imgW="152268" imgH="164957" progId="Equation.3">
                    <p:embed/>
                  </p:oleObj>
                </mc:Choice>
                <mc:Fallback>
                  <p:oleObj name="Формула" r:id="rId14" imgW="152268" imgH="164957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" y="1142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" name="Rectangle 57"/>
            <p:cNvSpPr>
              <a:spLocks noChangeArrowheads="1"/>
            </p:cNvSpPr>
            <p:nvPr/>
          </p:nvSpPr>
          <p:spPr bwMode="auto">
            <a:xfrm>
              <a:off x="648" y="1142"/>
              <a:ext cx="49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15391" name="Object 58"/>
            <p:cNvGraphicFramePr>
              <a:graphicFrameLocks noChangeAspect="1"/>
            </p:cNvGraphicFramePr>
            <p:nvPr/>
          </p:nvGraphicFramePr>
          <p:xfrm>
            <a:off x="421" y="1404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9" name="Формула" r:id="rId16" imgW="164885" imgH="164885" progId="Equation.3">
                    <p:embed/>
                  </p:oleObj>
                </mc:Choice>
                <mc:Fallback>
                  <p:oleObj name="Формула" r:id="rId16" imgW="164885" imgH="164885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" y="1404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2" name="Rectangle 59"/>
            <p:cNvSpPr>
              <a:spLocks noChangeArrowheads="1"/>
            </p:cNvSpPr>
            <p:nvPr/>
          </p:nvSpPr>
          <p:spPr bwMode="auto">
            <a:xfrm>
              <a:off x="942" y="1656"/>
              <a:ext cx="1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қабул қилиш</a:t>
              </a:r>
            </a:p>
          </p:txBody>
        </p:sp>
        <p:sp>
          <p:nvSpPr>
            <p:cNvPr id="15393" name="Rectangle 62"/>
            <p:cNvSpPr>
              <a:spLocks noChangeArrowheads="1"/>
            </p:cNvSpPr>
            <p:nvPr/>
          </p:nvSpPr>
          <p:spPr bwMode="auto">
            <a:xfrm>
              <a:off x="475" y="1706"/>
              <a:ext cx="453" cy="181"/>
            </a:xfrm>
            <a:prstGeom prst="rect">
              <a:avLst/>
            </a:prstGeom>
            <a:solidFill>
              <a:srgbClr val="CC66FF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5394" name="Rectangle 64"/>
            <p:cNvSpPr>
              <a:spLocks noChangeArrowheads="1"/>
            </p:cNvSpPr>
            <p:nvPr/>
          </p:nvSpPr>
          <p:spPr bwMode="auto">
            <a:xfrm>
              <a:off x="671" y="1410"/>
              <a:ext cx="40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  <p:sp>
          <p:nvSpPr>
            <p:cNvPr id="15395" name="Rectangle 65"/>
            <p:cNvSpPr>
              <a:spLocks noChangeArrowheads="1"/>
            </p:cNvSpPr>
            <p:nvPr/>
          </p:nvSpPr>
          <p:spPr bwMode="auto">
            <a:xfrm>
              <a:off x="3062" y="1656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узатиш</a:t>
              </a:r>
            </a:p>
          </p:txBody>
        </p:sp>
      </p:grpSp>
      <p:grpSp>
        <p:nvGrpSpPr>
          <p:cNvPr id="3140" name="Group 68"/>
          <p:cNvGrpSpPr>
            <a:grpSpLocks/>
          </p:cNvGrpSpPr>
          <p:nvPr/>
        </p:nvGrpSpPr>
        <p:grpSpPr bwMode="auto">
          <a:xfrm>
            <a:off x="827088" y="5084763"/>
            <a:ext cx="1584325" cy="520700"/>
            <a:chOff x="401" y="1112"/>
            <a:chExt cx="2171" cy="831"/>
          </a:xfrm>
        </p:grpSpPr>
        <p:sp>
          <p:nvSpPr>
            <p:cNvPr id="15379" name="Rectangle 69"/>
            <p:cNvSpPr>
              <a:spLocks noChangeArrowheads="1"/>
            </p:cNvSpPr>
            <p:nvPr/>
          </p:nvSpPr>
          <p:spPr bwMode="auto">
            <a:xfrm>
              <a:off x="1292" y="1253"/>
              <a:ext cx="454" cy="544"/>
            </a:xfrm>
            <a:prstGeom prst="rect">
              <a:avLst/>
            </a:prstGeom>
            <a:solidFill>
              <a:srgbClr val="00B0AC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15380" name="Object 70"/>
            <p:cNvGraphicFramePr>
              <a:graphicFrameLocks noChangeAspect="1"/>
            </p:cNvGraphicFramePr>
            <p:nvPr/>
          </p:nvGraphicFramePr>
          <p:xfrm>
            <a:off x="401" y="1112"/>
            <a:ext cx="2171" cy="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0" name="Формула" r:id="rId18" imgW="939392" imgH="253890" progId="Equation.3">
                    <p:embed/>
                  </p:oleObj>
                </mc:Choice>
                <mc:Fallback>
                  <p:oleObj name="Формула" r:id="rId18" imgW="939392" imgH="25389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" y="1112"/>
                          <a:ext cx="2171" cy="831"/>
                        </a:xfrm>
                        <a:prstGeom prst="rect">
                          <a:avLst/>
                        </a:prstGeom>
                        <a:solidFill>
                          <a:srgbClr val="00B0AC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45" name="Object 73"/>
          <p:cNvGraphicFramePr>
            <a:graphicFrameLocks noChangeAspect="1"/>
          </p:cNvGraphicFramePr>
          <p:nvPr/>
        </p:nvGraphicFramePr>
        <p:xfrm>
          <a:off x="6781800" y="5092700"/>
          <a:ext cx="3873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1" name="Формула" r:id="rId20" imgW="152268" imgH="215713" progId="Equation.3">
                  <p:embed/>
                </p:oleObj>
              </mc:Choice>
              <mc:Fallback>
                <p:oleObj name="Формула" r:id="rId20" imgW="152268" imgH="215713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092700"/>
                        <a:ext cx="387350" cy="4238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9" name="Object 77"/>
          <p:cNvGraphicFramePr>
            <a:graphicFrameLocks noChangeAspect="1"/>
          </p:cNvGraphicFramePr>
          <p:nvPr/>
        </p:nvGraphicFramePr>
        <p:xfrm>
          <a:off x="7235825" y="5084763"/>
          <a:ext cx="86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" name="Формула" r:id="rId21" imgW="393529" imgH="203112" progId="Equation.3">
                  <p:embed/>
                </p:oleObj>
              </mc:Choice>
              <mc:Fallback>
                <p:oleObj name="Формула" r:id="rId21" imgW="393529" imgH="203112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084763"/>
                        <a:ext cx="863600" cy="4318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51" name="Picture 79" descr="AG00174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335756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52" name="Picture 80" descr="AG00174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5756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53" name="Line 81"/>
          <p:cNvSpPr>
            <a:spLocks noChangeShapeType="1"/>
          </p:cNvSpPr>
          <p:nvPr/>
        </p:nvSpPr>
        <p:spPr bwMode="auto">
          <a:xfrm flipV="1">
            <a:off x="1547813" y="3933825"/>
            <a:ext cx="22320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3154" name="Line 82"/>
          <p:cNvSpPr>
            <a:spLocks noChangeShapeType="1"/>
          </p:cNvSpPr>
          <p:nvPr/>
        </p:nvSpPr>
        <p:spPr bwMode="auto">
          <a:xfrm flipH="1" flipV="1">
            <a:off x="5292725" y="3933825"/>
            <a:ext cx="194310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grpSp>
        <p:nvGrpSpPr>
          <p:cNvPr id="3155" name="Group 83"/>
          <p:cNvGrpSpPr>
            <a:grpSpLocks/>
          </p:cNvGrpSpPr>
          <p:nvPr/>
        </p:nvGrpSpPr>
        <p:grpSpPr bwMode="auto">
          <a:xfrm>
            <a:off x="6300788" y="5084763"/>
            <a:ext cx="2159000" cy="503237"/>
            <a:chOff x="152" y="1174"/>
            <a:chExt cx="2671" cy="707"/>
          </a:xfrm>
        </p:grpSpPr>
        <p:sp>
          <p:nvSpPr>
            <p:cNvPr id="15377" name="Rectangle 84"/>
            <p:cNvSpPr>
              <a:spLocks noChangeArrowheads="1"/>
            </p:cNvSpPr>
            <p:nvPr/>
          </p:nvSpPr>
          <p:spPr bwMode="auto">
            <a:xfrm>
              <a:off x="1292" y="1253"/>
              <a:ext cx="454" cy="544"/>
            </a:xfrm>
            <a:prstGeom prst="rect">
              <a:avLst/>
            </a:prstGeom>
            <a:solidFill>
              <a:srgbClr val="CC66FF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15378" name="Object 85"/>
            <p:cNvGraphicFramePr>
              <a:graphicFrameLocks noChangeAspect="1"/>
            </p:cNvGraphicFramePr>
            <p:nvPr/>
          </p:nvGraphicFramePr>
          <p:xfrm>
            <a:off x="152" y="1174"/>
            <a:ext cx="2671" cy="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3" name="Формула" r:id="rId23" imgW="1155199" imgH="215806" progId="Equation.3">
                    <p:embed/>
                  </p:oleObj>
                </mc:Choice>
                <mc:Fallback>
                  <p:oleObj name="Формула" r:id="rId23" imgW="1155199" imgH="215806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" y="1174"/>
                          <a:ext cx="2671" cy="707"/>
                        </a:xfrm>
                        <a:prstGeom prst="rect">
                          <a:avLst/>
                        </a:prstGeom>
                        <a:solidFill>
                          <a:srgbClr val="CC66FF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62" name="Object 90"/>
          <p:cNvGraphicFramePr>
            <a:graphicFrameLocks noChangeAspect="1"/>
          </p:cNvGraphicFramePr>
          <p:nvPr/>
        </p:nvGraphicFramePr>
        <p:xfrm>
          <a:off x="1182688" y="5084763"/>
          <a:ext cx="11525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4" name="Формула" r:id="rId25" imgW="393529" imgH="203112" progId="Equation.3">
                  <p:embed/>
                </p:oleObj>
              </mc:Choice>
              <mc:Fallback>
                <p:oleObj name="Формула" r:id="rId25" imgW="393529" imgH="203112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5084763"/>
                        <a:ext cx="1152525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89017E-6 L 0.64584 -0.00648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3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92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" grpId="0" animBg="1"/>
      <p:bldP spid="315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ChangeArrowheads="1"/>
          </p:cNvSpPr>
          <p:nvPr/>
        </p:nvSpPr>
        <p:spPr bwMode="auto">
          <a:xfrm>
            <a:off x="396875" y="188913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Тасодифий сондан фойдаланиб </a:t>
            </a:r>
          </a:p>
          <a:p>
            <a:pPr algn="ctr"/>
            <a:r>
              <a:rPr lang="uz-Cyrl-UZ" sz="2000" b="1"/>
              <a:t>бир томонлама идентификацияни таъминлаш</a:t>
            </a:r>
            <a:endParaRPr lang="ru-RU" sz="2000" b="1"/>
          </a:p>
        </p:txBody>
      </p:sp>
      <p:grpSp>
        <p:nvGrpSpPr>
          <p:cNvPr id="16387" name="Group 5"/>
          <p:cNvGrpSpPr>
            <a:grpSpLocks/>
          </p:cNvGrpSpPr>
          <p:nvPr/>
        </p:nvGrpSpPr>
        <p:grpSpPr bwMode="auto">
          <a:xfrm>
            <a:off x="0" y="3213100"/>
            <a:ext cx="9144000" cy="2662238"/>
            <a:chOff x="0" y="2524"/>
            <a:chExt cx="5760" cy="1677"/>
          </a:xfrm>
        </p:grpSpPr>
        <p:pic>
          <p:nvPicPr>
            <p:cNvPr id="16408" name="Picture 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09" name="Picture 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0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6411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6412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16413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16414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16388" name="Group 48"/>
          <p:cNvGrpSpPr>
            <a:grpSpLocks/>
          </p:cNvGrpSpPr>
          <p:nvPr/>
        </p:nvGrpSpPr>
        <p:grpSpPr bwMode="auto">
          <a:xfrm>
            <a:off x="323850" y="692150"/>
            <a:ext cx="8424863" cy="2089150"/>
            <a:chOff x="204" y="436"/>
            <a:chExt cx="5307" cy="1316"/>
          </a:xfrm>
        </p:grpSpPr>
        <p:graphicFrame>
          <p:nvGraphicFramePr>
            <p:cNvPr id="16397" name="Object 16"/>
            <p:cNvGraphicFramePr>
              <a:graphicFrameLocks noChangeAspect="1"/>
            </p:cNvGraphicFramePr>
            <p:nvPr/>
          </p:nvGraphicFramePr>
          <p:xfrm>
            <a:off x="362" y="436"/>
            <a:ext cx="207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8" name="Формула" r:id="rId5" imgW="177569" imgH="215619" progId="Equation.3">
                    <p:embed/>
                  </p:oleObj>
                </mc:Choice>
                <mc:Fallback>
                  <p:oleObj name="Формула" r:id="rId5" imgW="177569" imgH="21561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" y="436"/>
                          <a:ext cx="207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8" name="Rectangle 14"/>
            <p:cNvSpPr>
              <a:spLocks noChangeArrowheads="1"/>
            </p:cNvSpPr>
            <p:nvPr/>
          </p:nvSpPr>
          <p:spPr bwMode="auto">
            <a:xfrm>
              <a:off x="884" y="792"/>
              <a:ext cx="290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В фойдаланувчининг идентификатори</a:t>
              </a:r>
              <a:endParaRPr lang="ru-RU"/>
            </a:p>
          </p:txBody>
        </p:sp>
        <p:sp>
          <p:nvSpPr>
            <p:cNvPr id="16399" name="Rectangle 17"/>
            <p:cNvSpPr>
              <a:spLocks noChangeArrowheads="1"/>
            </p:cNvSpPr>
            <p:nvPr/>
          </p:nvSpPr>
          <p:spPr bwMode="auto">
            <a:xfrm>
              <a:off x="204" y="520"/>
              <a:ext cx="5307" cy="1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6400" name="Rectangle 18"/>
            <p:cNvSpPr>
              <a:spLocks noChangeArrowheads="1"/>
            </p:cNvSpPr>
            <p:nvPr/>
          </p:nvSpPr>
          <p:spPr bwMode="auto">
            <a:xfrm>
              <a:off x="612" y="520"/>
              <a:ext cx="27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 В фойдаланувчининг тасодифий сони</a:t>
              </a:r>
              <a:endParaRPr lang="ru-RU"/>
            </a:p>
          </p:txBody>
        </p:sp>
        <p:graphicFrame>
          <p:nvGraphicFramePr>
            <p:cNvPr id="16401" name="Object 19"/>
            <p:cNvGraphicFramePr>
              <a:graphicFrameLocks noChangeAspect="1"/>
            </p:cNvGraphicFramePr>
            <p:nvPr/>
          </p:nvGraphicFramePr>
          <p:xfrm>
            <a:off x="362" y="792"/>
            <a:ext cx="52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9" name="Формула" r:id="rId7" imgW="393529" imgH="203112" progId="Equation.3">
                    <p:embed/>
                  </p:oleObj>
                </mc:Choice>
                <mc:Fallback>
                  <p:oleObj name="Формула" r:id="rId7" imgW="393529" imgH="203112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" y="792"/>
                          <a:ext cx="52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Object 20"/>
            <p:cNvGraphicFramePr>
              <a:graphicFrameLocks noChangeAspect="1"/>
            </p:cNvGraphicFramePr>
            <p:nvPr/>
          </p:nvGraphicFramePr>
          <p:xfrm>
            <a:off x="348" y="1044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0" name="Формула" r:id="rId9" imgW="164885" imgH="164885" progId="Equation.3">
                    <p:embed/>
                  </p:oleObj>
                </mc:Choice>
                <mc:Fallback>
                  <p:oleObj name="Формула" r:id="rId9" imgW="164885" imgH="16488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1044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3" name="Rectangle 21"/>
            <p:cNvSpPr>
              <a:spLocks noChangeArrowheads="1"/>
            </p:cNvSpPr>
            <p:nvPr/>
          </p:nvSpPr>
          <p:spPr bwMode="auto">
            <a:xfrm>
              <a:off x="612" y="1047"/>
              <a:ext cx="42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умумий калит</a:t>
              </a:r>
            </a:p>
          </p:txBody>
        </p:sp>
        <p:graphicFrame>
          <p:nvGraphicFramePr>
            <p:cNvPr id="16404" name="Object 22"/>
            <p:cNvGraphicFramePr>
              <a:graphicFrameLocks noChangeAspect="1"/>
            </p:cNvGraphicFramePr>
            <p:nvPr/>
          </p:nvGraphicFramePr>
          <p:xfrm>
            <a:off x="365" y="1271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1" name="Формула" r:id="rId11" imgW="152268" imgH="164957" progId="Equation.3">
                    <p:embed/>
                  </p:oleObj>
                </mc:Choice>
                <mc:Fallback>
                  <p:oleObj name="Формула" r:id="rId11" imgW="152268" imgH="164957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" y="1271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Rectangle 23"/>
            <p:cNvSpPr>
              <a:spLocks noChangeArrowheads="1"/>
            </p:cNvSpPr>
            <p:nvPr/>
          </p:nvSpPr>
          <p:spPr bwMode="auto">
            <a:xfrm>
              <a:off x="648" y="1271"/>
              <a:ext cx="16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16406" name="Object 24"/>
            <p:cNvGraphicFramePr>
              <a:graphicFrameLocks noChangeAspect="1"/>
            </p:cNvGraphicFramePr>
            <p:nvPr/>
          </p:nvGraphicFramePr>
          <p:xfrm>
            <a:off x="348" y="1497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2" name="Формула" r:id="rId13" imgW="164885" imgH="164885" progId="Equation.3">
                    <p:embed/>
                  </p:oleObj>
                </mc:Choice>
                <mc:Fallback>
                  <p:oleObj name="Формула" r:id="rId13" imgW="164885" imgH="16488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1497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7" name="Rectangle 27"/>
            <p:cNvSpPr>
              <a:spLocks noChangeArrowheads="1"/>
            </p:cNvSpPr>
            <p:nvPr/>
          </p:nvSpPr>
          <p:spPr bwMode="auto">
            <a:xfrm>
              <a:off x="612" y="1508"/>
              <a:ext cx="190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</p:grpSp>
      <p:graphicFrame>
        <p:nvGraphicFramePr>
          <p:cNvPr id="8224" name="Object 32"/>
          <p:cNvGraphicFramePr>
            <a:graphicFrameLocks noChangeAspect="1"/>
          </p:cNvGraphicFramePr>
          <p:nvPr/>
        </p:nvGraphicFramePr>
        <p:xfrm>
          <a:off x="7561263" y="4029075"/>
          <a:ext cx="3921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Формула" r:id="rId15" imgW="177569" imgH="215619" progId="Equation.3">
                  <p:embed/>
                </p:oleObj>
              </mc:Choice>
              <mc:Fallback>
                <p:oleObj name="Формула" r:id="rId15" imgW="177569" imgH="215619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4029075"/>
                        <a:ext cx="392112" cy="4794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5" name="Object 33"/>
          <p:cNvGraphicFramePr>
            <a:graphicFrameLocks noChangeAspect="1"/>
          </p:cNvGraphicFramePr>
          <p:nvPr/>
        </p:nvGraphicFramePr>
        <p:xfrm>
          <a:off x="7561263" y="4005263"/>
          <a:ext cx="4127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4" name="Формула" r:id="rId16" imgW="177569" imgH="215619" progId="Equation.3">
                  <p:embed/>
                </p:oleObj>
              </mc:Choice>
              <mc:Fallback>
                <p:oleObj name="Формула" r:id="rId16" imgW="177569" imgH="215619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4005263"/>
                        <a:ext cx="412750" cy="503237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6" name="Object 34"/>
          <p:cNvGraphicFramePr>
            <a:graphicFrameLocks noChangeAspect="1"/>
          </p:cNvGraphicFramePr>
          <p:nvPr/>
        </p:nvGraphicFramePr>
        <p:xfrm>
          <a:off x="1293813" y="3933825"/>
          <a:ext cx="4540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5" name="Формула" r:id="rId18" imgW="177569" imgH="215619" progId="Equation.3">
                  <p:embed/>
                </p:oleObj>
              </mc:Choice>
              <mc:Fallback>
                <p:oleObj name="Формула" r:id="rId18" imgW="177569" imgH="215619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3933825"/>
                        <a:ext cx="454025" cy="552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7" name="Object 35"/>
          <p:cNvGraphicFramePr>
            <a:graphicFrameLocks noChangeAspect="1"/>
          </p:cNvGraphicFramePr>
          <p:nvPr/>
        </p:nvGraphicFramePr>
        <p:xfrm>
          <a:off x="1476375" y="3933825"/>
          <a:ext cx="9001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6" name="Формула" r:id="rId19" imgW="393529" imgH="203112" progId="Equation.3">
                  <p:embed/>
                </p:oleObj>
              </mc:Choice>
              <mc:Fallback>
                <p:oleObj name="Формула" r:id="rId19" imgW="393529" imgH="203112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933825"/>
                        <a:ext cx="900113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8" name="Object 36"/>
          <p:cNvGraphicFramePr>
            <a:graphicFrameLocks noChangeAspect="1"/>
          </p:cNvGraphicFramePr>
          <p:nvPr/>
        </p:nvGraphicFramePr>
        <p:xfrm>
          <a:off x="1055688" y="3987800"/>
          <a:ext cx="18605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7" name="Формула" r:id="rId20" imgW="888614" imgH="215806" progId="Equation.3">
                  <p:embed/>
                </p:oleObj>
              </mc:Choice>
              <mc:Fallback>
                <p:oleObj name="Формула" r:id="rId20" imgW="888614" imgH="21580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3987800"/>
                        <a:ext cx="1860550" cy="449263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1" name="Object 39"/>
          <p:cNvGraphicFramePr>
            <a:graphicFrameLocks noChangeAspect="1"/>
          </p:cNvGraphicFramePr>
          <p:nvPr/>
        </p:nvGraphicFramePr>
        <p:xfrm>
          <a:off x="5972175" y="4049713"/>
          <a:ext cx="23145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8" name="Формула" r:id="rId22" imgW="1193800" imgH="215900" progId="Equation.3">
                  <p:embed/>
                </p:oleObj>
              </mc:Choice>
              <mc:Fallback>
                <p:oleObj name="Формула" r:id="rId22" imgW="1193800" imgH="2159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2175" y="4049713"/>
                        <a:ext cx="2314575" cy="4587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4" name="Object 42"/>
          <p:cNvGraphicFramePr>
            <a:graphicFrameLocks noChangeAspect="1"/>
          </p:cNvGraphicFramePr>
          <p:nvPr/>
        </p:nvGraphicFramePr>
        <p:xfrm>
          <a:off x="6659563" y="4062413"/>
          <a:ext cx="8636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9" name="Формула" r:id="rId24" imgW="393529" imgH="203112" progId="Equation.3">
                  <p:embed/>
                </p:oleObj>
              </mc:Choice>
              <mc:Fallback>
                <p:oleObj name="Формула" r:id="rId24" imgW="393529" imgH="203112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062413"/>
                        <a:ext cx="863600" cy="4460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5" name="Object 43"/>
          <p:cNvGraphicFramePr>
            <a:graphicFrameLocks noChangeAspect="1"/>
          </p:cNvGraphicFramePr>
          <p:nvPr/>
        </p:nvGraphicFramePr>
        <p:xfrm>
          <a:off x="7593013" y="4027488"/>
          <a:ext cx="395287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0" name="Формула" r:id="rId25" imgW="177569" imgH="215619" progId="Equation.3">
                  <p:embed/>
                </p:oleObj>
              </mc:Choice>
              <mc:Fallback>
                <p:oleObj name="Формула" r:id="rId25" imgW="177569" imgH="215619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3013" y="4027488"/>
                        <a:ext cx="395287" cy="4810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00578E-6 L -0.68368 -0.00162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82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84" y="-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65896E-6 L -0.03802 -0.00185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82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" y="-9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08092E-6 L 0.56823 -0.0037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03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8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396875" y="188913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Тасодифий сондан фойдаланиб ўзаро</a:t>
            </a:r>
          </a:p>
          <a:p>
            <a:pPr algn="ctr"/>
            <a:r>
              <a:rPr lang="uz-Cyrl-UZ" sz="2000" b="1"/>
              <a:t>идентификацияни таъминлаш</a:t>
            </a:r>
            <a:endParaRPr lang="ru-RU" sz="2000" b="1"/>
          </a:p>
        </p:txBody>
      </p:sp>
      <p:grpSp>
        <p:nvGrpSpPr>
          <p:cNvPr id="17411" name="Group 5"/>
          <p:cNvGrpSpPr>
            <a:grpSpLocks/>
          </p:cNvGrpSpPr>
          <p:nvPr/>
        </p:nvGrpSpPr>
        <p:grpSpPr bwMode="auto">
          <a:xfrm>
            <a:off x="0" y="3214688"/>
            <a:ext cx="9144000" cy="2662237"/>
            <a:chOff x="0" y="2524"/>
            <a:chExt cx="5760" cy="1677"/>
          </a:xfrm>
        </p:grpSpPr>
        <p:pic>
          <p:nvPicPr>
            <p:cNvPr id="17437" name="Picture 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38" name="Picture 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39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7440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7441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17442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17443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17412" name="Group 49"/>
          <p:cNvGrpSpPr>
            <a:grpSpLocks/>
          </p:cNvGrpSpPr>
          <p:nvPr/>
        </p:nvGrpSpPr>
        <p:grpSpPr bwMode="auto">
          <a:xfrm>
            <a:off x="323850" y="725488"/>
            <a:ext cx="8424863" cy="2051050"/>
            <a:chOff x="204" y="457"/>
            <a:chExt cx="5307" cy="1292"/>
          </a:xfrm>
        </p:grpSpPr>
        <p:graphicFrame>
          <p:nvGraphicFramePr>
            <p:cNvPr id="17426" name="Object 25"/>
            <p:cNvGraphicFramePr>
              <a:graphicFrameLocks noChangeAspect="1"/>
            </p:cNvGraphicFramePr>
            <p:nvPr/>
          </p:nvGraphicFramePr>
          <p:xfrm>
            <a:off x="249" y="457"/>
            <a:ext cx="41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62" name="Формула" r:id="rId5" imgW="380835" imgH="215806" progId="Equation.3">
                    <p:embed/>
                  </p:oleObj>
                </mc:Choice>
                <mc:Fallback>
                  <p:oleObj name="Формула" r:id="rId5" imgW="380835" imgH="215806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457"/>
                          <a:ext cx="417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7" name="Rectangle 26"/>
            <p:cNvSpPr>
              <a:spLocks noChangeArrowheads="1"/>
            </p:cNvSpPr>
            <p:nvPr/>
          </p:nvSpPr>
          <p:spPr bwMode="auto">
            <a:xfrm>
              <a:off x="748" y="772"/>
              <a:ext cx="30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</a:t>
              </a:r>
              <a:endParaRPr lang="ru-RU"/>
            </a:p>
          </p:txBody>
        </p:sp>
        <p:sp>
          <p:nvSpPr>
            <p:cNvPr id="17428" name="Rectangle 27"/>
            <p:cNvSpPr>
              <a:spLocks noChangeArrowheads="1"/>
            </p:cNvSpPr>
            <p:nvPr/>
          </p:nvSpPr>
          <p:spPr bwMode="auto">
            <a:xfrm>
              <a:off x="204" y="520"/>
              <a:ext cx="5307" cy="1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7429" name="Rectangle 28"/>
            <p:cNvSpPr>
              <a:spLocks noChangeArrowheads="1"/>
            </p:cNvSpPr>
            <p:nvPr/>
          </p:nvSpPr>
          <p:spPr bwMode="auto">
            <a:xfrm>
              <a:off x="705" y="520"/>
              <a:ext cx="43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мос ҳолда А ва В фойдаланувчиларнинг тасодифий сонлари</a:t>
              </a:r>
              <a:endParaRPr lang="ru-RU"/>
            </a:p>
          </p:txBody>
        </p:sp>
        <p:graphicFrame>
          <p:nvGraphicFramePr>
            <p:cNvPr id="17430" name="Object 29"/>
            <p:cNvGraphicFramePr>
              <a:graphicFrameLocks noChangeAspect="1"/>
            </p:cNvGraphicFramePr>
            <p:nvPr/>
          </p:nvGraphicFramePr>
          <p:xfrm>
            <a:off x="271" y="772"/>
            <a:ext cx="52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63" name="Формула" r:id="rId7" imgW="393529" imgH="203112" progId="Equation.3">
                    <p:embed/>
                  </p:oleObj>
                </mc:Choice>
                <mc:Fallback>
                  <p:oleObj name="Формула" r:id="rId7" imgW="393529" imgH="203112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" y="772"/>
                          <a:ext cx="52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1" name="Object 30"/>
            <p:cNvGraphicFramePr>
              <a:graphicFrameLocks noChangeAspect="1"/>
            </p:cNvGraphicFramePr>
            <p:nvPr/>
          </p:nvGraphicFramePr>
          <p:xfrm>
            <a:off x="249" y="1044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64" name="Формула" r:id="rId9" imgW="164885" imgH="164885" progId="Equation.3">
                    <p:embed/>
                  </p:oleObj>
                </mc:Choice>
                <mc:Fallback>
                  <p:oleObj name="Формула" r:id="rId9" imgW="164885" imgH="16488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1044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2" name="Rectangle 31"/>
            <p:cNvSpPr>
              <a:spLocks noChangeArrowheads="1"/>
            </p:cNvSpPr>
            <p:nvPr/>
          </p:nvSpPr>
          <p:spPr bwMode="auto">
            <a:xfrm>
              <a:off x="466" y="1040"/>
              <a:ext cx="49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умумий калит</a:t>
              </a:r>
            </a:p>
          </p:txBody>
        </p:sp>
        <p:graphicFrame>
          <p:nvGraphicFramePr>
            <p:cNvPr id="17433" name="Object 32"/>
            <p:cNvGraphicFramePr>
              <a:graphicFrameLocks noChangeAspect="1"/>
            </p:cNvGraphicFramePr>
            <p:nvPr/>
          </p:nvGraphicFramePr>
          <p:xfrm>
            <a:off x="257" y="1271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65" name="Формула" r:id="rId11" imgW="152268" imgH="164957" progId="Equation.3">
                    <p:embed/>
                  </p:oleObj>
                </mc:Choice>
                <mc:Fallback>
                  <p:oleObj name="Формула" r:id="rId11" imgW="152268" imgH="164957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" y="1271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4" name="Rectangle 33"/>
            <p:cNvSpPr>
              <a:spLocks noChangeArrowheads="1"/>
            </p:cNvSpPr>
            <p:nvPr/>
          </p:nvSpPr>
          <p:spPr bwMode="auto">
            <a:xfrm>
              <a:off x="476" y="1271"/>
              <a:ext cx="49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17435" name="Object 34"/>
            <p:cNvGraphicFramePr>
              <a:graphicFrameLocks noChangeAspect="1"/>
            </p:cNvGraphicFramePr>
            <p:nvPr/>
          </p:nvGraphicFramePr>
          <p:xfrm>
            <a:off x="241" y="1497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66" name="Формула" r:id="rId13" imgW="164885" imgH="164885" progId="Equation.3">
                    <p:embed/>
                  </p:oleObj>
                </mc:Choice>
                <mc:Fallback>
                  <p:oleObj name="Формула" r:id="rId13" imgW="164885" imgH="16488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" y="1497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6" name="Rectangle 35"/>
            <p:cNvSpPr>
              <a:spLocks noChangeArrowheads="1"/>
            </p:cNvSpPr>
            <p:nvPr/>
          </p:nvSpPr>
          <p:spPr bwMode="auto">
            <a:xfrm>
              <a:off x="476" y="1518"/>
              <a:ext cx="40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</p:grpSp>
      <p:graphicFrame>
        <p:nvGraphicFramePr>
          <p:cNvPr id="9252" name="Object 36"/>
          <p:cNvGraphicFramePr>
            <a:graphicFrameLocks noChangeAspect="1"/>
          </p:cNvGraphicFramePr>
          <p:nvPr/>
        </p:nvGraphicFramePr>
        <p:xfrm>
          <a:off x="7561263" y="4029075"/>
          <a:ext cx="3921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7" name="Формула" r:id="rId15" imgW="177569" imgH="215619" progId="Equation.3">
                  <p:embed/>
                </p:oleObj>
              </mc:Choice>
              <mc:Fallback>
                <p:oleObj name="Формула" r:id="rId15" imgW="177569" imgH="21561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4029075"/>
                        <a:ext cx="392112" cy="4794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3" name="Object 37"/>
          <p:cNvGraphicFramePr>
            <a:graphicFrameLocks noChangeAspect="1"/>
          </p:cNvGraphicFramePr>
          <p:nvPr/>
        </p:nvGraphicFramePr>
        <p:xfrm>
          <a:off x="7561263" y="4027488"/>
          <a:ext cx="395287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8" name="Формула" r:id="rId17" imgW="177569" imgH="215619" progId="Equation.3">
                  <p:embed/>
                </p:oleObj>
              </mc:Choice>
              <mc:Fallback>
                <p:oleObj name="Формула" r:id="rId17" imgW="177569" imgH="215619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4027488"/>
                        <a:ext cx="395287" cy="481012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4" name="Object 38"/>
          <p:cNvGraphicFramePr>
            <a:graphicFrameLocks noChangeAspect="1"/>
          </p:cNvGraphicFramePr>
          <p:nvPr/>
        </p:nvGraphicFramePr>
        <p:xfrm>
          <a:off x="1243013" y="4005263"/>
          <a:ext cx="3937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9" name="Формула" r:id="rId19" imgW="177569" imgH="215619" progId="Equation.3">
                  <p:embed/>
                </p:oleObj>
              </mc:Choice>
              <mc:Fallback>
                <p:oleObj name="Формула" r:id="rId19" imgW="177569" imgH="215619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4005263"/>
                        <a:ext cx="393700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5" name="Object 39"/>
          <p:cNvGraphicFramePr>
            <a:graphicFrameLocks noChangeAspect="1"/>
          </p:cNvGraphicFramePr>
          <p:nvPr/>
        </p:nvGraphicFramePr>
        <p:xfrm>
          <a:off x="1720850" y="3989388"/>
          <a:ext cx="900113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0" name="Формула" r:id="rId21" imgW="393529" imgH="203112" progId="Equation.3">
                  <p:embed/>
                </p:oleObj>
              </mc:Choice>
              <mc:Fallback>
                <p:oleObj name="Формула" r:id="rId21" imgW="393529" imgH="203112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3989388"/>
                        <a:ext cx="900113" cy="5191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6" name="Object 40"/>
          <p:cNvGraphicFramePr>
            <a:graphicFrameLocks noChangeAspect="1"/>
          </p:cNvGraphicFramePr>
          <p:nvPr/>
        </p:nvGraphicFramePr>
        <p:xfrm>
          <a:off x="755650" y="4003675"/>
          <a:ext cx="20462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1" name="Формула" r:id="rId22" imgW="1091726" imgH="215806" progId="Equation.3">
                  <p:embed/>
                </p:oleObj>
              </mc:Choice>
              <mc:Fallback>
                <p:oleObj name="Формула" r:id="rId22" imgW="1091726" imgH="215806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003675"/>
                        <a:ext cx="2046288" cy="50482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7" name="Object 41"/>
          <p:cNvGraphicFramePr>
            <a:graphicFrameLocks noChangeAspect="1"/>
          </p:cNvGraphicFramePr>
          <p:nvPr/>
        </p:nvGraphicFramePr>
        <p:xfrm>
          <a:off x="5826125" y="4037013"/>
          <a:ext cx="270668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2" name="Формула" r:id="rId24" imgW="1396394" imgH="215806" progId="Equation.3">
                  <p:embed/>
                </p:oleObj>
              </mc:Choice>
              <mc:Fallback>
                <p:oleObj name="Формула" r:id="rId24" imgW="1396394" imgH="215806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25" y="4037013"/>
                        <a:ext cx="2706688" cy="4810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8" name="Object 42"/>
          <p:cNvGraphicFramePr>
            <a:graphicFrameLocks noChangeAspect="1"/>
          </p:cNvGraphicFramePr>
          <p:nvPr/>
        </p:nvGraphicFramePr>
        <p:xfrm>
          <a:off x="7164388" y="4021138"/>
          <a:ext cx="8636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3" name="Формула" r:id="rId26" imgW="393529" imgH="203112" progId="Equation.3">
                  <p:embed/>
                </p:oleObj>
              </mc:Choice>
              <mc:Fallback>
                <p:oleObj name="Формула" r:id="rId26" imgW="393529" imgH="203112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021138"/>
                        <a:ext cx="863600" cy="4873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9" name="Object 43"/>
          <p:cNvGraphicFramePr>
            <a:graphicFrameLocks noChangeAspect="1"/>
          </p:cNvGraphicFramePr>
          <p:nvPr/>
        </p:nvGraphicFramePr>
        <p:xfrm>
          <a:off x="6692900" y="4027488"/>
          <a:ext cx="39528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4" name="Формула" r:id="rId27" imgW="177569" imgH="215619" progId="Equation.3">
                  <p:embed/>
                </p:oleObj>
              </mc:Choice>
              <mc:Fallback>
                <p:oleObj name="Формула" r:id="rId27" imgW="177569" imgH="215619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4027488"/>
                        <a:ext cx="395288" cy="4810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0" name="Object 44"/>
          <p:cNvGraphicFramePr>
            <a:graphicFrameLocks noChangeAspect="1"/>
          </p:cNvGraphicFramePr>
          <p:nvPr/>
        </p:nvGraphicFramePr>
        <p:xfrm>
          <a:off x="6221413" y="4027488"/>
          <a:ext cx="395287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name="Формула" r:id="rId29" imgW="177569" imgH="215619" progId="Equation.3">
                  <p:embed/>
                </p:oleObj>
              </mc:Choice>
              <mc:Fallback>
                <p:oleObj name="Формула" r:id="rId29" imgW="177569" imgH="215619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1413" y="4027488"/>
                        <a:ext cx="395287" cy="4810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1" name="Object 45"/>
          <p:cNvGraphicFramePr>
            <a:graphicFrameLocks noChangeAspect="1"/>
          </p:cNvGraphicFramePr>
          <p:nvPr/>
        </p:nvGraphicFramePr>
        <p:xfrm>
          <a:off x="755650" y="4005263"/>
          <a:ext cx="4143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6" name="Формула" r:id="rId31" imgW="177569" imgH="215619" progId="Equation.3">
                  <p:embed/>
                </p:oleObj>
              </mc:Choice>
              <mc:Fallback>
                <p:oleObj name="Формула" r:id="rId31" imgW="177569" imgH="215619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005263"/>
                        <a:ext cx="414338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2" name="Object 46"/>
          <p:cNvGraphicFramePr>
            <a:graphicFrameLocks noChangeAspect="1"/>
          </p:cNvGraphicFramePr>
          <p:nvPr/>
        </p:nvGraphicFramePr>
        <p:xfrm>
          <a:off x="6618288" y="4021138"/>
          <a:ext cx="14097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7" name="Формула" r:id="rId33" imgW="698197" imgH="215806" progId="Equation.3">
                  <p:embed/>
                </p:oleObj>
              </mc:Choice>
              <mc:Fallback>
                <p:oleObj name="Формула" r:id="rId33" imgW="698197" imgH="215806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288" y="4021138"/>
                        <a:ext cx="1409700" cy="503237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3" name="Object 47"/>
          <p:cNvGraphicFramePr>
            <a:graphicFrameLocks noChangeAspect="1"/>
          </p:cNvGraphicFramePr>
          <p:nvPr/>
        </p:nvGraphicFramePr>
        <p:xfrm>
          <a:off x="827088" y="4005263"/>
          <a:ext cx="19145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name="Формула" r:id="rId35" imgW="1002865" imgH="215806" progId="Equation.3">
                  <p:embed/>
                </p:oleObj>
              </mc:Choice>
              <mc:Fallback>
                <p:oleObj name="Формула" r:id="rId35" imgW="1002865" imgH="215806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005263"/>
                        <a:ext cx="1914525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4" name="Object 48"/>
          <p:cNvGraphicFramePr>
            <a:graphicFrameLocks noChangeAspect="1"/>
          </p:cNvGraphicFramePr>
          <p:nvPr/>
        </p:nvGraphicFramePr>
        <p:xfrm>
          <a:off x="1042988" y="4005263"/>
          <a:ext cx="8921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9" name="Формула" r:id="rId37" imgW="380835" imgH="215806" progId="Equation.3">
                  <p:embed/>
                </p:oleObj>
              </mc:Choice>
              <mc:Fallback>
                <p:oleObj name="Формула" r:id="rId37" imgW="380835" imgH="215806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005263"/>
                        <a:ext cx="892175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00578E-6 L -0.68368 -0.00162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9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84" y="-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04624E-7 L 0.65208 -0.00532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04" y="-2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9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52601E-6 L -0.61476 0.00023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92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9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9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3"/>
          <p:cNvSpPr>
            <a:spLocks noChangeArrowheads="1"/>
          </p:cNvSpPr>
          <p:nvPr/>
        </p:nvSpPr>
        <p:spPr bwMode="auto">
          <a:xfrm>
            <a:off x="1116013" y="188913"/>
            <a:ext cx="7127875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Генерация қилинган калитни вақт меткасидан </a:t>
            </a:r>
          </a:p>
          <a:p>
            <a:pPr algn="ctr"/>
            <a:r>
              <a:rPr lang="uz-Cyrl-UZ" sz="2000" b="1"/>
              <a:t>фойдаланиб калит алмашиш протоколи</a:t>
            </a:r>
            <a:endParaRPr lang="ru-RU" sz="2000" b="1"/>
          </a:p>
        </p:txBody>
      </p:sp>
      <p:grpSp>
        <p:nvGrpSpPr>
          <p:cNvPr id="18435" name="Group 44"/>
          <p:cNvGrpSpPr>
            <a:grpSpLocks/>
          </p:cNvGrpSpPr>
          <p:nvPr/>
        </p:nvGrpSpPr>
        <p:grpSpPr bwMode="auto">
          <a:xfrm>
            <a:off x="-36513" y="3933825"/>
            <a:ext cx="9144001" cy="2662238"/>
            <a:chOff x="0" y="2524"/>
            <a:chExt cx="5760" cy="1677"/>
          </a:xfrm>
        </p:grpSpPr>
        <p:pic>
          <p:nvPicPr>
            <p:cNvPr id="18460" name="Picture 45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61" name="Picture 46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62" name="Line 47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8463" name="Line 48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8464" name="Rectangle 49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18465" name="Rectangle 50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18466" name="Line 51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7224" name="Object 56"/>
          <p:cNvGraphicFramePr>
            <a:graphicFrameLocks noChangeAspect="1"/>
          </p:cNvGraphicFramePr>
          <p:nvPr/>
        </p:nvGraphicFramePr>
        <p:xfrm>
          <a:off x="684213" y="4748213"/>
          <a:ext cx="1727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Формула" r:id="rId5" imgW="850531" imgH="241195" progId="Equation.3">
                  <p:embed/>
                </p:oleObj>
              </mc:Choice>
              <mc:Fallback>
                <p:oleObj name="Формула" r:id="rId5" imgW="850531" imgH="241195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748213"/>
                        <a:ext cx="1727200" cy="49212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5" name="Object 57"/>
          <p:cNvGraphicFramePr>
            <a:graphicFrameLocks noChangeAspect="1"/>
          </p:cNvGraphicFramePr>
          <p:nvPr/>
        </p:nvGraphicFramePr>
        <p:xfrm>
          <a:off x="6024563" y="4652963"/>
          <a:ext cx="24415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Формула" r:id="rId7" imgW="1244600" imgH="241300" progId="Equation.3">
                  <p:embed/>
                </p:oleObj>
              </mc:Choice>
              <mc:Fallback>
                <p:oleObj name="Формула" r:id="rId7" imgW="1244600" imgH="24130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4652963"/>
                        <a:ext cx="2441575" cy="5397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" name="Object 61"/>
          <p:cNvGraphicFramePr>
            <a:graphicFrameLocks noChangeAspect="1"/>
          </p:cNvGraphicFramePr>
          <p:nvPr/>
        </p:nvGraphicFramePr>
        <p:xfrm>
          <a:off x="1277938" y="4724400"/>
          <a:ext cx="339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Формула" r:id="rId9" imgW="152268" imgH="215713" progId="Equation.3">
                  <p:embed/>
                </p:oleObj>
              </mc:Choice>
              <mc:Fallback>
                <p:oleObj name="Формула" r:id="rId9" imgW="152268" imgH="215713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724400"/>
                        <a:ext cx="339725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1" name="Object 63"/>
          <p:cNvGraphicFramePr>
            <a:graphicFrameLocks noChangeAspect="1"/>
          </p:cNvGraphicFramePr>
          <p:nvPr/>
        </p:nvGraphicFramePr>
        <p:xfrm>
          <a:off x="1692275" y="4724400"/>
          <a:ext cx="469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Формула" r:id="rId11" imgW="152268" imgH="164957" progId="Equation.3">
                  <p:embed/>
                </p:oleObj>
              </mc:Choice>
              <mc:Fallback>
                <p:oleObj name="Формула" r:id="rId11" imgW="152268" imgH="164957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724400"/>
                        <a:ext cx="46990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2" name="Object 64"/>
          <p:cNvGraphicFramePr>
            <a:graphicFrameLocks noChangeAspect="1"/>
          </p:cNvGraphicFramePr>
          <p:nvPr/>
        </p:nvGraphicFramePr>
        <p:xfrm>
          <a:off x="852488" y="4724400"/>
          <a:ext cx="3619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5" name="Формула" r:id="rId13" imgW="126725" imgH="177415" progId="Equation.3">
                  <p:embed/>
                </p:oleObj>
              </mc:Choice>
              <mc:Fallback>
                <p:oleObj name="Формула" r:id="rId13" imgW="126725" imgH="177415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4724400"/>
                        <a:ext cx="36195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33" name="Picture 65" descr="AG00174_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068638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34" name="Picture 66" descr="AG00174_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063" y="3140075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250" name="Object 82"/>
          <p:cNvGraphicFramePr>
            <a:graphicFrameLocks noChangeAspect="1"/>
          </p:cNvGraphicFramePr>
          <p:nvPr/>
        </p:nvGraphicFramePr>
        <p:xfrm>
          <a:off x="6623050" y="4724400"/>
          <a:ext cx="3571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6" name="Формула" r:id="rId16" imgW="126725" imgH="177415" progId="Equation.3">
                  <p:embed/>
                </p:oleObj>
              </mc:Choice>
              <mc:Fallback>
                <p:oleObj name="Формула" r:id="rId16" imgW="126725" imgH="177415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4724400"/>
                        <a:ext cx="357188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1" name="Object 83"/>
          <p:cNvGraphicFramePr>
            <a:graphicFrameLocks noChangeAspect="1"/>
          </p:cNvGraphicFramePr>
          <p:nvPr/>
        </p:nvGraphicFramePr>
        <p:xfrm>
          <a:off x="7058025" y="4724400"/>
          <a:ext cx="4302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7" name="Формула" r:id="rId18" imgW="152268" imgH="215713" progId="Equation.3">
                  <p:embed/>
                </p:oleObj>
              </mc:Choice>
              <mc:Fallback>
                <p:oleObj name="Формула" r:id="rId18" imgW="152268" imgH="215713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5" y="4724400"/>
                        <a:ext cx="430213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2" name="Object 84"/>
          <p:cNvGraphicFramePr>
            <a:graphicFrameLocks noChangeAspect="1"/>
          </p:cNvGraphicFramePr>
          <p:nvPr/>
        </p:nvGraphicFramePr>
        <p:xfrm>
          <a:off x="7562850" y="4724400"/>
          <a:ext cx="4651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8" name="Формула" r:id="rId20" imgW="152268" imgH="164957" progId="Equation.3">
                  <p:embed/>
                </p:oleObj>
              </mc:Choice>
              <mc:Fallback>
                <p:oleObj name="Формула" r:id="rId20" imgW="152268" imgH="164957" progId="Equation.3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850" y="4724400"/>
                        <a:ext cx="465138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6" name="Group 89"/>
          <p:cNvGrpSpPr>
            <a:grpSpLocks/>
          </p:cNvGrpSpPr>
          <p:nvPr/>
        </p:nvGrpSpPr>
        <p:grpSpPr bwMode="auto">
          <a:xfrm>
            <a:off x="323850" y="836613"/>
            <a:ext cx="8424863" cy="2198687"/>
            <a:chOff x="204" y="527"/>
            <a:chExt cx="5307" cy="1385"/>
          </a:xfrm>
        </p:grpSpPr>
        <p:graphicFrame>
          <p:nvGraphicFramePr>
            <p:cNvPr id="18447" name="Object 68"/>
            <p:cNvGraphicFramePr>
              <a:graphicFrameLocks noChangeAspect="1"/>
            </p:cNvGraphicFramePr>
            <p:nvPr/>
          </p:nvGraphicFramePr>
          <p:xfrm>
            <a:off x="320" y="935"/>
            <a:ext cx="17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9" name="Формула" r:id="rId21" imgW="152268" imgH="215713" progId="Equation.3">
                    <p:embed/>
                  </p:oleObj>
                </mc:Choice>
                <mc:Fallback>
                  <p:oleObj name="Формула" r:id="rId21" imgW="152268" imgH="215713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" y="935"/>
                          <a:ext cx="17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8" name="Rectangle 69"/>
            <p:cNvSpPr>
              <a:spLocks noChangeArrowheads="1"/>
            </p:cNvSpPr>
            <p:nvPr/>
          </p:nvSpPr>
          <p:spPr bwMode="auto">
            <a:xfrm>
              <a:off x="521" y="534"/>
              <a:ext cx="30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</a:t>
              </a:r>
              <a:endParaRPr lang="ru-RU"/>
            </a:p>
          </p:txBody>
        </p:sp>
        <p:sp>
          <p:nvSpPr>
            <p:cNvPr id="18449" name="Rectangle 70"/>
            <p:cNvSpPr>
              <a:spLocks noChangeArrowheads="1"/>
            </p:cNvSpPr>
            <p:nvPr/>
          </p:nvSpPr>
          <p:spPr bwMode="auto">
            <a:xfrm>
              <a:off x="204" y="618"/>
              <a:ext cx="5307" cy="1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8450" name="Rectangle 71"/>
            <p:cNvSpPr>
              <a:spLocks noChangeArrowheads="1"/>
            </p:cNvSpPr>
            <p:nvPr/>
          </p:nvSpPr>
          <p:spPr bwMode="auto">
            <a:xfrm>
              <a:off x="567" y="996"/>
              <a:ext cx="25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фойдаланувчининг вақт меткаси</a:t>
              </a:r>
              <a:endParaRPr lang="ru-RU"/>
            </a:p>
          </p:txBody>
        </p:sp>
        <p:graphicFrame>
          <p:nvGraphicFramePr>
            <p:cNvPr id="18451" name="Object 72"/>
            <p:cNvGraphicFramePr>
              <a:graphicFrameLocks noChangeAspect="1"/>
            </p:cNvGraphicFramePr>
            <p:nvPr/>
          </p:nvGraphicFramePr>
          <p:xfrm>
            <a:off x="274" y="527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0" name="Формула" r:id="rId22" imgW="152268" imgH="164957" progId="Equation.3">
                    <p:embed/>
                  </p:oleObj>
                </mc:Choice>
                <mc:Fallback>
                  <p:oleObj name="Формула" r:id="rId22" imgW="152268" imgH="164957" progId="Equation.3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" y="527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73"/>
            <p:cNvGraphicFramePr>
              <a:graphicFrameLocks noChangeAspect="1"/>
            </p:cNvGraphicFramePr>
            <p:nvPr/>
          </p:nvGraphicFramePr>
          <p:xfrm>
            <a:off x="264" y="1183"/>
            <a:ext cx="363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1" name="Формула" r:id="rId24" imgW="279279" imgH="215806" progId="Equation.3">
                    <p:embed/>
                  </p:oleObj>
                </mc:Choice>
                <mc:Fallback>
                  <p:oleObj name="Формула" r:id="rId24" imgW="279279" imgH="215806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" y="1183"/>
                          <a:ext cx="363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3" name="Rectangle 74"/>
            <p:cNvSpPr>
              <a:spLocks noChangeArrowheads="1"/>
            </p:cNvSpPr>
            <p:nvPr/>
          </p:nvSpPr>
          <p:spPr bwMode="auto">
            <a:xfrm>
              <a:off x="612" y="1213"/>
              <a:ext cx="4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умумий калит</a:t>
              </a:r>
            </a:p>
          </p:txBody>
        </p:sp>
        <p:graphicFrame>
          <p:nvGraphicFramePr>
            <p:cNvPr id="18454" name="Object 75"/>
            <p:cNvGraphicFramePr>
              <a:graphicFrameLocks noChangeAspect="1"/>
            </p:cNvGraphicFramePr>
            <p:nvPr/>
          </p:nvGraphicFramePr>
          <p:xfrm>
            <a:off x="277" y="1449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2" name="Формула" r:id="rId26" imgW="152268" imgH="164957" progId="Equation.3">
                    <p:embed/>
                  </p:oleObj>
                </mc:Choice>
                <mc:Fallback>
                  <p:oleObj name="Формула" r:id="rId26" imgW="152268" imgH="164957" progId="Equation.3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" y="1449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5" name="Rectangle 76"/>
            <p:cNvSpPr>
              <a:spLocks noChangeArrowheads="1"/>
            </p:cNvSpPr>
            <p:nvPr/>
          </p:nvSpPr>
          <p:spPr bwMode="auto">
            <a:xfrm>
              <a:off x="496" y="1449"/>
              <a:ext cx="18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18456" name="Object 77"/>
            <p:cNvGraphicFramePr>
              <a:graphicFrameLocks noChangeAspect="1"/>
            </p:cNvGraphicFramePr>
            <p:nvPr/>
          </p:nvGraphicFramePr>
          <p:xfrm>
            <a:off x="281" y="1660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3" name="Формула" r:id="rId28" imgW="164885" imgH="164885" progId="Equation.3">
                    <p:embed/>
                  </p:oleObj>
                </mc:Choice>
                <mc:Fallback>
                  <p:oleObj name="Формула" r:id="rId28" imgW="164885" imgH="164885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" y="1660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7" name="Rectangle 78"/>
            <p:cNvSpPr>
              <a:spLocks noChangeArrowheads="1"/>
            </p:cNvSpPr>
            <p:nvPr/>
          </p:nvSpPr>
          <p:spPr bwMode="auto">
            <a:xfrm>
              <a:off x="516" y="1681"/>
              <a:ext cx="19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  <p:graphicFrame>
          <p:nvGraphicFramePr>
            <p:cNvPr id="18458" name="Object 87"/>
            <p:cNvGraphicFramePr>
              <a:graphicFrameLocks noChangeAspect="1"/>
            </p:cNvGraphicFramePr>
            <p:nvPr/>
          </p:nvGraphicFramePr>
          <p:xfrm>
            <a:off x="302" y="730"/>
            <a:ext cx="20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4" name="Формула" r:id="rId30" imgW="126725" imgH="177415" progId="Equation.3">
                    <p:embed/>
                  </p:oleObj>
                </mc:Choice>
                <mc:Fallback>
                  <p:oleObj name="Формула" r:id="rId30" imgW="126725" imgH="177415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" y="730"/>
                          <a:ext cx="20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9" name="Rectangle 88"/>
            <p:cNvSpPr>
              <a:spLocks noChangeArrowheads="1"/>
            </p:cNvSpPr>
            <p:nvPr/>
          </p:nvSpPr>
          <p:spPr bwMode="auto">
            <a:xfrm>
              <a:off x="521" y="779"/>
              <a:ext cx="25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қилинган калит</a:t>
              </a:r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62428E-6 L 0.63004 -0.00023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7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9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7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7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7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4"/>
          <p:cNvGrpSpPr>
            <a:grpSpLocks/>
          </p:cNvGrpSpPr>
          <p:nvPr/>
        </p:nvGrpSpPr>
        <p:grpSpPr bwMode="auto">
          <a:xfrm>
            <a:off x="-36513" y="4151313"/>
            <a:ext cx="9144001" cy="2662237"/>
            <a:chOff x="0" y="2524"/>
            <a:chExt cx="5760" cy="1677"/>
          </a:xfrm>
        </p:grpSpPr>
        <p:pic>
          <p:nvPicPr>
            <p:cNvPr id="19486" name="Picture 5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87" name="Picture 6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88" name="Line 7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9489" name="Line 8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9490" name="Rectangle 9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19491" name="Rectangle 10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19492" name="Line 11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sp>
        <p:nvSpPr>
          <p:cNvPr id="19459" name="Rectangle 12"/>
          <p:cNvSpPr>
            <a:spLocks noChangeArrowheads="1"/>
          </p:cNvSpPr>
          <p:nvPr/>
        </p:nvSpPr>
        <p:spPr bwMode="auto">
          <a:xfrm>
            <a:off x="1116013" y="115888"/>
            <a:ext cx="7127875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Генерация қилинган калитни вақт меткаси ва хеш функциясидан </a:t>
            </a:r>
          </a:p>
          <a:p>
            <a:pPr algn="ctr"/>
            <a:r>
              <a:rPr lang="uz-Cyrl-UZ" sz="2000" b="1"/>
              <a:t>фойдаланиб калит алмашиш протоколи</a:t>
            </a:r>
            <a:endParaRPr lang="ru-RU" sz="2000" b="1"/>
          </a:p>
        </p:txBody>
      </p:sp>
      <p:grpSp>
        <p:nvGrpSpPr>
          <p:cNvPr id="19460" name="Group 60"/>
          <p:cNvGrpSpPr>
            <a:grpSpLocks/>
          </p:cNvGrpSpPr>
          <p:nvPr/>
        </p:nvGrpSpPr>
        <p:grpSpPr bwMode="auto">
          <a:xfrm>
            <a:off x="323850" y="965200"/>
            <a:ext cx="8424863" cy="2032000"/>
            <a:chOff x="204" y="517"/>
            <a:chExt cx="5307" cy="1280"/>
          </a:xfrm>
        </p:grpSpPr>
        <p:graphicFrame>
          <p:nvGraphicFramePr>
            <p:cNvPr id="19475" name="Object 14"/>
            <p:cNvGraphicFramePr>
              <a:graphicFrameLocks noChangeAspect="1"/>
            </p:cNvGraphicFramePr>
            <p:nvPr/>
          </p:nvGraphicFramePr>
          <p:xfrm>
            <a:off x="358" y="704"/>
            <a:ext cx="201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9" name="Формула" r:id="rId5" imgW="152268" imgH="215713" progId="Equation.3">
                    <p:embed/>
                  </p:oleObj>
                </mc:Choice>
                <mc:Fallback>
                  <p:oleObj name="Формула" r:id="rId5" imgW="152268" imgH="215713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" y="704"/>
                          <a:ext cx="201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6" name="Rectangle 15"/>
            <p:cNvSpPr>
              <a:spLocks noChangeArrowheads="1"/>
            </p:cNvSpPr>
            <p:nvPr/>
          </p:nvSpPr>
          <p:spPr bwMode="auto">
            <a:xfrm>
              <a:off x="612" y="534"/>
              <a:ext cx="299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</a:t>
              </a:r>
              <a:endParaRPr lang="ru-RU"/>
            </a:p>
          </p:txBody>
        </p:sp>
        <p:sp>
          <p:nvSpPr>
            <p:cNvPr id="19477" name="Rectangle 16"/>
            <p:cNvSpPr>
              <a:spLocks noChangeArrowheads="1"/>
            </p:cNvSpPr>
            <p:nvPr/>
          </p:nvSpPr>
          <p:spPr bwMode="auto">
            <a:xfrm>
              <a:off x="204" y="572"/>
              <a:ext cx="5307" cy="1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9478" name="Rectangle 17"/>
            <p:cNvSpPr>
              <a:spLocks noChangeArrowheads="1"/>
            </p:cNvSpPr>
            <p:nvPr/>
          </p:nvSpPr>
          <p:spPr bwMode="auto">
            <a:xfrm>
              <a:off x="640" y="761"/>
              <a:ext cx="25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фойдаланувчининг вақт меткаси</a:t>
              </a:r>
              <a:endParaRPr lang="ru-RU"/>
            </a:p>
          </p:txBody>
        </p:sp>
        <p:graphicFrame>
          <p:nvGraphicFramePr>
            <p:cNvPr id="19479" name="Object 18"/>
            <p:cNvGraphicFramePr>
              <a:graphicFrameLocks noChangeAspect="1"/>
            </p:cNvGraphicFramePr>
            <p:nvPr/>
          </p:nvGraphicFramePr>
          <p:xfrm>
            <a:off x="321" y="517"/>
            <a:ext cx="231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0" name="Формула" r:id="rId7" imgW="152268" imgH="164957" progId="Equation.3">
                    <p:embed/>
                  </p:oleObj>
                </mc:Choice>
                <mc:Fallback>
                  <p:oleObj name="Формула" r:id="rId7" imgW="152268" imgH="164957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" y="517"/>
                          <a:ext cx="231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0" name="Object 19"/>
            <p:cNvGraphicFramePr>
              <a:graphicFrameLocks noChangeAspect="1"/>
            </p:cNvGraphicFramePr>
            <p:nvPr/>
          </p:nvGraphicFramePr>
          <p:xfrm>
            <a:off x="320" y="981"/>
            <a:ext cx="36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1" name="Формула" r:id="rId9" imgW="279279" imgH="215806" progId="Equation.3">
                    <p:embed/>
                  </p:oleObj>
                </mc:Choice>
                <mc:Fallback>
                  <p:oleObj name="Формула" r:id="rId9" imgW="279279" imgH="215806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" y="981"/>
                          <a:ext cx="36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1" name="Rectangle 20"/>
            <p:cNvSpPr>
              <a:spLocks noChangeArrowheads="1"/>
            </p:cNvSpPr>
            <p:nvPr/>
          </p:nvSpPr>
          <p:spPr bwMode="auto">
            <a:xfrm>
              <a:off x="628" y="1014"/>
              <a:ext cx="4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умумий калит</a:t>
              </a:r>
            </a:p>
          </p:txBody>
        </p:sp>
        <p:graphicFrame>
          <p:nvGraphicFramePr>
            <p:cNvPr id="19482" name="Object 21"/>
            <p:cNvGraphicFramePr>
              <a:graphicFrameLocks noChangeAspect="1"/>
            </p:cNvGraphicFramePr>
            <p:nvPr/>
          </p:nvGraphicFramePr>
          <p:xfrm>
            <a:off x="313" y="1217"/>
            <a:ext cx="220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2" name="Формула" r:id="rId11" imgW="126725" imgH="177415" progId="Equation.3">
                    <p:embed/>
                  </p:oleObj>
                </mc:Choice>
                <mc:Fallback>
                  <p:oleObj name="Формула" r:id="rId11" imgW="126725" imgH="17741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" y="1217"/>
                          <a:ext cx="220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3" name="Rectangle 22"/>
            <p:cNvSpPr>
              <a:spLocks noChangeArrowheads="1"/>
            </p:cNvSpPr>
            <p:nvPr/>
          </p:nvSpPr>
          <p:spPr bwMode="auto">
            <a:xfrm>
              <a:off x="516" y="1286"/>
              <a:ext cx="28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қилинган калит</a:t>
              </a:r>
            </a:p>
          </p:txBody>
        </p:sp>
        <p:graphicFrame>
          <p:nvGraphicFramePr>
            <p:cNvPr id="19484" name="Object 25"/>
            <p:cNvGraphicFramePr>
              <a:graphicFrameLocks noChangeAspect="1"/>
            </p:cNvGraphicFramePr>
            <p:nvPr/>
          </p:nvGraphicFramePr>
          <p:xfrm>
            <a:off x="309" y="1491"/>
            <a:ext cx="193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3" name="Формула" r:id="rId13" imgW="126725" imgH="177415" progId="Equation.3">
                    <p:embed/>
                  </p:oleObj>
                </mc:Choice>
                <mc:Fallback>
                  <p:oleObj name="Формула" r:id="rId13" imgW="126725" imgH="17741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" y="1491"/>
                          <a:ext cx="193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5" name="Rectangle 26"/>
            <p:cNvSpPr>
              <a:spLocks noChangeArrowheads="1"/>
            </p:cNvSpPr>
            <p:nvPr/>
          </p:nvSpPr>
          <p:spPr bwMode="auto">
            <a:xfrm>
              <a:off x="536" y="1536"/>
              <a:ext cx="208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хеш функцияси</a:t>
              </a:r>
            </a:p>
          </p:txBody>
        </p:sp>
      </p:grpSp>
      <p:pic>
        <p:nvPicPr>
          <p:cNvPr id="11292" name="Picture 28" descr="AG00174_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500438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93" name="Picture 29" descr="AG00174_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3429000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96" name="Object 32"/>
          <p:cNvGraphicFramePr>
            <a:graphicFrameLocks noChangeAspect="1"/>
          </p:cNvGraphicFramePr>
          <p:nvPr/>
        </p:nvGraphicFramePr>
        <p:xfrm>
          <a:off x="7235825" y="4797425"/>
          <a:ext cx="2921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4" name="Формула" r:id="rId16" imgW="88746" imgH="152136" progId="Equation.3">
                  <p:embed/>
                </p:oleObj>
              </mc:Choice>
              <mc:Fallback>
                <p:oleObj name="Формула" r:id="rId16" imgW="88746" imgH="152136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4797425"/>
                        <a:ext cx="292100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7" name="Object 33"/>
          <p:cNvGraphicFramePr>
            <a:graphicFrameLocks noChangeAspect="1"/>
          </p:cNvGraphicFramePr>
          <p:nvPr/>
        </p:nvGraphicFramePr>
        <p:xfrm>
          <a:off x="7627938" y="4797425"/>
          <a:ext cx="4651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5" name="Формула" r:id="rId18" imgW="152268" imgH="164957" progId="Equation.3">
                  <p:embed/>
                </p:oleObj>
              </mc:Choice>
              <mc:Fallback>
                <p:oleObj name="Формула" r:id="rId18" imgW="152268" imgH="16495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7938" y="4797425"/>
                        <a:ext cx="465137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9" name="Object 35"/>
          <p:cNvGraphicFramePr>
            <a:graphicFrameLocks noChangeAspect="1"/>
          </p:cNvGraphicFramePr>
          <p:nvPr/>
        </p:nvGraphicFramePr>
        <p:xfrm>
          <a:off x="971550" y="4941888"/>
          <a:ext cx="3143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6" name="Формула" r:id="rId20" imgW="152268" imgH="215713" progId="Equation.3">
                  <p:embed/>
                </p:oleObj>
              </mc:Choice>
              <mc:Fallback>
                <p:oleObj name="Формула" r:id="rId20" imgW="152268" imgH="215713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941888"/>
                        <a:ext cx="314325" cy="4714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0" name="Object 36"/>
          <p:cNvGraphicFramePr>
            <a:graphicFrameLocks noChangeAspect="1"/>
          </p:cNvGraphicFramePr>
          <p:nvPr/>
        </p:nvGraphicFramePr>
        <p:xfrm>
          <a:off x="1362075" y="4941888"/>
          <a:ext cx="4984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7" name="Формула" r:id="rId22" imgW="152268" imgH="164957" progId="Equation.3">
                  <p:embed/>
                </p:oleObj>
              </mc:Choice>
              <mc:Fallback>
                <p:oleObj name="Формула" r:id="rId22" imgW="152268" imgH="164957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4941888"/>
                        <a:ext cx="498475" cy="4603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4" name="Object 40"/>
          <p:cNvGraphicFramePr>
            <a:graphicFrameLocks noChangeAspect="1"/>
          </p:cNvGraphicFramePr>
          <p:nvPr/>
        </p:nvGraphicFramePr>
        <p:xfrm>
          <a:off x="827088" y="4878388"/>
          <a:ext cx="14287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8" name="Формула" r:id="rId23" imgW="685800" imgH="241200" progId="Equation.3">
                  <p:embed/>
                </p:oleObj>
              </mc:Choice>
              <mc:Fallback>
                <p:oleObj name="Формула" r:id="rId23" imgW="685800" imgH="2412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878388"/>
                        <a:ext cx="1428750" cy="4953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6" name="Object 52"/>
          <p:cNvGraphicFramePr>
            <a:graphicFrameLocks noChangeAspect="1"/>
          </p:cNvGraphicFramePr>
          <p:nvPr/>
        </p:nvGraphicFramePr>
        <p:xfrm>
          <a:off x="820738" y="4868863"/>
          <a:ext cx="144938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" name="Формула" r:id="rId25" imgW="927100" imgH="241300" progId="Equation.3">
                  <p:embed/>
                </p:oleObj>
              </mc:Choice>
              <mc:Fallback>
                <p:oleObj name="Формула" r:id="rId25" imgW="927100" imgH="2413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4868863"/>
                        <a:ext cx="1449387" cy="4984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7" name="Object 53"/>
          <p:cNvGraphicFramePr>
            <a:graphicFrameLocks noChangeAspect="1"/>
          </p:cNvGraphicFramePr>
          <p:nvPr/>
        </p:nvGraphicFramePr>
        <p:xfrm>
          <a:off x="827088" y="4868863"/>
          <a:ext cx="14509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0" name="Формула" r:id="rId27" imgW="927100" imgH="241300" progId="Equation.3">
                  <p:embed/>
                </p:oleObj>
              </mc:Choice>
              <mc:Fallback>
                <p:oleObj name="Формула" r:id="rId27" imgW="927100" imgH="2413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868863"/>
                        <a:ext cx="1450975" cy="50482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8" name="Object 54"/>
          <p:cNvGraphicFramePr>
            <a:graphicFrameLocks noChangeAspect="1"/>
          </p:cNvGraphicFramePr>
          <p:nvPr/>
        </p:nvGraphicFramePr>
        <p:xfrm>
          <a:off x="6967538" y="4765675"/>
          <a:ext cx="12700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1" name="Формула" r:id="rId29" imgW="609336" imgH="241195" progId="Equation.3">
                  <p:embed/>
                </p:oleObj>
              </mc:Choice>
              <mc:Fallback>
                <p:oleObj name="Формула" r:id="rId29" imgW="609336" imgH="241195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538" y="4765675"/>
                        <a:ext cx="1270000" cy="53498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26" name="Group 62"/>
          <p:cNvGrpSpPr>
            <a:grpSpLocks/>
          </p:cNvGrpSpPr>
          <p:nvPr/>
        </p:nvGrpSpPr>
        <p:grpSpPr bwMode="auto">
          <a:xfrm>
            <a:off x="5619750" y="4724400"/>
            <a:ext cx="3346450" cy="576263"/>
            <a:chOff x="3540" y="3793"/>
            <a:chExt cx="2108" cy="363"/>
          </a:xfrm>
        </p:grpSpPr>
        <p:graphicFrame>
          <p:nvGraphicFramePr>
            <p:cNvPr id="19473" name="Object 55"/>
            <p:cNvGraphicFramePr>
              <a:graphicFrameLocks noChangeAspect="1"/>
            </p:cNvGraphicFramePr>
            <p:nvPr/>
          </p:nvGraphicFramePr>
          <p:xfrm>
            <a:off x="3696" y="3793"/>
            <a:ext cx="195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22" name="Формула" r:id="rId31" imgW="1651000" imgH="241300" progId="Equation.3">
                    <p:embed/>
                  </p:oleObj>
                </mc:Choice>
                <mc:Fallback>
                  <p:oleObj name="Формула" r:id="rId31" imgW="1651000" imgH="24130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793"/>
                          <a:ext cx="1952" cy="363"/>
                        </a:xfrm>
                        <a:prstGeom prst="rect">
                          <a:avLst/>
                        </a:prstGeom>
                        <a:solidFill>
                          <a:srgbClr val="CC66FF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4" name="Object 56"/>
            <p:cNvGraphicFramePr>
              <a:graphicFrameLocks noChangeAspect="1"/>
            </p:cNvGraphicFramePr>
            <p:nvPr/>
          </p:nvGraphicFramePr>
          <p:xfrm>
            <a:off x="3540" y="3793"/>
            <a:ext cx="122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23" name="Формула" r:id="rId33" imgW="927100" imgH="241300" progId="Equation.3">
                    <p:embed/>
                  </p:oleObj>
                </mc:Choice>
                <mc:Fallback>
                  <p:oleObj name="Формула" r:id="rId33" imgW="927100" imgH="24130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0" y="3793"/>
                          <a:ext cx="1224" cy="363"/>
                        </a:xfrm>
                        <a:prstGeom prst="rect">
                          <a:avLst/>
                        </a:prstGeom>
                        <a:solidFill>
                          <a:srgbClr val="00B0AC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22" name="Object 58"/>
          <p:cNvGraphicFramePr>
            <a:graphicFrameLocks noChangeAspect="1"/>
          </p:cNvGraphicFramePr>
          <p:nvPr/>
        </p:nvGraphicFramePr>
        <p:xfrm>
          <a:off x="7524750" y="4724400"/>
          <a:ext cx="3571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4" name="Формула" r:id="rId35" imgW="126725" imgH="177415" progId="Equation.3">
                  <p:embed/>
                </p:oleObj>
              </mc:Choice>
              <mc:Fallback>
                <p:oleObj name="Формула" r:id="rId35" imgW="126725" imgH="177415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724400"/>
                        <a:ext cx="357188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1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04624E-6 L 0.64514 -0.00532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113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57" y="-2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1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1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ChangeArrowheads="1"/>
          </p:cNvSpPr>
          <p:nvPr/>
        </p:nvSpPr>
        <p:spPr bwMode="auto">
          <a:xfrm>
            <a:off x="1116013" y="115888"/>
            <a:ext cx="7127875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Генерация қилинган калитни тасодифий сондан </a:t>
            </a:r>
          </a:p>
          <a:p>
            <a:pPr algn="ctr"/>
            <a:r>
              <a:rPr lang="uz-Cyrl-UZ" sz="2000" b="1"/>
              <a:t>фойдаланиб калит алмашиш протоколи</a:t>
            </a:r>
            <a:endParaRPr lang="ru-RU" sz="2000" b="1"/>
          </a:p>
        </p:txBody>
      </p:sp>
      <p:grpSp>
        <p:nvGrpSpPr>
          <p:cNvPr id="20483" name="Group 5"/>
          <p:cNvGrpSpPr>
            <a:grpSpLocks/>
          </p:cNvGrpSpPr>
          <p:nvPr/>
        </p:nvGrpSpPr>
        <p:grpSpPr bwMode="auto">
          <a:xfrm>
            <a:off x="-12700" y="3357563"/>
            <a:ext cx="9144000" cy="2662237"/>
            <a:chOff x="0" y="2524"/>
            <a:chExt cx="5760" cy="1677"/>
          </a:xfrm>
        </p:grpSpPr>
        <p:pic>
          <p:nvPicPr>
            <p:cNvPr id="20508" name="Picture 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9" name="Picture 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0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0511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0512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20513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20514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12314" name="Object 26"/>
          <p:cNvGraphicFramePr>
            <a:graphicFrameLocks noChangeAspect="1"/>
          </p:cNvGraphicFramePr>
          <p:nvPr/>
        </p:nvGraphicFramePr>
        <p:xfrm>
          <a:off x="900113" y="4149725"/>
          <a:ext cx="13208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1" name="Формула" r:id="rId5" imgW="850531" imgH="241195" progId="Equation.3">
                  <p:embed/>
                </p:oleObj>
              </mc:Choice>
              <mc:Fallback>
                <p:oleObj name="Формула" r:id="rId5" imgW="850531" imgH="24119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149725"/>
                        <a:ext cx="1320800" cy="477838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7" name="Object 29"/>
          <p:cNvGraphicFramePr>
            <a:graphicFrameLocks noChangeAspect="1"/>
          </p:cNvGraphicFramePr>
          <p:nvPr/>
        </p:nvGraphicFramePr>
        <p:xfrm>
          <a:off x="6197600" y="4043363"/>
          <a:ext cx="21907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2" name="Формула" r:id="rId7" imgW="1244600" imgH="241300" progId="Equation.3">
                  <p:embed/>
                </p:oleObj>
              </mc:Choice>
              <mc:Fallback>
                <p:oleObj name="Формула" r:id="rId7" imgW="1244600" imgH="2413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4043363"/>
                        <a:ext cx="2190750" cy="5381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8" name="Object 30"/>
          <p:cNvGraphicFramePr>
            <a:graphicFrameLocks noChangeAspect="1"/>
          </p:cNvGraphicFramePr>
          <p:nvPr/>
        </p:nvGraphicFramePr>
        <p:xfrm>
          <a:off x="7507288" y="4098925"/>
          <a:ext cx="3397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3" name="Формула" r:id="rId9" imgW="152268" imgH="215713" progId="Equation.3">
                  <p:embed/>
                </p:oleObj>
              </mc:Choice>
              <mc:Fallback>
                <p:oleObj name="Формула" r:id="rId9" imgW="152268" imgH="21571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288" y="4098925"/>
                        <a:ext cx="339725" cy="4826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0" name="Object 32"/>
          <p:cNvGraphicFramePr>
            <a:graphicFrameLocks noChangeAspect="1"/>
          </p:cNvGraphicFramePr>
          <p:nvPr/>
        </p:nvGraphicFramePr>
        <p:xfrm>
          <a:off x="920750" y="4149725"/>
          <a:ext cx="3571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4" name="Формула" r:id="rId11" imgW="126725" imgH="177415" progId="Equation.3">
                  <p:embed/>
                </p:oleObj>
              </mc:Choice>
              <mc:Fallback>
                <p:oleObj name="Формула" r:id="rId11" imgW="126725" imgH="17741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4149725"/>
                        <a:ext cx="357188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1" name="Object 33"/>
          <p:cNvGraphicFramePr>
            <a:graphicFrameLocks noChangeAspect="1"/>
          </p:cNvGraphicFramePr>
          <p:nvPr/>
        </p:nvGraphicFramePr>
        <p:xfrm>
          <a:off x="7507288" y="4092575"/>
          <a:ext cx="3413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5" name="Формула" r:id="rId13" imgW="152268" imgH="215713" progId="Equation.3">
                  <p:embed/>
                </p:oleObj>
              </mc:Choice>
              <mc:Fallback>
                <p:oleObj name="Формула" r:id="rId13" imgW="152268" imgH="215713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288" y="4092575"/>
                        <a:ext cx="341312" cy="48577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2" name="Object 34"/>
          <p:cNvGraphicFramePr>
            <a:graphicFrameLocks noChangeAspect="1"/>
          </p:cNvGraphicFramePr>
          <p:nvPr/>
        </p:nvGraphicFramePr>
        <p:xfrm>
          <a:off x="1036638" y="4149725"/>
          <a:ext cx="3365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6" name="Формула" r:id="rId15" imgW="152268" imgH="215713" progId="Equation.3">
                  <p:embed/>
                </p:oleObj>
              </mc:Choice>
              <mc:Fallback>
                <p:oleObj name="Формула" r:id="rId15" imgW="152268" imgH="21571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4149725"/>
                        <a:ext cx="336550" cy="4810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3" name="Object 35"/>
          <p:cNvGraphicFramePr>
            <a:graphicFrameLocks noChangeAspect="1"/>
          </p:cNvGraphicFramePr>
          <p:nvPr/>
        </p:nvGraphicFramePr>
        <p:xfrm>
          <a:off x="1782763" y="4149725"/>
          <a:ext cx="3651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7" name="Формула" r:id="rId17" imgW="152268" imgH="164957" progId="Equation.3">
                  <p:embed/>
                </p:oleObj>
              </mc:Choice>
              <mc:Fallback>
                <p:oleObj name="Формула" r:id="rId17" imgW="152268" imgH="164957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3" y="4149725"/>
                        <a:ext cx="365125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4" name="Object 36"/>
          <p:cNvGraphicFramePr>
            <a:graphicFrameLocks noChangeAspect="1"/>
          </p:cNvGraphicFramePr>
          <p:nvPr/>
        </p:nvGraphicFramePr>
        <p:xfrm>
          <a:off x="6732588" y="4060825"/>
          <a:ext cx="3730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8" name="Формула" r:id="rId19" imgW="203112" imgH="279279" progId="Equation.3">
                  <p:embed/>
                </p:oleObj>
              </mc:Choice>
              <mc:Fallback>
                <p:oleObj name="Формула" r:id="rId19" imgW="203112" imgH="27927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060825"/>
                        <a:ext cx="373062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5" name="Object 37"/>
          <p:cNvGraphicFramePr>
            <a:graphicFrameLocks noChangeAspect="1"/>
          </p:cNvGraphicFramePr>
          <p:nvPr/>
        </p:nvGraphicFramePr>
        <p:xfrm>
          <a:off x="7678738" y="4060825"/>
          <a:ext cx="4175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9" name="Формула" r:id="rId21" imgW="152268" imgH="215713" progId="Equation.3">
                  <p:embed/>
                </p:oleObj>
              </mc:Choice>
              <mc:Fallback>
                <p:oleObj name="Формула" r:id="rId21" imgW="152268" imgH="215713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738" y="4060825"/>
                        <a:ext cx="417512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6" name="Object 38"/>
          <p:cNvGraphicFramePr>
            <a:graphicFrameLocks noChangeAspect="1"/>
          </p:cNvGraphicFramePr>
          <p:nvPr/>
        </p:nvGraphicFramePr>
        <p:xfrm>
          <a:off x="7180263" y="4060825"/>
          <a:ext cx="4318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0" name="Формула" r:id="rId23" imgW="241091" imgH="266469" progId="Equation.3">
                  <p:embed/>
                </p:oleObj>
              </mc:Choice>
              <mc:Fallback>
                <p:oleObj name="Формула" r:id="rId23" imgW="241091" imgH="266469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0263" y="4060825"/>
                        <a:ext cx="431800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4" name="Group 42"/>
          <p:cNvGrpSpPr>
            <a:grpSpLocks/>
          </p:cNvGrpSpPr>
          <p:nvPr/>
        </p:nvGrpSpPr>
        <p:grpSpPr bwMode="auto">
          <a:xfrm>
            <a:off x="323850" y="765175"/>
            <a:ext cx="8510588" cy="2592388"/>
            <a:chOff x="204" y="527"/>
            <a:chExt cx="5361" cy="1633"/>
          </a:xfrm>
        </p:grpSpPr>
        <p:graphicFrame>
          <p:nvGraphicFramePr>
            <p:cNvPr id="20495" name="Object 14"/>
            <p:cNvGraphicFramePr>
              <a:graphicFrameLocks noChangeAspect="1"/>
            </p:cNvGraphicFramePr>
            <p:nvPr/>
          </p:nvGraphicFramePr>
          <p:xfrm>
            <a:off x="342" y="734"/>
            <a:ext cx="214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1" name="Формула" r:id="rId25" imgW="152268" imgH="215713" progId="Equation.3">
                    <p:embed/>
                  </p:oleObj>
                </mc:Choice>
                <mc:Fallback>
                  <p:oleObj name="Формула" r:id="rId25" imgW="152268" imgH="215713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" y="734"/>
                          <a:ext cx="214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6" name="Rectangle 15"/>
            <p:cNvSpPr>
              <a:spLocks noChangeArrowheads="1"/>
            </p:cNvSpPr>
            <p:nvPr/>
          </p:nvSpPr>
          <p:spPr bwMode="auto">
            <a:xfrm>
              <a:off x="557" y="584"/>
              <a:ext cx="29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</a:t>
              </a:r>
              <a:endParaRPr lang="ru-RU"/>
            </a:p>
          </p:txBody>
        </p:sp>
        <p:sp>
          <p:nvSpPr>
            <p:cNvPr id="20497" name="Rectangle 16"/>
            <p:cNvSpPr>
              <a:spLocks noChangeArrowheads="1"/>
            </p:cNvSpPr>
            <p:nvPr/>
          </p:nvSpPr>
          <p:spPr bwMode="auto">
            <a:xfrm>
              <a:off x="204" y="656"/>
              <a:ext cx="5307" cy="1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0498" name="Rectangle 17"/>
            <p:cNvSpPr>
              <a:spLocks noChangeArrowheads="1"/>
            </p:cNvSpPr>
            <p:nvPr/>
          </p:nvSpPr>
          <p:spPr bwMode="auto">
            <a:xfrm>
              <a:off x="563" y="855"/>
              <a:ext cx="27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В фойдаланувчининг тасодифий сони</a:t>
              </a:r>
              <a:endParaRPr lang="ru-RU"/>
            </a:p>
          </p:txBody>
        </p:sp>
        <p:graphicFrame>
          <p:nvGraphicFramePr>
            <p:cNvPr id="20499" name="Object 18"/>
            <p:cNvGraphicFramePr>
              <a:graphicFrameLocks noChangeAspect="1"/>
            </p:cNvGraphicFramePr>
            <p:nvPr/>
          </p:nvGraphicFramePr>
          <p:xfrm>
            <a:off x="290" y="527"/>
            <a:ext cx="26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2" name="Формула" r:id="rId26" imgW="152268" imgH="164957" progId="Equation.3">
                    <p:embed/>
                  </p:oleObj>
                </mc:Choice>
                <mc:Fallback>
                  <p:oleObj name="Формула" r:id="rId26" imgW="152268" imgH="164957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" y="527"/>
                          <a:ext cx="262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Object 19"/>
            <p:cNvGraphicFramePr>
              <a:graphicFrameLocks noChangeAspect="1"/>
            </p:cNvGraphicFramePr>
            <p:nvPr/>
          </p:nvGraphicFramePr>
          <p:xfrm>
            <a:off x="315" y="1071"/>
            <a:ext cx="371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3" name="Формула" r:id="rId28" imgW="279279" imgH="215806" progId="Equation.3">
                    <p:embed/>
                  </p:oleObj>
                </mc:Choice>
                <mc:Fallback>
                  <p:oleObj name="Формула" r:id="rId28" imgW="279279" imgH="215806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" y="1071"/>
                          <a:ext cx="371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1" name="Rectangle 20"/>
            <p:cNvSpPr>
              <a:spLocks noChangeArrowheads="1"/>
            </p:cNvSpPr>
            <p:nvPr/>
          </p:nvSpPr>
          <p:spPr bwMode="auto">
            <a:xfrm>
              <a:off x="657" y="1113"/>
              <a:ext cx="49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умумий калит</a:t>
              </a:r>
            </a:p>
          </p:txBody>
        </p:sp>
        <p:graphicFrame>
          <p:nvGraphicFramePr>
            <p:cNvPr id="20502" name="Object 21"/>
            <p:cNvGraphicFramePr>
              <a:graphicFrameLocks noChangeAspect="1"/>
            </p:cNvGraphicFramePr>
            <p:nvPr/>
          </p:nvGraphicFramePr>
          <p:xfrm>
            <a:off x="337" y="1682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4" name="Формула" r:id="rId30" imgW="152268" imgH="164957" progId="Equation.3">
                    <p:embed/>
                  </p:oleObj>
                </mc:Choice>
                <mc:Fallback>
                  <p:oleObj name="Формула" r:id="rId30" imgW="152268" imgH="16495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" y="1682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3" name="Rectangle 22"/>
            <p:cNvSpPr>
              <a:spLocks noChangeArrowheads="1"/>
            </p:cNvSpPr>
            <p:nvPr/>
          </p:nvSpPr>
          <p:spPr bwMode="auto">
            <a:xfrm>
              <a:off x="556" y="1682"/>
              <a:ext cx="214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20504" name="Object 23"/>
            <p:cNvGraphicFramePr>
              <a:graphicFrameLocks noChangeAspect="1"/>
            </p:cNvGraphicFramePr>
            <p:nvPr/>
          </p:nvGraphicFramePr>
          <p:xfrm>
            <a:off x="321" y="1908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5" name="Формула" r:id="rId32" imgW="164885" imgH="164885" progId="Equation.3">
                    <p:embed/>
                  </p:oleObj>
                </mc:Choice>
                <mc:Fallback>
                  <p:oleObj name="Формула" r:id="rId32" imgW="164885" imgH="16488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" y="1908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5" name="Rectangle 24"/>
            <p:cNvSpPr>
              <a:spLocks noChangeArrowheads="1"/>
            </p:cNvSpPr>
            <p:nvPr/>
          </p:nvSpPr>
          <p:spPr bwMode="auto">
            <a:xfrm>
              <a:off x="556" y="1929"/>
              <a:ext cx="20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  <p:graphicFrame>
          <p:nvGraphicFramePr>
            <p:cNvPr id="20506" name="Object 40"/>
            <p:cNvGraphicFramePr>
              <a:graphicFrameLocks noChangeAspect="1"/>
            </p:cNvGraphicFramePr>
            <p:nvPr/>
          </p:nvGraphicFramePr>
          <p:xfrm>
            <a:off x="319" y="1360"/>
            <a:ext cx="20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6" name="Формула" r:id="rId34" imgW="126725" imgH="177415" progId="Equation.3">
                    <p:embed/>
                  </p:oleObj>
                </mc:Choice>
                <mc:Fallback>
                  <p:oleObj name="Формула" r:id="rId34" imgW="126725" imgH="177415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" y="1360"/>
                          <a:ext cx="20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7" name="Rectangle 41"/>
            <p:cNvSpPr>
              <a:spLocks noChangeArrowheads="1"/>
            </p:cNvSpPr>
            <p:nvPr/>
          </p:nvSpPr>
          <p:spPr bwMode="auto">
            <a:xfrm>
              <a:off x="521" y="1410"/>
              <a:ext cx="34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қилинган калит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91329E-6 L -0.69844 -0.00024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12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93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-0.00092 L 0.03646 -0.00116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123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11 -0.00463 L 0.629 -0.00833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97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4"/>
          <p:cNvGrpSpPr>
            <a:grpSpLocks/>
          </p:cNvGrpSpPr>
          <p:nvPr/>
        </p:nvGrpSpPr>
        <p:grpSpPr bwMode="auto">
          <a:xfrm>
            <a:off x="-12700" y="3719513"/>
            <a:ext cx="9144000" cy="2662237"/>
            <a:chOff x="0" y="2524"/>
            <a:chExt cx="5760" cy="1677"/>
          </a:xfrm>
        </p:grpSpPr>
        <p:pic>
          <p:nvPicPr>
            <p:cNvPr id="21535" name="Picture 5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36" name="Picture 6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37" name="Line 7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1538" name="Line 8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1539" name="Rectangle 9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21540" name="Rectangle 10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21541" name="Line 11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sp>
        <p:nvSpPr>
          <p:cNvPr id="21507" name="Rectangle 12"/>
          <p:cNvSpPr>
            <a:spLocks noChangeArrowheads="1"/>
          </p:cNvSpPr>
          <p:nvPr/>
        </p:nvSpPr>
        <p:spPr bwMode="auto">
          <a:xfrm>
            <a:off x="1116013" y="115888"/>
            <a:ext cx="7127875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Генерация қилинган калитни тасодифий сон ва хеш </a:t>
            </a:r>
          </a:p>
          <a:p>
            <a:pPr algn="ctr"/>
            <a:r>
              <a:rPr lang="uz-Cyrl-UZ" sz="2000" b="1"/>
              <a:t>функциядандан фойдаланиб калит алмашиш протоколи</a:t>
            </a:r>
            <a:endParaRPr lang="ru-RU" sz="2000" b="1"/>
          </a:p>
        </p:txBody>
      </p:sp>
      <p:graphicFrame>
        <p:nvGraphicFramePr>
          <p:cNvPr id="13342" name="Object 30"/>
          <p:cNvGraphicFramePr>
            <a:graphicFrameLocks noChangeAspect="1"/>
          </p:cNvGraphicFramePr>
          <p:nvPr/>
        </p:nvGraphicFramePr>
        <p:xfrm>
          <a:off x="971550" y="4459288"/>
          <a:ext cx="33337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0" name="Формула" r:id="rId5" imgW="152268" imgH="215713" progId="Equation.3">
                  <p:embed/>
                </p:oleObj>
              </mc:Choice>
              <mc:Fallback>
                <p:oleObj name="Формула" r:id="rId5" imgW="152268" imgH="21571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459288"/>
                        <a:ext cx="333375" cy="4778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3" name="Object 31"/>
          <p:cNvGraphicFramePr>
            <a:graphicFrameLocks noChangeAspect="1"/>
          </p:cNvGraphicFramePr>
          <p:nvPr/>
        </p:nvGraphicFramePr>
        <p:xfrm>
          <a:off x="1393825" y="4437063"/>
          <a:ext cx="36195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1" name="Формула" r:id="rId7" imgW="152268" imgH="164957" progId="Equation.3">
                  <p:embed/>
                </p:oleObj>
              </mc:Choice>
              <mc:Fallback>
                <p:oleObj name="Формула" r:id="rId7" imgW="152268" imgH="164957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4437063"/>
                        <a:ext cx="361950" cy="5000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5" name="Object 33"/>
          <p:cNvGraphicFramePr>
            <a:graphicFrameLocks noChangeAspect="1"/>
          </p:cNvGraphicFramePr>
          <p:nvPr/>
        </p:nvGraphicFramePr>
        <p:xfrm>
          <a:off x="7581900" y="4437063"/>
          <a:ext cx="3381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2" name="Формула" r:id="rId9" imgW="152268" imgH="215713" progId="Equation.3">
                  <p:embed/>
                </p:oleObj>
              </mc:Choice>
              <mc:Fallback>
                <p:oleObj name="Формула" r:id="rId9" imgW="152268" imgH="215713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1900" y="4437063"/>
                        <a:ext cx="338138" cy="4826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6" name="Object 34"/>
          <p:cNvGraphicFramePr>
            <a:graphicFrameLocks noChangeAspect="1"/>
          </p:cNvGraphicFramePr>
          <p:nvPr/>
        </p:nvGraphicFramePr>
        <p:xfrm>
          <a:off x="7581900" y="4424363"/>
          <a:ext cx="3397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3" name="Формула" r:id="rId11" imgW="152268" imgH="215713" progId="Equation.3">
                  <p:embed/>
                </p:oleObj>
              </mc:Choice>
              <mc:Fallback>
                <p:oleObj name="Формула" r:id="rId11" imgW="152268" imgH="21571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1900" y="4424363"/>
                        <a:ext cx="339725" cy="485775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8" name="Object 36"/>
          <p:cNvGraphicFramePr>
            <a:graphicFrameLocks noChangeAspect="1"/>
          </p:cNvGraphicFramePr>
          <p:nvPr/>
        </p:nvGraphicFramePr>
        <p:xfrm>
          <a:off x="7308850" y="4391025"/>
          <a:ext cx="3429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4" name="Формула" r:id="rId13" imgW="152268" imgH="215713" progId="Equation.3">
                  <p:embed/>
                </p:oleObj>
              </mc:Choice>
              <mc:Fallback>
                <p:oleObj name="Формула" r:id="rId13" imgW="152268" imgH="215713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4391025"/>
                        <a:ext cx="342900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9" name="Object 37"/>
          <p:cNvGraphicFramePr>
            <a:graphicFrameLocks noChangeAspect="1"/>
          </p:cNvGraphicFramePr>
          <p:nvPr/>
        </p:nvGraphicFramePr>
        <p:xfrm>
          <a:off x="7740650" y="4391025"/>
          <a:ext cx="4318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5" name="Формула" r:id="rId14" imgW="241091" imgH="266469" progId="Equation.3">
                  <p:embed/>
                </p:oleObj>
              </mc:Choice>
              <mc:Fallback>
                <p:oleObj name="Формула" r:id="rId14" imgW="241091" imgH="266469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4391025"/>
                        <a:ext cx="431800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0" name="Object 38"/>
          <p:cNvGraphicFramePr>
            <a:graphicFrameLocks noChangeAspect="1"/>
          </p:cNvGraphicFramePr>
          <p:nvPr/>
        </p:nvGraphicFramePr>
        <p:xfrm>
          <a:off x="827088" y="4437063"/>
          <a:ext cx="14033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6" name="Формула" r:id="rId16" imgW="685800" imgH="241200" progId="Equation.3">
                  <p:embed/>
                </p:oleObj>
              </mc:Choice>
              <mc:Fallback>
                <p:oleObj name="Формула" r:id="rId16" imgW="685800" imgH="2412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437063"/>
                        <a:ext cx="1403350" cy="5381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1" name="Object 39"/>
          <p:cNvGraphicFramePr>
            <a:graphicFrameLocks noChangeAspect="1"/>
          </p:cNvGraphicFramePr>
          <p:nvPr/>
        </p:nvGraphicFramePr>
        <p:xfrm>
          <a:off x="693738" y="4435475"/>
          <a:ext cx="164623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7" name="Формула" r:id="rId18" imgW="927100" imgH="241300" progId="Equation.3">
                  <p:embed/>
                </p:oleObj>
              </mc:Choice>
              <mc:Fallback>
                <p:oleObj name="Формула" r:id="rId18" imgW="927100" imgH="2413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4435475"/>
                        <a:ext cx="1646237" cy="5381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2" name="Object 40"/>
          <p:cNvGraphicFramePr>
            <a:graphicFrameLocks noChangeAspect="1"/>
          </p:cNvGraphicFramePr>
          <p:nvPr/>
        </p:nvGraphicFramePr>
        <p:xfrm>
          <a:off x="684213" y="4437063"/>
          <a:ext cx="1689100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8" name="Формула" r:id="rId20" imgW="927100" imgH="241300" progId="Equation.3">
                  <p:embed/>
                </p:oleObj>
              </mc:Choice>
              <mc:Fallback>
                <p:oleObj name="Формула" r:id="rId20" imgW="927100" imgH="2413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437063"/>
                        <a:ext cx="1689100" cy="611187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3" name="Object 41"/>
          <p:cNvGraphicFramePr>
            <a:graphicFrameLocks noChangeAspect="1"/>
          </p:cNvGraphicFramePr>
          <p:nvPr/>
        </p:nvGraphicFramePr>
        <p:xfrm>
          <a:off x="6985000" y="4292600"/>
          <a:ext cx="1331913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9" name="Формула" r:id="rId22" imgW="685800" imgH="241200" progId="Equation.3">
                  <p:embed/>
                </p:oleObj>
              </mc:Choice>
              <mc:Fallback>
                <p:oleObj name="Формула" r:id="rId22" imgW="685800" imgH="2412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0" y="4292600"/>
                        <a:ext cx="1331913" cy="6048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67" name="Group 55"/>
          <p:cNvGrpSpPr>
            <a:grpSpLocks/>
          </p:cNvGrpSpPr>
          <p:nvPr/>
        </p:nvGrpSpPr>
        <p:grpSpPr bwMode="auto">
          <a:xfrm>
            <a:off x="5180013" y="4318000"/>
            <a:ext cx="3897312" cy="576263"/>
            <a:chOff x="2562" y="3702"/>
            <a:chExt cx="2455" cy="363"/>
          </a:xfrm>
        </p:grpSpPr>
        <p:graphicFrame>
          <p:nvGraphicFramePr>
            <p:cNvPr id="21533" name="Object 42"/>
            <p:cNvGraphicFramePr>
              <a:graphicFrameLocks noChangeAspect="1"/>
            </p:cNvGraphicFramePr>
            <p:nvPr/>
          </p:nvGraphicFramePr>
          <p:xfrm>
            <a:off x="4065" y="3702"/>
            <a:ext cx="95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0" name="Формула" r:id="rId23" imgW="685800" imgH="241200" progId="Equation.3">
                    <p:embed/>
                  </p:oleObj>
                </mc:Choice>
                <mc:Fallback>
                  <p:oleObj name="Формула" r:id="rId23" imgW="685800" imgH="2412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5" y="3702"/>
                          <a:ext cx="952" cy="363"/>
                        </a:xfrm>
                        <a:prstGeom prst="rect">
                          <a:avLst/>
                        </a:prstGeom>
                        <a:solidFill>
                          <a:srgbClr val="CC66FF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4" name="Object 43"/>
            <p:cNvGraphicFramePr>
              <a:graphicFrameLocks noChangeAspect="1"/>
            </p:cNvGraphicFramePr>
            <p:nvPr/>
          </p:nvGraphicFramePr>
          <p:xfrm>
            <a:off x="2562" y="3702"/>
            <a:ext cx="148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1" name="Формула" r:id="rId24" imgW="1066800" imgH="241300" progId="Equation.3">
                    <p:embed/>
                  </p:oleObj>
                </mc:Choice>
                <mc:Fallback>
                  <p:oleObj name="Формула" r:id="rId24" imgW="1066800" imgH="2413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3702"/>
                          <a:ext cx="1486" cy="363"/>
                        </a:xfrm>
                        <a:prstGeom prst="rect">
                          <a:avLst/>
                        </a:prstGeom>
                        <a:solidFill>
                          <a:srgbClr val="00B0AC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57" name="Object 45"/>
          <p:cNvGraphicFramePr>
            <a:graphicFrameLocks noChangeAspect="1"/>
          </p:cNvGraphicFramePr>
          <p:nvPr/>
        </p:nvGraphicFramePr>
        <p:xfrm>
          <a:off x="7524750" y="4365625"/>
          <a:ext cx="3730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2" name="Формула" r:id="rId26" imgW="203112" imgH="279279" progId="Equation.3">
                  <p:embed/>
                </p:oleObj>
              </mc:Choice>
              <mc:Fallback>
                <p:oleObj name="Формула" r:id="rId26" imgW="203112" imgH="279279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365625"/>
                        <a:ext cx="373063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0" name="Group 54"/>
          <p:cNvGrpSpPr>
            <a:grpSpLocks/>
          </p:cNvGrpSpPr>
          <p:nvPr/>
        </p:nvGrpSpPr>
        <p:grpSpPr bwMode="auto">
          <a:xfrm>
            <a:off x="323850" y="941388"/>
            <a:ext cx="8424863" cy="2220912"/>
            <a:chOff x="204" y="593"/>
            <a:chExt cx="5307" cy="1399"/>
          </a:xfrm>
        </p:grpSpPr>
        <p:graphicFrame>
          <p:nvGraphicFramePr>
            <p:cNvPr id="21522" name="Object 14"/>
            <p:cNvGraphicFramePr>
              <a:graphicFrameLocks noChangeAspect="1"/>
            </p:cNvGraphicFramePr>
            <p:nvPr/>
          </p:nvGraphicFramePr>
          <p:xfrm>
            <a:off x="340" y="774"/>
            <a:ext cx="214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3" name="Формула" r:id="rId28" imgW="152268" imgH="215713" progId="Equation.3">
                    <p:embed/>
                  </p:oleObj>
                </mc:Choice>
                <mc:Fallback>
                  <p:oleObj name="Формула" r:id="rId28" imgW="152268" imgH="215713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774"/>
                          <a:ext cx="214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3" name="Rectangle 15"/>
            <p:cNvSpPr>
              <a:spLocks noChangeArrowheads="1"/>
            </p:cNvSpPr>
            <p:nvPr/>
          </p:nvSpPr>
          <p:spPr bwMode="auto">
            <a:xfrm>
              <a:off x="567" y="618"/>
              <a:ext cx="28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</a:t>
              </a:r>
              <a:endParaRPr lang="ru-RU"/>
            </a:p>
          </p:txBody>
        </p:sp>
        <p:sp>
          <p:nvSpPr>
            <p:cNvPr id="21524" name="Rectangle 16"/>
            <p:cNvSpPr>
              <a:spLocks noChangeArrowheads="1"/>
            </p:cNvSpPr>
            <p:nvPr/>
          </p:nvSpPr>
          <p:spPr bwMode="auto">
            <a:xfrm>
              <a:off x="204" y="633"/>
              <a:ext cx="5307" cy="1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1525" name="Rectangle 17"/>
            <p:cNvSpPr>
              <a:spLocks noChangeArrowheads="1"/>
            </p:cNvSpPr>
            <p:nvPr/>
          </p:nvSpPr>
          <p:spPr bwMode="auto">
            <a:xfrm>
              <a:off x="567" y="890"/>
              <a:ext cx="27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В фойдаланувчининг тасодифий сони</a:t>
              </a:r>
              <a:endParaRPr lang="ru-RU"/>
            </a:p>
          </p:txBody>
        </p:sp>
        <p:graphicFrame>
          <p:nvGraphicFramePr>
            <p:cNvPr id="21526" name="Object 18"/>
            <p:cNvGraphicFramePr>
              <a:graphicFrameLocks noChangeAspect="1"/>
            </p:cNvGraphicFramePr>
            <p:nvPr/>
          </p:nvGraphicFramePr>
          <p:xfrm>
            <a:off x="309" y="593"/>
            <a:ext cx="243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4" name="Формула" r:id="rId30" imgW="152268" imgH="164957" progId="Equation.3">
                    <p:embed/>
                  </p:oleObj>
                </mc:Choice>
                <mc:Fallback>
                  <p:oleObj name="Формула" r:id="rId30" imgW="152268" imgH="164957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" y="593"/>
                          <a:ext cx="243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7" name="Object 19"/>
            <p:cNvGraphicFramePr>
              <a:graphicFrameLocks noChangeAspect="1"/>
            </p:cNvGraphicFramePr>
            <p:nvPr/>
          </p:nvGraphicFramePr>
          <p:xfrm>
            <a:off x="305" y="1151"/>
            <a:ext cx="362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5" name="Формула" r:id="rId31" imgW="279279" imgH="215806" progId="Equation.3">
                    <p:embed/>
                  </p:oleObj>
                </mc:Choice>
                <mc:Fallback>
                  <p:oleObj name="Формула" r:id="rId31" imgW="279279" imgH="215806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" y="1151"/>
                          <a:ext cx="362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8" name="Rectangle 20"/>
            <p:cNvSpPr>
              <a:spLocks noChangeArrowheads="1"/>
            </p:cNvSpPr>
            <p:nvPr/>
          </p:nvSpPr>
          <p:spPr bwMode="auto">
            <a:xfrm>
              <a:off x="603" y="1162"/>
              <a:ext cx="49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умумий калит</a:t>
              </a:r>
            </a:p>
          </p:txBody>
        </p:sp>
        <p:graphicFrame>
          <p:nvGraphicFramePr>
            <p:cNvPr id="21529" name="Object 25"/>
            <p:cNvGraphicFramePr>
              <a:graphicFrameLocks noChangeAspect="1"/>
            </p:cNvGraphicFramePr>
            <p:nvPr/>
          </p:nvGraphicFramePr>
          <p:xfrm>
            <a:off x="353" y="1726"/>
            <a:ext cx="16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6" name="Формула" r:id="rId33" imgW="126725" imgH="177415" progId="Equation.3">
                    <p:embed/>
                  </p:oleObj>
                </mc:Choice>
                <mc:Fallback>
                  <p:oleObj name="Формула" r:id="rId33" imgW="126725" imgH="17741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" y="1726"/>
                          <a:ext cx="16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0" name="Rectangle 26"/>
            <p:cNvSpPr>
              <a:spLocks noChangeArrowheads="1"/>
            </p:cNvSpPr>
            <p:nvPr/>
          </p:nvSpPr>
          <p:spPr bwMode="auto">
            <a:xfrm>
              <a:off x="522" y="1736"/>
              <a:ext cx="18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хеш функцияси</a:t>
              </a:r>
            </a:p>
          </p:txBody>
        </p:sp>
        <p:graphicFrame>
          <p:nvGraphicFramePr>
            <p:cNvPr id="21531" name="Object 49"/>
            <p:cNvGraphicFramePr>
              <a:graphicFrameLocks noChangeAspect="1"/>
            </p:cNvGraphicFramePr>
            <p:nvPr/>
          </p:nvGraphicFramePr>
          <p:xfrm>
            <a:off x="346" y="1434"/>
            <a:ext cx="22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7" name="Формула" r:id="rId35" imgW="203112" imgH="279279" progId="Equation.3">
                    <p:embed/>
                  </p:oleObj>
                </mc:Choice>
                <mc:Fallback>
                  <p:oleObj name="Формула" r:id="rId35" imgW="203112" imgH="279279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" y="1434"/>
                          <a:ext cx="22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2" name="Rectangle 50"/>
            <p:cNvSpPr>
              <a:spLocks noChangeArrowheads="1"/>
            </p:cNvSpPr>
            <p:nvPr/>
          </p:nvSpPr>
          <p:spPr bwMode="auto">
            <a:xfrm>
              <a:off x="521" y="1469"/>
              <a:ext cx="3856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- </a:t>
              </a:r>
              <a:r>
                <a:rPr lang="uz-Cyrl-UZ"/>
                <a:t>генерация қилинган ва узатилиши керак бўлган  калит</a:t>
              </a:r>
              <a:endParaRPr lang="ru-RU"/>
            </a:p>
          </p:txBody>
        </p:sp>
      </p:grpSp>
      <p:sp>
        <p:nvSpPr>
          <p:cNvPr id="21521" name="AutoShape 53">
            <a:hlinkClick r:id="rId3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431800" cy="360363"/>
          </a:xfrm>
          <a:prstGeom prst="actionButtonForwardNex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7.51445E-7 L -0.69844 -0.00023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13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93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87283E-6 L 0.67726 -3.87283E-6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3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3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3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1116013" y="115888"/>
            <a:ext cx="7127875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Тасодифий сондан фойдаланиб калитни  генерация </a:t>
            </a:r>
          </a:p>
          <a:p>
            <a:pPr algn="ctr"/>
            <a:r>
              <a:rPr lang="uz-Cyrl-UZ" sz="2000" b="1"/>
              <a:t>қилиш ва ўзаро алмашиш протоколи</a:t>
            </a:r>
            <a:endParaRPr lang="ru-RU" sz="2000" b="1"/>
          </a:p>
        </p:txBody>
      </p:sp>
      <p:grpSp>
        <p:nvGrpSpPr>
          <p:cNvPr id="22531" name="Group 5"/>
          <p:cNvGrpSpPr>
            <a:grpSpLocks/>
          </p:cNvGrpSpPr>
          <p:nvPr/>
        </p:nvGrpSpPr>
        <p:grpSpPr bwMode="auto">
          <a:xfrm>
            <a:off x="-12700" y="3719513"/>
            <a:ext cx="9144000" cy="2662237"/>
            <a:chOff x="0" y="2524"/>
            <a:chExt cx="5760" cy="1677"/>
          </a:xfrm>
        </p:grpSpPr>
        <p:pic>
          <p:nvPicPr>
            <p:cNvPr id="22578" name="Picture 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79" name="Picture 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80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2581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2582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22583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22584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22532" name="Group 68"/>
          <p:cNvGrpSpPr>
            <a:grpSpLocks/>
          </p:cNvGrpSpPr>
          <p:nvPr/>
        </p:nvGrpSpPr>
        <p:grpSpPr bwMode="auto">
          <a:xfrm>
            <a:off x="323850" y="908050"/>
            <a:ext cx="8424863" cy="2449513"/>
            <a:chOff x="204" y="572"/>
            <a:chExt cx="5307" cy="1543"/>
          </a:xfrm>
        </p:grpSpPr>
        <p:graphicFrame>
          <p:nvGraphicFramePr>
            <p:cNvPr id="22565" name="Object 14"/>
            <p:cNvGraphicFramePr>
              <a:graphicFrameLocks noChangeAspect="1"/>
            </p:cNvGraphicFramePr>
            <p:nvPr/>
          </p:nvGraphicFramePr>
          <p:xfrm>
            <a:off x="304" y="720"/>
            <a:ext cx="399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9" name="Формула" r:id="rId5" imgW="330057" imgH="215806" progId="Equation.3">
                    <p:embed/>
                  </p:oleObj>
                </mc:Choice>
                <mc:Fallback>
                  <p:oleObj name="Формула" r:id="rId5" imgW="330057" imgH="21580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" y="720"/>
                          <a:ext cx="399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6" name="Rectangle 15"/>
            <p:cNvSpPr>
              <a:spLocks noChangeArrowheads="1"/>
            </p:cNvSpPr>
            <p:nvPr/>
          </p:nvSpPr>
          <p:spPr bwMode="auto">
            <a:xfrm>
              <a:off x="657" y="572"/>
              <a:ext cx="43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фойдаланувчиларнинг идентификаторлари</a:t>
              </a:r>
              <a:endParaRPr lang="ru-RU"/>
            </a:p>
          </p:txBody>
        </p:sp>
        <p:sp>
          <p:nvSpPr>
            <p:cNvPr id="22567" name="Rectangle 16"/>
            <p:cNvSpPr>
              <a:spLocks noChangeArrowheads="1"/>
            </p:cNvSpPr>
            <p:nvPr/>
          </p:nvSpPr>
          <p:spPr bwMode="auto">
            <a:xfrm>
              <a:off x="204" y="618"/>
              <a:ext cx="5307" cy="14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2568" name="Rectangle 17"/>
            <p:cNvSpPr>
              <a:spLocks noChangeArrowheads="1"/>
            </p:cNvSpPr>
            <p:nvPr/>
          </p:nvSpPr>
          <p:spPr bwMode="auto">
            <a:xfrm>
              <a:off x="703" y="795"/>
              <a:ext cx="43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мос ҳолда А ва В фойдаланувчиларнинг тасодифий сонлари</a:t>
              </a:r>
              <a:endParaRPr lang="ru-RU"/>
            </a:p>
          </p:txBody>
        </p:sp>
        <p:graphicFrame>
          <p:nvGraphicFramePr>
            <p:cNvPr id="22569" name="Object 18"/>
            <p:cNvGraphicFramePr>
              <a:graphicFrameLocks noChangeAspect="1"/>
            </p:cNvGraphicFramePr>
            <p:nvPr/>
          </p:nvGraphicFramePr>
          <p:xfrm>
            <a:off x="249" y="572"/>
            <a:ext cx="405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0" name="Формула" r:id="rId7" imgW="304536" imgH="203024" progId="Equation.3">
                    <p:embed/>
                  </p:oleObj>
                </mc:Choice>
                <mc:Fallback>
                  <p:oleObj name="Формула" r:id="rId7" imgW="304536" imgH="203024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572"/>
                          <a:ext cx="405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0" name="Object 19"/>
            <p:cNvGraphicFramePr>
              <a:graphicFrameLocks noChangeAspect="1"/>
            </p:cNvGraphicFramePr>
            <p:nvPr/>
          </p:nvGraphicFramePr>
          <p:xfrm>
            <a:off x="286" y="1253"/>
            <a:ext cx="371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1" name="Формула" r:id="rId9" imgW="279279" imgH="215806" progId="Equation.3">
                    <p:embed/>
                  </p:oleObj>
                </mc:Choice>
                <mc:Fallback>
                  <p:oleObj name="Формула" r:id="rId9" imgW="279279" imgH="215806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" y="1253"/>
                          <a:ext cx="371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71" name="Rectangle 20"/>
            <p:cNvSpPr>
              <a:spLocks noChangeArrowheads="1"/>
            </p:cNvSpPr>
            <p:nvPr/>
          </p:nvSpPr>
          <p:spPr bwMode="auto">
            <a:xfrm>
              <a:off x="648" y="1298"/>
              <a:ext cx="4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умумий калит</a:t>
              </a:r>
            </a:p>
          </p:txBody>
        </p:sp>
        <p:graphicFrame>
          <p:nvGraphicFramePr>
            <p:cNvPr id="22572" name="Object 21"/>
            <p:cNvGraphicFramePr>
              <a:graphicFrameLocks noChangeAspect="1"/>
            </p:cNvGraphicFramePr>
            <p:nvPr/>
          </p:nvGraphicFramePr>
          <p:xfrm>
            <a:off x="293" y="1550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2" name="Формула" r:id="rId11" imgW="152268" imgH="164957" progId="Equation.3">
                    <p:embed/>
                  </p:oleObj>
                </mc:Choice>
                <mc:Fallback>
                  <p:oleObj name="Формула" r:id="rId11" imgW="152268" imgH="16495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1550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73" name="Rectangle 22"/>
            <p:cNvSpPr>
              <a:spLocks noChangeArrowheads="1"/>
            </p:cNvSpPr>
            <p:nvPr/>
          </p:nvSpPr>
          <p:spPr bwMode="auto">
            <a:xfrm>
              <a:off x="512" y="1550"/>
              <a:ext cx="17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22574" name="Object 23"/>
            <p:cNvGraphicFramePr>
              <a:graphicFrameLocks noChangeAspect="1"/>
            </p:cNvGraphicFramePr>
            <p:nvPr/>
          </p:nvGraphicFramePr>
          <p:xfrm>
            <a:off x="300" y="1786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3" name="Формула" r:id="rId13" imgW="164885" imgH="164885" progId="Equation.3">
                    <p:embed/>
                  </p:oleObj>
                </mc:Choice>
                <mc:Fallback>
                  <p:oleObj name="Формула" r:id="rId13" imgW="164885" imgH="16488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" y="1786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75" name="Rectangle 24"/>
            <p:cNvSpPr>
              <a:spLocks noChangeArrowheads="1"/>
            </p:cNvSpPr>
            <p:nvPr/>
          </p:nvSpPr>
          <p:spPr bwMode="auto">
            <a:xfrm>
              <a:off x="535" y="1807"/>
              <a:ext cx="2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  <p:graphicFrame>
          <p:nvGraphicFramePr>
            <p:cNvPr id="22576" name="Object 25"/>
            <p:cNvGraphicFramePr>
              <a:graphicFrameLocks noChangeAspect="1"/>
            </p:cNvGraphicFramePr>
            <p:nvPr/>
          </p:nvGraphicFramePr>
          <p:xfrm>
            <a:off x="298" y="1026"/>
            <a:ext cx="495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4" name="Формула" r:id="rId15" imgW="393359" imgH="215713" progId="Equation.3">
                    <p:embed/>
                  </p:oleObj>
                </mc:Choice>
                <mc:Fallback>
                  <p:oleObj name="Формула" r:id="rId15" imgW="393359" imgH="215713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" y="1026"/>
                          <a:ext cx="495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77" name="Rectangle 26"/>
            <p:cNvSpPr>
              <a:spLocks noChangeArrowheads="1"/>
            </p:cNvSpPr>
            <p:nvPr/>
          </p:nvSpPr>
          <p:spPr bwMode="auto">
            <a:xfrm>
              <a:off x="748" y="1061"/>
              <a:ext cx="35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</a:t>
              </a:r>
              <a:r>
                <a:rPr lang="en-US"/>
                <a:t>A </a:t>
              </a:r>
              <a:r>
                <a:rPr lang="uz-Cyrl-UZ"/>
                <a:t>ва В фойдаланувчиларнинг тасодифий сонлари</a:t>
              </a:r>
            </a:p>
          </p:txBody>
        </p:sp>
      </p:grpSp>
      <p:graphicFrame>
        <p:nvGraphicFramePr>
          <p:cNvPr id="14364" name="Object 28"/>
          <p:cNvGraphicFramePr>
            <a:graphicFrameLocks noChangeAspect="1"/>
          </p:cNvGraphicFramePr>
          <p:nvPr/>
        </p:nvGraphicFramePr>
        <p:xfrm>
          <a:off x="468313" y="4365625"/>
          <a:ext cx="17208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5" name="Формула" r:id="rId17" imgW="1104900" imgH="241300" progId="Equation.3">
                  <p:embed/>
                </p:oleObj>
              </mc:Choice>
              <mc:Fallback>
                <p:oleObj name="Формула" r:id="rId17" imgW="1104900" imgH="2413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365625"/>
                        <a:ext cx="1720850" cy="534988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5" name="Object 29"/>
          <p:cNvGraphicFramePr>
            <a:graphicFrameLocks noChangeAspect="1"/>
          </p:cNvGraphicFramePr>
          <p:nvPr/>
        </p:nvGraphicFramePr>
        <p:xfrm>
          <a:off x="539750" y="4392613"/>
          <a:ext cx="3905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6" name="Формула" r:id="rId19" imgW="177569" imgH="215619" progId="Equation.3">
                  <p:embed/>
                </p:oleObj>
              </mc:Choice>
              <mc:Fallback>
                <p:oleObj name="Формула" r:id="rId19" imgW="177569" imgH="215619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392613"/>
                        <a:ext cx="390525" cy="4762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" name="Object 30"/>
          <p:cNvGraphicFramePr>
            <a:graphicFrameLocks noChangeAspect="1"/>
          </p:cNvGraphicFramePr>
          <p:nvPr/>
        </p:nvGraphicFramePr>
        <p:xfrm>
          <a:off x="1016000" y="4383088"/>
          <a:ext cx="3397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7" name="Формула" r:id="rId21" imgW="152268" imgH="215713" progId="Equation.3">
                  <p:embed/>
                </p:oleObj>
              </mc:Choice>
              <mc:Fallback>
                <p:oleObj name="Формула" r:id="rId21" imgW="152268" imgH="21571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4383088"/>
                        <a:ext cx="339725" cy="4857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Object 31"/>
          <p:cNvGraphicFramePr>
            <a:graphicFrameLocks noChangeAspect="1"/>
          </p:cNvGraphicFramePr>
          <p:nvPr/>
        </p:nvGraphicFramePr>
        <p:xfrm>
          <a:off x="1884363" y="4360863"/>
          <a:ext cx="368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8" name="Формула" r:id="rId23" imgW="152268" imgH="164957" progId="Equation.3">
                  <p:embed/>
                </p:oleObj>
              </mc:Choice>
              <mc:Fallback>
                <p:oleObj name="Формула" r:id="rId23" imgW="152268" imgH="164957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363" y="4360863"/>
                        <a:ext cx="368300" cy="5080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9" name="Object 33"/>
          <p:cNvGraphicFramePr>
            <a:graphicFrameLocks noChangeAspect="1"/>
          </p:cNvGraphicFramePr>
          <p:nvPr/>
        </p:nvGraphicFramePr>
        <p:xfrm>
          <a:off x="7524750" y="4505325"/>
          <a:ext cx="3873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9" name="Формула" r:id="rId25" imgW="215713" imgH="241091" progId="Equation.3">
                  <p:embed/>
                </p:oleObj>
              </mc:Choice>
              <mc:Fallback>
                <p:oleObj name="Формула" r:id="rId25" imgW="215713" imgH="241091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505325"/>
                        <a:ext cx="387350" cy="4365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0" name="Object 34"/>
          <p:cNvGraphicFramePr>
            <a:graphicFrameLocks noChangeAspect="1"/>
          </p:cNvGraphicFramePr>
          <p:nvPr/>
        </p:nvGraphicFramePr>
        <p:xfrm>
          <a:off x="7524750" y="4505325"/>
          <a:ext cx="3873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0" name="Формула" r:id="rId27" imgW="215713" imgH="241091" progId="Equation.3">
                  <p:embed/>
                </p:oleObj>
              </mc:Choice>
              <mc:Fallback>
                <p:oleObj name="Формула" r:id="rId27" imgW="215713" imgH="241091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505325"/>
                        <a:ext cx="387350" cy="436563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4" name="Object 38"/>
          <p:cNvGraphicFramePr>
            <a:graphicFrameLocks noChangeAspect="1"/>
          </p:cNvGraphicFramePr>
          <p:nvPr/>
        </p:nvGraphicFramePr>
        <p:xfrm>
          <a:off x="1458913" y="4383088"/>
          <a:ext cx="3397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1" name="Формула" r:id="rId28" imgW="152268" imgH="215713" progId="Equation.3">
                  <p:embed/>
                </p:oleObj>
              </mc:Choice>
              <mc:Fallback>
                <p:oleObj name="Формула" r:id="rId28" imgW="152268" imgH="215713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4383088"/>
                        <a:ext cx="339725" cy="4857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6" name="Object 40"/>
          <p:cNvGraphicFramePr>
            <a:graphicFrameLocks noChangeAspect="1"/>
          </p:cNvGraphicFramePr>
          <p:nvPr/>
        </p:nvGraphicFramePr>
        <p:xfrm>
          <a:off x="6588125" y="4427538"/>
          <a:ext cx="2305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2" name="Формула" r:id="rId30" imgW="1497950" imgH="241195" progId="Equation.3">
                  <p:embed/>
                </p:oleObj>
              </mc:Choice>
              <mc:Fallback>
                <p:oleObj name="Формула" r:id="rId30" imgW="1497950" imgH="241195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4427538"/>
                        <a:ext cx="2305050" cy="5143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7" name="Object 41"/>
          <p:cNvGraphicFramePr>
            <a:graphicFrameLocks noChangeAspect="1"/>
          </p:cNvGraphicFramePr>
          <p:nvPr/>
        </p:nvGraphicFramePr>
        <p:xfrm>
          <a:off x="6737350" y="4465638"/>
          <a:ext cx="3730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3" name="Формула" r:id="rId32" imgW="177569" imgH="215619" progId="Equation.3">
                  <p:embed/>
                </p:oleObj>
              </mc:Choice>
              <mc:Fallback>
                <p:oleObj name="Формула" r:id="rId32" imgW="177569" imgH="215619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350" y="4465638"/>
                        <a:ext cx="373063" cy="4476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8" name="Object 42"/>
          <p:cNvGraphicFramePr>
            <a:graphicFrameLocks noChangeAspect="1"/>
          </p:cNvGraphicFramePr>
          <p:nvPr/>
        </p:nvGraphicFramePr>
        <p:xfrm>
          <a:off x="7183438" y="4437063"/>
          <a:ext cx="3413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4" name="Формула" r:id="rId33" imgW="152268" imgH="215713" progId="Equation.3">
                  <p:embed/>
                </p:oleObj>
              </mc:Choice>
              <mc:Fallback>
                <p:oleObj name="Формула" r:id="rId33" imgW="152268" imgH="215713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3438" y="4437063"/>
                        <a:ext cx="341312" cy="4762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9" name="Object 43"/>
          <p:cNvGraphicFramePr>
            <a:graphicFrameLocks noChangeAspect="1"/>
          </p:cNvGraphicFramePr>
          <p:nvPr/>
        </p:nvGraphicFramePr>
        <p:xfrm>
          <a:off x="7599363" y="4437063"/>
          <a:ext cx="3413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" name="Формула" r:id="rId35" imgW="152268" imgH="215713" progId="Equation.3">
                  <p:embed/>
                </p:oleObj>
              </mc:Choice>
              <mc:Fallback>
                <p:oleObj name="Формула" r:id="rId35" imgW="152268" imgH="215713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9363" y="4437063"/>
                        <a:ext cx="341312" cy="4762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0" name="Object 44"/>
          <p:cNvGraphicFramePr>
            <a:graphicFrameLocks noChangeAspect="1"/>
          </p:cNvGraphicFramePr>
          <p:nvPr/>
        </p:nvGraphicFramePr>
        <p:xfrm>
          <a:off x="8015288" y="4437063"/>
          <a:ext cx="4445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" name="Формула" r:id="rId37" imgW="241091" imgH="266469" progId="Equation.3">
                  <p:embed/>
                </p:oleObj>
              </mc:Choice>
              <mc:Fallback>
                <p:oleObj name="Формула" r:id="rId37" imgW="241091" imgH="266469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5288" y="4437063"/>
                        <a:ext cx="444500" cy="4810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1" name="Object 45"/>
          <p:cNvGraphicFramePr>
            <a:graphicFrameLocks noChangeAspect="1"/>
          </p:cNvGraphicFramePr>
          <p:nvPr/>
        </p:nvGraphicFramePr>
        <p:xfrm>
          <a:off x="6869113" y="4387850"/>
          <a:ext cx="18065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7" name="Формула" r:id="rId39" imgW="1104900" imgH="241300" progId="Equation.3">
                  <p:embed/>
                </p:oleObj>
              </mc:Choice>
              <mc:Fallback>
                <p:oleObj name="Формула" r:id="rId39" imgW="1104900" imgH="2413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9113" y="4387850"/>
                        <a:ext cx="1806575" cy="554038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2" name="Object 46"/>
          <p:cNvGraphicFramePr>
            <a:graphicFrameLocks noChangeAspect="1"/>
          </p:cNvGraphicFramePr>
          <p:nvPr/>
        </p:nvGraphicFramePr>
        <p:xfrm>
          <a:off x="6742113" y="4448175"/>
          <a:ext cx="3651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8" name="Формула" r:id="rId41" imgW="177569" imgH="215619" progId="Equation.3">
                  <p:embed/>
                </p:oleObj>
              </mc:Choice>
              <mc:Fallback>
                <p:oleObj name="Формула" r:id="rId41" imgW="177569" imgH="215619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2113" y="4448175"/>
                        <a:ext cx="365125" cy="4365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3" name="Object 47"/>
          <p:cNvGraphicFramePr>
            <a:graphicFrameLocks noChangeAspect="1"/>
          </p:cNvGraphicFramePr>
          <p:nvPr/>
        </p:nvGraphicFramePr>
        <p:xfrm>
          <a:off x="7643813" y="4441825"/>
          <a:ext cx="3492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" name="Формула" r:id="rId43" imgW="152268" imgH="215713" progId="Equation.3">
                  <p:embed/>
                </p:oleObj>
              </mc:Choice>
              <mc:Fallback>
                <p:oleObj name="Формула" r:id="rId43" imgW="152268" imgH="215713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4441825"/>
                        <a:ext cx="349250" cy="4508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4" name="Object 48"/>
          <p:cNvGraphicFramePr>
            <a:graphicFrameLocks noChangeAspect="1"/>
          </p:cNvGraphicFramePr>
          <p:nvPr/>
        </p:nvGraphicFramePr>
        <p:xfrm>
          <a:off x="7199313" y="4441825"/>
          <a:ext cx="3651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0" name="Формула" r:id="rId45" imgW="152268" imgH="215713" progId="Equation.3">
                  <p:embed/>
                </p:oleObj>
              </mc:Choice>
              <mc:Fallback>
                <p:oleObj name="Формула" r:id="rId45" imgW="152268" imgH="215713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9313" y="4441825"/>
                        <a:ext cx="365125" cy="4508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5" name="Object 49"/>
          <p:cNvGraphicFramePr>
            <a:graphicFrameLocks noChangeAspect="1"/>
          </p:cNvGraphicFramePr>
          <p:nvPr/>
        </p:nvGraphicFramePr>
        <p:xfrm>
          <a:off x="8080375" y="4437063"/>
          <a:ext cx="3794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" name="Формула" r:id="rId46" imgW="241091" imgH="266469" progId="Equation.3">
                  <p:embed/>
                </p:oleObj>
              </mc:Choice>
              <mc:Fallback>
                <p:oleObj name="Формула" r:id="rId46" imgW="241091" imgH="266469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75" y="4437063"/>
                        <a:ext cx="379413" cy="4826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6" name="Object 50"/>
          <p:cNvGraphicFramePr>
            <a:graphicFrameLocks noChangeAspect="1"/>
          </p:cNvGraphicFramePr>
          <p:nvPr/>
        </p:nvGraphicFramePr>
        <p:xfrm>
          <a:off x="539750" y="4365625"/>
          <a:ext cx="4270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" name="Формула" r:id="rId48" imgW="177569" imgH="215619" progId="Equation.3">
                  <p:embed/>
                </p:oleObj>
              </mc:Choice>
              <mc:Fallback>
                <p:oleObj name="Формула" r:id="rId48" imgW="177569" imgH="215619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365625"/>
                        <a:ext cx="427038" cy="5842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7" name="Object 51"/>
          <p:cNvGraphicFramePr>
            <a:graphicFrameLocks noChangeAspect="1"/>
          </p:cNvGraphicFramePr>
          <p:nvPr/>
        </p:nvGraphicFramePr>
        <p:xfrm>
          <a:off x="1501775" y="4371975"/>
          <a:ext cx="3952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3" name="Формула" r:id="rId50" imgW="152268" imgH="215713" progId="Equation.3">
                  <p:embed/>
                </p:oleObj>
              </mc:Choice>
              <mc:Fallback>
                <p:oleObj name="Формула" r:id="rId50" imgW="152268" imgH="215713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4371975"/>
                        <a:ext cx="395288" cy="5492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8" name="Object 52"/>
          <p:cNvGraphicFramePr>
            <a:graphicFrameLocks noChangeAspect="1"/>
          </p:cNvGraphicFramePr>
          <p:nvPr/>
        </p:nvGraphicFramePr>
        <p:xfrm>
          <a:off x="1033463" y="4371975"/>
          <a:ext cx="3952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4" name="Формула" r:id="rId51" imgW="152268" imgH="215713" progId="Equation.3">
                  <p:embed/>
                </p:oleObj>
              </mc:Choice>
              <mc:Fallback>
                <p:oleObj name="Формула" r:id="rId51" imgW="152268" imgH="215713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463" y="4371975"/>
                        <a:ext cx="395287" cy="5492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9" name="Object 53"/>
          <p:cNvGraphicFramePr>
            <a:graphicFrameLocks noChangeAspect="1"/>
          </p:cNvGraphicFramePr>
          <p:nvPr/>
        </p:nvGraphicFramePr>
        <p:xfrm>
          <a:off x="1965325" y="4365625"/>
          <a:ext cx="4000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5" name="Формула" r:id="rId52" imgW="241091" imgH="266469" progId="Equation.3">
                  <p:embed/>
                </p:oleObj>
              </mc:Choice>
              <mc:Fallback>
                <p:oleObj name="Формула" r:id="rId52" imgW="241091" imgH="266469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4365625"/>
                        <a:ext cx="400050" cy="5556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94" name="Object 58"/>
          <p:cNvGraphicFramePr>
            <a:graphicFrameLocks noChangeAspect="1"/>
          </p:cNvGraphicFramePr>
          <p:nvPr/>
        </p:nvGraphicFramePr>
        <p:xfrm>
          <a:off x="3419475" y="5202238"/>
          <a:ext cx="18002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" name="Формула" r:id="rId53" imgW="901309" imgH="317362" progId="Equation.3">
                  <p:embed/>
                </p:oleObj>
              </mc:Choice>
              <mc:Fallback>
                <p:oleObj name="Формула" r:id="rId53" imgW="901309" imgH="317362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202238"/>
                        <a:ext cx="1800225" cy="625475"/>
                      </a:xfrm>
                      <a:prstGeom prst="rect">
                        <a:avLst/>
                      </a:prstGeom>
                      <a:solidFill>
                        <a:srgbClr val="33CC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97" name="Line 61"/>
          <p:cNvSpPr>
            <a:spLocks noChangeShapeType="1"/>
          </p:cNvSpPr>
          <p:nvPr/>
        </p:nvSpPr>
        <p:spPr bwMode="auto">
          <a:xfrm flipV="1">
            <a:off x="4343400" y="43656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graphicFrame>
        <p:nvGraphicFramePr>
          <p:cNvPr id="14398" name="Object 62"/>
          <p:cNvGraphicFramePr>
            <a:graphicFrameLocks noChangeAspect="1"/>
          </p:cNvGraphicFramePr>
          <p:nvPr/>
        </p:nvGraphicFramePr>
        <p:xfrm>
          <a:off x="4198938" y="3789363"/>
          <a:ext cx="3730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" name="Формула" r:id="rId55" imgW="203112" imgH="279279" progId="Equation.3">
                  <p:embed/>
                </p:oleObj>
              </mc:Choice>
              <mc:Fallback>
                <p:oleObj name="Формула" r:id="rId55" imgW="203112" imgH="279279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8" y="3789363"/>
                        <a:ext cx="373062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99" name="Line 63"/>
          <p:cNvSpPr>
            <a:spLocks noChangeShapeType="1"/>
          </p:cNvSpPr>
          <p:nvPr/>
        </p:nvSpPr>
        <p:spPr bwMode="auto">
          <a:xfrm flipV="1">
            <a:off x="2555875" y="5876925"/>
            <a:ext cx="93662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4400" name="Line 64"/>
          <p:cNvSpPr>
            <a:spLocks noChangeShapeType="1"/>
          </p:cNvSpPr>
          <p:nvPr/>
        </p:nvSpPr>
        <p:spPr bwMode="auto">
          <a:xfrm flipH="1" flipV="1">
            <a:off x="5076825" y="5876925"/>
            <a:ext cx="86360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graphicFrame>
        <p:nvGraphicFramePr>
          <p:cNvPr id="14401" name="Object 65"/>
          <p:cNvGraphicFramePr>
            <a:graphicFrameLocks noChangeAspect="1"/>
          </p:cNvGraphicFramePr>
          <p:nvPr/>
        </p:nvGraphicFramePr>
        <p:xfrm>
          <a:off x="5881688" y="6237288"/>
          <a:ext cx="4191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8" name="Формула" r:id="rId57" imgW="228501" imgH="253890" progId="Equation.3">
                  <p:embed/>
                </p:oleObj>
              </mc:Choice>
              <mc:Fallback>
                <p:oleObj name="Формула" r:id="rId57" imgW="228501" imgH="25389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688" y="6237288"/>
                        <a:ext cx="419100" cy="4587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02" name="Object 66"/>
          <p:cNvGraphicFramePr>
            <a:graphicFrameLocks noChangeAspect="1"/>
          </p:cNvGraphicFramePr>
          <p:nvPr/>
        </p:nvGraphicFramePr>
        <p:xfrm>
          <a:off x="2425700" y="6237288"/>
          <a:ext cx="4191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9" name="Формула" r:id="rId59" imgW="228501" imgH="253890" progId="Equation.3">
                  <p:embed/>
                </p:oleObj>
              </mc:Choice>
              <mc:Fallback>
                <p:oleObj name="Формула" r:id="rId59" imgW="228501" imgH="25389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6237288"/>
                        <a:ext cx="419100" cy="4587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05" name="Object 69"/>
          <p:cNvGraphicFramePr>
            <a:graphicFrameLocks noChangeAspect="1"/>
          </p:cNvGraphicFramePr>
          <p:nvPr/>
        </p:nvGraphicFramePr>
        <p:xfrm>
          <a:off x="323850" y="4387850"/>
          <a:ext cx="24828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0" name="Формула" r:id="rId61" imgW="1497950" imgH="241195" progId="Equation.3">
                  <p:embed/>
                </p:oleObj>
              </mc:Choice>
              <mc:Fallback>
                <p:oleObj name="Формула" r:id="rId61" imgW="1497950" imgH="241195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387850"/>
                        <a:ext cx="2482850" cy="5540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06" name="Object 70"/>
          <p:cNvGraphicFramePr>
            <a:graphicFrameLocks noChangeAspect="1"/>
          </p:cNvGraphicFramePr>
          <p:nvPr/>
        </p:nvGraphicFramePr>
        <p:xfrm>
          <a:off x="2425700" y="6237288"/>
          <a:ext cx="4191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" name="Формула" r:id="rId63" imgW="228501" imgH="253890" progId="Equation.3">
                  <p:embed/>
                </p:oleObj>
              </mc:Choice>
              <mc:Fallback>
                <p:oleObj name="Формула" r:id="rId63" imgW="228501" imgH="25389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6237288"/>
                        <a:ext cx="419100" cy="4587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07" name="Object 71"/>
          <p:cNvGraphicFramePr>
            <a:graphicFrameLocks noChangeAspect="1"/>
          </p:cNvGraphicFramePr>
          <p:nvPr/>
        </p:nvGraphicFramePr>
        <p:xfrm>
          <a:off x="5881688" y="6237288"/>
          <a:ext cx="4191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2" name="Формула" r:id="rId64" imgW="228501" imgH="253890" progId="Equation.3">
                  <p:embed/>
                </p:oleObj>
              </mc:Choice>
              <mc:Fallback>
                <p:oleObj name="Формула" r:id="rId64" imgW="228501" imgH="25389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688" y="6237288"/>
                        <a:ext cx="419100" cy="4587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4" name="AutoShape 72">
            <a:hlinkClick r:id="rId6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62428E-7 L -0.69844 -0.00023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143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93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3 -0.0074 L 0.66962 -0.01434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1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53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4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4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4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4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4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4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4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4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4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64162E-6 L -0.66944 0.0074 " pathEditMode="relative" rAng="0" ptsTypes="AA">
                                      <p:cBhvr>
                                        <p:cTn id="129" dur="1000" fill="hold"/>
                                        <p:tgtEl>
                                          <p:spTgt spid="143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472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4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4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4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14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14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14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10405E-6 L -0.14896 -0.13826 " pathEditMode="relative" rAng="0" ptsTypes="AA">
                                      <p:cBhvr>
                                        <p:cTn id="195" dur="500" fill="hold"/>
                                        <p:tgtEl>
                                          <p:spTgt spid="144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48" y="-6913"/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4.10405E-6 L 0.16597 -0.13826 " pathEditMode="relative" rAng="0" ptsTypes="AA">
                                      <p:cBhvr>
                                        <p:cTn id="197" dur="500" fill="hold"/>
                                        <p:tgtEl>
                                          <p:spTgt spid="144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99" y="-6913"/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97" grpId="0" animBg="1"/>
      <p:bldP spid="14399" grpId="0" animBg="1"/>
      <p:bldP spid="1440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ChangeArrowheads="1"/>
          </p:cNvSpPr>
          <p:nvPr/>
        </p:nvSpPr>
        <p:spPr bwMode="auto">
          <a:xfrm>
            <a:off x="1116013" y="44450"/>
            <a:ext cx="7127875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Умумий маҳфий маълумотсиз калитни генерация</a:t>
            </a:r>
          </a:p>
          <a:p>
            <a:pPr algn="ctr"/>
            <a:r>
              <a:rPr lang="uz-Cyrl-UZ" sz="2000" b="1"/>
              <a:t>қилиш ва ўзаро алмашиш протоколи.</a:t>
            </a:r>
          </a:p>
          <a:p>
            <a:pPr algn="ctr"/>
            <a:r>
              <a:rPr lang="uz-Cyrl-UZ" sz="2000" b="1"/>
              <a:t>(Шамир протоколи)</a:t>
            </a:r>
            <a:endParaRPr lang="ru-RU" sz="2000" b="1"/>
          </a:p>
        </p:txBody>
      </p:sp>
      <p:grpSp>
        <p:nvGrpSpPr>
          <p:cNvPr id="23555" name="Group 5"/>
          <p:cNvGrpSpPr>
            <a:grpSpLocks/>
          </p:cNvGrpSpPr>
          <p:nvPr/>
        </p:nvGrpSpPr>
        <p:grpSpPr bwMode="auto">
          <a:xfrm>
            <a:off x="-12700" y="3719513"/>
            <a:ext cx="9144000" cy="2662237"/>
            <a:chOff x="0" y="2524"/>
            <a:chExt cx="5760" cy="1677"/>
          </a:xfrm>
        </p:grpSpPr>
        <p:pic>
          <p:nvPicPr>
            <p:cNvPr id="23581" name="Picture 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2" name="Picture 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3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3584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3585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23586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23587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15388" name="Object 28"/>
          <p:cNvGraphicFramePr>
            <a:graphicFrameLocks noGrp="1" noChangeAspect="1"/>
          </p:cNvGraphicFramePr>
          <p:nvPr>
            <p:ph sz="half" idx="1"/>
          </p:nvPr>
        </p:nvGraphicFramePr>
        <p:xfrm>
          <a:off x="2051050" y="3024188"/>
          <a:ext cx="5095875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5" name="Формула" r:id="rId5" imgW="1663700" imgH="241300" progId="Equation.3">
                  <p:embed/>
                </p:oleObj>
              </mc:Choice>
              <mc:Fallback>
                <p:oleObj name="Формула" r:id="rId5" imgW="1663700" imgH="2413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024188"/>
                        <a:ext cx="5095875" cy="738187"/>
                      </a:xfrm>
                      <a:prstGeom prst="rect">
                        <a:avLst/>
                      </a:prstGeom>
                      <a:solidFill>
                        <a:srgbClr val="33CC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90" name="Object 30"/>
          <p:cNvGraphicFramePr>
            <a:graphicFrameLocks noChangeAspect="1"/>
          </p:cNvGraphicFramePr>
          <p:nvPr/>
        </p:nvGraphicFramePr>
        <p:xfrm>
          <a:off x="900113" y="4524375"/>
          <a:ext cx="10795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6" name="Формула" r:id="rId7" imgW="469696" imgH="241195" progId="Equation.3">
                  <p:embed/>
                </p:oleObj>
              </mc:Choice>
              <mc:Fallback>
                <p:oleObj name="Формула" r:id="rId7" imgW="469696" imgH="241195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24375"/>
                        <a:ext cx="1079500" cy="550863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95" name="Object 35"/>
          <p:cNvGraphicFramePr>
            <a:graphicFrameLocks noChangeAspect="1"/>
          </p:cNvGraphicFramePr>
          <p:nvPr/>
        </p:nvGraphicFramePr>
        <p:xfrm>
          <a:off x="1258888" y="4579938"/>
          <a:ext cx="3730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7" name="Формула" r:id="rId9" imgW="203112" imgH="279279" progId="Equation.3">
                  <p:embed/>
                </p:oleObj>
              </mc:Choice>
              <mc:Fallback>
                <p:oleObj name="Формула" r:id="rId9" imgW="203112" imgH="279279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579938"/>
                        <a:ext cx="373062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99" name="Object 39"/>
          <p:cNvGraphicFramePr>
            <a:graphicFrameLocks noChangeAspect="1"/>
          </p:cNvGraphicFramePr>
          <p:nvPr/>
        </p:nvGraphicFramePr>
        <p:xfrm>
          <a:off x="6858000" y="4432300"/>
          <a:ext cx="16748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8" name="Формула" r:id="rId11" imgW="812447" imgH="241195" progId="Equation.3">
                  <p:embed/>
                </p:oleObj>
              </mc:Choice>
              <mc:Fallback>
                <p:oleObj name="Формула" r:id="rId11" imgW="812447" imgH="241195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432300"/>
                        <a:ext cx="1674813" cy="58102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0" name="Object 40"/>
          <p:cNvGraphicFramePr>
            <a:graphicFrameLocks noChangeAspect="1"/>
          </p:cNvGraphicFramePr>
          <p:nvPr/>
        </p:nvGraphicFramePr>
        <p:xfrm>
          <a:off x="250825" y="4443413"/>
          <a:ext cx="309721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9" name="Формула" r:id="rId13" imgW="1168400" imgH="241300" progId="Equation.3">
                  <p:embed/>
                </p:oleObj>
              </mc:Choice>
              <mc:Fallback>
                <p:oleObj name="Формула" r:id="rId13" imgW="1168400" imgH="2413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443413"/>
                        <a:ext cx="3097213" cy="6413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1" name="Object 41"/>
          <p:cNvGraphicFramePr>
            <a:graphicFrameLocks noChangeAspect="1"/>
          </p:cNvGraphicFramePr>
          <p:nvPr/>
        </p:nvGraphicFramePr>
        <p:xfrm>
          <a:off x="250825" y="4457700"/>
          <a:ext cx="3097213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0" name="Формула" r:id="rId15" imgW="1168400" imgH="241300" progId="Equation.3">
                  <p:embed/>
                </p:oleObj>
              </mc:Choice>
              <mc:Fallback>
                <p:oleObj name="Формула" r:id="rId15" imgW="1168400" imgH="2413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457700"/>
                        <a:ext cx="3097213" cy="6270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2" name="Object 42"/>
          <p:cNvGraphicFramePr>
            <a:graphicFrameLocks noChangeAspect="1"/>
          </p:cNvGraphicFramePr>
          <p:nvPr/>
        </p:nvGraphicFramePr>
        <p:xfrm>
          <a:off x="900113" y="4468813"/>
          <a:ext cx="114141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1" name="Формула" r:id="rId17" imgW="469696" imgH="241195" progId="Equation.3">
                  <p:embed/>
                </p:oleObj>
              </mc:Choice>
              <mc:Fallback>
                <p:oleObj name="Формула" r:id="rId17" imgW="469696" imgH="241195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468813"/>
                        <a:ext cx="1141412" cy="5794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3" name="Object 43"/>
          <p:cNvGraphicFramePr>
            <a:graphicFrameLocks noChangeAspect="1"/>
          </p:cNvGraphicFramePr>
          <p:nvPr/>
        </p:nvGraphicFramePr>
        <p:xfrm>
          <a:off x="900113" y="4476750"/>
          <a:ext cx="1223962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2" name="Формула" r:id="rId19" imgW="469696" imgH="241195" progId="Equation.3">
                  <p:embed/>
                </p:oleObj>
              </mc:Choice>
              <mc:Fallback>
                <p:oleObj name="Формула" r:id="rId19" imgW="469696" imgH="241195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476750"/>
                        <a:ext cx="1223962" cy="620713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4" name="Object 44"/>
          <p:cNvGraphicFramePr>
            <a:graphicFrameLocks noChangeAspect="1"/>
          </p:cNvGraphicFramePr>
          <p:nvPr/>
        </p:nvGraphicFramePr>
        <p:xfrm>
          <a:off x="6588125" y="4437063"/>
          <a:ext cx="194468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3" name="Формула" r:id="rId20" imgW="825500" imgH="241300" progId="Equation.3">
                  <p:embed/>
                </p:oleObj>
              </mc:Choice>
              <mc:Fallback>
                <p:oleObj name="Формула" r:id="rId20" imgW="825500" imgH="2413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4437063"/>
                        <a:ext cx="1944688" cy="5603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5" name="Object 45"/>
          <p:cNvGraphicFramePr>
            <a:graphicFrameLocks noChangeAspect="1"/>
          </p:cNvGraphicFramePr>
          <p:nvPr/>
        </p:nvGraphicFramePr>
        <p:xfrm>
          <a:off x="7562850" y="4437063"/>
          <a:ext cx="3937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4" name="Формула" r:id="rId22" imgW="203112" imgH="279279" progId="Equation.3">
                  <p:embed/>
                </p:oleObj>
              </mc:Choice>
              <mc:Fallback>
                <p:oleObj name="Формула" r:id="rId22" imgW="203112" imgH="279279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850" y="4437063"/>
                        <a:ext cx="393700" cy="5762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6" name="Object 46"/>
          <p:cNvGraphicFramePr>
            <a:graphicFrameLocks noChangeAspect="1"/>
          </p:cNvGraphicFramePr>
          <p:nvPr/>
        </p:nvGraphicFramePr>
        <p:xfrm>
          <a:off x="2916238" y="3898900"/>
          <a:ext cx="34559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5" name="Формула" r:id="rId24" imgW="1193800" imgH="254000" progId="Equation.3">
                  <p:embed/>
                </p:oleObj>
              </mc:Choice>
              <mc:Fallback>
                <p:oleObj name="Формула" r:id="rId24" imgW="1193800" imgH="2540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898900"/>
                        <a:ext cx="3455987" cy="736600"/>
                      </a:xfrm>
                      <a:prstGeom prst="rect">
                        <a:avLst/>
                      </a:prstGeom>
                      <a:solidFill>
                        <a:srgbClr val="33CC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7" name="Group 61"/>
          <p:cNvGrpSpPr>
            <a:grpSpLocks/>
          </p:cNvGrpSpPr>
          <p:nvPr/>
        </p:nvGrpSpPr>
        <p:grpSpPr bwMode="auto">
          <a:xfrm>
            <a:off x="323850" y="1000125"/>
            <a:ext cx="8424863" cy="1781175"/>
            <a:chOff x="204" y="630"/>
            <a:chExt cx="5307" cy="1122"/>
          </a:xfrm>
        </p:grpSpPr>
        <p:sp>
          <p:nvSpPr>
            <p:cNvPr id="23572" name="Rectangle 16"/>
            <p:cNvSpPr>
              <a:spLocks noChangeArrowheads="1"/>
            </p:cNvSpPr>
            <p:nvPr/>
          </p:nvSpPr>
          <p:spPr bwMode="auto">
            <a:xfrm>
              <a:off x="204" y="799"/>
              <a:ext cx="5307" cy="9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23573" name="Object 21"/>
            <p:cNvGraphicFramePr>
              <a:graphicFrameLocks noChangeAspect="1"/>
            </p:cNvGraphicFramePr>
            <p:nvPr/>
          </p:nvGraphicFramePr>
          <p:xfrm>
            <a:off x="257" y="1227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6" name="Формула" r:id="rId26" imgW="152268" imgH="164957" progId="Equation.3">
                    <p:embed/>
                  </p:oleObj>
                </mc:Choice>
                <mc:Fallback>
                  <p:oleObj name="Формула" r:id="rId26" imgW="152268" imgH="16495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" y="1227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4" name="Rectangle 22"/>
            <p:cNvSpPr>
              <a:spLocks noChangeArrowheads="1"/>
            </p:cNvSpPr>
            <p:nvPr/>
          </p:nvSpPr>
          <p:spPr bwMode="auto">
            <a:xfrm>
              <a:off x="476" y="1227"/>
              <a:ext cx="18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23575" name="Object 23"/>
            <p:cNvGraphicFramePr>
              <a:graphicFrameLocks noChangeAspect="1"/>
            </p:cNvGraphicFramePr>
            <p:nvPr/>
          </p:nvGraphicFramePr>
          <p:xfrm>
            <a:off x="241" y="1475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7" name="Формула" r:id="rId28" imgW="164885" imgH="164885" progId="Equation.3">
                    <p:embed/>
                  </p:oleObj>
                </mc:Choice>
                <mc:Fallback>
                  <p:oleObj name="Формула" r:id="rId28" imgW="164885" imgH="16488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" y="1475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6" name="Rectangle 24"/>
            <p:cNvSpPr>
              <a:spLocks noChangeArrowheads="1"/>
            </p:cNvSpPr>
            <p:nvPr/>
          </p:nvSpPr>
          <p:spPr bwMode="auto">
            <a:xfrm>
              <a:off x="476" y="1496"/>
              <a:ext cx="208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  <p:graphicFrame>
          <p:nvGraphicFramePr>
            <p:cNvPr id="23577" name="Object 25"/>
            <p:cNvGraphicFramePr>
              <a:graphicFrameLocks noChangeAspect="1"/>
            </p:cNvGraphicFramePr>
            <p:nvPr/>
          </p:nvGraphicFramePr>
          <p:xfrm>
            <a:off x="249" y="890"/>
            <a:ext cx="544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8" name="Формула" r:id="rId30" imgW="393359" imgH="215713" progId="Equation.3">
                    <p:embed/>
                  </p:oleObj>
                </mc:Choice>
                <mc:Fallback>
                  <p:oleObj name="Формула" r:id="rId30" imgW="393359" imgH="215713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890"/>
                          <a:ext cx="544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8" name="Rectangle 26"/>
            <p:cNvSpPr>
              <a:spLocks noChangeArrowheads="1"/>
            </p:cNvSpPr>
            <p:nvPr/>
          </p:nvSpPr>
          <p:spPr bwMode="auto">
            <a:xfrm>
              <a:off x="793" y="935"/>
              <a:ext cx="367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мос ҳолда А ва В фойдаланувчиларнинг калитлари</a:t>
              </a:r>
            </a:p>
          </p:txBody>
        </p:sp>
        <p:graphicFrame>
          <p:nvGraphicFramePr>
            <p:cNvPr id="23579" name="Object 48"/>
            <p:cNvGraphicFramePr>
              <a:graphicFrameLocks noChangeAspect="1"/>
            </p:cNvGraphicFramePr>
            <p:nvPr/>
          </p:nvGraphicFramePr>
          <p:xfrm>
            <a:off x="295" y="630"/>
            <a:ext cx="214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9" name="Формула" r:id="rId32" imgW="203112" imgH="279279" progId="Equation.3">
                    <p:embed/>
                  </p:oleObj>
                </mc:Choice>
                <mc:Fallback>
                  <p:oleObj name="Формула" r:id="rId32" imgW="203112" imgH="279279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630"/>
                          <a:ext cx="214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0" name="Rectangle 49"/>
            <p:cNvSpPr>
              <a:spLocks noChangeArrowheads="1"/>
            </p:cNvSpPr>
            <p:nvPr/>
          </p:nvSpPr>
          <p:spPr bwMode="auto">
            <a:xfrm>
              <a:off x="476" y="663"/>
              <a:ext cx="3856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- </a:t>
              </a:r>
              <a:r>
                <a:rPr lang="uz-Cyrl-UZ"/>
                <a:t>генерация қилинган ва узатилиши керак бўлган  калит</a:t>
              </a:r>
              <a:endParaRPr lang="ru-RU"/>
            </a:p>
          </p:txBody>
        </p:sp>
      </p:grpSp>
      <p:sp>
        <p:nvSpPr>
          <p:cNvPr id="23568" name="AutoShape 57">
            <a:hlinkClick r:id="rId3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75688" y="6453188"/>
            <a:ext cx="431800" cy="360362"/>
          </a:xfrm>
          <a:prstGeom prst="actionButtonForwardNex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graphicFrame>
        <p:nvGraphicFramePr>
          <p:cNvPr id="15419" name="Object 59"/>
          <p:cNvGraphicFramePr>
            <a:graphicFrameLocks noGrp="1" noChangeAspect="1"/>
          </p:cNvGraphicFramePr>
          <p:nvPr>
            <p:ph sz="half" idx="2"/>
          </p:nvPr>
        </p:nvGraphicFramePr>
        <p:xfrm>
          <a:off x="142875" y="5954713"/>
          <a:ext cx="88931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0" name="Формула" r:id="rId34" imgW="3251200" imgH="254000" progId="Equation.3">
                  <p:embed/>
                </p:oleObj>
              </mc:Choice>
              <mc:Fallback>
                <p:oleObj name="Формула" r:id="rId34" imgW="3251200" imgH="2540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5954713"/>
                        <a:ext cx="8893175" cy="695325"/>
                      </a:xfrm>
                      <a:prstGeom prst="rect">
                        <a:avLst/>
                      </a:prstGeom>
                      <a:solidFill>
                        <a:srgbClr val="33CC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0" name="Object 60"/>
          <p:cNvGraphicFramePr>
            <a:graphicFrameLocks noChangeAspect="1"/>
          </p:cNvGraphicFramePr>
          <p:nvPr/>
        </p:nvGraphicFramePr>
        <p:xfrm>
          <a:off x="6858000" y="4437063"/>
          <a:ext cx="16748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1" name="Формула" r:id="rId36" imgW="812447" imgH="241195" progId="Equation.3">
                  <p:embed/>
                </p:oleObj>
              </mc:Choice>
              <mc:Fallback>
                <p:oleObj name="Формула" r:id="rId36" imgW="812447" imgH="241195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437063"/>
                        <a:ext cx="1674813" cy="5810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22" name="AutoShape 62">
            <a:hlinkClick r:id="rId3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25434E-6 L 0.69722 -0.0037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153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861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6763E-6 L -0.67726 1.6763E-6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153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8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09 3.3526E-6 L 0.65452 0.00231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7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5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5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5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6" name="Group 8"/>
          <p:cNvGrpSpPr>
            <a:grpSpLocks/>
          </p:cNvGrpSpPr>
          <p:nvPr/>
        </p:nvGrpSpPr>
        <p:grpSpPr bwMode="auto">
          <a:xfrm>
            <a:off x="-12700" y="3500438"/>
            <a:ext cx="9144000" cy="2662237"/>
            <a:chOff x="0" y="2524"/>
            <a:chExt cx="5760" cy="1677"/>
          </a:xfrm>
        </p:grpSpPr>
        <p:pic>
          <p:nvPicPr>
            <p:cNvPr id="24620" name="Picture 9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21" name="Picture 10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22" name="Line 11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4623" name="Line 12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4624" name="Rectangle 13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24625" name="Rectangle 14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24626" name="Line 15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17435" name="Group 27"/>
          <p:cNvGrpSpPr>
            <a:grpSpLocks/>
          </p:cNvGrpSpPr>
          <p:nvPr/>
        </p:nvGrpSpPr>
        <p:grpSpPr bwMode="auto">
          <a:xfrm>
            <a:off x="1908175" y="0"/>
            <a:ext cx="6191250" cy="5229225"/>
            <a:chOff x="1202" y="0"/>
            <a:chExt cx="3900" cy="3294"/>
          </a:xfrm>
        </p:grpSpPr>
        <p:sp>
          <p:nvSpPr>
            <p:cNvPr id="24614" name="Rectangle 22"/>
            <p:cNvSpPr>
              <a:spLocks noChangeArrowheads="1"/>
            </p:cNvSpPr>
            <p:nvPr/>
          </p:nvSpPr>
          <p:spPr bwMode="auto">
            <a:xfrm>
              <a:off x="3651" y="301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3 чи ишончли томон</a:t>
              </a:r>
            </a:p>
            <a:p>
              <a:pPr algn="ctr"/>
              <a:r>
                <a:rPr lang="uz-Cyrl-UZ" b="1"/>
                <a:t>(арбитр)</a:t>
              </a:r>
              <a:endParaRPr lang="ru-RU" b="1"/>
            </a:p>
          </p:txBody>
        </p:sp>
        <p:grpSp>
          <p:nvGrpSpPr>
            <p:cNvPr id="24615" name="Group 25"/>
            <p:cNvGrpSpPr>
              <a:grpSpLocks/>
            </p:cNvGrpSpPr>
            <p:nvPr/>
          </p:nvGrpSpPr>
          <p:grpSpPr bwMode="auto">
            <a:xfrm>
              <a:off x="1202" y="0"/>
              <a:ext cx="2834" cy="3294"/>
              <a:chOff x="1202" y="0"/>
              <a:chExt cx="2834" cy="3294"/>
            </a:xfrm>
          </p:grpSpPr>
          <p:pic>
            <p:nvPicPr>
              <p:cNvPr id="24616" name="Picture 7" descr="8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245" y="0"/>
                <a:ext cx="1791" cy="1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617" name="Line 20"/>
              <p:cNvSpPr>
                <a:spLocks noChangeShapeType="1"/>
              </p:cNvSpPr>
              <p:nvPr/>
            </p:nvSpPr>
            <p:spPr bwMode="auto">
              <a:xfrm flipH="1">
                <a:off x="1202" y="482"/>
                <a:ext cx="1360" cy="28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24618" name="Line 23"/>
              <p:cNvSpPr>
                <a:spLocks noChangeShapeType="1"/>
              </p:cNvSpPr>
              <p:nvPr/>
            </p:nvSpPr>
            <p:spPr bwMode="auto">
              <a:xfrm flipV="1">
                <a:off x="1656" y="2251"/>
                <a:ext cx="181" cy="362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24619" name="Line 24"/>
              <p:cNvSpPr>
                <a:spLocks noChangeShapeType="1"/>
              </p:cNvSpPr>
              <p:nvPr/>
            </p:nvSpPr>
            <p:spPr bwMode="auto">
              <a:xfrm flipH="1">
                <a:off x="1837" y="1344"/>
                <a:ext cx="181" cy="362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</p:grpSp>
      </p:grpSp>
      <p:sp>
        <p:nvSpPr>
          <p:cNvPr id="17434" name="Rectangle 26"/>
          <p:cNvSpPr>
            <a:spLocks noChangeArrowheads="1"/>
          </p:cNvSpPr>
          <p:nvPr/>
        </p:nvSpPr>
        <p:spPr bwMode="auto">
          <a:xfrm>
            <a:off x="973138" y="44450"/>
            <a:ext cx="7127875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Арбитр иштирокида калитларни алмашиш протоколи.</a:t>
            </a:r>
            <a:endParaRPr lang="ru-RU" sz="2000" b="1"/>
          </a:p>
        </p:txBody>
      </p:sp>
      <p:graphicFrame>
        <p:nvGraphicFramePr>
          <p:cNvPr id="17436" name="Object 28"/>
          <p:cNvGraphicFramePr>
            <a:graphicFrameLocks noChangeAspect="1"/>
          </p:cNvGraphicFramePr>
          <p:nvPr/>
        </p:nvGraphicFramePr>
        <p:xfrm>
          <a:off x="1497013" y="5013325"/>
          <a:ext cx="3603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3" name="Формула" r:id="rId6" imgW="241091" imgH="266469" progId="Equation.3">
                  <p:embed/>
                </p:oleObj>
              </mc:Choice>
              <mc:Fallback>
                <p:oleObj name="Формула" r:id="rId6" imgW="241091" imgH="26646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5013325"/>
                        <a:ext cx="360362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7" name="Object 29"/>
          <p:cNvGraphicFramePr>
            <a:graphicFrameLocks noChangeAspect="1"/>
          </p:cNvGraphicFramePr>
          <p:nvPr/>
        </p:nvGraphicFramePr>
        <p:xfrm>
          <a:off x="1930400" y="5027613"/>
          <a:ext cx="3460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4" name="Формула" r:id="rId8" imgW="152268" imgH="215713" progId="Equation.3">
                  <p:embed/>
                </p:oleObj>
              </mc:Choice>
              <mc:Fallback>
                <p:oleObj name="Формула" r:id="rId8" imgW="152268" imgH="215713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5027613"/>
                        <a:ext cx="346075" cy="4889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8" name="Object 30"/>
          <p:cNvGraphicFramePr>
            <a:graphicFrameLocks noChangeAspect="1"/>
          </p:cNvGraphicFramePr>
          <p:nvPr/>
        </p:nvGraphicFramePr>
        <p:xfrm>
          <a:off x="1063625" y="5013325"/>
          <a:ext cx="3603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5" name="Формула" r:id="rId10" imgW="241091" imgH="266469" progId="Equation.3">
                  <p:embed/>
                </p:oleObj>
              </mc:Choice>
              <mc:Fallback>
                <p:oleObj name="Формула" r:id="rId10" imgW="241091" imgH="266469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5013325"/>
                        <a:ext cx="360363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9" name="Object 31"/>
          <p:cNvGraphicFramePr>
            <a:graphicFrameLocks noChangeAspect="1"/>
          </p:cNvGraphicFramePr>
          <p:nvPr/>
        </p:nvGraphicFramePr>
        <p:xfrm>
          <a:off x="900113" y="5013325"/>
          <a:ext cx="120491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6" name="Формула" r:id="rId12" imgW="469696" imgH="215806" progId="Equation.3">
                  <p:embed/>
                </p:oleObj>
              </mc:Choice>
              <mc:Fallback>
                <p:oleObj name="Формула" r:id="rId12" imgW="469696" imgH="215806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013325"/>
                        <a:ext cx="1204912" cy="566738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3" name="Object 35"/>
          <p:cNvGraphicFramePr>
            <a:graphicFrameLocks noChangeAspect="1"/>
          </p:cNvGraphicFramePr>
          <p:nvPr/>
        </p:nvGraphicFramePr>
        <p:xfrm>
          <a:off x="3779838" y="561975"/>
          <a:ext cx="1295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7" name="Формула" r:id="rId14" imgW="469696" imgH="215806" progId="Equation.3">
                  <p:embed/>
                </p:oleObj>
              </mc:Choice>
              <mc:Fallback>
                <p:oleObj name="Формула" r:id="rId14" imgW="469696" imgH="215806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61975"/>
                        <a:ext cx="1295400" cy="5461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4" name="Object 36"/>
          <p:cNvGraphicFramePr>
            <a:graphicFrameLocks noChangeAspect="1"/>
          </p:cNvGraphicFramePr>
          <p:nvPr/>
        </p:nvGraphicFramePr>
        <p:xfrm>
          <a:off x="2339975" y="568325"/>
          <a:ext cx="29527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8" name="Формула" r:id="rId16" imgW="1485900" imgH="241300" progId="Equation.3">
                  <p:embed/>
                </p:oleObj>
              </mc:Choice>
              <mc:Fallback>
                <p:oleObj name="Формула" r:id="rId16" imgW="1485900" imgH="2413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68325"/>
                        <a:ext cx="2952750" cy="5413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5" name="Object 37"/>
          <p:cNvGraphicFramePr>
            <a:graphicFrameLocks noChangeAspect="1"/>
          </p:cNvGraphicFramePr>
          <p:nvPr/>
        </p:nvGraphicFramePr>
        <p:xfrm>
          <a:off x="2322513" y="549275"/>
          <a:ext cx="2970212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9" name="Формула" r:id="rId18" imgW="1485900" imgH="241300" progId="Equation.3">
                  <p:embed/>
                </p:oleObj>
              </mc:Choice>
              <mc:Fallback>
                <p:oleObj name="Формула" r:id="rId18" imgW="1485900" imgH="2413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549275"/>
                        <a:ext cx="2970212" cy="579438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6" name="Object 38"/>
          <p:cNvGraphicFramePr>
            <a:graphicFrameLocks noChangeAspect="1"/>
          </p:cNvGraphicFramePr>
          <p:nvPr/>
        </p:nvGraphicFramePr>
        <p:xfrm>
          <a:off x="179388" y="5057775"/>
          <a:ext cx="30289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0" name="Формула" r:id="rId19" imgW="1803400" imgH="241300" progId="Equation.3">
                  <p:embed/>
                </p:oleObj>
              </mc:Choice>
              <mc:Fallback>
                <p:oleObj name="Формула" r:id="rId19" imgW="1803400" imgH="2413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5057775"/>
                        <a:ext cx="3028950" cy="5318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7" name="Object 39"/>
          <p:cNvGraphicFramePr>
            <a:graphicFrameLocks noChangeAspect="1"/>
          </p:cNvGraphicFramePr>
          <p:nvPr/>
        </p:nvGraphicFramePr>
        <p:xfrm>
          <a:off x="611188" y="5018088"/>
          <a:ext cx="23050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1" name="Формула" r:id="rId21" imgW="1117600" imgH="241300" progId="Equation.3">
                  <p:embed/>
                </p:oleObj>
              </mc:Choice>
              <mc:Fallback>
                <p:oleObj name="Формула" r:id="rId21" imgW="1117600" imgH="2413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018088"/>
                        <a:ext cx="2305050" cy="5715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8" name="Object 40"/>
          <p:cNvGraphicFramePr>
            <a:graphicFrameLocks noChangeAspect="1"/>
          </p:cNvGraphicFramePr>
          <p:nvPr/>
        </p:nvGraphicFramePr>
        <p:xfrm>
          <a:off x="1042988" y="4991100"/>
          <a:ext cx="14414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2" name="Формула" r:id="rId23" imgW="647700" imgH="241300" progId="Equation.3">
                  <p:embed/>
                </p:oleObj>
              </mc:Choice>
              <mc:Fallback>
                <p:oleObj name="Формула" r:id="rId23" imgW="647700" imgH="2413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991100"/>
                        <a:ext cx="1441450" cy="598488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9" name="Object 41"/>
          <p:cNvGraphicFramePr>
            <a:graphicFrameLocks noChangeAspect="1"/>
          </p:cNvGraphicFramePr>
          <p:nvPr/>
        </p:nvGraphicFramePr>
        <p:xfrm>
          <a:off x="6443663" y="4935538"/>
          <a:ext cx="194468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3" name="Формула" r:id="rId25" imgW="1016000" imgH="241300" progId="Equation.3">
                  <p:embed/>
                </p:oleObj>
              </mc:Choice>
              <mc:Fallback>
                <p:oleObj name="Формула" r:id="rId25" imgW="1016000" imgH="2413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935538"/>
                        <a:ext cx="1944687" cy="5635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0" name="Object 42"/>
          <p:cNvGraphicFramePr>
            <a:graphicFrameLocks noChangeAspect="1"/>
          </p:cNvGraphicFramePr>
          <p:nvPr/>
        </p:nvGraphicFramePr>
        <p:xfrm>
          <a:off x="7372350" y="4941888"/>
          <a:ext cx="57943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4" name="Формула" r:id="rId27" imgW="418918" imgH="304668" progId="Equation.3">
                  <p:embed/>
                </p:oleObj>
              </mc:Choice>
              <mc:Fallback>
                <p:oleObj name="Формула" r:id="rId27" imgW="418918" imgH="304668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4941888"/>
                        <a:ext cx="579438" cy="5540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1" name="Object 43"/>
          <p:cNvGraphicFramePr>
            <a:graphicFrameLocks noChangeAspect="1"/>
          </p:cNvGraphicFramePr>
          <p:nvPr/>
        </p:nvGraphicFramePr>
        <p:xfrm>
          <a:off x="7588250" y="4868863"/>
          <a:ext cx="5127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5" name="Формула" r:id="rId29" imgW="152268" imgH="215713" progId="Equation.3">
                  <p:embed/>
                </p:oleObj>
              </mc:Choice>
              <mc:Fallback>
                <p:oleObj name="Формула" r:id="rId29" imgW="152268" imgH="215713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0" y="4868863"/>
                        <a:ext cx="512763" cy="6477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2" name="Object 44"/>
          <p:cNvGraphicFramePr>
            <a:graphicFrameLocks noChangeAspect="1"/>
          </p:cNvGraphicFramePr>
          <p:nvPr/>
        </p:nvGraphicFramePr>
        <p:xfrm>
          <a:off x="6877050" y="4918075"/>
          <a:ext cx="10795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6" name="Формула" r:id="rId31" imgW="444307" imgH="228501" progId="Equation.3">
                  <p:embed/>
                </p:oleObj>
              </mc:Choice>
              <mc:Fallback>
                <p:oleObj name="Формула" r:id="rId31" imgW="444307" imgH="228501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4918075"/>
                        <a:ext cx="1079500" cy="59848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3" name="Object 45"/>
          <p:cNvGraphicFramePr>
            <a:graphicFrameLocks noChangeAspect="1"/>
          </p:cNvGraphicFramePr>
          <p:nvPr/>
        </p:nvGraphicFramePr>
        <p:xfrm>
          <a:off x="6877050" y="4910138"/>
          <a:ext cx="10795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7" name="Формула" r:id="rId33" imgW="444307" imgH="228501" progId="Equation.3">
                  <p:embed/>
                </p:oleObj>
              </mc:Choice>
              <mc:Fallback>
                <p:oleObj name="Формула" r:id="rId33" imgW="444307" imgH="228501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4910138"/>
                        <a:ext cx="1079500" cy="60642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4" name="Object 46"/>
          <p:cNvGraphicFramePr>
            <a:graphicFrameLocks noChangeAspect="1"/>
          </p:cNvGraphicFramePr>
          <p:nvPr/>
        </p:nvGraphicFramePr>
        <p:xfrm>
          <a:off x="971550" y="5000625"/>
          <a:ext cx="165576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8" name="Формула" r:id="rId34" imgW="723586" imgH="228501" progId="Equation.3">
                  <p:embed/>
                </p:oleObj>
              </mc:Choice>
              <mc:Fallback>
                <p:oleObj name="Формула" r:id="rId34" imgW="723586" imgH="228501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000625"/>
                        <a:ext cx="1655763" cy="5889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5" name="Object 47"/>
          <p:cNvGraphicFramePr>
            <a:graphicFrameLocks noChangeAspect="1"/>
          </p:cNvGraphicFramePr>
          <p:nvPr/>
        </p:nvGraphicFramePr>
        <p:xfrm>
          <a:off x="1189038" y="4972050"/>
          <a:ext cx="430212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9" name="Формула" r:id="rId36" imgW="152268" imgH="215713" progId="Equation.3">
                  <p:embed/>
                </p:oleObj>
              </mc:Choice>
              <mc:Fallback>
                <p:oleObj name="Формула" r:id="rId36" imgW="152268" imgH="215713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4972050"/>
                        <a:ext cx="430212" cy="6175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6" name="Object 48"/>
          <p:cNvGraphicFramePr>
            <a:graphicFrameLocks noChangeAspect="1"/>
          </p:cNvGraphicFramePr>
          <p:nvPr/>
        </p:nvGraphicFramePr>
        <p:xfrm>
          <a:off x="1116013" y="4995863"/>
          <a:ext cx="82073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0" name="Формула" r:id="rId38" imgW="355292" imgH="215713" progId="Equation.3">
                  <p:embed/>
                </p:oleObj>
              </mc:Choice>
              <mc:Fallback>
                <p:oleObj name="Формула" r:id="rId38" imgW="355292" imgH="215713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995863"/>
                        <a:ext cx="820737" cy="5937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7" name="Object 49"/>
          <p:cNvGraphicFramePr>
            <a:graphicFrameLocks noChangeAspect="1"/>
          </p:cNvGraphicFramePr>
          <p:nvPr/>
        </p:nvGraphicFramePr>
        <p:xfrm>
          <a:off x="900113" y="4968875"/>
          <a:ext cx="1417637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1" name="Формула" r:id="rId40" imgW="622030" imgH="228501" progId="Equation.3">
                  <p:embed/>
                </p:oleObj>
              </mc:Choice>
              <mc:Fallback>
                <p:oleObj name="Формула" r:id="rId40" imgW="622030" imgH="228501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968875"/>
                        <a:ext cx="1417637" cy="6207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8" name="Object 50"/>
          <p:cNvGraphicFramePr>
            <a:graphicFrameLocks noChangeAspect="1"/>
          </p:cNvGraphicFramePr>
          <p:nvPr/>
        </p:nvGraphicFramePr>
        <p:xfrm>
          <a:off x="900113" y="4968875"/>
          <a:ext cx="1417637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2" name="Формула" r:id="rId42" imgW="622030" imgH="228501" progId="Equation.3">
                  <p:embed/>
                </p:oleObj>
              </mc:Choice>
              <mc:Fallback>
                <p:oleObj name="Формула" r:id="rId42" imgW="622030" imgH="228501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968875"/>
                        <a:ext cx="1417637" cy="620713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9" name="Object 51"/>
          <p:cNvGraphicFramePr>
            <a:graphicFrameLocks noChangeAspect="1"/>
          </p:cNvGraphicFramePr>
          <p:nvPr/>
        </p:nvGraphicFramePr>
        <p:xfrm>
          <a:off x="6351588" y="4900613"/>
          <a:ext cx="19653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3" name="Формула" r:id="rId44" imgW="901309" imgH="228501" progId="Equation.3">
                  <p:embed/>
                </p:oleObj>
              </mc:Choice>
              <mc:Fallback>
                <p:oleObj name="Формула" r:id="rId44" imgW="901309" imgH="228501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4900613"/>
                        <a:ext cx="1965325" cy="6159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0" name="Object 52"/>
          <p:cNvGraphicFramePr>
            <a:graphicFrameLocks noChangeAspect="1"/>
          </p:cNvGraphicFramePr>
          <p:nvPr/>
        </p:nvGraphicFramePr>
        <p:xfrm>
          <a:off x="7202488" y="4919663"/>
          <a:ext cx="825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4" name="Формула" r:id="rId46" imgW="355292" imgH="215713" progId="Equation.3">
                  <p:embed/>
                </p:oleObj>
              </mc:Choice>
              <mc:Fallback>
                <p:oleObj name="Формула" r:id="rId46" imgW="355292" imgH="215713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2488" y="4919663"/>
                        <a:ext cx="825500" cy="5969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61" name="Group 53"/>
          <p:cNvGrpSpPr>
            <a:grpSpLocks/>
          </p:cNvGrpSpPr>
          <p:nvPr/>
        </p:nvGrpSpPr>
        <p:grpSpPr bwMode="auto">
          <a:xfrm>
            <a:off x="1042988" y="1341438"/>
            <a:ext cx="8424862" cy="1728787"/>
            <a:chOff x="204" y="572"/>
            <a:chExt cx="5307" cy="1089"/>
          </a:xfrm>
        </p:grpSpPr>
        <p:sp>
          <p:nvSpPr>
            <p:cNvPr id="24605" name="Rectangle 54"/>
            <p:cNvSpPr>
              <a:spLocks noChangeArrowheads="1"/>
            </p:cNvSpPr>
            <p:nvPr/>
          </p:nvSpPr>
          <p:spPr bwMode="auto">
            <a:xfrm>
              <a:off x="862" y="851"/>
              <a:ext cx="43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фойдаланувчиларнинг тасодифий сонлари.</a:t>
              </a:r>
              <a:endParaRPr lang="ru-RU"/>
            </a:p>
          </p:txBody>
        </p:sp>
        <p:sp>
          <p:nvSpPr>
            <p:cNvPr id="24606" name="Rectangle 55"/>
            <p:cNvSpPr>
              <a:spLocks noChangeArrowheads="1"/>
            </p:cNvSpPr>
            <p:nvPr/>
          </p:nvSpPr>
          <p:spPr bwMode="auto">
            <a:xfrm>
              <a:off x="204" y="618"/>
              <a:ext cx="5307" cy="10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24607" name="Object 56"/>
            <p:cNvGraphicFramePr>
              <a:graphicFrameLocks noChangeAspect="1"/>
            </p:cNvGraphicFramePr>
            <p:nvPr/>
          </p:nvGraphicFramePr>
          <p:xfrm>
            <a:off x="293" y="754"/>
            <a:ext cx="591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5" name="Формула" r:id="rId48" imgW="444307" imgH="241195" progId="Equation.3">
                    <p:embed/>
                  </p:oleObj>
                </mc:Choice>
                <mc:Fallback>
                  <p:oleObj name="Формула" r:id="rId48" imgW="444307" imgH="241195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754"/>
                          <a:ext cx="591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8" name="Object 57"/>
            <p:cNvGraphicFramePr>
              <a:graphicFrameLocks noChangeAspect="1"/>
            </p:cNvGraphicFramePr>
            <p:nvPr/>
          </p:nvGraphicFramePr>
          <p:xfrm>
            <a:off x="293" y="1075"/>
            <a:ext cx="31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6" name="Формула" r:id="rId50" imgW="291973" imgH="253890" progId="Equation.3">
                    <p:embed/>
                  </p:oleObj>
                </mc:Choice>
                <mc:Fallback>
                  <p:oleObj name="Формула" r:id="rId50" imgW="291973" imgH="25389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1075"/>
                          <a:ext cx="31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9" name="Rectangle 58"/>
            <p:cNvSpPr>
              <a:spLocks noChangeArrowheads="1"/>
            </p:cNvSpPr>
            <p:nvPr/>
          </p:nvSpPr>
          <p:spPr bwMode="auto">
            <a:xfrm>
              <a:off x="612" y="1116"/>
              <a:ext cx="40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фойдаланувчи ва арбитрнинг  умумий калитлари.</a:t>
              </a:r>
            </a:p>
          </p:txBody>
        </p:sp>
        <p:graphicFrame>
          <p:nvGraphicFramePr>
            <p:cNvPr id="24610" name="Object 59"/>
            <p:cNvGraphicFramePr>
              <a:graphicFrameLocks noChangeAspect="1"/>
            </p:cNvGraphicFramePr>
            <p:nvPr/>
          </p:nvGraphicFramePr>
          <p:xfrm>
            <a:off x="298" y="572"/>
            <a:ext cx="22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7" name="Формула" r:id="rId52" imgW="203112" imgH="279279" progId="Equation.3">
                    <p:embed/>
                  </p:oleObj>
                </mc:Choice>
                <mc:Fallback>
                  <p:oleObj name="Формула" r:id="rId52" imgW="203112" imgH="279279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" y="572"/>
                          <a:ext cx="223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1" name="Rectangle 60"/>
            <p:cNvSpPr>
              <a:spLocks noChangeArrowheads="1"/>
            </p:cNvSpPr>
            <p:nvPr/>
          </p:nvSpPr>
          <p:spPr bwMode="auto">
            <a:xfrm>
              <a:off x="476" y="618"/>
              <a:ext cx="3856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- </a:t>
              </a:r>
              <a:r>
                <a:rPr lang="uz-Cyrl-UZ"/>
                <a:t>генерация қилинган ва узатилиши керак бўлган  калит.</a:t>
              </a:r>
              <a:endParaRPr lang="ru-RU"/>
            </a:p>
          </p:txBody>
        </p:sp>
        <p:graphicFrame>
          <p:nvGraphicFramePr>
            <p:cNvPr id="24612" name="Object 61"/>
            <p:cNvGraphicFramePr>
              <a:graphicFrameLocks noChangeAspect="1"/>
            </p:cNvGraphicFramePr>
            <p:nvPr/>
          </p:nvGraphicFramePr>
          <p:xfrm>
            <a:off x="295" y="1344"/>
            <a:ext cx="306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8" name="Формула" r:id="rId54" imgW="279279" imgH="253890" progId="Equation.3">
                    <p:embed/>
                  </p:oleObj>
                </mc:Choice>
                <mc:Fallback>
                  <p:oleObj name="Формула" r:id="rId54" imgW="279279" imgH="253890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344"/>
                          <a:ext cx="306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3" name="Rectangle 62"/>
            <p:cNvSpPr>
              <a:spLocks noChangeArrowheads="1"/>
            </p:cNvSpPr>
            <p:nvPr/>
          </p:nvSpPr>
          <p:spPr bwMode="auto">
            <a:xfrm>
              <a:off x="612" y="1389"/>
              <a:ext cx="40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 ва арбитрнинг  умумий калитлари.</a:t>
              </a:r>
            </a:p>
          </p:txBody>
        </p:sp>
      </p:grpSp>
      <p:sp>
        <p:nvSpPr>
          <p:cNvPr id="17471" name="AutoShape 63">
            <a:hlinkClick r:id="rId5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81503E-6 L 0.00139 0.0998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499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2948E-6 L 0.2993 -0.65364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17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65" y="-32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2948E-6 L -0.2165 0.64671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33" y="32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91329E-6 L 0.62205 -0.00693 " pathEditMode="relative" rAng="0" ptsTypes="AA">
                                      <p:cBhvr>
                                        <p:cTn id="108" dur="1000" fill="hold"/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94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7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93064E-6 L -0.63212 0.00046 " pathEditMode="relative" rAng="0" ptsTypes="AA">
                                      <p:cBhvr>
                                        <p:cTn id="152" dur="1000" fill="hold"/>
                                        <p:tgtEl>
                                          <p:spTgt spid="17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1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7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17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17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17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87283E-6 L 0.62031 -0.00717 " pathEditMode="relative" rAng="0" ptsTypes="AA">
                                      <p:cBhvr>
                                        <p:cTn id="195" dur="1000" fill="hold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07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17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17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4" grpId="0"/>
      <p:bldP spid="17434" grpId="1"/>
      <p:bldP spid="1747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-12700" y="3719513"/>
            <a:ext cx="9144000" cy="2662237"/>
            <a:chOff x="0" y="2524"/>
            <a:chExt cx="5760" cy="1677"/>
          </a:xfrm>
        </p:grpSpPr>
        <p:pic>
          <p:nvPicPr>
            <p:cNvPr id="25657" name="Picture 3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58" name="Picture 4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59" name="Line 5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5660" name="Line 6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5661" name="Rectangle 7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25662" name="Rectangle 8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25663" name="Line 9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396875" y="188913"/>
            <a:ext cx="8351838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/>
              <a:t>Сервер иштирокида калитни алмашиш протоколи.</a:t>
            </a:r>
            <a:endParaRPr lang="ru-RU" b="1"/>
          </a:p>
        </p:txBody>
      </p:sp>
      <p:grpSp>
        <p:nvGrpSpPr>
          <p:cNvPr id="29707" name="Group 11"/>
          <p:cNvGrpSpPr>
            <a:grpSpLocks/>
          </p:cNvGrpSpPr>
          <p:nvPr/>
        </p:nvGrpSpPr>
        <p:grpSpPr bwMode="auto">
          <a:xfrm>
            <a:off x="2627313" y="188913"/>
            <a:ext cx="4392612" cy="4535487"/>
            <a:chOff x="1655" y="119"/>
            <a:chExt cx="2767" cy="2857"/>
          </a:xfrm>
        </p:grpSpPr>
        <p:pic>
          <p:nvPicPr>
            <p:cNvPr id="25652" name="Picture 12" descr="2222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119"/>
              <a:ext cx="1089" cy="1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53" name="Line 13"/>
            <p:cNvSpPr>
              <a:spLocks noChangeShapeType="1"/>
            </p:cNvSpPr>
            <p:nvPr/>
          </p:nvSpPr>
          <p:spPr bwMode="auto">
            <a:xfrm flipH="1" flipV="1">
              <a:off x="3198" y="799"/>
              <a:ext cx="1224" cy="2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25654" name="Rectangle 14"/>
            <p:cNvSpPr>
              <a:spLocks noChangeArrowheads="1"/>
            </p:cNvSpPr>
            <p:nvPr/>
          </p:nvSpPr>
          <p:spPr bwMode="auto">
            <a:xfrm>
              <a:off x="1655" y="391"/>
              <a:ext cx="680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Сервер</a:t>
              </a:r>
              <a:endParaRPr lang="ru-RU" b="1"/>
            </a:p>
          </p:txBody>
        </p:sp>
        <p:sp>
          <p:nvSpPr>
            <p:cNvPr id="25655" name="Line 15"/>
            <p:cNvSpPr>
              <a:spLocks noChangeShapeType="1"/>
            </p:cNvSpPr>
            <p:nvPr/>
          </p:nvSpPr>
          <p:spPr bwMode="auto">
            <a:xfrm flipH="1" flipV="1">
              <a:off x="4105" y="2205"/>
              <a:ext cx="136" cy="273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25656" name="Line 16"/>
            <p:cNvSpPr>
              <a:spLocks noChangeShapeType="1"/>
            </p:cNvSpPr>
            <p:nvPr/>
          </p:nvSpPr>
          <p:spPr bwMode="auto">
            <a:xfrm>
              <a:off x="3288" y="1117"/>
              <a:ext cx="136" cy="272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29713" name="Object 17"/>
          <p:cNvGraphicFramePr>
            <a:graphicFrameLocks noChangeAspect="1"/>
          </p:cNvGraphicFramePr>
          <p:nvPr/>
        </p:nvGraphicFramePr>
        <p:xfrm>
          <a:off x="900113" y="4530725"/>
          <a:ext cx="38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3" name="Формула" r:id="rId6" imgW="152268" imgH="215713" progId="Equation.3">
                  <p:embed/>
                </p:oleObj>
              </mc:Choice>
              <mc:Fallback>
                <p:oleObj name="Формула" r:id="rId6" imgW="152268" imgH="21571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30725"/>
                        <a:ext cx="381000" cy="4826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4" name="Object 18"/>
          <p:cNvGraphicFramePr>
            <a:graphicFrameLocks noChangeAspect="1"/>
          </p:cNvGraphicFramePr>
          <p:nvPr/>
        </p:nvGraphicFramePr>
        <p:xfrm>
          <a:off x="5651500" y="4221163"/>
          <a:ext cx="31686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4" name="Формула" r:id="rId8" imgW="1447172" imgH="482391" progId="Equation.3">
                  <p:embed/>
                </p:oleObj>
              </mc:Choice>
              <mc:Fallback>
                <p:oleObj name="Формула" r:id="rId8" imgW="1447172" imgH="48239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221163"/>
                        <a:ext cx="3168650" cy="10795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19"/>
          <p:cNvGraphicFramePr>
            <a:graphicFrameLocks noChangeAspect="1"/>
          </p:cNvGraphicFramePr>
          <p:nvPr/>
        </p:nvGraphicFramePr>
        <p:xfrm>
          <a:off x="1343025" y="4521200"/>
          <a:ext cx="3905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5" name="Формула" r:id="rId10" imgW="114102" imgH="126780" progId="Equation.3">
                  <p:embed/>
                </p:oleObj>
              </mc:Choice>
              <mc:Fallback>
                <p:oleObj name="Формула" r:id="rId10" imgW="114102" imgH="1267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4521200"/>
                        <a:ext cx="390525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6" name="Object 20"/>
          <p:cNvGraphicFramePr>
            <a:graphicFrameLocks noChangeAspect="1"/>
          </p:cNvGraphicFramePr>
          <p:nvPr/>
        </p:nvGraphicFramePr>
        <p:xfrm>
          <a:off x="1801813" y="4529138"/>
          <a:ext cx="3937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6" name="Формула" r:id="rId12" imgW="152268" imgH="164957" progId="Equation.3">
                  <p:embed/>
                </p:oleObj>
              </mc:Choice>
              <mc:Fallback>
                <p:oleObj name="Формула" r:id="rId12" imgW="152268" imgH="16495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4529138"/>
                        <a:ext cx="39370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21"/>
          <p:cNvGraphicFramePr>
            <a:graphicFrameLocks noChangeAspect="1"/>
          </p:cNvGraphicFramePr>
          <p:nvPr/>
        </p:nvGraphicFramePr>
        <p:xfrm>
          <a:off x="2255838" y="4529138"/>
          <a:ext cx="3603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7" name="Формула" r:id="rId14" imgW="152268" imgH="164957" progId="Equation.3">
                  <p:embed/>
                </p:oleObj>
              </mc:Choice>
              <mc:Fallback>
                <p:oleObj name="Формула" r:id="rId14" imgW="152268" imgH="16495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4529138"/>
                        <a:ext cx="360362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8" name="Object 22"/>
          <p:cNvGraphicFramePr>
            <a:graphicFrameLocks noChangeAspect="1"/>
          </p:cNvGraphicFramePr>
          <p:nvPr/>
        </p:nvGraphicFramePr>
        <p:xfrm>
          <a:off x="827088" y="4508500"/>
          <a:ext cx="21717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8" name="Формула" r:id="rId16" imgW="977900" imgH="241300" progId="Equation.3">
                  <p:embed/>
                </p:oleObj>
              </mc:Choice>
              <mc:Fallback>
                <p:oleObj name="Формула" r:id="rId16" imgW="977900" imgH="2413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08500"/>
                        <a:ext cx="2171700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9" name="Object 23"/>
          <p:cNvGraphicFramePr>
            <a:graphicFrameLocks noChangeAspect="1"/>
          </p:cNvGraphicFramePr>
          <p:nvPr/>
        </p:nvGraphicFramePr>
        <p:xfrm>
          <a:off x="323850" y="4505325"/>
          <a:ext cx="1079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9" name="Формула" r:id="rId18" imgW="431613" imgH="203112" progId="Equation.3">
                  <p:embed/>
                </p:oleObj>
              </mc:Choice>
              <mc:Fallback>
                <p:oleObj name="Формула" r:id="rId18" imgW="431613" imgH="203112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505325"/>
                        <a:ext cx="1079500" cy="5080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179388" y="4508500"/>
          <a:ext cx="31289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0" name="Формула" r:id="rId20" imgW="1409088" imgH="241195" progId="Equation.3">
                  <p:embed/>
                </p:oleObj>
              </mc:Choice>
              <mc:Fallback>
                <p:oleObj name="Формула" r:id="rId20" imgW="1409088" imgH="24119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508500"/>
                        <a:ext cx="3128962" cy="53657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1" name="Object 25"/>
          <p:cNvGraphicFramePr>
            <a:graphicFrameLocks noChangeAspect="1"/>
          </p:cNvGraphicFramePr>
          <p:nvPr/>
        </p:nvGraphicFramePr>
        <p:xfrm>
          <a:off x="6948488" y="4514850"/>
          <a:ext cx="11525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1" name="Формула" r:id="rId22" imgW="431613" imgH="203112" progId="Equation.3">
                  <p:embed/>
                </p:oleObj>
              </mc:Choice>
              <mc:Fallback>
                <p:oleObj name="Формула" r:id="rId22" imgW="431613" imgH="203112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4514850"/>
                        <a:ext cx="1152525" cy="5445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2" name="Object 26"/>
          <p:cNvGraphicFramePr>
            <a:graphicFrameLocks noChangeAspect="1"/>
          </p:cNvGraphicFramePr>
          <p:nvPr/>
        </p:nvGraphicFramePr>
        <p:xfrm>
          <a:off x="5651500" y="4221163"/>
          <a:ext cx="316865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2" name="Формула" r:id="rId24" imgW="1447172" imgH="482391" progId="Equation.3">
                  <p:embed/>
                </p:oleObj>
              </mc:Choice>
              <mc:Fallback>
                <p:oleObj name="Формула" r:id="rId24" imgW="1447172" imgH="482391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221163"/>
                        <a:ext cx="3168650" cy="1055687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3" name="Object 27"/>
          <p:cNvGraphicFramePr>
            <a:graphicFrameLocks noChangeAspect="1"/>
          </p:cNvGraphicFramePr>
          <p:nvPr/>
        </p:nvGraphicFramePr>
        <p:xfrm>
          <a:off x="3563938" y="1125538"/>
          <a:ext cx="171926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3" name="Формула" r:id="rId25" imgW="774364" imgH="215806" progId="Equation.3">
                  <p:embed/>
                </p:oleObj>
              </mc:Choice>
              <mc:Fallback>
                <p:oleObj name="Формула" r:id="rId25" imgW="774364" imgH="215806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125538"/>
                        <a:ext cx="1719262" cy="5540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4" name="Object 28"/>
          <p:cNvGraphicFramePr>
            <a:graphicFrameLocks noChangeAspect="1"/>
          </p:cNvGraphicFramePr>
          <p:nvPr/>
        </p:nvGraphicFramePr>
        <p:xfrm>
          <a:off x="2916238" y="981075"/>
          <a:ext cx="29876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4" name="Формула" r:id="rId27" imgW="1346200" imgH="241300" progId="Equation.3">
                  <p:embed/>
                </p:oleObj>
              </mc:Choice>
              <mc:Fallback>
                <p:oleObj name="Формула" r:id="rId27" imgW="1346200" imgH="2413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981075"/>
                        <a:ext cx="2987675" cy="6191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5" name="Object 29"/>
          <p:cNvGraphicFramePr>
            <a:graphicFrameLocks noChangeAspect="1"/>
          </p:cNvGraphicFramePr>
          <p:nvPr/>
        </p:nvGraphicFramePr>
        <p:xfrm>
          <a:off x="2916238" y="981075"/>
          <a:ext cx="29876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" name="Формула" r:id="rId29" imgW="1346200" imgH="241300" progId="Equation.3">
                  <p:embed/>
                </p:oleObj>
              </mc:Choice>
              <mc:Fallback>
                <p:oleObj name="Формула" r:id="rId29" imgW="1346200" imgH="2413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981075"/>
                        <a:ext cx="2987675" cy="61912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6" name="Object 30"/>
          <p:cNvGraphicFramePr>
            <a:graphicFrameLocks noChangeAspect="1"/>
          </p:cNvGraphicFramePr>
          <p:nvPr/>
        </p:nvGraphicFramePr>
        <p:xfrm>
          <a:off x="5795963" y="4581525"/>
          <a:ext cx="29876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6" name="Формула" r:id="rId30" imgW="1346200" imgH="241300" progId="Equation.3">
                  <p:embed/>
                </p:oleObj>
              </mc:Choice>
              <mc:Fallback>
                <p:oleObj name="Формула" r:id="rId30" imgW="1346200" imgH="2413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581525"/>
                        <a:ext cx="2987675" cy="6191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7" name="Object 31"/>
          <p:cNvGraphicFramePr>
            <a:graphicFrameLocks noChangeAspect="1"/>
          </p:cNvGraphicFramePr>
          <p:nvPr/>
        </p:nvGraphicFramePr>
        <p:xfrm>
          <a:off x="5387975" y="4581525"/>
          <a:ext cx="357663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7" name="Формула" r:id="rId31" imgW="1727200" imgH="241300" progId="Equation.3">
                  <p:embed/>
                </p:oleObj>
              </mc:Choice>
              <mc:Fallback>
                <p:oleObj name="Формула" r:id="rId31" imgW="1727200" imgH="2413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975" y="4581525"/>
                        <a:ext cx="3576638" cy="6191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8" name="Object 32"/>
          <p:cNvGraphicFramePr>
            <a:graphicFrameLocks noChangeAspect="1"/>
          </p:cNvGraphicFramePr>
          <p:nvPr/>
        </p:nvGraphicFramePr>
        <p:xfrm>
          <a:off x="6156325" y="4581525"/>
          <a:ext cx="21986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8" name="Формула" r:id="rId33" imgW="990170" imgH="241195" progId="Equation.3">
                  <p:embed/>
                </p:oleObj>
              </mc:Choice>
              <mc:Fallback>
                <p:oleObj name="Формула" r:id="rId33" imgW="990170" imgH="24119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581525"/>
                        <a:ext cx="2198688" cy="6191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9" name="Object 33"/>
          <p:cNvGraphicFramePr>
            <a:graphicFrameLocks noChangeAspect="1"/>
          </p:cNvGraphicFramePr>
          <p:nvPr/>
        </p:nvGraphicFramePr>
        <p:xfrm>
          <a:off x="6516688" y="4581525"/>
          <a:ext cx="14938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9" name="Формула" r:id="rId35" imgW="672808" imgH="241195" progId="Equation.3">
                  <p:embed/>
                </p:oleObj>
              </mc:Choice>
              <mc:Fallback>
                <p:oleObj name="Формула" r:id="rId35" imgW="672808" imgH="241195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581525"/>
                        <a:ext cx="1493837" cy="6191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0" name="Object 34"/>
          <p:cNvGraphicFramePr>
            <a:graphicFrameLocks noChangeAspect="1"/>
          </p:cNvGraphicFramePr>
          <p:nvPr/>
        </p:nvGraphicFramePr>
        <p:xfrm>
          <a:off x="6516688" y="4538663"/>
          <a:ext cx="14938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0" name="Формула" r:id="rId37" imgW="672808" imgH="241195" progId="Equation.3">
                  <p:embed/>
                </p:oleObj>
              </mc:Choice>
              <mc:Fallback>
                <p:oleObj name="Формула" r:id="rId37" imgW="672808" imgH="241195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538663"/>
                        <a:ext cx="1493837" cy="61912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1" name="Object 35"/>
          <p:cNvGraphicFramePr>
            <a:graphicFrameLocks noChangeAspect="1"/>
          </p:cNvGraphicFramePr>
          <p:nvPr/>
        </p:nvGraphicFramePr>
        <p:xfrm>
          <a:off x="1042988" y="4465638"/>
          <a:ext cx="14938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1" name="Формула" r:id="rId39" imgW="672808" imgH="241195" progId="Equation.3">
                  <p:embed/>
                </p:oleObj>
              </mc:Choice>
              <mc:Fallback>
                <p:oleObj name="Формула" r:id="rId39" imgW="672808" imgH="241195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465638"/>
                        <a:ext cx="1493837" cy="6191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2" name="Object 36"/>
          <p:cNvGraphicFramePr>
            <a:graphicFrameLocks noChangeAspect="1"/>
          </p:cNvGraphicFramePr>
          <p:nvPr/>
        </p:nvGraphicFramePr>
        <p:xfrm>
          <a:off x="635000" y="4465638"/>
          <a:ext cx="23368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2" name="Формула" r:id="rId40" imgW="1054100" imgH="241300" progId="Equation.3">
                  <p:embed/>
                </p:oleObj>
              </mc:Choice>
              <mc:Fallback>
                <p:oleObj name="Формула" r:id="rId40" imgW="1054100" imgH="2413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4465638"/>
                        <a:ext cx="2336800" cy="6191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3" name="Object 37"/>
          <p:cNvGraphicFramePr>
            <a:graphicFrameLocks noChangeAspect="1"/>
          </p:cNvGraphicFramePr>
          <p:nvPr/>
        </p:nvGraphicFramePr>
        <p:xfrm>
          <a:off x="1042988" y="4494213"/>
          <a:ext cx="7207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3" name="Формула" r:id="rId42" imgW="304536" imgH="215713" progId="Equation.3">
                  <p:embed/>
                </p:oleObj>
              </mc:Choice>
              <mc:Fallback>
                <p:oleObj name="Формула" r:id="rId42" imgW="304536" imgH="215713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494213"/>
                        <a:ext cx="720725" cy="5905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4" name="Object 38"/>
          <p:cNvGraphicFramePr>
            <a:graphicFrameLocks noChangeAspect="1"/>
          </p:cNvGraphicFramePr>
          <p:nvPr/>
        </p:nvGraphicFramePr>
        <p:xfrm>
          <a:off x="5795963" y="4581525"/>
          <a:ext cx="14922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4" name="Формула" r:id="rId44" imgW="672808" imgH="241195" progId="Equation.3">
                  <p:embed/>
                </p:oleObj>
              </mc:Choice>
              <mc:Fallback>
                <p:oleObj name="Формула" r:id="rId44" imgW="672808" imgH="241195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581525"/>
                        <a:ext cx="1492250" cy="6191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5" name="Object 39"/>
          <p:cNvGraphicFramePr>
            <a:graphicFrameLocks noChangeAspect="1"/>
          </p:cNvGraphicFramePr>
          <p:nvPr/>
        </p:nvGraphicFramePr>
        <p:xfrm>
          <a:off x="7308850" y="4597400"/>
          <a:ext cx="12954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5" name="Формула" r:id="rId45" imgW="571252" imgH="228501" progId="Equation.3">
                  <p:embed/>
                </p:oleObj>
              </mc:Choice>
              <mc:Fallback>
                <p:oleObj name="Формула" r:id="rId45" imgW="571252" imgH="228501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4597400"/>
                        <a:ext cx="1295400" cy="5889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6" name="Object 40"/>
          <p:cNvGraphicFramePr>
            <a:graphicFrameLocks noChangeAspect="1"/>
          </p:cNvGraphicFramePr>
          <p:nvPr/>
        </p:nvGraphicFramePr>
        <p:xfrm>
          <a:off x="5795963" y="4610100"/>
          <a:ext cx="14922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6" name="Формула" r:id="rId47" imgW="672808" imgH="241195" progId="Equation.3">
                  <p:embed/>
                </p:oleObj>
              </mc:Choice>
              <mc:Fallback>
                <p:oleObj name="Формула" r:id="rId47" imgW="672808" imgH="241195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610100"/>
                        <a:ext cx="1492250" cy="61912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7" name="Object 41"/>
          <p:cNvGraphicFramePr>
            <a:graphicFrameLocks noChangeAspect="1"/>
          </p:cNvGraphicFramePr>
          <p:nvPr/>
        </p:nvGraphicFramePr>
        <p:xfrm>
          <a:off x="7308850" y="4625975"/>
          <a:ext cx="12954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7" name="Формула" r:id="rId48" imgW="571252" imgH="228501" progId="Equation.3">
                  <p:embed/>
                </p:oleObj>
              </mc:Choice>
              <mc:Fallback>
                <p:oleObj name="Формула" r:id="rId48" imgW="571252" imgH="228501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4625975"/>
                        <a:ext cx="1295400" cy="588963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8" name="Object 42"/>
          <p:cNvGraphicFramePr>
            <a:graphicFrameLocks noChangeAspect="1"/>
          </p:cNvGraphicFramePr>
          <p:nvPr/>
        </p:nvGraphicFramePr>
        <p:xfrm>
          <a:off x="395288" y="4437063"/>
          <a:ext cx="23891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8" name="Формула" r:id="rId50" imgW="1054100" imgH="241300" progId="Equation.3">
                  <p:embed/>
                </p:oleObj>
              </mc:Choice>
              <mc:Fallback>
                <p:oleObj name="Формула" r:id="rId50" imgW="1054100" imgH="2413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437063"/>
                        <a:ext cx="2389187" cy="6207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0" name="Object 44"/>
          <p:cNvGraphicFramePr>
            <a:graphicFrameLocks noChangeAspect="1"/>
          </p:cNvGraphicFramePr>
          <p:nvPr/>
        </p:nvGraphicFramePr>
        <p:xfrm>
          <a:off x="1009650" y="4529138"/>
          <a:ext cx="6905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9" name="Формула" r:id="rId51" imgW="304536" imgH="215713" progId="Equation.3">
                  <p:embed/>
                </p:oleObj>
              </mc:Choice>
              <mc:Fallback>
                <p:oleObj name="Формула" r:id="rId51" imgW="304536" imgH="215713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4529138"/>
                        <a:ext cx="690563" cy="5556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1" name="Object 45"/>
          <p:cNvGraphicFramePr>
            <a:graphicFrameLocks noChangeAspect="1"/>
          </p:cNvGraphicFramePr>
          <p:nvPr/>
        </p:nvGraphicFramePr>
        <p:xfrm>
          <a:off x="1763713" y="4495800"/>
          <a:ext cx="12954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0" name="Формула" r:id="rId53" imgW="571252" imgH="228501" progId="Equation.3">
                  <p:embed/>
                </p:oleObj>
              </mc:Choice>
              <mc:Fallback>
                <p:oleObj name="Формула" r:id="rId53" imgW="571252" imgH="228501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495800"/>
                        <a:ext cx="1295400" cy="5889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2" name="Object 46"/>
          <p:cNvGraphicFramePr>
            <a:graphicFrameLocks noChangeAspect="1"/>
          </p:cNvGraphicFramePr>
          <p:nvPr/>
        </p:nvGraphicFramePr>
        <p:xfrm>
          <a:off x="971550" y="4527550"/>
          <a:ext cx="6334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1" name="Формула" r:id="rId55" imgW="279279" imgH="215806" progId="Equation.3">
                  <p:embed/>
                </p:oleObj>
              </mc:Choice>
              <mc:Fallback>
                <p:oleObj name="Формула" r:id="rId55" imgW="279279" imgH="215806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27550"/>
                        <a:ext cx="633413" cy="5572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3" name="Object 47"/>
          <p:cNvGraphicFramePr>
            <a:graphicFrameLocks noChangeAspect="1"/>
          </p:cNvGraphicFramePr>
          <p:nvPr/>
        </p:nvGraphicFramePr>
        <p:xfrm>
          <a:off x="971550" y="4494213"/>
          <a:ext cx="8937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2" name="Формула" r:id="rId57" imgW="393529" imgH="228501" progId="Equation.3">
                  <p:embed/>
                </p:oleObj>
              </mc:Choice>
              <mc:Fallback>
                <p:oleObj name="Формула" r:id="rId57" imgW="393529" imgH="228501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494213"/>
                        <a:ext cx="893763" cy="5905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4" name="Object 48"/>
          <p:cNvGraphicFramePr>
            <a:graphicFrameLocks noChangeAspect="1"/>
          </p:cNvGraphicFramePr>
          <p:nvPr/>
        </p:nvGraphicFramePr>
        <p:xfrm>
          <a:off x="971550" y="4508500"/>
          <a:ext cx="8937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3" name="Формула" r:id="rId59" imgW="393529" imgH="228501" progId="Equation.3">
                  <p:embed/>
                </p:oleObj>
              </mc:Choice>
              <mc:Fallback>
                <p:oleObj name="Формула" r:id="rId59" imgW="393529" imgH="228501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08500"/>
                        <a:ext cx="893763" cy="5905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5" name="Object 49"/>
          <p:cNvGraphicFramePr>
            <a:graphicFrameLocks noChangeAspect="1"/>
          </p:cNvGraphicFramePr>
          <p:nvPr/>
        </p:nvGraphicFramePr>
        <p:xfrm>
          <a:off x="6919913" y="4638675"/>
          <a:ext cx="15271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" name="Формула" r:id="rId61" imgW="672808" imgH="228501" progId="Equation.3">
                  <p:embed/>
                </p:oleObj>
              </mc:Choice>
              <mc:Fallback>
                <p:oleObj name="Формула" r:id="rId61" imgW="672808" imgH="228501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3" y="4638675"/>
                        <a:ext cx="1527175" cy="5905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6" name="Object 50"/>
          <p:cNvGraphicFramePr>
            <a:graphicFrameLocks noChangeAspect="1"/>
          </p:cNvGraphicFramePr>
          <p:nvPr/>
        </p:nvGraphicFramePr>
        <p:xfrm>
          <a:off x="7451725" y="4652963"/>
          <a:ext cx="45878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" name="Формула" r:id="rId63" imgW="114102" imgH="126780" progId="Equation.3">
                  <p:embed/>
                </p:oleObj>
              </mc:Choice>
              <mc:Fallback>
                <p:oleObj name="Формула" r:id="rId63" imgW="114102" imgH="12678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652963"/>
                        <a:ext cx="458788" cy="5762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7" name="Object 51"/>
          <p:cNvGraphicFramePr>
            <a:graphicFrameLocks noChangeAspect="1"/>
          </p:cNvGraphicFramePr>
          <p:nvPr/>
        </p:nvGraphicFramePr>
        <p:xfrm>
          <a:off x="669925" y="4495800"/>
          <a:ext cx="192881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6" name="Формула" r:id="rId65" imgW="850900" imgH="228600" progId="Equation.3">
                  <p:embed/>
                </p:oleObj>
              </mc:Choice>
              <mc:Fallback>
                <p:oleObj name="Формула" r:id="rId65" imgW="850900" imgH="2286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4495800"/>
                        <a:ext cx="1928813" cy="5889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9" name="AutoShape 52">
            <a:hlinkClick r:id="rId6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431800" cy="360363"/>
          </a:xfrm>
          <a:prstGeom prst="actionButtonForwardNex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grpSp>
        <p:nvGrpSpPr>
          <p:cNvPr id="29749" name="Group 53"/>
          <p:cNvGrpSpPr>
            <a:grpSpLocks/>
          </p:cNvGrpSpPr>
          <p:nvPr/>
        </p:nvGrpSpPr>
        <p:grpSpPr bwMode="auto">
          <a:xfrm>
            <a:off x="539750" y="1341438"/>
            <a:ext cx="8424863" cy="2019300"/>
            <a:chOff x="249" y="1162"/>
            <a:chExt cx="5307" cy="1272"/>
          </a:xfrm>
        </p:grpSpPr>
        <p:sp>
          <p:nvSpPr>
            <p:cNvPr id="25641" name="Rectangle 54"/>
            <p:cNvSpPr>
              <a:spLocks noChangeArrowheads="1"/>
            </p:cNvSpPr>
            <p:nvPr/>
          </p:nvSpPr>
          <p:spPr bwMode="auto">
            <a:xfrm>
              <a:off x="907" y="1441"/>
              <a:ext cx="43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мос ҳолда А ва В фойдаланувчиларнинг тасодифий сонлари.</a:t>
              </a:r>
              <a:endParaRPr lang="ru-RU"/>
            </a:p>
          </p:txBody>
        </p:sp>
        <p:sp>
          <p:nvSpPr>
            <p:cNvPr id="25642" name="Rectangle 55"/>
            <p:cNvSpPr>
              <a:spLocks noChangeArrowheads="1"/>
            </p:cNvSpPr>
            <p:nvPr/>
          </p:nvSpPr>
          <p:spPr bwMode="auto">
            <a:xfrm>
              <a:off x="249" y="1208"/>
              <a:ext cx="5307" cy="1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25643" name="Object 56"/>
            <p:cNvGraphicFramePr>
              <a:graphicFrameLocks noChangeAspect="1"/>
            </p:cNvGraphicFramePr>
            <p:nvPr/>
          </p:nvGraphicFramePr>
          <p:xfrm>
            <a:off x="338" y="1344"/>
            <a:ext cx="591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7" name="Формула" r:id="rId68" imgW="444307" imgH="241195" progId="Equation.3">
                    <p:embed/>
                  </p:oleObj>
                </mc:Choice>
                <mc:Fallback>
                  <p:oleObj name="Формула" r:id="rId68" imgW="444307" imgH="241195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" y="1344"/>
                          <a:ext cx="591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4" name="Object 57"/>
            <p:cNvGraphicFramePr>
              <a:graphicFrameLocks noChangeAspect="1"/>
            </p:cNvGraphicFramePr>
            <p:nvPr/>
          </p:nvGraphicFramePr>
          <p:xfrm>
            <a:off x="338" y="1892"/>
            <a:ext cx="31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8" name="Формула" r:id="rId70" imgW="291973" imgH="253890" progId="Equation.3">
                    <p:embed/>
                  </p:oleObj>
                </mc:Choice>
                <mc:Fallback>
                  <p:oleObj name="Формула" r:id="rId70" imgW="291973" imgH="25389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" y="1892"/>
                          <a:ext cx="31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5" name="Rectangle 58"/>
            <p:cNvSpPr>
              <a:spLocks noChangeArrowheads="1"/>
            </p:cNvSpPr>
            <p:nvPr/>
          </p:nvSpPr>
          <p:spPr bwMode="auto">
            <a:xfrm>
              <a:off x="657" y="1935"/>
              <a:ext cx="40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фойдаланувчи ва арбитрнинг  умумий калитлари.</a:t>
              </a:r>
            </a:p>
          </p:txBody>
        </p:sp>
        <p:graphicFrame>
          <p:nvGraphicFramePr>
            <p:cNvPr id="25646" name="Object 59"/>
            <p:cNvGraphicFramePr>
              <a:graphicFrameLocks noChangeAspect="1"/>
            </p:cNvGraphicFramePr>
            <p:nvPr/>
          </p:nvGraphicFramePr>
          <p:xfrm>
            <a:off x="343" y="1162"/>
            <a:ext cx="22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9" name="Формула" r:id="rId72" imgW="203112" imgH="279279" progId="Equation.3">
                    <p:embed/>
                  </p:oleObj>
                </mc:Choice>
                <mc:Fallback>
                  <p:oleObj name="Формула" r:id="rId72" imgW="203112" imgH="279279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" y="1162"/>
                          <a:ext cx="223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7" name="Rectangle 60"/>
            <p:cNvSpPr>
              <a:spLocks noChangeArrowheads="1"/>
            </p:cNvSpPr>
            <p:nvPr/>
          </p:nvSpPr>
          <p:spPr bwMode="auto">
            <a:xfrm>
              <a:off x="521" y="1208"/>
              <a:ext cx="3856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- </a:t>
              </a:r>
              <a:r>
                <a:rPr lang="uz-Cyrl-UZ"/>
                <a:t>генерация қилинган ва узатилиши керак бўлган  калит.</a:t>
              </a:r>
              <a:endParaRPr lang="ru-RU"/>
            </a:p>
          </p:txBody>
        </p:sp>
        <p:graphicFrame>
          <p:nvGraphicFramePr>
            <p:cNvPr id="25648" name="Object 61"/>
            <p:cNvGraphicFramePr>
              <a:graphicFrameLocks noChangeAspect="1"/>
            </p:cNvGraphicFramePr>
            <p:nvPr/>
          </p:nvGraphicFramePr>
          <p:xfrm>
            <a:off x="340" y="2120"/>
            <a:ext cx="306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40" name="Формула" r:id="rId74" imgW="279279" imgH="253890" progId="Equation.3">
                    <p:embed/>
                  </p:oleObj>
                </mc:Choice>
                <mc:Fallback>
                  <p:oleObj name="Формула" r:id="rId74" imgW="279279" imgH="253890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2120"/>
                          <a:ext cx="306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9" name="Rectangle 62"/>
            <p:cNvSpPr>
              <a:spLocks noChangeArrowheads="1"/>
            </p:cNvSpPr>
            <p:nvPr/>
          </p:nvSpPr>
          <p:spPr bwMode="auto">
            <a:xfrm>
              <a:off x="657" y="2165"/>
              <a:ext cx="40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 ва арбитрнинг  умумий калитлари.</a:t>
              </a:r>
            </a:p>
          </p:txBody>
        </p:sp>
        <p:sp>
          <p:nvSpPr>
            <p:cNvPr id="25650" name="Rectangle 63"/>
            <p:cNvSpPr>
              <a:spLocks noChangeArrowheads="1"/>
            </p:cNvSpPr>
            <p:nvPr/>
          </p:nvSpPr>
          <p:spPr bwMode="auto">
            <a:xfrm>
              <a:off x="552" y="1702"/>
              <a:ext cx="43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тасодифий сон (санс алоқасини аутентификация қилиш учун)</a:t>
              </a:r>
              <a:endParaRPr lang="ru-RU"/>
            </a:p>
          </p:txBody>
        </p:sp>
        <p:graphicFrame>
          <p:nvGraphicFramePr>
            <p:cNvPr id="25651" name="Object 64"/>
            <p:cNvGraphicFramePr>
              <a:graphicFrameLocks noChangeAspect="1"/>
            </p:cNvGraphicFramePr>
            <p:nvPr/>
          </p:nvGraphicFramePr>
          <p:xfrm>
            <a:off x="340" y="1636"/>
            <a:ext cx="251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41" name="Формула" r:id="rId76" imgW="114102" imgH="126780" progId="Equation.3">
                    <p:embed/>
                  </p:oleObj>
                </mc:Choice>
                <mc:Fallback>
                  <p:oleObj name="Формула" r:id="rId76" imgW="114102" imgH="12678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1636"/>
                          <a:ext cx="251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9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1.48148E-6 L 0.0625 0.00556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297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22222E-6 L 0.60869 0.00301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34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99 0.00717 L -0.26753 -0.47861 " pathEditMode="relative" rAng="0" ptsTypes="AA">
                                      <p:cBhvr>
                                        <p:cTn id="95" dur="1000" fill="hold"/>
                                        <p:tgtEl>
                                          <p:spTgt spid="297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85" y="-24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1064 L 0.31702 0.48971 " pathEditMode="relative" rAng="0" ptsTypes="AA">
                                      <p:cBhvr>
                                        <p:cTn id="123" dur="1000" fill="hold"/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51" y="23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3 -0.00301 L -0.61997 -0.00601 " pathEditMode="relative" rAng="0" ptsTypes="AA">
                                      <p:cBhvr>
                                        <p:cTn id="176" dur="1000" fill="hold"/>
                                        <p:tgtEl>
                                          <p:spTgt spid="297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0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31214E-6 L -0.6092 0.00324 " pathEditMode="relative" rAng="0" ptsTypes="AA">
                                      <p:cBhvr>
                                        <p:cTn id="229" dur="1000" fill="hold"/>
                                        <p:tgtEl>
                                          <p:spTgt spid="297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469" y="162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2.31214E-6 L -0.60642 0.00324 " pathEditMode="relative" rAng="0" ptsTypes="AA">
                                      <p:cBhvr>
                                        <p:cTn id="231" dur="1000" fill="hold"/>
                                        <p:tgtEl>
                                          <p:spTgt spid="297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330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2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29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2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9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2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500"/>
                                        <p:tgtEl>
                                          <p:spTgt spid="29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2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/>
                                        <p:tgtEl>
                                          <p:spTgt spid="29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2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29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2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 nodeType="clickPar">
                      <p:stCondLst>
                        <p:cond delay="indefinite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927 0.00648 L 0.68716 0.01596 " pathEditMode="relative" rAng="0" ptsTypes="AA">
                                      <p:cBhvr>
                                        <p:cTn id="292" dur="1000" fill="hold"/>
                                        <p:tgtEl>
                                          <p:spTgt spid="297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85" y="4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 nodeType="clickPar">
                      <p:stCondLst>
                        <p:cond delay="indefinite"/>
                      </p:stCondLst>
                      <p:childTnLst>
                        <p:par>
                          <p:cTn id="2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9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2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 nodeType="clickPar">
                      <p:stCondLst>
                        <p:cond delay="indefinite"/>
                      </p:stCondLst>
                      <p:childTnLst>
                        <p:par>
                          <p:cTn id="3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4" dur="500"/>
                                        <p:tgtEl>
                                          <p:spTgt spid="297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2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Par">
                      <p:stCondLst>
                        <p:cond delay="indefinite"/>
                      </p:stCondLst>
                      <p:childTnLst>
                        <p:par>
                          <p:cTn id="3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9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/>
      <p:bldP spid="2970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396875" y="693738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800" b="1"/>
              <a:t>Асимметрик шифрлаш алгоритми ёрдамида </a:t>
            </a:r>
          </a:p>
          <a:p>
            <a:pPr algn="ctr"/>
            <a:r>
              <a:rPr lang="uz-Cyrl-UZ" sz="2800" b="1"/>
              <a:t>маҳфий маълумот алмашувчи томонлар </a:t>
            </a:r>
          </a:p>
          <a:p>
            <a:pPr algn="ctr"/>
            <a:r>
              <a:rPr lang="uz-Cyrl-UZ" sz="2800" b="1"/>
              <a:t>идентификациясини таъминловчи </a:t>
            </a:r>
          </a:p>
          <a:p>
            <a:pPr algn="ctr"/>
            <a:r>
              <a:rPr lang="uz-Cyrl-UZ" sz="2800" b="1"/>
              <a:t>протоколлар</a:t>
            </a:r>
            <a:endParaRPr lang="ru-RU" sz="2800" b="1"/>
          </a:p>
        </p:txBody>
      </p:sp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468313" y="2276475"/>
            <a:ext cx="8351837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 algn="ctr">
              <a:buFontTx/>
              <a:buAutoNum type="arabicPeriod"/>
            </a:pPr>
            <a:r>
              <a:rPr lang="uz-Cyrl-UZ" sz="2400"/>
              <a:t>Вақт меткаси ёрдамида бир томонлама идентификацияни</a:t>
            </a:r>
          </a:p>
          <a:p>
            <a:pPr marL="342900" indent="-342900" algn="ctr"/>
            <a:r>
              <a:rPr lang="uz-Cyrl-UZ" sz="2400"/>
              <a:t>таъминлаш.</a:t>
            </a:r>
            <a:endParaRPr lang="ru-RU" sz="2400"/>
          </a:p>
        </p:txBody>
      </p:sp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250825" y="3430588"/>
            <a:ext cx="84963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 sz="2000" b="1"/>
              <a:t>2. </a:t>
            </a:r>
            <a:r>
              <a:rPr lang="uz-Cyrl-UZ" sz="2400"/>
              <a:t>Тасодифий сондан фойдаланиб бир томонлама </a:t>
            </a:r>
          </a:p>
          <a:p>
            <a:r>
              <a:rPr lang="uz-Cyrl-UZ" sz="2400"/>
              <a:t>                              идентификацияни таъминлаш.</a:t>
            </a:r>
            <a:endParaRPr lang="ru-RU" sz="2400"/>
          </a:p>
        </p:txBody>
      </p:sp>
      <p:sp>
        <p:nvSpPr>
          <p:cNvPr id="26629" name="Rectangle 7"/>
          <p:cNvSpPr>
            <a:spLocks noChangeArrowheads="1"/>
          </p:cNvSpPr>
          <p:nvPr/>
        </p:nvSpPr>
        <p:spPr bwMode="auto">
          <a:xfrm>
            <a:off x="250825" y="4581525"/>
            <a:ext cx="84963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 sz="2000" b="1"/>
              <a:t>3. </a:t>
            </a:r>
            <a:r>
              <a:rPr lang="uz-Cyrl-UZ" sz="2400"/>
              <a:t>Тасодифий сондан фойдаланиб ўзаро идентификацияни</a:t>
            </a:r>
          </a:p>
          <a:p>
            <a:r>
              <a:rPr lang="uz-Cyrl-UZ" sz="2400"/>
              <a:t>                                             таъминлаш.</a:t>
            </a:r>
            <a:endParaRPr lang="ru-RU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396875" y="188913"/>
            <a:ext cx="835183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/>
              <a:t>Вақт меткаси ёрдамида бир томонлама идентификацияни таъминлаш</a:t>
            </a:r>
            <a:endParaRPr lang="ru-RU" b="1"/>
          </a:p>
        </p:txBody>
      </p:sp>
      <p:pic>
        <p:nvPicPr>
          <p:cNvPr id="36867" name="Picture 3" descr="AG00174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35756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4" descr="AG00174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3286125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3" name="Group 5"/>
          <p:cNvGrpSpPr>
            <a:grpSpLocks/>
          </p:cNvGrpSpPr>
          <p:nvPr/>
        </p:nvGrpSpPr>
        <p:grpSpPr bwMode="auto">
          <a:xfrm>
            <a:off x="0" y="4221163"/>
            <a:ext cx="9144000" cy="2662237"/>
            <a:chOff x="0" y="2524"/>
            <a:chExt cx="5760" cy="1677"/>
          </a:xfrm>
        </p:grpSpPr>
        <p:pic>
          <p:nvPicPr>
            <p:cNvPr id="27689" name="Picture 6" descr="56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90" name="Picture 7" descr="65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91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7692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7693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27694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27695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36877" name="Object 13"/>
          <p:cNvGraphicFramePr>
            <a:graphicFrameLocks noChangeAspect="1"/>
          </p:cNvGraphicFramePr>
          <p:nvPr/>
        </p:nvGraphicFramePr>
        <p:xfrm>
          <a:off x="638175" y="5018088"/>
          <a:ext cx="3556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8" name="Формула" r:id="rId6" imgW="152268" imgH="215713" progId="Equation.3">
                  <p:embed/>
                </p:oleObj>
              </mc:Choice>
              <mc:Fallback>
                <p:oleObj name="Формула" r:id="rId6" imgW="152268" imgH="21571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" y="5018088"/>
                        <a:ext cx="355600" cy="4984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17"/>
          <p:cNvGraphicFramePr>
            <a:graphicFrameLocks noChangeAspect="1"/>
          </p:cNvGraphicFramePr>
          <p:nvPr/>
        </p:nvGraphicFramePr>
        <p:xfrm>
          <a:off x="577850" y="476250"/>
          <a:ext cx="28257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9" name="Формула" r:id="rId8" imgW="152268" imgH="215713" progId="Equation.3">
                  <p:embed/>
                </p:oleObj>
              </mc:Choice>
              <mc:Fallback>
                <p:oleObj name="Формула" r:id="rId8" imgW="152268" imgH="21571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476250"/>
                        <a:ext cx="28257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6" name="Group 60"/>
          <p:cNvGrpSpPr>
            <a:grpSpLocks/>
          </p:cNvGrpSpPr>
          <p:nvPr/>
        </p:nvGrpSpPr>
        <p:grpSpPr bwMode="auto">
          <a:xfrm>
            <a:off x="468313" y="549275"/>
            <a:ext cx="8474075" cy="2171700"/>
            <a:chOff x="295" y="346"/>
            <a:chExt cx="5338" cy="1368"/>
          </a:xfrm>
        </p:grpSpPr>
        <p:sp>
          <p:nvSpPr>
            <p:cNvPr id="27679" name="Rectangle 15"/>
            <p:cNvSpPr>
              <a:spLocks noChangeArrowheads="1"/>
            </p:cNvSpPr>
            <p:nvPr/>
          </p:nvSpPr>
          <p:spPr bwMode="auto">
            <a:xfrm>
              <a:off x="848" y="618"/>
              <a:ext cx="47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 (идентификацион рақами)</a:t>
              </a:r>
              <a:endParaRPr lang="ru-RU"/>
            </a:p>
          </p:txBody>
        </p:sp>
        <p:sp>
          <p:nvSpPr>
            <p:cNvPr id="27680" name="Rectangle 16"/>
            <p:cNvSpPr>
              <a:spLocks noChangeArrowheads="1"/>
            </p:cNvSpPr>
            <p:nvPr/>
          </p:nvSpPr>
          <p:spPr bwMode="auto">
            <a:xfrm>
              <a:off x="385" y="1529"/>
              <a:ext cx="454" cy="181"/>
            </a:xfrm>
            <a:prstGeom prst="rect">
              <a:avLst/>
            </a:prstGeom>
            <a:solidFill>
              <a:srgbClr val="00B0AC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7681" name="Rectangle 18"/>
            <p:cNvSpPr>
              <a:spLocks noChangeArrowheads="1"/>
            </p:cNvSpPr>
            <p:nvPr/>
          </p:nvSpPr>
          <p:spPr bwMode="auto">
            <a:xfrm>
              <a:off x="295" y="346"/>
              <a:ext cx="5307" cy="1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7682" name="Rectangle 19"/>
            <p:cNvSpPr>
              <a:spLocks noChangeArrowheads="1"/>
            </p:cNvSpPr>
            <p:nvPr/>
          </p:nvSpPr>
          <p:spPr bwMode="auto">
            <a:xfrm>
              <a:off x="639" y="346"/>
              <a:ext cx="25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фойдаланувчининг вақт меткаси</a:t>
              </a:r>
              <a:endParaRPr lang="ru-RU"/>
            </a:p>
          </p:txBody>
        </p:sp>
        <p:graphicFrame>
          <p:nvGraphicFramePr>
            <p:cNvPr id="27683" name="Object 20"/>
            <p:cNvGraphicFramePr>
              <a:graphicFrameLocks noChangeAspect="1"/>
            </p:cNvGraphicFramePr>
            <p:nvPr/>
          </p:nvGraphicFramePr>
          <p:xfrm>
            <a:off x="340" y="618"/>
            <a:ext cx="52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0" name="Формула" r:id="rId10" imgW="393529" imgH="203112" progId="Equation.3">
                    <p:embed/>
                  </p:oleObj>
                </mc:Choice>
                <mc:Fallback>
                  <p:oleObj name="Формула" r:id="rId10" imgW="393529" imgH="203112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618"/>
                          <a:ext cx="523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4" name="Object 21"/>
            <p:cNvGraphicFramePr>
              <a:graphicFrameLocks noChangeAspect="1"/>
            </p:cNvGraphicFramePr>
            <p:nvPr/>
          </p:nvGraphicFramePr>
          <p:xfrm>
            <a:off x="359" y="861"/>
            <a:ext cx="18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1" name="Формула" r:id="rId12" imgW="139579" imgH="177646" progId="Equation.3">
                    <p:embed/>
                  </p:oleObj>
                </mc:Choice>
                <mc:Fallback>
                  <p:oleObj name="Формула" r:id="rId12" imgW="139579" imgH="177646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" y="861"/>
                          <a:ext cx="185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5" name="Rectangle 22"/>
            <p:cNvSpPr>
              <a:spLocks noChangeArrowheads="1"/>
            </p:cNvSpPr>
            <p:nvPr/>
          </p:nvSpPr>
          <p:spPr bwMode="auto">
            <a:xfrm>
              <a:off x="612" y="866"/>
              <a:ext cx="490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 учун маълум бўлган электрон рақамли</a:t>
              </a:r>
            </a:p>
            <a:p>
              <a:r>
                <a:rPr lang="uz-Cyrl-UZ"/>
                <a:t>                                          имзо алгоритми</a:t>
              </a:r>
            </a:p>
          </p:txBody>
        </p:sp>
        <p:sp>
          <p:nvSpPr>
            <p:cNvPr id="27686" name="Rectangle 26"/>
            <p:cNvSpPr>
              <a:spLocks noChangeArrowheads="1"/>
            </p:cNvSpPr>
            <p:nvPr/>
          </p:nvSpPr>
          <p:spPr bwMode="auto">
            <a:xfrm>
              <a:off x="852" y="1207"/>
              <a:ext cx="40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қабул қилиш</a:t>
              </a:r>
            </a:p>
          </p:txBody>
        </p:sp>
        <p:sp>
          <p:nvSpPr>
            <p:cNvPr id="27687" name="Rectangle 27"/>
            <p:cNvSpPr>
              <a:spLocks noChangeArrowheads="1"/>
            </p:cNvSpPr>
            <p:nvPr/>
          </p:nvSpPr>
          <p:spPr bwMode="auto">
            <a:xfrm>
              <a:off x="385" y="1257"/>
              <a:ext cx="453" cy="181"/>
            </a:xfrm>
            <a:prstGeom prst="rect">
              <a:avLst/>
            </a:prstGeom>
            <a:solidFill>
              <a:srgbClr val="CC66FF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7688" name="Rectangle 29"/>
            <p:cNvSpPr>
              <a:spLocks noChangeArrowheads="1"/>
            </p:cNvSpPr>
            <p:nvPr/>
          </p:nvSpPr>
          <p:spPr bwMode="auto">
            <a:xfrm>
              <a:off x="839" y="1483"/>
              <a:ext cx="40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узатиш</a:t>
              </a:r>
            </a:p>
          </p:txBody>
        </p:sp>
      </p:grpSp>
      <p:grpSp>
        <p:nvGrpSpPr>
          <p:cNvPr id="36894" name="Group 30"/>
          <p:cNvGrpSpPr>
            <a:grpSpLocks/>
          </p:cNvGrpSpPr>
          <p:nvPr/>
        </p:nvGrpSpPr>
        <p:grpSpPr bwMode="auto">
          <a:xfrm>
            <a:off x="636588" y="4967288"/>
            <a:ext cx="2760662" cy="549275"/>
            <a:chOff x="-183" y="1112"/>
            <a:chExt cx="3344" cy="828"/>
          </a:xfrm>
        </p:grpSpPr>
        <p:sp>
          <p:nvSpPr>
            <p:cNvPr id="27677" name="Rectangle 31"/>
            <p:cNvSpPr>
              <a:spLocks noChangeArrowheads="1"/>
            </p:cNvSpPr>
            <p:nvPr/>
          </p:nvSpPr>
          <p:spPr bwMode="auto">
            <a:xfrm>
              <a:off x="1292" y="1253"/>
              <a:ext cx="454" cy="544"/>
            </a:xfrm>
            <a:prstGeom prst="rect">
              <a:avLst/>
            </a:prstGeom>
            <a:solidFill>
              <a:srgbClr val="00B0AC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27678" name="Object 32"/>
            <p:cNvGraphicFramePr>
              <a:graphicFrameLocks noChangeAspect="1"/>
            </p:cNvGraphicFramePr>
            <p:nvPr/>
          </p:nvGraphicFramePr>
          <p:xfrm>
            <a:off x="-183" y="1112"/>
            <a:ext cx="3344" cy="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2" name="Формула" r:id="rId14" imgW="1447172" imgH="253890" progId="Equation.3">
                    <p:embed/>
                  </p:oleObj>
                </mc:Choice>
                <mc:Fallback>
                  <p:oleObj name="Формула" r:id="rId14" imgW="1447172" imgH="25389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83" y="1112"/>
                          <a:ext cx="3344" cy="828"/>
                        </a:xfrm>
                        <a:prstGeom prst="rect">
                          <a:avLst/>
                        </a:prstGeom>
                        <a:solidFill>
                          <a:srgbClr val="00B0AC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898" name="Group 34"/>
          <p:cNvGrpSpPr>
            <a:grpSpLocks/>
          </p:cNvGrpSpPr>
          <p:nvPr/>
        </p:nvGrpSpPr>
        <p:grpSpPr bwMode="auto">
          <a:xfrm>
            <a:off x="1065213" y="4997450"/>
            <a:ext cx="985837" cy="519113"/>
            <a:chOff x="1973" y="3702"/>
            <a:chExt cx="986" cy="535"/>
          </a:xfrm>
        </p:grpSpPr>
        <p:sp>
          <p:nvSpPr>
            <p:cNvPr id="27675" name="Rectangle 35"/>
            <p:cNvSpPr>
              <a:spLocks noChangeArrowheads="1"/>
            </p:cNvSpPr>
            <p:nvPr/>
          </p:nvSpPr>
          <p:spPr bwMode="auto">
            <a:xfrm>
              <a:off x="1973" y="3702"/>
              <a:ext cx="986" cy="535"/>
            </a:xfrm>
            <a:prstGeom prst="rect">
              <a:avLst/>
            </a:prstGeom>
            <a:solidFill>
              <a:srgbClr val="CC66FF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27676" name="Object 36"/>
            <p:cNvGraphicFramePr>
              <a:graphicFrameLocks noChangeAspect="1"/>
            </p:cNvGraphicFramePr>
            <p:nvPr/>
          </p:nvGraphicFramePr>
          <p:xfrm>
            <a:off x="2018" y="3732"/>
            <a:ext cx="907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3" name="Формула" r:id="rId16" imgW="393529" imgH="203112" progId="Equation.3">
                    <p:embed/>
                  </p:oleObj>
                </mc:Choice>
                <mc:Fallback>
                  <p:oleObj name="Формула" r:id="rId16" imgW="393529" imgH="203112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3732"/>
                          <a:ext cx="907" cy="469"/>
                        </a:xfrm>
                        <a:prstGeom prst="rect">
                          <a:avLst/>
                        </a:prstGeom>
                        <a:solidFill>
                          <a:srgbClr val="CC66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6902" name="Picture 38" descr="AG00174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335756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903" name="Picture 39" descr="AG00174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5756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04" name="Line 40"/>
          <p:cNvSpPr>
            <a:spLocks noChangeShapeType="1"/>
          </p:cNvSpPr>
          <p:nvPr/>
        </p:nvSpPr>
        <p:spPr bwMode="auto">
          <a:xfrm flipV="1">
            <a:off x="1547813" y="3933825"/>
            <a:ext cx="22320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36905" name="Line 41"/>
          <p:cNvSpPr>
            <a:spLocks noChangeShapeType="1"/>
          </p:cNvSpPr>
          <p:nvPr/>
        </p:nvSpPr>
        <p:spPr bwMode="auto">
          <a:xfrm flipH="1" flipV="1">
            <a:off x="5292725" y="3933825"/>
            <a:ext cx="194310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graphicFrame>
        <p:nvGraphicFramePr>
          <p:cNvPr id="36912" name="Object 48"/>
          <p:cNvGraphicFramePr>
            <a:graphicFrameLocks noChangeAspect="1"/>
          </p:cNvGraphicFramePr>
          <p:nvPr/>
        </p:nvGraphicFramePr>
        <p:xfrm>
          <a:off x="2063750" y="5013325"/>
          <a:ext cx="19161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4" name="Формула" r:id="rId18" imgW="875920" imgH="253890" progId="Equation.3">
                  <p:embed/>
                </p:oleObj>
              </mc:Choice>
              <mc:Fallback>
                <p:oleObj name="Формула" r:id="rId18" imgW="875920" imgH="25389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5013325"/>
                        <a:ext cx="1916113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913" name="Group 49"/>
          <p:cNvGrpSpPr>
            <a:grpSpLocks/>
          </p:cNvGrpSpPr>
          <p:nvPr/>
        </p:nvGrpSpPr>
        <p:grpSpPr bwMode="auto">
          <a:xfrm>
            <a:off x="6324600" y="5003800"/>
            <a:ext cx="2760663" cy="549275"/>
            <a:chOff x="-183" y="1112"/>
            <a:chExt cx="3344" cy="828"/>
          </a:xfrm>
        </p:grpSpPr>
        <p:sp>
          <p:nvSpPr>
            <p:cNvPr id="27673" name="Rectangle 50"/>
            <p:cNvSpPr>
              <a:spLocks noChangeArrowheads="1"/>
            </p:cNvSpPr>
            <p:nvPr/>
          </p:nvSpPr>
          <p:spPr bwMode="auto">
            <a:xfrm>
              <a:off x="1292" y="1253"/>
              <a:ext cx="454" cy="544"/>
            </a:xfrm>
            <a:prstGeom prst="rect">
              <a:avLst/>
            </a:prstGeom>
            <a:solidFill>
              <a:srgbClr val="00B0AC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27674" name="Object 51"/>
            <p:cNvGraphicFramePr>
              <a:graphicFrameLocks noChangeAspect="1"/>
            </p:cNvGraphicFramePr>
            <p:nvPr/>
          </p:nvGraphicFramePr>
          <p:xfrm>
            <a:off x="-183" y="1112"/>
            <a:ext cx="3344" cy="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5" name="Формула" r:id="rId20" imgW="1447172" imgH="253890" progId="Equation.3">
                    <p:embed/>
                  </p:oleObj>
                </mc:Choice>
                <mc:Fallback>
                  <p:oleObj name="Формула" r:id="rId20" imgW="1447172" imgH="25389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83" y="1112"/>
                          <a:ext cx="3344" cy="828"/>
                        </a:xfrm>
                        <a:prstGeom prst="rect">
                          <a:avLst/>
                        </a:prstGeom>
                        <a:solidFill>
                          <a:srgbClr val="CC66FF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916" name="Object 52"/>
          <p:cNvGraphicFramePr>
            <a:graphicFrameLocks noChangeAspect="1"/>
          </p:cNvGraphicFramePr>
          <p:nvPr/>
        </p:nvGraphicFramePr>
        <p:xfrm>
          <a:off x="6829425" y="5013325"/>
          <a:ext cx="3905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6" name="Формула" r:id="rId21" imgW="177569" imgH="253670" progId="Equation.3">
                  <p:embed/>
                </p:oleObj>
              </mc:Choice>
              <mc:Fallback>
                <p:oleObj name="Формула" r:id="rId21" imgW="177569" imgH="25367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425" y="5013325"/>
                        <a:ext cx="390525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17" name="Object 53"/>
          <p:cNvGraphicFramePr>
            <a:graphicFrameLocks noChangeAspect="1"/>
          </p:cNvGraphicFramePr>
          <p:nvPr/>
        </p:nvGraphicFramePr>
        <p:xfrm>
          <a:off x="7308850" y="5013325"/>
          <a:ext cx="8636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7" name="Формула" r:id="rId23" imgW="393529" imgH="203112" progId="Equation.3">
                  <p:embed/>
                </p:oleObj>
              </mc:Choice>
              <mc:Fallback>
                <p:oleObj name="Формула" r:id="rId23" imgW="393529" imgH="203112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013325"/>
                        <a:ext cx="863600" cy="5032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918" name="Group 54"/>
          <p:cNvGrpSpPr>
            <a:grpSpLocks/>
          </p:cNvGrpSpPr>
          <p:nvPr/>
        </p:nvGrpSpPr>
        <p:grpSpPr bwMode="auto">
          <a:xfrm>
            <a:off x="6769100" y="4984750"/>
            <a:ext cx="1582738" cy="561975"/>
            <a:chOff x="489" y="1134"/>
            <a:chExt cx="1995" cy="789"/>
          </a:xfrm>
        </p:grpSpPr>
        <p:sp>
          <p:nvSpPr>
            <p:cNvPr id="27671" name="Rectangle 55"/>
            <p:cNvSpPr>
              <a:spLocks noChangeArrowheads="1"/>
            </p:cNvSpPr>
            <p:nvPr/>
          </p:nvSpPr>
          <p:spPr bwMode="auto">
            <a:xfrm>
              <a:off x="1292" y="1253"/>
              <a:ext cx="454" cy="544"/>
            </a:xfrm>
            <a:prstGeom prst="rect">
              <a:avLst/>
            </a:prstGeom>
            <a:solidFill>
              <a:srgbClr val="CC66FF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27672" name="Object 56"/>
            <p:cNvGraphicFramePr>
              <a:graphicFrameLocks noChangeAspect="1"/>
            </p:cNvGraphicFramePr>
            <p:nvPr/>
          </p:nvGraphicFramePr>
          <p:xfrm>
            <a:off x="489" y="1134"/>
            <a:ext cx="1995" cy="7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8" name="Формула" r:id="rId24" imgW="863225" imgH="241195" progId="Equation.3">
                    <p:embed/>
                  </p:oleObj>
                </mc:Choice>
                <mc:Fallback>
                  <p:oleObj name="Формула" r:id="rId24" imgW="863225" imgH="241195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" y="1134"/>
                          <a:ext cx="1995" cy="789"/>
                        </a:xfrm>
                        <a:prstGeom prst="rect">
                          <a:avLst/>
                        </a:prstGeom>
                        <a:solidFill>
                          <a:srgbClr val="CC66FF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921" name="Group 57"/>
          <p:cNvGrpSpPr>
            <a:grpSpLocks/>
          </p:cNvGrpSpPr>
          <p:nvPr/>
        </p:nvGrpSpPr>
        <p:grpSpPr bwMode="auto">
          <a:xfrm>
            <a:off x="6877050" y="5013325"/>
            <a:ext cx="1152525" cy="503238"/>
            <a:chOff x="841" y="1174"/>
            <a:chExt cx="1291" cy="707"/>
          </a:xfrm>
        </p:grpSpPr>
        <p:sp>
          <p:nvSpPr>
            <p:cNvPr id="27669" name="Rectangle 58"/>
            <p:cNvSpPr>
              <a:spLocks noChangeArrowheads="1"/>
            </p:cNvSpPr>
            <p:nvPr/>
          </p:nvSpPr>
          <p:spPr bwMode="auto">
            <a:xfrm>
              <a:off x="1292" y="1253"/>
              <a:ext cx="454" cy="544"/>
            </a:xfrm>
            <a:prstGeom prst="rect">
              <a:avLst/>
            </a:prstGeom>
            <a:solidFill>
              <a:srgbClr val="CC66FF"/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27670" name="Object 59"/>
            <p:cNvGraphicFramePr>
              <a:graphicFrameLocks noChangeAspect="1"/>
            </p:cNvGraphicFramePr>
            <p:nvPr/>
          </p:nvGraphicFramePr>
          <p:xfrm>
            <a:off x="841" y="1174"/>
            <a:ext cx="1291" cy="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9" name="Формула" r:id="rId26" imgW="558558" imgH="215806" progId="Equation.3">
                    <p:embed/>
                  </p:oleObj>
                </mc:Choice>
                <mc:Fallback>
                  <p:oleObj name="Формула" r:id="rId26" imgW="558558" imgH="215806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1" y="1174"/>
                          <a:ext cx="1291" cy="707"/>
                        </a:xfrm>
                        <a:prstGeom prst="rect">
                          <a:avLst/>
                        </a:prstGeom>
                        <a:solidFill>
                          <a:srgbClr val="CC66FF"/>
                        </a:solidFill>
                        <a:ln w="2857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68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46821E-7 L 0.62604 0.00624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368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302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69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69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6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04" grpId="0" animBg="1"/>
      <p:bldP spid="3690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396875" y="188913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Тасодифий сондан фойдаланиб </a:t>
            </a:r>
          </a:p>
          <a:p>
            <a:pPr algn="ctr"/>
            <a:r>
              <a:rPr lang="uz-Cyrl-UZ" sz="2000" b="1"/>
              <a:t>бир томонлама идентификацияни таъминлаш</a:t>
            </a:r>
            <a:endParaRPr lang="ru-RU" sz="2000" b="1"/>
          </a:p>
        </p:txBody>
      </p:sp>
      <p:grpSp>
        <p:nvGrpSpPr>
          <p:cNvPr id="28675" name="Group 3"/>
          <p:cNvGrpSpPr>
            <a:grpSpLocks/>
          </p:cNvGrpSpPr>
          <p:nvPr/>
        </p:nvGrpSpPr>
        <p:grpSpPr bwMode="auto">
          <a:xfrm>
            <a:off x="0" y="3213100"/>
            <a:ext cx="9144000" cy="2662238"/>
            <a:chOff x="0" y="2524"/>
            <a:chExt cx="5760" cy="1677"/>
          </a:xfrm>
        </p:grpSpPr>
        <p:pic>
          <p:nvPicPr>
            <p:cNvPr id="28696" name="Picture 4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697" name="Picture 5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98" name="Line 6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8699" name="Line 7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8700" name="Rectangle 8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28701" name="Rectangle 9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28702" name="Line 10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28676" name="Group 34"/>
          <p:cNvGrpSpPr>
            <a:grpSpLocks/>
          </p:cNvGrpSpPr>
          <p:nvPr/>
        </p:nvGrpSpPr>
        <p:grpSpPr bwMode="auto">
          <a:xfrm>
            <a:off x="323850" y="669925"/>
            <a:ext cx="8424863" cy="1679575"/>
            <a:chOff x="204" y="422"/>
            <a:chExt cx="5307" cy="1058"/>
          </a:xfrm>
        </p:grpSpPr>
        <p:graphicFrame>
          <p:nvGraphicFramePr>
            <p:cNvPr id="28689" name="Object 12"/>
            <p:cNvGraphicFramePr>
              <a:graphicFrameLocks noChangeAspect="1"/>
            </p:cNvGraphicFramePr>
            <p:nvPr/>
          </p:nvGraphicFramePr>
          <p:xfrm>
            <a:off x="204" y="422"/>
            <a:ext cx="462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18" name="Формула" r:id="rId5" imgW="380835" imgH="215806" progId="Equation.3">
                    <p:embed/>
                  </p:oleObj>
                </mc:Choice>
                <mc:Fallback>
                  <p:oleObj name="Формула" r:id="rId5" imgW="380835" imgH="21580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422"/>
                          <a:ext cx="462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0" name="Rectangle 13"/>
            <p:cNvSpPr>
              <a:spLocks noChangeArrowheads="1"/>
            </p:cNvSpPr>
            <p:nvPr/>
          </p:nvSpPr>
          <p:spPr bwMode="auto">
            <a:xfrm>
              <a:off x="793" y="792"/>
              <a:ext cx="4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 (идентификацион рақами)</a:t>
              </a:r>
              <a:endParaRPr lang="ru-RU"/>
            </a:p>
          </p:txBody>
        </p:sp>
        <p:sp>
          <p:nvSpPr>
            <p:cNvPr id="28691" name="Rectangle 14"/>
            <p:cNvSpPr>
              <a:spLocks noChangeArrowheads="1"/>
            </p:cNvSpPr>
            <p:nvPr/>
          </p:nvSpPr>
          <p:spPr bwMode="auto">
            <a:xfrm>
              <a:off x="204" y="520"/>
              <a:ext cx="5307" cy="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8692" name="Rectangle 15"/>
            <p:cNvSpPr>
              <a:spLocks noChangeArrowheads="1"/>
            </p:cNvSpPr>
            <p:nvPr/>
          </p:nvSpPr>
          <p:spPr bwMode="auto">
            <a:xfrm>
              <a:off x="705" y="520"/>
              <a:ext cx="43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мос ҳолда А ва В фойдаланувчиларнинг тасодифий сонлари</a:t>
              </a:r>
              <a:endParaRPr lang="ru-RU"/>
            </a:p>
          </p:txBody>
        </p:sp>
        <p:graphicFrame>
          <p:nvGraphicFramePr>
            <p:cNvPr id="28693" name="Object 16"/>
            <p:cNvGraphicFramePr>
              <a:graphicFrameLocks noChangeAspect="1"/>
            </p:cNvGraphicFramePr>
            <p:nvPr/>
          </p:nvGraphicFramePr>
          <p:xfrm>
            <a:off x="249" y="792"/>
            <a:ext cx="52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19" name="Формула" r:id="rId7" imgW="393529" imgH="203112" progId="Equation.3">
                    <p:embed/>
                  </p:oleObj>
                </mc:Choice>
                <mc:Fallback>
                  <p:oleObj name="Формула" r:id="rId7" imgW="393529" imgH="20311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792"/>
                          <a:ext cx="52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4" name="Object 17"/>
            <p:cNvGraphicFramePr>
              <a:graphicFrameLocks noChangeAspect="1"/>
            </p:cNvGraphicFramePr>
            <p:nvPr/>
          </p:nvGraphicFramePr>
          <p:xfrm>
            <a:off x="266" y="1071"/>
            <a:ext cx="18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20" name="Формула" r:id="rId9" imgW="139579" imgH="177646" progId="Equation.3">
                    <p:embed/>
                  </p:oleObj>
                </mc:Choice>
                <mc:Fallback>
                  <p:oleObj name="Формула" r:id="rId9" imgW="139579" imgH="177646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" y="1071"/>
                          <a:ext cx="185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5" name="Rectangle 18"/>
            <p:cNvSpPr>
              <a:spLocks noChangeArrowheads="1"/>
            </p:cNvSpPr>
            <p:nvPr/>
          </p:nvSpPr>
          <p:spPr bwMode="auto">
            <a:xfrm>
              <a:off x="466" y="1076"/>
              <a:ext cx="490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электрон рақамли</a:t>
              </a:r>
            </a:p>
            <a:p>
              <a:r>
                <a:rPr lang="uz-Cyrl-UZ"/>
                <a:t>                                    имзо алгоритми</a:t>
              </a:r>
            </a:p>
          </p:txBody>
        </p:sp>
      </p:grpSp>
      <p:graphicFrame>
        <p:nvGraphicFramePr>
          <p:cNvPr id="37911" name="Object 23"/>
          <p:cNvGraphicFramePr>
            <a:graphicFrameLocks noChangeAspect="1"/>
          </p:cNvGraphicFramePr>
          <p:nvPr/>
        </p:nvGraphicFramePr>
        <p:xfrm>
          <a:off x="7561263" y="4029075"/>
          <a:ext cx="4524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1" name="Формула" r:id="rId11" imgW="177569" imgH="215619" progId="Equation.3">
                  <p:embed/>
                </p:oleObj>
              </mc:Choice>
              <mc:Fallback>
                <p:oleObj name="Формула" r:id="rId11" imgW="177569" imgH="21561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4029075"/>
                        <a:ext cx="452437" cy="552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3" name="Object 35"/>
          <p:cNvGraphicFramePr>
            <a:graphicFrameLocks noChangeAspect="1"/>
          </p:cNvGraphicFramePr>
          <p:nvPr/>
        </p:nvGraphicFramePr>
        <p:xfrm>
          <a:off x="7572375" y="4037013"/>
          <a:ext cx="4524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2" name="Формула" r:id="rId13" imgW="177569" imgH="215619" progId="Equation.3">
                  <p:embed/>
                </p:oleObj>
              </mc:Choice>
              <mc:Fallback>
                <p:oleObj name="Формула" r:id="rId13" imgW="177569" imgH="215619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75" y="4037013"/>
                        <a:ext cx="452438" cy="5524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4" name="Object 36"/>
          <p:cNvGraphicFramePr>
            <a:graphicFrameLocks noChangeAspect="1"/>
          </p:cNvGraphicFramePr>
          <p:nvPr/>
        </p:nvGraphicFramePr>
        <p:xfrm>
          <a:off x="1116013" y="4005263"/>
          <a:ext cx="4524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3" name="Формула" r:id="rId14" imgW="177569" imgH="215619" progId="Equation.3">
                  <p:embed/>
                </p:oleObj>
              </mc:Choice>
              <mc:Fallback>
                <p:oleObj name="Формула" r:id="rId14" imgW="177569" imgH="21561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005263"/>
                        <a:ext cx="452437" cy="552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5" name="Object 37"/>
          <p:cNvGraphicFramePr>
            <a:graphicFrameLocks noChangeAspect="1"/>
          </p:cNvGraphicFramePr>
          <p:nvPr/>
        </p:nvGraphicFramePr>
        <p:xfrm>
          <a:off x="579438" y="4005263"/>
          <a:ext cx="4524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4" name="Формула" r:id="rId15" imgW="177569" imgH="215619" progId="Equation.3">
                  <p:embed/>
                </p:oleObj>
              </mc:Choice>
              <mc:Fallback>
                <p:oleObj name="Формула" r:id="rId15" imgW="177569" imgH="215619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4005263"/>
                        <a:ext cx="452437" cy="552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7" name="Object 39"/>
          <p:cNvGraphicFramePr>
            <a:graphicFrameLocks noChangeAspect="1"/>
          </p:cNvGraphicFramePr>
          <p:nvPr/>
        </p:nvGraphicFramePr>
        <p:xfrm>
          <a:off x="1635125" y="4021138"/>
          <a:ext cx="1049338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5" name="Формула" r:id="rId17" imgW="393529" imgH="203112" progId="Equation.3">
                  <p:embed/>
                </p:oleObj>
              </mc:Choice>
              <mc:Fallback>
                <p:oleObj name="Формула" r:id="rId17" imgW="393529" imgH="203112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4021138"/>
                        <a:ext cx="1049338" cy="5445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8" name="Object 40"/>
          <p:cNvGraphicFramePr>
            <a:graphicFrameLocks noChangeAspect="1"/>
          </p:cNvGraphicFramePr>
          <p:nvPr/>
        </p:nvGraphicFramePr>
        <p:xfrm>
          <a:off x="280988" y="3956050"/>
          <a:ext cx="24622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6" name="Формула" r:id="rId19" imgW="1104900" imgH="254000" progId="Equation.3">
                  <p:embed/>
                </p:oleObj>
              </mc:Choice>
              <mc:Fallback>
                <p:oleObj name="Формула" r:id="rId19" imgW="1104900" imgH="2540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956050"/>
                        <a:ext cx="2462212" cy="6604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9" name="Object 41"/>
          <p:cNvGraphicFramePr>
            <a:graphicFrameLocks noChangeAspect="1"/>
          </p:cNvGraphicFramePr>
          <p:nvPr/>
        </p:nvGraphicFramePr>
        <p:xfrm>
          <a:off x="292100" y="4005263"/>
          <a:ext cx="132873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7" name="Формула" r:id="rId21" imgW="596641" imgH="215806" progId="Equation.3">
                  <p:embed/>
                </p:oleObj>
              </mc:Choice>
              <mc:Fallback>
                <p:oleObj name="Формула" r:id="rId21" imgW="596641" imgH="215806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4005263"/>
                        <a:ext cx="1328738" cy="5603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0" name="Object 42"/>
          <p:cNvGraphicFramePr>
            <a:graphicFrameLocks noChangeAspect="1"/>
          </p:cNvGraphicFramePr>
          <p:nvPr/>
        </p:nvGraphicFramePr>
        <p:xfrm>
          <a:off x="282575" y="3933825"/>
          <a:ext cx="378777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8" name="Формула" r:id="rId23" imgW="1701800" imgH="254000" progId="Equation.3">
                  <p:embed/>
                </p:oleObj>
              </mc:Choice>
              <mc:Fallback>
                <p:oleObj name="Формула" r:id="rId23" imgW="1701800" imgH="2540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3933825"/>
                        <a:ext cx="3787775" cy="658813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1" name="Object 43"/>
          <p:cNvGraphicFramePr>
            <a:graphicFrameLocks noChangeAspect="1"/>
          </p:cNvGraphicFramePr>
          <p:nvPr/>
        </p:nvGraphicFramePr>
        <p:xfrm>
          <a:off x="5249863" y="3956050"/>
          <a:ext cx="378936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9" name="Формула" r:id="rId25" imgW="1701800" imgH="254000" progId="Equation.3">
                  <p:embed/>
                </p:oleObj>
              </mc:Choice>
              <mc:Fallback>
                <p:oleObj name="Формула" r:id="rId25" imgW="1701800" imgH="2540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3956050"/>
                        <a:ext cx="3789362" cy="6604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2" name="Object 44"/>
          <p:cNvGraphicFramePr>
            <a:graphicFrameLocks noChangeAspect="1"/>
          </p:cNvGraphicFramePr>
          <p:nvPr/>
        </p:nvGraphicFramePr>
        <p:xfrm>
          <a:off x="6877050" y="4005263"/>
          <a:ext cx="132873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0" name="Формула" r:id="rId26" imgW="596641" imgH="215806" progId="Equation.3">
                  <p:embed/>
                </p:oleObj>
              </mc:Choice>
              <mc:Fallback>
                <p:oleObj name="Формула" r:id="rId26" imgW="596641" imgH="215806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4005263"/>
                        <a:ext cx="1328738" cy="5603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3" name="Object 45"/>
          <p:cNvGraphicFramePr>
            <a:graphicFrameLocks noChangeAspect="1"/>
          </p:cNvGraphicFramePr>
          <p:nvPr/>
        </p:nvGraphicFramePr>
        <p:xfrm>
          <a:off x="6115050" y="3973513"/>
          <a:ext cx="2459038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1" name="Формула" r:id="rId28" imgW="1104900" imgH="241300" progId="Equation.3">
                  <p:embed/>
                </p:oleObj>
              </mc:Choice>
              <mc:Fallback>
                <p:oleObj name="Формула" r:id="rId28" imgW="1104900" imgH="2413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3973513"/>
                        <a:ext cx="2459038" cy="6254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4" name="Object 46"/>
          <p:cNvGraphicFramePr>
            <a:graphicFrameLocks noChangeAspect="1"/>
          </p:cNvGraphicFramePr>
          <p:nvPr/>
        </p:nvGraphicFramePr>
        <p:xfrm>
          <a:off x="6516688" y="4005263"/>
          <a:ext cx="17526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2" name="Формула" r:id="rId30" imgW="787058" imgH="215806" progId="Equation.3">
                  <p:embed/>
                </p:oleObj>
              </mc:Choice>
              <mc:Fallback>
                <p:oleObj name="Формула" r:id="rId30" imgW="787058" imgH="215806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005263"/>
                        <a:ext cx="1752600" cy="5603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90751E-6 L -0.70625 -0.00301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79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313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75 0.00116 L 0.15052 0.00231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379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55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79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75723E-6 L 0.54566 0.00115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379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7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79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79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79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96875" y="188913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Тасодифий сондан фойдаланиб ўзаро</a:t>
            </a:r>
          </a:p>
          <a:p>
            <a:pPr algn="ctr"/>
            <a:r>
              <a:rPr lang="uz-Cyrl-UZ" sz="2000" b="1"/>
              <a:t>идентификацияни таъминлаш</a:t>
            </a:r>
            <a:endParaRPr lang="ru-RU" sz="2000" b="1"/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0" y="3214688"/>
            <a:ext cx="9144000" cy="2662237"/>
            <a:chOff x="0" y="2524"/>
            <a:chExt cx="5760" cy="1677"/>
          </a:xfrm>
        </p:grpSpPr>
        <p:pic>
          <p:nvPicPr>
            <p:cNvPr id="29727" name="Picture 4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28" name="Picture 5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29" name="Line 6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9730" name="Line 7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9731" name="Rectangle 8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29732" name="Rectangle 9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29733" name="Line 10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29700" name="Group 38"/>
          <p:cNvGrpSpPr>
            <a:grpSpLocks/>
          </p:cNvGrpSpPr>
          <p:nvPr/>
        </p:nvGrpSpPr>
        <p:grpSpPr bwMode="auto">
          <a:xfrm>
            <a:off x="323850" y="709613"/>
            <a:ext cx="8675688" cy="1855787"/>
            <a:chOff x="204" y="447"/>
            <a:chExt cx="5465" cy="1169"/>
          </a:xfrm>
        </p:grpSpPr>
        <p:graphicFrame>
          <p:nvGraphicFramePr>
            <p:cNvPr id="29720" name="Object 12"/>
            <p:cNvGraphicFramePr>
              <a:graphicFrameLocks noChangeAspect="1"/>
            </p:cNvGraphicFramePr>
            <p:nvPr/>
          </p:nvGraphicFramePr>
          <p:xfrm>
            <a:off x="204" y="447"/>
            <a:ext cx="46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6" name="Формула" r:id="rId5" imgW="380835" imgH="215806" progId="Equation.3">
                    <p:embed/>
                  </p:oleObj>
                </mc:Choice>
                <mc:Fallback>
                  <p:oleObj name="Формула" r:id="rId5" imgW="380835" imgH="21580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447"/>
                          <a:ext cx="462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1" name="Rectangle 13"/>
            <p:cNvSpPr>
              <a:spLocks noChangeArrowheads="1"/>
            </p:cNvSpPr>
            <p:nvPr/>
          </p:nvSpPr>
          <p:spPr bwMode="auto">
            <a:xfrm>
              <a:off x="1292" y="792"/>
              <a:ext cx="4377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фойдаланувчиларнинг идентификаторлари</a:t>
              </a:r>
            </a:p>
            <a:p>
              <a:r>
                <a:rPr lang="uz-Cyrl-UZ"/>
                <a:t>                     (идентификацион рақамлари)</a:t>
              </a:r>
              <a:endParaRPr lang="ru-RU"/>
            </a:p>
          </p:txBody>
        </p:sp>
        <p:sp>
          <p:nvSpPr>
            <p:cNvPr id="29722" name="Rectangle 14"/>
            <p:cNvSpPr>
              <a:spLocks noChangeArrowheads="1"/>
            </p:cNvSpPr>
            <p:nvPr/>
          </p:nvSpPr>
          <p:spPr bwMode="auto">
            <a:xfrm>
              <a:off x="204" y="520"/>
              <a:ext cx="5307" cy="1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9723" name="Rectangle 15"/>
            <p:cNvSpPr>
              <a:spLocks noChangeArrowheads="1"/>
            </p:cNvSpPr>
            <p:nvPr/>
          </p:nvSpPr>
          <p:spPr bwMode="auto">
            <a:xfrm>
              <a:off x="705" y="520"/>
              <a:ext cx="43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мос ҳолда А ва В фойдаланувчиларнинг тасодифий сонлари</a:t>
              </a:r>
              <a:endParaRPr lang="ru-RU"/>
            </a:p>
          </p:txBody>
        </p:sp>
        <p:graphicFrame>
          <p:nvGraphicFramePr>
            <p:cNvPr id="29724" name="Object 16"/>
            <p:cNvGraphicFramePr>
              <a:graphicFrameLocks noChangeAspect="1"/>
            </p:cNvGraphicFramePr>
            <p:nvPr/>
          </p:nvGraphicFramePr>
          <p:xfrm>
            <a:off x="204" y="792"/>
            <a:ext cx="109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7" name="Формула" r:id="rId7" imgW="787058" imgH="203112" progId="Equation.3">
                    <p:embed/>
                  </p:oleObj>
                </mc:Choice>
                <mc:Fallback>
                  <p:oleObj name="Формула" r:id="rId7" imgW="787058" imgH="20311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792"/>
                          <a:ext cx="109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5" name="Object 17"/>
            <p:cNvGraphicFramePr>
              <a:graphicFrameLocks noChangeAspect="1"/>
            </p:cNvGraphicFramePr>
            <p:nvPr/>
          </p:nvGraphicFramePr>
          <p:xfrm>
            <a:off x="235" y="1162"/>
            <a:ext cx="21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8" name="Формула" r:id="rId9" imgW="139579" imgH="177646" progId="Equation.3">
                    <p:embed/>
                  </p:oleObj>
                </mc:Choice>
                <mc:Fallback>
                  <p:oleObj name="Формула" r:id="rId9" imgW="139579" imgH="177646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" y="1162"/>
                          <a:ext cx="216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6" name="Rectangle 18"/>
            <p:cNvSpPr>
              <a:spLocks noChangeArrowheads="1"/>
            </p:cNvSpPr>
            <p:nvPr/>
          </p:nvSpPr>
          <p:spPr bwMode="auto">
            <a:xfrm>
              <a:off x="466" y="1212"/>
              <a:ext cx="490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</a:t>
              </a:r>
              <a:r>
                <a:rPr lang="en-US"/>
                <a:t> </a:t>
              </a:r>
              <a:r>
                <a:rPr lang="uz-Cyrl-UZ"/>
                <a:t>учун маълум бўлган электрон рақамли</a:t>
              </a:r>
            </a:p>
            <a:p>
              <a:r>
                <a:rPr lang="uz-Cyrl-UZ"/>
                <a:t>                                       имзо алгоритми</a:t>
              </a:r>
            </a:p>
          </p:txBody>
        </p:sp>
      </p:grpSp>
      <p:graphicFrame>
        <p:nvGraphicFramePr>
          <p:cNvPr id="38935" name="Object 23"/>
          <p:cNvGraphicFramePr>
            <a:graphicFrameLocks noChangeAspect="1"/>
          </p:cNvGraphicFramePr>
          <p:nvPr/>
        </p:nvGraphicFramePr>
        <p:xfrm>
          <a:off x="7570788" y="4035425"/>
          <a:ext cx="50482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9" name="Формула" r:id="rId11" imgW="177569" imgH="215619" progId="Equation.3">
                  <p:embed/>
                </p:oleObj>
              </mc:Choice>
              <mc:Fallback>
                <p:oleObj name="Формула" r:id="rId11" imgW="177569" imgH="21561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0788" y="4035425"/>
                        <a:ext cx="504825" cy="6175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1" name="Object 39"/>
          <p:cNvGraphicFramePr>
            <a:graphicFrameLocks noChangeAspect="1"/>
          </p:cNvGraphicFramePr>
          <p:nvPr/>
        </p:nvGraphicFramePr>
        <p:xfrm>
          <a:off x="7572375" y="4035425"/>
          <a:ext cx="50482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0" name="Формула" r:id="rId13" imgW="177569" imgH="215619" progId="Equation.3">
                  <p:embed/>
                </p:oleObj>
              </mc:Choice>
              <mc:Fallback>
                <p:oleObj name="Формула" r:id="rId13" imgW="177569" imgH="215619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75" y="4035425"/>
                        <a:ext cx="504825" cy="617538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4" name="Object 42"/>
          <p:cNvGraphicFramePr>
            <a:graphicFrameLocks noChangeAspect="1"/>
          </p:cNvGraphicFramePr>
          <p:nvPr/>
        </p:nvGraphicFramePr>
        <p:xfrm>
          <a:off x="1042988" y="4005263"/>
          <a:ext cx="50482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1" name="Формула" r:id="rId15" imgW="177569" imgH="215619" progId="Equation.3">
                  <p:embed/>
                </p:oleObj>
              </mc:Choice>
              <mc:Fallback>
                <p:oleObj name="Формула" r:id="rId15" imgW="177569" imgH="215619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005263"/>
                        <a:ext cx="504825" cy="6175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5" name="Object 43"/>
          <p:cNvGraphicFramePr>
            <a:graphicFrameLocks noChangeAspect="1"/>
          </p:cNvGraphicFramePr>
          <p:nvPr/>
        </p:nvGraphicFramePr>
        <p:xfrm>
          <a:off x="442913" y="4005263"/>
          <a:ext cx="50482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2" name="Формула" r:id="rId17" imgW="177569" imgH="215619" progId="Equation.3">
                  <p:embed/>
                </p:oleObj>
              </mc:Choice>
              <mc:Fallback>
                <p:oleObj name="Формула" r:id="rId17" imgW="177569" imgH="215619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4005263"/>
                        <a:ext cx="504825" cy="6175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6" name="Object 44"/>
          <p:cNvGraphicFramePr>
            <a:graphicFrameLocks noChangeAspect="1"/>
          </p:cNvGraphicFramePr>
          <p:nvPr/>
        </p:nvGraphicFramePr>
        <p:xfrm>
          <a:off x="1638300" y="4005263"/>
          <a:ext cx="11176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3" name="Формула" r:id="rId19" imgW="393529" imgH="203112" progId="Equation.3">
                  <p:embed/>
                </p:oleObj>
              </mc:Choice>
              <mc:Fallback>
                <p:oleObj name="Формула" r:id="rId19" imgW="393529" imgH="203112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4005263"/>
                        <a:ext cx="1117600" cy="6207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7" name="Object 45"/>
          <p:cNvGraphicFramePr>
            <a:graphicFrameLocks noChangeAspect="1"/>
          </p:cNvGraphicFramePr>
          <p:nvPr/>
        </p:nvGraphicFramePr>
        <p:xfrm>
          <a:off x="422275" y="4002088"/>
          <a:ext cx="2278063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4" name="Формула" r:id="rId21" imgW="1104900" imgH="254000" progId="Equation.3">
                  <p:embed/>
                </p:oleObj>
              </mc:Choice>
              <mc:Fallback>
                <p:oleObj name="Формула" r:id="rId21" imgW="1104900" imgH="2540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4002088"/>
                        <a:ext cx="2278063" cy="5953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8" name="Object 46"/>
          <p:cNvGraphicFramePr>
            <a:graphicFrameLocks noChangeAspect="1"/>
          </p:cNvGraphicFramePr>
          <p:nvPr/>
        </p:nvGraphicFramePr>
        <p:xfrm>
          <a:off x="339725" y="3989388"/>
          <a:ext cx="14890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5" name="Формула" r:id="rId23" imgW="596641" imgH="215806" progId="Equation.3">
                  <p:embed/>
                </p:oleObj>
              </mc:Choice>
              <mc:Fallback>
                <p:oleObj name="Формула" r:id="rId23" imgW="596641" imgH="215806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" y="3989388"/>
                        <a:ext cx="1489075" cy="6000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9" name="Object 47"/>
          <p:cNvGraphicFramePr>
            <a:graphicFrameLocks noChangeAspect="1"/>
          </p:cNvGraphicFramePr>
          <p:nvPr/>
        </p:nvGraphicFramePr>
        <p:xfrm>
          <a:off x="363538" y="4005263"/>
          <a:ext cx="331311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6" name="Формула" r:id="rId25" imgW="1701800" imgH="254000" progId="Equation.3">
                  <p:embed/>
                </p:oleObj>
              </mc:Choice>
              <mc:Fallback>
                <p:oleObj name="Формула" r:id="rId25" imgW="1701800" imgH="2540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4005263"/>
                        <a:ext cx="3313112" cy="5762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0" name="Object 48"/>
          <p:cNvGraphicFramePr>
            <a:graphicFrameLocks noChangeAspect="1"/>
          </p:cNvGraphicFramePr>
          <p:nvPr/>
        </p:nvGraphicFramePr>
        <p:xfrm>
          <a:off x="355600" y="4005263"/>
          <a:ext cx="331311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7" name="Формула" r:id="rId27" imgW="1701800" imgH="254000" progId="Equation.3">
                  <p:embed/>
                </p:oleObj>
              </mc:Choice>
              <mc:Fallback>
                <p:oleObj name="Формула" r:id="rId27" imgW="1701800" imgH="2540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4005263"/>
                        <a:ext cx="3313113" cy="576262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1" name="Object 49"/>
          <p:cNvGraphicFramePr>
            <a:graphicFrameLocks noChangeAspect="1"/>
          </p:cNvGraphicFramePr>
          <p:nvPr/>
        </p:nvGraphicFramePr>
        <p:xfrm>
          <a:off x="5730875" y="3997325"/>
          <a:ext cx="331311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8" name="Формула" r:id="rId28" imgW="1701800" imgH="254000" progId="Equation.3">
                  <p:embed/>
                </p:oleObj>
              </mc:Choice>
              <mc:Fallback>
                <p:oleObj name="Формула" r:id="rId28" imgW="1701800" imgH="2540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3997325"/>
                        <a:ext cx="3313113" cy="5762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2" name="Object 50"/>
          <p:cNvGraphicFramePr>
            <a:graphicFrameLocks noChangeAspect="1"/>
          </p:cNvGraphicFramePr>
          <p:nvPr/>
        </p:nvGraphicFramePr>
        <p:xfrm>
          <a:off x="6732588" y="4005263"/>
          <a:ext cx="13684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9" name="Формула" r:id="rId29" imgW="596641" imgH="215806" progId="Equation.3">
                  <p:embed/>
                </p:oleObj>
              </mc:Choice>
              <mc:Fallback>
                <p:oleObj name="Формула" r:id="rId29" imgW="596641" imgH="215806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005263"/>
                        <a:ext cx="1368425" cy="5762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3" name="Object 51"/>
          <p:cNvGraphicFramePr>
            <a:graphicFrameLocks noChangeAspect="1"/>
          </p:cNvGraphicFramePr>
          <p:nvPr/>
        </p:nvGraphicFramePr>
        <p:xfrm>
          <a:off x="6300788" y="4005263"/>
          <a:ext cx="21510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0" name="Формула" r:id="rId30" imgW="1104900" imgH="241300" progId="Equation.3">
                  <p:embed/>
                </p:oleObj>
              </mc:Choice>
              <mc:Fallback>
                <p:oleObj name="Формула" r:id="rId30" imgW="1104900" imgH="2413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4005263"/>
                        <a:ext cx="2151062" cy="5461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4" name="Object 52"/>
          <p:cNvGraphicFramePr>
            <a:graphicFrameLocks noChangeAspect="1"/>
          </p:cNvGraphicFramePr>
          <p:nvPr/>
        </p:nvGraphicFramePr>
        <p:xfrm>
          <a:off x="5715000" y="4005263"/>
          <a:ext cx="9366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1" name="Формула" r:id="rId32" imgW="393529" imgH="203112" progId="Equation.3">
                  <p:embed/>
                </p:oleObj>
              </mc:Choice>
              <mc:Fallback>
                <p:oleObj name="Формула" r:id="rId32" imgW="393529" imgH="203112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005263"/>
                        <a:ext cx="936625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5" name="Object 53"/>
          <p:cNvGraphicFramePr>
            <a:graphicFrameLocks noChangeAspect="1"/>
          </p:cNvGraphicFramePr>
          <p:nvPr/>
        </p:nvGraphicFramePr>
        <p:xfrm>
          <a:off x="6804025" y="4005263"/>
          <a:ext cx="15843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2" name="Формула" r:id="rId34" imgW="787058" imgH="215806" progId="Equation.3">
                  <p:embed/>
                </p:oleObj>
              </mc:Choice>
              <mc:Fallback>
                <p:oleObj name="Формула" r:id="rId34" imgW="787058" imgH="215806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4005263"/>
                        <a:ext cx="1584325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6" name="Object 54"/>
          <p:cNvGraphicFramePr>
            <a:graphicFrameLocks noChangeAspect="1"/>
          </p:cNvGraphicFramePr>
          <p:nvPr/>
        </p:nvGraphicFramePr>
        <p:xfrm>
          <a:off x="6694488" y="4005263"/>
          <a:ext cx="22256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3" name="Формула" r:id="rId36" imgW="1104900" imgH="254000" progId="Equation.3">
                  <p:embed/>
                </p:oleObj>
              </mc:Choice>
              <mc:Fallback>
                <p:oleObj name="Формула" r:id="rId36" imgW="1104900" imgH="2540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488" y="4005263"/>
                        <a:ext cx="2225675" cy="5762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7" name="Object 55"/>
          <p:cNvGraphicFramePr>
            <a:graphicFrameLocks noChangeAspect="1"/>
          </p:cNvGraphicFramePr>
          <p:nvPr/>
        </p:nvGraphicFramePr>
        <p:xfrm>
          <a:off x="5792788" y="4005263"/>
          <a:ext cx="310038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4" name="Формула" r:id="rId38" imgW="1497950" imgH="253890" progId="Equation.3">
                  <p:embed/>
                </p:oleObj>
              </mc:Choice>
              <mc:Fallback>
                <p:oleObj name="Формула" r:id="rId38" imgW="1497950" imgH="25389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2788" y="4005263"/>
                        <a:ext cx="3100387" cy="592137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8" name="Object 56"/>
          <p:cNvGraphicFramePr>
            <a:graphicFrameLocks noChangeAspect="1"/>
          </p:cNvGraphicFramePr>
          <p:nvPr/>
        </p:nvGraphicFramePr>
        <p:xfrm>
          <a:off x="163513" y="3973513"/>
          <a:ext cx="310038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5" name="Формула" r:id="rId40" imgW="1497950" imgH="253890" progId="Equation.3">
                  <p:embed/>
                </p:oleObj>
              </mc:Choice>
              <mc:Fallback>
                <p:oleObj name="Формула" r:id="rId40" imgW="1497950" imgH="25389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3" y="3973513"/>
                        <a:ext cx="3100387" cy="5921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69" name="Object 57"/>
          <p:cNvGraphicFramePr>
            <a:graphicFrameLocks noChangeAspect="1"/>
          </p:cNvGraphicFramePr>
          <p:nvPr/>
        </p:nvGraphicFramePr>
        <p:xfrm>
          <a:off x="1042988" y="4005263"/>
          <a:ext cx="863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6" name="Формула" r:id="rId41" imgW="393529" imgH="203112" progId="Equation.3">
                  <p:embed/>
                </p:oleObj>
              </mc:Choice>
              <mc:Fallback>
                <p:oleObj name="Формула" r:id="rId41" imgW="393529" imgH="203112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005263"/>
                        <a:ext cx="863600" cy="5461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70" name="Object 58"/>
          <p:cNvGraphicFramePr>
            <a:graphicFrameLocks noChangeAspect="1"/>
          </p:cNvGraphicFramePr>
          <p:nvPr/>
        </p:nvGraphicFramePr>
        <p:xfrm>
          <a:off x="630238" y="4005263"/>
          <a:ext cx="22860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7" name="Формула" r:id="rId43" imgW="1104900" imgH="241300" progId="Equation.3">
                  <p:embed/>
                </p:oleObj>
              </mc:Choice>
              <mc:Fallback>
                <p:oleObj name="Формула" r:id="rId43" imgW="1104900" imgH="2413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4005263"/>
                        <a:ext cx="2286000" cy="5619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36994E-6 L -0.7092 0.00301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389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69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89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89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89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02312E-6 L 0.16146 -0.00185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389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-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89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89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3.58382E-6 L 0.59063 -3.58382E-6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389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89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89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89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89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89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89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3.58382E-6 L -0.61788 -0.00925 " pathEditMode="relative" rAng="0" ptsTypes="AA">
                                      <p:cBhvr>
                                        <p:cTn id="139" dur="1000" fill="hold"/>
                                        <p:tgtEl>
                                          <p:spTgt spid="389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03" y="-4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389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389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389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389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>
            <a:spLocks noChangeArrowheads="1"/>
          </p:cNvSpPr>
          <p:nvPr/>
        </p:nvSpPr>
        <p:spPr bwMode="auto">
          <a:xfrm>
            <a:off x="1116013" y="188913"/>
            <a:ext cx="7127875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Генерация қилинган калитни вақт меткасидан </a:t>
            </a:r>
          </a:p>
          <a:p>
            <a:pPr algn="ctr"/>
            <a:r>
              <a:rPr lang="uz-Cyrl-UZ" sz="2000" b="1"/>
              <a:t>фойдаланиб калит алмашиш протоколи</a:t>
            </a:r>
            <a:endParaRPr lang="ru-RU" sz="2000" b="1"/>
          </a:p>
        </p:txBody>
      </p:sp>
      <p:grpSp>
        <p:nvGrpSpPr>
          <p:cNvPr id="30723" name="Group 7"/>
          <p:cNvGrpSpPr>
            <a:grpSpLocks/>
          </p:cNvGrpSpPr>
          <p:nvPr/>
        </p:nvGrpSpPr>
        <p:grpSpPr bwMode="auto">
          <a:xfrm>
            <a:off x="-36513" y="3933825"/>
            <a:ext cx="9144001" cy="2662238"/>
            <a:chOff x="0" y="2524"/>
            <a:chExt cx="5760" cy="1677"/>
          </a:xfrm>
        </p:grpSpPr>
        <p:pic>
          <p:nvPicPr>
            <p:cNvPr id="30749" name="Picture 8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50" name="Picture 9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51" name="Line 10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0752" name="Line 11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0753" name="Rectangle 12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30754" name="Rectangle 13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30755" name="Line 14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40975" name="Object 15"/>
          <p:cNvGraphicFramePr>
            <a:graphicFrameLocks noChangeAspect="1"/>
          </p:cNvGraphicFramePr>
          <p:nvPr/>
        </p:nvGraphicFramePr>
        <p:xfrm>
          <a:off x="722313" y="4652963"/>
          <a:ext cx="19050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0" name="Формула" r:id="rId5" imgW="812447" imgH="266584" progId="Equation.3">
                  <p:embed/>
                </p:oleObj>
              </mc:Choice>
              <mc:Fallback>
                <p:oleObj name="Формула" r:id="rId5" imgW="812447" imgH="26658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4652963"/>
                        <a:ext cx="1905000" cy="6286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6" name="Object 16"/>
          <p:cNvGraphicFramePr>
            <a:graphicFrameLocks noChangeAspect="1"/>
          </p:cNvGraphicFramePr>
          <p:nvPr/>
        </p:nvGraphicFramePr>
        <p:xfrm>
          <a:off x="6086475" y="4681538"/>
          <a:ext cx="23161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1" name="Формула" r:id="rId7" imgW="1180588" imgH="279279" progId="Equation.3">
                  <p:embed/>
                </p:oleObj>
              </mc:Choice>
              <mc:Fallback>
                <p:oleObj name="Формула" r:id="rId7" imgW="1180588" imgH="27927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6475" y="4681538"/>
                        <a:ext cx="2316163" cy="6254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7"/>
          <p:cNvGraphicFramePr>
            <a:graphicFrameLocks noChangeAspect="1"/>
          </p:cNvGraphicFramePr>
          <p:nvPr/>
        </p:nvGraphicFramePr>
        <p:xfrm>
          <a:off x="1277938" y="4724400"/>
          <a:ext cx="339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2" name="Формула" r:id="rId9" imgW="152268" imgH="215713" progId="Equation.3">
                  <p:embed/>
                </p:oleObj>
              </mc:Choice>
              <mc:Fallback>
                <p:oleObj name="Формула" r:id="rId9" imgW="152268" imgH="21571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724400"/>
                        <a:ext cx="339725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Object 18"/>
          <p:cNvGraphicFramePr>
            <a:graphicFrameLocks noChangeAspect="1"/>
          </p:cNvGraphicFramePr>
          <p:nvPr/>
        </p:nvGraphicFramePr>
        <p:xfrm>
          <a:off x="1692275" y="4724400"/>
          <a:ext cx="469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3" name="Формула" r:id="rId11" imgW="152268" imgH="164957" progId="Equation.3">
                  <p:embed/>
                </p:oleObj>
              </mc:Choice>
              <mc:Fallback>
                <p:oleObj name="Формула" r:id="rId11" imgW="152268" imgH="16495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724400"/>
                        <a:ext cx="46990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9" name="Object 19"/>
          <p:cNvGraphicFramePr>
            <a:graphicFrameLocks noChangeAspect="1"/>
          </p:cNvGraphicFramePr>
          <p:nvPr/>
        </p:nvGraphicFramePr>
        <p:xfrm>
          <a:off x="852488" y="4724400"/>
          <a:ext cx="3619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4" name="Формула" r:id="rId13" imgW="126725" imgH="177415" progId="Equation.3">
                  <p:embed/>
                </p:oleObj>
              </mc:Choice>
              <mc:Fallback>
                <p:oleObj name="Формула" r:id="rId13" imgW="126725" imgH="17741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4724400"/>
                        <a:ext cx="36195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80" name="Picture 20" descr="AG00174_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068638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1" name="Picture 21" descr="AG00174_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063" y="3140075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0982" name="Object 22"/>
          <p:cNvGraphicFramePr>
            <a:graphicFrameLocks noChangeAspect="1"/>
          </p:cNvGraphicFramePr>
          <p:nvPr/>
        </p:nvGraphicFramePr>
        <p:xfrm>
          <a:off x="6623050" y="4725988"/>
          <a:ext cx="3571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5" name="Формула" r:id="rId16" imgW="126725" imgH="177415" progId="Equation.3">
                  <p:embed/>
                </p:oleObj>
              </mc:Choice>
              <mc:Fallback>
                <p:oleObj name="Формула" r:id="rId16" imgW="126725" imgH="17741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4725988"/>
                        <a:ext cx="357188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3" name="Object 23"/>
          <p:cNvGraphicFramePr>
            <a:graphicFrameLocks noChangeAspect="1"/>
          </p:cNvGraphicFramePr>
          <p:nvPr/>
        </p:nvGraphicFramePr>
        <p:xfrm>
          <a:off x="7058025" y="4725988"/>
          <a:ext cx="4302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6" name="Формула" r:id="rId18" imgW="152268" imgH="215713" progId="Equation.3">
                  <p:embed/>
                </p:oleObj>
              </mc:Choice>
              <mc:Fallback>
                <p:oleObj name="Формула" r:id="rId18" imgW="152268" imgH="21571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5" y="4725988"/>
                        <a:ext cx="430213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4" name="Object 24"/>
          <p:cNvGraphicFramePr>
            <a:graphicFrameLocks noChangeAspect="1"/>
          </p:cNvGraphicFramePr>
          <p:nvPr/>
        </p:nvGraphicFramePr>
        <p:xfrm>
          <a:off x="7562850" y="4725988"/>
          <a:ext cx="4651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7" name="Формула" r:id="rId20" imgW="152268" imgH="164957" progId="Equation.3">
                  <p:embed/>
                </p:oleObj>
              </mc:Choice>
              <mc:Fallback>
                <p:oleObj name="Формула" r:id="rId20" imgW="152268" imgH="164957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850" y="4725988"/>
                        <a:ext cx="465138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4" name="Group 39"/>
          <p:cNvGrpSpPr>
            <a:grpSpLocks/>
          </p:cNvGrpSpPr>
          <p:nvPr/>
        </p:nvGrpSpPr>
        <p:grpSpPr bwMode="auto">
          <a:xfrm>
            <a:off x="323850" y="836613"/>
            <a:ext cx="8424863" cy="2230437"/>
            <a:chOff x="204" y="527"/>
            <a:chExt cx="5307" cy="1405"/>
          </a:xfrm>
        </p:grpSpPr>
        <p:graphicFrame>
          <p:nvGraphicFramePr>
            <p:cNvPr id="30736" name="Object 26"/>
            <p:cNvGraphicFramePr>
              <a:graphicFrameLocks noChangeAspect="1"/>
            </p:cNvGraphicFramePr>
            <p:nvPr/>
          </p:nvGraphicFramePr>
          <p:xfrm>
            <a:off x="320" y="935"/>
            <a:ext cx="17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8" name="Формула" r:id="rId22" imgW="152268" imgH="215713" progId="Equation.3">
                    <p:embed/>
                  </p:oleObj>
                </mc:Choice>
                <mc:Fallback>
                  <p:oleObj name="Формула" r:id="rId22" imgW="152268" imgH="215713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" y="935"/>
                          <a:ext cx="17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7" name="Rectangle 27"/>
            <p:cNvSpPr>
              <a:spLocks noChangeArrowheads="1"/>
            </p:cNvSpPr>
            <p:nvPr/>
          </p:nvSpPr>
          <p:spPr bwMode="auto">
            <a:xfrm>
              <a:off x="521" y="534"/>
              <a:ext cx="30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фойдаланувчининг идентификатори</a:t>
              </a:r>
              <a:endParaRPr lang="ru-RU"/>
            </a:p>
          </p:txBody>
        </p:sp>
        <p:sp>
          <p:nvSpPr>
            <p:cNvPr id="30738" name="Rectangle 28"/>
            <p:cNvSpPr>
              <a:spLocks noChangeArrowheads="1"/>
            </p:cNvSpPr>
            <p:nvPr/>
          </p:nvSpPr>
          <p:spPr bwMode="auto">
            <a:xfrm>
              <a:off x="204" y="618"/>
              <a:ext cx="5307" cy="1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0739" name="Rectangle 29"/>
            <p:cNvSpPr>
              <a:spLocks noChangeArrowheads="1"/>
            </p:cNvSpPr>
            <p:nvPr/>
          </p:nvSpPr>
          <p:spPr bwMode="auto">
            <a:xfrm>
              <a:off x="567" y="996"/>
              <a:ext cx="25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фойдаланувчининг вақт меткаси</a:t>
              </a:r>
              <a:endParaRPr lang="ru-RU"/>
            </a:p>
          </p:txBody>
        </p:sp>
        <p:graphicFrame>
          <p:nvGraphicFramePr>
            <p:cNvPr id="30740" name="Object 30"/>
            <p:cNvGraphicFramePr>
              <a:graphicFrameLocks noChangeAspect="1"/>
            </p:cNvGraphicFramePr>
            <p:nvPr/>
          </p:nvGraphicFramePr>
          <p:xfrm>
            <a:off x="274" y="527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9" name="Формула" r:id="rId23" imgW="152268" imgH="164957" progId="Equation.3">
                    <p:embed/>
                  </p:oleObj>
                </mc:Choice>
                <mc:Fallback>
                  <p:oleObj name="Формула" r:id="rId23" imgW="152268" imgH="164957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" y="527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1" name="Object 31"/>
            <p:cNvGraphicFramePr>
              <a:graphicFrameLocks noChangeAspect="1"/>
            </p:cNvGraphicFramePr>
            <p:nvPr/>
          </p:nvGraphicFramePr>
          <p:xfrm>
            <a:off x="293" y="1195"/>
            <a:ext cx="611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0" name="Формула" r:id="rId25" imgW="469696" imgH="253890" progId="Equation.3">
                    <p:embed/>
                  </p:oleObj>
                </mc:Choice>
                <mc:Fallback>
                  <p:oleObj name="Формула" r:id="rId25" imgW="469696" imgH="25389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1195"/>
                          <a:ext cx="611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2" name="Rectangle 32"/>
            <p:cNvSpPr>
              <a:spLocks noChangeArrowheads="1"/>
            </p:cNvSpPr>
            <p:nvPr/>
          </p:nvSpPr>
          <p:spPr bwMode="auto">
            <a:xfrm>
              <a:off x="894" y="1227"/>
              <a:ext cx="3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 В фойдаланувчининг</a:t>
              </a:r>
              <a:r>
                <a:rPr lang="en-US"/>
                <a:t> </a:t>
              </a:r>
              <a:r>
                <a:rPr lang="uz-Cyrl-UZ"/>
                <a:t>очиқ ва ёпиқ калити</a:t>
              </a:r>
            </a:p>
          </p:txBody>
        </p:sp>
        <p:graphicFrame>
          <p:nvGraphicFramePr>
            <p:cNvPr id="30743" name="Object 33"/>
            <p:cNvGraphicFramePr>
              <a:graphicFrameLocks noChangeAspect="1"/>
            </p:cNvGraphicFramePr>
            <p:nvPr/>
          </p:nvGraphicFramePr>
          <p:xfrm>
            <a:off x="285" y="1469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1" name="Формула" r:id="rId27" imgW="152268" imgH="164957" progId="Equation.3">
                    <p:embed/>
                  </p:oleObj>
                </mc:Choice>
                <mc:Fallback>
                  <p:oleObj name="Формула" r:id="rId27" imgW="152268" imgH="164957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" y="1469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4" name="Rectangle 34"/>
            <p:cNvSpPr>
              <a:spLocks noChangeArrowheads="1"/>
            </p:cNvSpPr>
            <p:nvPr/>
          </p:nvSpPr>
          <p:spPr bwMode="auto">
            <a:xfrm>
              <a:off x="504" y="1469"/>
              <a:ext cx="18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30745" name="Object 35"/>
            <p:cNvGraphicFramePr>
              <a:graphicFrameLocks noChangeAspect="1"/>
            </p:cNvGraphicFramePr>
            <p:nvPr/>
          </p:nvGraphicFramePr>
          <p:xfrm>
            <a:off x="289" y="1680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2" name="Формула" r:id="rId29" imgW="164885" imgH="164885" progId="Equation.3">
                    <p:embed/>
                  </p:oleObj>
                </mc:Choice>
                <mc:Fallback>
                  <p:oleObj name="Формула" r:id="rId29" imgW="164885" imgH="164885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" y="1680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6" name="Rectangle 36"/>
            <p:cNvSpPr>
              <a:spLocks noChangeArrowheads="1"/>
            </p:cNvSpPr>
            <p:nvPr/>
          </p:nvSpPr>
          <p:spPr bwMode="auto">
            <a:xfrm>
              <a:off x="524" y="1701"/>
              <a:ext cx="19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  <p:graphicFrame>
          <p:nvGraphicFramePr>
            <p:cNvPr id="30747" name="Object 37"/>
            <p:cNvGraphicFramePr>
              <a:graphicFrameLocks noChangeAspect="1"/>
            </p:cNvGraphicFramePr>
            <p:nvPr/>
          </p:nvGraphicFramePr>
          <p:xfrm>
            <a:off x="302" y="730"/>
            <a:ext cx="20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3" name="Формула" r:id="rId31" imgW="126725" imgH="177415" progId="Equation.3">
                    <p:embed/>
                  </p:oleObj>
                </mc:Choice>
                <mc:Fallback>
                  <p:oleObj name="Формула" r:id="rId31" imgW="126725" imgH="177415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" y="730"/>
                          <a:ext cx="20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8" name="Rectangle 38"/>
            <p:cNvSpPr>
              <a:spLocks noChangeArrowheads="1"/>
            </p:cNvSpPr>
            <p:nvPr/>
          </p:nvSpPr>
          <p:spPr bwMode="auto">
            <a:xfrm>
              <a:off x="521" y="779"/>
              <a:ext cx="25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қилинган калит</a:t>
              </a:r>
              <a:endParaRPr lang="ru-RU"/>
            </a:p>
          </p:txBody>
        </p:sp>
      </p:grpSp>
      <p:sp>
        <p:nvSpPr>
          <p:cNvPr id="30735" name="AutoShape 41">
            <a:hlinkClick r:id="rId3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62428E-6 L 0.63004 -0.00023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9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ChangeArrowheads="1"/>
          </p:cNvSpPr>
          <p:nvPr/>
        </p:nvSpPr>
        <p:spPr bwMode="auto">
          <a:xfrm>
            <a:off x="396875" y="261938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Электрон рақамли имзо ва вақт меткасидан </a:t>
            </a:r>
          </a:p>
          <a:p>
            <a:pPr algn="ctr"/>
            <a:r>
              <a:rPr lang="uz-Cyrl-UZ" sz="2000" b="1"/>
              <a:t>фойдаланиб генерация қилинган калитни узатиш.</a:t>
            </a:r>
          </a:p>
          <a:p>
            <a:pPr algn="ctr"/>
            <a:r>
              <a:rPr lang="uz-Cyrl-UZ" sz="2000" b="1"/>
              <a:t>(Рақамли имзо қўйилган маълумотни шифрлаш)</a:t>
            </a:r>
            <a:endParaRPr lang="ru-RU" sz="2000" b="1"/>
          </a:p>
        </p:txBody>
      </p:sp>
      <p:grpSp>
        <p:nvGrpSpPr>
          <p:cNvPr id="31747" name="Group 33"/>
          <p:cNvGrpSpPr>
            <a:grpSpLocks/>
          </p:cNvGrpSpPr>
          <p:nvPr/>
        </p:nvGrpSpPr>
        <p:grpSpPr bwMode="auto">
          <a:xfrm>
            <a:off x="-36513" y="3933825"/>
            <a:ext cx="9144001" cy="2662238"/>
            <a:chOff x="0" y="2524"/>
            <a:chExt cx="5760" cy="1677"/>
          </a:xfrm>
        </p:grpSpPr>
        <p:pic>
          <p:nvPicPr>
            <p:cNvPr id="31779" name="Picture 34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80" name="Picture 35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81" name="Line 36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1782" name="Line 37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1783" name="Rectangle 38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31784" name="Rectangle 39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31785" name="Line 40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46121" name="Object 41"/>
          <p:cNvGraphicFramePr>
            <a:graphicFrameLocks noChangeAspect="1"/>
          </p:cNvGraphicFramePr>
          <p:nvPr/>
        </p:nvGraphicFramePr>
        <p:xfrm>
          <a:off x="539750" y="4581525"/>
          <a:ext cx="187483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5" name="Формула" r:id="rId5" imgW="800100" imgH="279400" progId="Equation.3">
                  <p:embed/>
                </p:oleObj>
              </mc:Choice>
              <mc:Fallback>
                <p:oleObj name="Формула" r:id="rId5" imgW="800100" imgH="2794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581525"/>
                        <a:ext cx="1874838" cy="6588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3" name="Object 43"/>
          <p:cNvGraphicFramePr>
            <a:graphicFrameLocks noChangeAspect="1"/>
          </p:cNvGraphicFramePr>
          <p:nvPr/>
        </p:nvGraphicFramePr>
        <p:xfrm>
          <a:off x="1568450" y="4652963"/>
          <a:ext cx="4111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6" name="Формула" r:id="rId7" imgW="152268" imgH="215713" progId="Equation.3">
                  <p:embed/>
                </p:oleObj>
              </mc:Choice>
              <mc:Fallback>
                <p:oleObj name="Формула" r:id="rId7" imgW="152268" imgH="215713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4652963"/>
                        <a:ext cx="411163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4" name="Object 44"/>
          <p:cNvGraphicFramePr>
            <a:graphicFrameLocks noChangeAspect="1"/>
          </p:cNvGraphicFramePr>
          <p:nvPr/>
        </p:nvGraphicFramePr>
        <p:xfrm>
          <a:off x="614363" y="4652963"/>
          <a:ext cx="469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7" name="Формула" r:id="rId9" imgW="152268" imgH="164957" progId="Equation.3">
                  <p:embed/>
                </p:oleObj>
              </mc:Choice>
              <mc:Fallback>
                <p:oleObj name="Формула" r:id="rId9" imgW="152268" imgH="164957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4652963"/>
                        <a:ext cx="46990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5" name="Object 45"/>
          <p:cNvGraphicFramePr>
            <a:graphicFrameLocks noChangeAspect="1"/>
          </p:cNvGraphicFramePr>
          <p:nvPr/>
        </p:nvGraphicFramePr>
        <p:xfrm>
          <a:off x="1143000" y="4652963"/>
          <a:ext cx="3619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8" name="Формула" r:id="rId11" imgW="126725" imgH="177415" progId="Equation.3">
                  <p:embed/>
                </p:oleObj>
              </mc:Choice>
              <mc:Fallback>
                <p:oleObj name="Формула" r:id="rId11" imgW="126725" imgH="177415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652963"/>
                        <a:ext cx="36195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126" name="Picture 46" descr="AG00174_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27501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27" name="Picture 47" descr="AG00174_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063" y="3251200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754" name="Group 76"/>
          <p:cNvGrpSpPr>
            <a:grpSpLocks/>
          </p:cNvGrpSpPr>
          <p:nvPr/>
        </p:nvGrpSpPr>
        <p:grpSpPr bwMode="auto">
          <a:xfrm>
            <a:off x="323850" y="947738"/>
            <a:ext cx="8424863" cy="2336800"/>
            <a:chOff x="204" y="527"/>
            <a:chExt cx="5307" cy="1472"/>
          </a:xfrm>
        </p:grpSpPr>
        <p:graphicFrame>
          <p:nvGraphicFramePr>
            <p:cNvPr id="31764" name="Object 52"/>
            <p:cNvGraphicFramePr>
              <a:graphicFrameLocks noChangeAspect="1"/>
            </p:cNvGraphicFramePr>
            <p:nvPr/>
          </p:nvGraphicFramePr>
          <p:xfrm>
            <a:off x="320" y="935"/>
            <a:ext cx="17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9" name="Формула" r:id="rId14" imgW="152268" imgH="215713" progId="Equation.3">
                    <p:embed/>
                  </p:oleObj>
                </mc:Choice>
                <mc:Fallback>
                  <p:oleObj name="Формула" r:id="rId14" imgW="152268" imgH="215713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" y="935"/>
                          <a:ext cx="17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5" name="Rectangle 53"/>
            <p:cNvSpPr>
              <a:spLocks noChangeArrowheads="1"/>
            </p:cNvSpPr>
            <p:nvPr/>
          </p:nvSpPr>
          <p:spPr bwMode="auto">
            <a:xfrm>
              <a:off x="521" y="534"/>
              <a:ext cx="30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</a:t>
              </a:r>
              <a:endParaRPr lang="ru-RU"/>
            </a:p>
          </p:txBody>
        </p:sp>
        <p:sp>
          <p:nvSpPr>
            <p:cNvPr id="31766" name="Rectangle 54"/>
            <p:cNvSpPr>
              <a:spLocks noChangeArrowheads="1"/>
            </p:cNvSpPr>
            <p:nvPr/>
          </p:nvSpPr>
          <p:spPr bwMode="auto">
            <a:xfrm>
              <a:off x="204" y="618"/>
              <a:ext cx="5307" cy="1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1767" name="Rectangle 55"/>
            <p:cNvSpPr>
              <a:spLocks noChangeArrowheads="1"/>
            </p:cNvSpPr>
            <p:nvPr/>
          </p:nvSpPr>
          <p:spPr bwMode="auto">
            <a:xfrm>
              <a:off x="567" y="996"/>
              <a:ext cx="25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фойдаланувчининг вақт меткаси</a:t>
              </a:r>
              <a:endParaRPr lang="ru-RU"/>
            </a:p>
          </p:txBody>
        </p:sp>
        <p:graphicFrame>
          <p:nvGraphicFramePr>
            <p:cNvPr id="31768" name="Object 56"/>
            <p:cNvGraphicFramePr>
              <a:graphicFrameLocks noChangeAspect="1"/>
            </p:cNvGraphicFramePr>
            <p:nvPr/>
          </p:nvGraphicFramePr>
          <p:xfrm>
            <a:off x="274" y="527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0" name="Формула" r:id="rId16" imgW="152268" imgH="164957" progId="Equation.3">
                    <p:embed/>
                  </p:oleObj>
                </mc:Choice>
                <mc:Fallback>
                  <p:oleObj name="Формула" r:id="rId16" imgW="152268" imgH="164957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" y="527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9" name="Object 57"/>
            <p:cNvGraphicFramePr>
              <a:graphicFrameLocks noChangeAspect="1"/>
            </p:cNvGraphicFramePr>
            <p:nvPr/>
          </p:nvGraphicFramePr>
          <p:xfrm>
            <a:off x="293" y="1195"/>
            <a:ext cx="611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1" name="Формула" r:id="rId18" imgW="469696" imgH="253890" progId="Equation.3">
                    <p:embed/>
                  </p:oleObj>
                </mc:Choice>
                <mc:Fallback>
                  <p:oleObj name="Формула" r:id="rId18" imgW="469696" imgH="25389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1195"/>
                          <a:ext cx="611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0" name="Rectangle 58"/>
            <p:cNvSpPr>
              <a:spLocks noChangeArrowheads="1"/>
            </p:cNvSpPr>
            <p:nvPr/>
          </p:nvSpPr>
          <p:spPr bwMode="auto">
            <a:xfrm>
              <a:off x="894" y="1227"/>
              <a:ext cx="3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 В фойдаланувчининг</a:t>
              </a:r>
              <a:r>
                <a:rPr lang="en-US"/>
                <a:t> </a:t>
              </a:r>
              <a:r>
                <a:rPr lang="uz-Cyrl-UZ"/>
                <a:t>очиқ ва ёпиқ калити</a:t>
              </a:r>
            </a:p>
          </p:txBody>
        </p:sp>
        <p:graphicFrame>
          <p:nvGraphicFramePr>
            <p:cNvPr id="31771" name="Object 59"/>
            <p:cNvGraphicFramePr>
              <a:graphicFrameLocks noChangeAspect="1"/>
            </p:cNvGraphicFramePr>
            <p:nvPr/>
          </p:nvGraphicFramePr>
          <p:xfrm>
            <a:off x="348" y="1752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2" name="Формула" r:id="rId20" imgW="152268" imgH="164957" progId="Equation.3">
                    <p:embed/>
                  </p:oleObj>
                </mc:Choice>
                <mc:Fallback>
                  <p:oleObj name="Формула" r:id="rId20" imgW="152268" imgH="164957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1752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2" name="Rectangle 60"/>
            <p:cNvSpPr>
              <a:spLocks noChangeArrowheads="1"/>
            </p:cNvSpPr>
            <p:nvPr/>
          </p:nvSpPr>
          <p:spPr bwMode="auto">
            <a:xfrm>
              <a:off x="567" y="1752"/>
              <a:ext cx="18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31773" name="Object 61"/>
            <p:cNvGraphicFramePr>
              <a:graphicFrameLocks noChangeAspect="1"/>
            </p:cNvGraphicFramePr>
            <p:nvPr/>
          </p:nvGraphicFramePr>
          <p:xfrm>
            <a:off x="2381" y="1732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3" name="Формула" r:id="rId22" imgW="164885" imgH="164885" progId="Equation.3">
                    <p:embed/>
                  </p:oleObj>
                </mc:Choice>
                <mc:Fallback>
                  <p:oleObj name="Формула" r:id="rId22" imgW="164885" imgH="164885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1732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4" name="Rectangle 62"/>
            <p:cNvSpPr>
              <a:spLocks noChangeArrowheads="1"/>
            </p:cNvSpPr>
            <p:nvPr/>
          </p:nvSpPr>
          <p:spPr bwMode="auto">
            <a:xfrm>
              <a:off x="2616" y="1753"/>
              <a:ext cx="19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  <p:graphicFrame>
          <p:nvGraphicFramePr>
            <p:cNvPr id="31775" name="Object 63"/>
            <p:cNvGraphicFramePr>
              <a:graphicFrameLocks noChangeAspect="1"/>
            </p:cNvGraphicFramePr>
            <p:nvPr/>
          </p:nvGraphicFramePr>
          <p:xfrm>
            <a:off x="302" y="730"/>
            <a:ext cx="20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4" name="Формула" r:id="rId24" imgW="126725" imgH="177415" progId="Equation.3">
                    <p:embed/>
                  </p:oleObj>
                </mc:Choice>
                <mc:Fallback>
                  <p:oleObj name="Формула" r:id="rId24" imgW="126725" imgH="177415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" y="730"/>
                          <a:ext cx="20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6" name="Rectangle 64"/>
            <p:cNvSpPr>
              <a:spLocks noChangeArrowheads="1"/>
            </p:cNvSpPr>
            <p:nvPr/>
          </p:nvSpPr>
          <p:spPr bwMode="auto">
            <a:xfrm>
              <a:off x="521" y="779"/>
              <a:ext cx="25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қилинган калит</a:t>
              </a:r>
              <a:endParaRPr lang="ru-RU"/>
            </a:p>
          </p:txBody>
        </p:sp>
        <p:graphicFrame>
          <p:nvGraphicFramePr>
            <p:cNvPr id="31777" name="Object 65"/>
            <p:cNvGraphicFramePr>
              <a:graphicFrameLocks noChangeAspect="1"/>
            </p:cNvGraphicFramePr>
            <p:nvPr/>
          </p:nvGraphicFramePr>
          <p:xfrm>
            <a:off x="319" y="1445"/>
            <a:ext cx="611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5" name="Формула" r:id="rId26" imgW="469696" imgH="253890" progId="Equation.3">
                    <p:embed/>
                  </p:oleObj>
                </mc:Choice>
                <mc:Fallback>
                  <p:oleObj name="Формула" r:id="rId26" imgW="469696" imgH="25389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" y="1445"/>
                          <a:ext cx="611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8" name="Rectangle 66"/>
            <p:cNvSpPr>
              <a:spLocks noChangeArrowheads="1"/>
            </p:cNvSpPr>
            <p:nvPr/>
          </p:nvSpPr>
          <p:spPr bwMode="auto">
            <a:xfrm>
              <a:off x="884" y="1494"/>
              <a:ext cx="3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 А фойдаланувчининг</a:t>
              </a:r>
              <a:r>
                <a:rPr lang="en-US"/>
                <a:t> </a:t>
              </a:r>
              <a:r>
                <a:rPr lang="uz-Cyrl-UZ"/>
                <a:t>очиқ ва ёпиқ калити</a:t>
              </a:r>
            </a:p>
          </p:txBody>
        </p:sp>
      </p:grpSp>
      <p:graphicFrame>
        <p:nvGraphicFramePr>
          <p:cNvPr id="46148" name="Object 68"/>
          <p:cNvGraphicFramePr>
            <a:graphicFrameLocks noChangeAspect="1"/>
          </p:cNvGraphicFramePr>
          <p:nvPr/>
        </p:nvGraphicFramePr>
        <p:xfrm>
          <a:off x="992188" y="4652963"/>
          <a:ext cx="4111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6" name="Формула" r:id="rId28" imgW="152268" imgH="215713" progId="Equation.3">
                  <p:embed/>
                </p:oleObj>
              </mc:Choice>
              <mc:Fallback>
                <p:oleObj name="Формула" r:id="rId28" imgW="152268" imgH="215713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4652963"/>
                        <a:ext cx="411162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9" name="Object 69"/>
          <p:cNvGraphicFramePr>
            <a:graphicFrameLocks noChangeAspect="1"/>
          </p:cNvGraphicFramePr>
          <p:nvPr/>
        </p:nvGraphicFramePr>
        <p:xfrm>
          <a:off x="566738" y="4652963"/>
          <a:ext cx="3619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7" name="Формула" r:id="rId29" imgW="126725" imgH="177415" progId="Equation.3">
                  <p:embed/>
                </p:oleObj>
              </mc:Choice>
              <mc:Fallback>
                <p:oleObj name="Формула" r:id="rId29" imgW="126725" imgH="177415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4652963"/>
                        <a:ext cx="36195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50" name="Object 70"/>
          <p:cNvGraphicFramePr>
            <a:graphicFrameLocks noChangeAspect="1"/>
          </p:cNvGraphicFramePr>
          <p:nvPr/>
        </p:nvGraphicFramePr>
        <p:xfrm>
          <a:off x="250825" y="4581525"/>
          <a:ext cx="327342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8" name="Формула" r:id="rId30" imgW="1397000" imgH="279400" progId="Equation.3">
                  <p:embed/>
                </p:oleObj>
              </mc:Choice>
              <mc:Fallback>
                <p:oleObj name="Формула" r:id="rId30" imgW="1397000" imgH="27940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581525"/>
                        <a:ext cx="3273425" cy="6588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51" name="Object 71"/>
          <p:cNvGraphicFramePr>
            <a:graphicFrameLocks noChangeAspect="1"/>
          </p:cNvGraphicFramePr>
          <p:nvPr/>
        </p:nvGraphicFramePr>
        <p:xfrm>
          <a:off x="250825" y="4581525"/>
          <a:ext cx="327342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9" name="Формула" r:id="rId32" imgW="1397000" imgH="279400" progId="Equation.3">
                  <p:embed/>
                </p:oleObj>
              </mc:Choice>
              <mc:Fallback>
                <p:oleObj name="Формула" r:id="rId32" imgW="1397000" imgH="27940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581525"/>
                        <a:ext cx="3273425" cy="658813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52" name="Object 72"/>
          <p:cNvGraphicFramePr>
            <a:graphicFrameLocks noChangeAspect="1"/>
          </p:cNvGraphicFramePr>
          <p:nvPr/>
        </p:nvGraphicFramePr>
        <p:xfrm>
          <a:off x="5364163" y="4581525"/>
          <a:ext cx="357505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0" name="Формула" r:id="rId33" imgW="1714500" imgH="279400" progId="Equation.3">
                  <p:embed/>
                </p:oleObj>
              </mc:Choice>
              <mc:Fallback>
                <p:oleObj name="Формула" r:id="rId33" imgW="1714500" imgH="27940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581525"/>
                        <a:ext cx="3575050" cy="6588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53" name="Object 73"/>
          <p:cNvGraphicFramePr>
            <a:graphicFrameLocks noChangeAspect="1"/>
          </p:cNvGraphicFramePr>
          <p:nvPr/>
        </p:nvGraphicFramePr>
        <p:xfrm>
          <a:off x="6443663" y="4581525"/>
          <a:ext cx="21717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1" name="Формула" r:id="rId35" imgW="1040948" imgH="279279" progId="Equation.3">
                  <p:embed/>
                </p:oleObj>
              </mc:Choice>
              <mc:Fallback>
                <p:oleObj name="Формула" r:id="rId35" imgW="1040948" imgH="279279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581525"/>
                        <a:ext cx="2171700" cy="6588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54" name="Object 74"/>
          <p:cNvGraphicFramePr>
            <a:graphicFrameLocks noChangeAspect="1"/>
          </p:cNvGraphicFramePr>
          <p:nvPr/>
        </p:nvGraphicFramePr>
        <p:xfrm>
          <a:off x="6804025" y="4600575"/>
          <a:ext cx="166846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2" name="Формула" r:id="rId37" imgW="799753" imgH="266584" progId="Equation.3">
                  <p:embed/>
                </p:oleObj>
              </mc:Choice>
              <mc:Fallback>
                <p:oleObj name="Формула" r:id="rId37" imgW="799753" imgH="266584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4600575"/>
                        <a:ext cx="1668463" cy="6286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55" name="Object 75"/>
          <p:cNvGraphicFramePr>
            <a:graphicFrameLocks noChangeAspect="1"/>
          </p:cNvGraphicFramePr>
          <p:nvPr/>
        </p:nvGraphicFramePr>
        <p:xfrm>
          <a:off x="7451725" y="4581525"/>
          <a:ext cx="6953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3" name="Формула" r:id="rId39" imgW="291847" imgH="215713" progId="Equation.3">
                  <p:embed/>
                </p:oleObj>
              </mc:Choice>
              <mc:Fallback>
                <p:oleObj name="Формула" r:id="rId39" imgW="291847" imgH="215713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581525"/>
                        <a:ext cx="695325" cy="6524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3" name="AutoShape 77">
            <a:hlinkClick r:id="rId4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6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6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6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6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578 L 0.10226 -0.00601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46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6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6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6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50867E-6 L 0.60851 0.00463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46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17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6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46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46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46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46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46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396875" y="261938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Электрон рақамли имзо ва вақт меткасидан </a:t>
            </a:r>
          </a:p>
          <a:p>
            <a:pPr algn="ctr"/>
            <a:r>
              <a:rPr lang="uz-Cyrl-UZ" sz="2000" b="1"/>
              <a:t>фойдаланиб генерация қилинган калитни узатиш.</a:t>
            </a:r>
          </a:p>
          <a:p>
            <a:pPr algn="ctr"/>
            <a:r>
              <a:rPr lang="uz-Cyrl-UZ" sz="2000" b="1"/>
              <a:t>(Калитни шифрлаш ва калитга рақамли имзо қўйиш)</a:t>
            </a:r>
            <a:endParaRPr lang="ru-RU" sz="2000" b="1"/>
          </a:p>
        </p:txBody>
      </p:sp>
      <p:grpSp>
        <p:nvGrpSpPr>
          <p:cNvPr id="32771" name="Group 5"/>
          <p:cNvGrpSpPr>
            <a:grpSpLocks/>
          </p:cNvGrpSpPr>
          <p:nvPr/>
        </p:nvGrpSpPr>
        <p:grpSpPr bwMode="auto">
          <a:xfrm>
            <a:off x="-36513" y="3933825"/>
            <a:ext cx="9144001" cy="2662238"/>
            <a:chOff x="0" y="2524"/>
            <a:chExt cx="5760" cy="1677"/>
          </a:xfrm>
        </p:grpSpPr>
        <p:pic>
          <p:nvPicPr>
            <p:cNvPr id="32803" name="Picture 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804" name="Picture 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805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2806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2807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32808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32809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47117" name="Object 13"/>
          <p:cNvGraphicFramePr>
            <a:graphicFrameLocks noChangeAspect="1"/>
          </p:cNvGraphicFramePr>
          <p:nvPr/>
        </p:nvGraphicFramePr>
        <p:xfrm>
          <a:off x="539750" y="4570413"/>
          <a:ext cx="187483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0" name="Формула" r:id="rId5" imgW="800100" imgH="279400" progId="Equation.3">
                  <p:embed/>
                </p:oleObj>
              </mc:Choice>
              <mc:Fallback>
                <p:oleObj name="Формула" r:id="rId5" imgW="800100" imgH="279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570413"/>
                        <a:ext cx="1874838" cy="65881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8" name="Object 14"/>
          <p:cNvGraphicFramePr>
            <a:graphicFrameLocks noChangeAspect="1"/>
          </p:cNvGraphicFramePr>
          <p:nvPr/>
        </p:nvGraphicFramePr>
        <p:xfrm>
          <a:off x="1568450" y="4652963"/>
          <a:ext cx="4111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1" name="Формула" r:id="rId7" imgW="152268" imgH="215713" progId="Equation.3">
                  <p:embed/>
                </p:oleObj>
              </mc:Choice>
              <mc:Fallback>
                <p:oleObj name="Формула" r:id="rId7" imgW="152268" imgH="21571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4652963"/>
                        <a:ext cx="411163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9" name="Object 15"/>
          <p:cNvGraphicFramePr>
            <a:graphicFrameLocks noChangeAspect="1"/>
          </p:cNvGraphicFramePr>
          <p:nvPr/>
        </p:nvGraphicFramePr>
        <p:xfrm>
          <a:off x="614363" y="4652963"/>
          <a:ext cx="469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2" name="Формула" r:id="rId9" imgW="152268" imgH="164957" progId="Equation.3">
                  <p:embed/>
                </p:oleObj>
              </mc:Choice>
              <mc:Fallback>
                <p:oleObj name="Формула" r:id="rId9" imgW="152268" imgH="16495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4652963"/>
                        <a:ext cx="46990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0" name="Object 16"/>
          <p:cNvGraphicFramePr>
            <a:graphicFrameLocks noChangeAspect="1"/>
          </p:cNvGraphicFramePr>
          <p:nvPr/>
        </p:nvGraphicFramePr>
        <p:xfrm>
          <a:off x="1143000" y="4652963"/>
          <a:ext cx="3619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3" name="Формула" r:id="rId11" imgW="126725" imgH="177415" progId="Equation.3">
                  <p:embed/>
                </p:oleObj>
              </mc:Choice>
              <mc:Fallback>
                <p:oleObj name="Формула" r:id="rId11" imgW="126725" imgH="17741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652963"/>
                        <a:ext cx="36195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121" name="Picture 17" descr="AG00174_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27501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22" name="Picture 18" descr="AG00174_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063" y="3251200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8" name="Group 19"/>
          <p:cNvGrpSpPr>
            <a:grpSpLocks/>
          </p:cNvGrpSpPr>
          <p:nvPr/>
        </p:nvGrpSpPr>
        <p:grpSpPr bwMode="auto">
          <a:xfrm>
            <a:off x="323850" y="947738"/>
            <a:ext cx="8424863" cy="2336800"/>
            <a:chOff x="204" y="527"/>
            <a:chExt cx="5307" cy="1472"/>
          </a:xfrm>
        </p:grpSpPr>
        <p:graphicFrame>
          <p:nvGraphicFramePr>
            <p:cNvPr id="32788" name="Object 20"/>
            <p:cNvGraphicFramePr>
              <a:graphicFrameLocks noChangeAspect="1"/>
            </p:cNvGraphicFramePr>
            <p:nvPr/>
          </p:nvGraphicFramePr>
          <p:xfrm>
            <a:off x="320" y="935"/>
            <a:ext cx="17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34" name="Формула" r:id="rId14" imgW="152268" imgH="215713" progId="Equation.3">
                    <p:embed/>
                  </p:oleObj>
                </mc:Choice>
                <mc:Fallback>
                  <p:oleObj name="Формула" r:id="rId14" imgW="152268" imgH="215713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" y="935"/>
                          <a:ext cx="17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9" name="Rectangle 21"/>
            <p:cNvSpPr>
              <a:spLocks noChangeArrowheads="1"/>
            </p:cNvSpPr>
            <p:nvPr/>
          </p:nvSpPr>
          <p:spPr bwMode="auto">
            <a:xfrm>
              <a:off x="521" y="534"/>
              <a:ext cx="30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идентификатори</a:t>
              </a:r>
              <a:endParaRPr lang="ru-RU"/>
            </a:p>
          </p:txBody>
        </p:sp>
        <p:sp>
          <p:nvSpPr>
            <p:cNvPr id="32790" name="Rectangle 22"/>
            <p:cNvSpPr>
              <a:spLocks noChangeArrowheads="1"/>
            </p:cNvSpPr>
            <p:nvPr/>
          </p:nvSpPr>
          <p:spPr bwMode="auto">
            <a:xfrm>
              <a:off x="204" y="618"/>
              <a:ext cx="5307" cy="1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2791" name="Rectangle 23"/>
            <p:cNvSpPr>
              <a:spLocks noChangeArrowheads="1"/>
            </p:cNvSpPr>
            <p:nvPr/>
          </p:nvSpPr>
          <p:spPr bwMode="auto">
            <a:xfrm>
              <a:off x="567" y="996"/>
              <a:ext cx="25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фойдаланувчининг вақт меткаси</a:t>
              </a:r>
              <a:endParaRPr lang="ru-RU"/>
            </a:p>
          </p:txBody>
        </p:sp>
        <p:graphicFrame>
          <p:nvGraphicFramePr>
            <p:cNvPr id="32792" name="Object 24"/>
            <p:cNvGraphicFramePr>
              <a:graphicFrameLocks noChangeAspect="1"/>
            </p:cNvGraphicFramePr>
            <p:nvPr/>
          </p:nvGraphicFramePr>
          <p:xfrm>
            <a:off x="274" y="527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35" name="Формула" r:id="rId16" imgW="152268" imgH="164957" progId="Equation.3">
                    <p:embed/>
                  </p:oleObj>
                </mc:Choice>
                <mc:Fallback>
                  <p:oleObj name="Формула" r:id="rId16" imgW="152268" imgH="164957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" y="527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3" name="Object 25"/>
            <p:cNvGraphicFramePr>
              <a:graphicFrameLocks noChangeAspect="1"/>
            </p:cNvGraphicFramePr>
            <p:nvPr/>
          </p:nvGraphicFramePr>
          <p:xfrm>
            <a:off x="293" y="1195"/>
            <a:ext cx="611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36" name="Формула" r:id="rId18" imgW="469696" imgH="253890" progId="Equation.3">
                    <p:embed/>
                  </p:oleObj>
                </mc:Choice>
                <mc:Fallback>
                  <p:oleObj name="Формула" r:id="rId18" imgW="469696" imgH="25389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1195"/>
                          <a:ext cx="611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4" name="Rectangle 26"/>
            <p:cNvSpPr>
              <a:spLocks noChangeArrowheads="1"/>
            </p:cNvSpPr>
            <p:nvPr/>
          </p:nvSpPr>
          <p:spPr bwMode="auto">
            <a:xfrm>
              <a:off x="894" y="1227"/>
              <a:ext cx="3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 В фойдаланувчининг</a:t>
              </a:r>
              <a:r>
                <a:rPr lang="en-US"/>
                <a:t> </a:t>
              </a:r>
              <a:r>
                <a:rPr lang="uz-Cyrl-UZ"/>
                <a:t>очиқ ва ёпиқ калити</a:t>
              </a:r>
            </a:p>
          </p:txBody>
        </p:sp>
        <p:graphicFrame>
          <p:nvGraphicFramePr>
            <p:cNvPr id="32795" name="Object 27"/>
            <p:cNvGraphicFramePr>
              <a:graphicFrameLocks noChangeAspect="1"/>
            </p:cNvGraphicFramePr>
            <p:nvPr/>
          </p:nvGraphicFramePr>
          <p:xfrm>
            <a:off x="348" y="1752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37" name="Формула" r:id="rId20" imgW="152268" imgH="164957" progId="Equation.3">
                    <p:embed/>
                  </p:oleObj>
                </mc:Choice>
                <mc:Fallback>
                  <p:oleObj name="Формула" r:id="rId20" imgW="152268" imgH="164957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1752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6" name="Rectangle 28"/>
            <p:cNvSpPr>
              <a:spLocks noChangeArrowheads="1"/>
            </p:cNvSpPr>
            <p:nvPr/>
          </p:nvSpPr>
          <p:spPr bwMode="auto">
            <a:xfrm>
              <a:off x="567" y="1752"/>
              <a:ext cx="18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32797" name="Object 29"/>
            <p:cNvGraphicFramePr>
              <a:graphicFrameLocks noChangeAspect="1"/>
            </p:cNvGraphicFramePr>
            <p:nvPr/>
          </p:nvGraphicFramePr>
          <p:xfrm>
            <a:off x="2381" y="1732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38" name="Формула" r:id="rId22" imgW="164885" imgH="164885" progId="Equation.3">
                    <p:embed/>
                  </p:oleObj>
                </mc:Choice>
                <mc:Fallback>
                  <p:oleObj name="Формула" r:id="rId22" imgW="164885" imgH="164885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1732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8" name="Rectangle 30"/>
            <p:cNvSpPr>
              <a:spLocks noChangeArrowheads="1"/>
            </p:cNvSpPr>
            <p:nvPr/>
          </p:nvSpPr>
          <p:spPr bwMode="auto">
            <a:xfrm>
              <a:off x="2616" y="1753"/>
              <a:ext cx="19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  <p:graphicFrame>
          <p:nvGraphicFramePr>
            <p:cNvPr id="32799" name="Object 31"/>
            <p:cNvGraphicFramePr>
              <a:graphicFrameLocks noChangeAspect="1"/>
            </p:cNvGraphicFramePr>
            <p:nvPr/>
          </p:nvGraphicFramePr>
          <p:xfrm>
            <a:off x="302" y="730"/>
            <a:ext cx="20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39" name="Формула" r:id="rId24" imgW="126725" imgH="177415" progId="Equation.3">
                    <p:embed/>
                  </p:oleObj>
                </mc:Choice>
                <mc:Fallback>
                  <p:oleObj name="Формула" r:id="rId24" imgW="126725" imgH="17741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" y="730"/>
                          <a:ext cx="20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0" name="Rectangle 32"/>
            <p:cNvSpPr>
              <a:spLocks noChangeArrowheads="1"/>
            </p:cNvSpPr>
            <p:nvPr/>
          </p:nvSpPr>
          <p:spPr bwMode="auto">
            <a:xfrm>
              <a:off x="521" y="779"/>
              <a:ext cx="25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қилинган калит</a:t>
              </a:r>
              <a:endParaRPr lang="ru-RU"/>
            </a:p>
          </p:txBody>
        </p:sp>
        <p:graphicFrame>
          <p:nvGraphicFramePr>
            <p:cNvPr id="32801" name="Object 33"/>
            <p:cNvGraphicFramePr>
              <a:graphicFrameLocks noChangeAspect="1"/>
            </p:cNvGraphicFramePr>
            <p:nvPr/>
          </p:nvGraphicFramePr>
          <p:xfrm>
            <a:off x="319" y="1445"/>
            <a:ext cx="611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0" name="Формула" r:id="rId26" imgW="469696" imgH="253890" progId="Equation.3">
                    <p:embed/>
                  </p:oleObj>
                </mc:Choice>
                <mc:Fallback>
                  <p:oleObj name="Формула" r:id="rId26" imgW="469696" imgH="25389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" y="1445"/>
                          <a:ext cx="611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2" name="Rectangle 34"/>
            <p:cNvSpPr>
              <a:spLocks noChangeArrowheads="1"/>
            </p:cNvSpPr>
            <p:nvPr/>
          </p:nvSpPr>
          <p:spPr bwMode="auto">
            <a:xfrm>
              <a:off x="884" y="1494"/>
              <a:ext cx="3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 А фойдаланувчининг</a:t>
              </a:r>
              <a:r>
                <a:rPr lang="en-US"/>
                <a:t> </a:t>
              </a:r>
              <a:r>
                <a:rPr lang="uz-Cyrl-UZ"/>
                <a:t>очиқ ва ёпиқ калити</a:t>
              </a:r>
            </a:p>
          </p:txBody>
        </p:sp>
      </p:grpSp>
      <p:graphicFrame>
        <p:nvGraphicFramePr>
          <p:cNvPr id="47139" name="Object 35"/>
          <p:cNvGraphicFramePr>
            <a:graphicFrameLocks noChangeAspect="1"/>
          </p:cNvGraphicFramePr>
          <p:nvPr/>
        </p:nvGraphicFramePr>
        <p:xfrm>
          <a:off x="1252538" y="4652963"/>
          <a:ext cx="4111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1" name="Формула" r:id="rId28" imgW="152268" imgH="215713" progId="Equation.3">
                  <p:embed/>
                </p:oleObj>
              </mc:Choice>
              <mc:Fallback>
                <p:oleObj name="Формула" r:id="rId28" imgW="152268" imgH="215713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4652963"/>
                        <a:ext cx="411162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0" name="Object 36"/>
          <p:cNvGraphicFramePr>
            <a:graphicFrameLocks noChangeAspect="1"/>
          </p:cNvGraphicFramePr>
          <p:nvPr/>
        </p:nvGraphicFramePr>
        <p:xfrm>
          <a:off x="827088" y="4652963"/>
          <a:ext cx="3619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2" name="Формула" r:id="rId29" imgW="126725" imgH="177415" progId="Equation.3">
                  <p:embed/>
                </p:oleObj>
              </mc:Choice>
              <mc:Fallback>
                <p:oleObj name="Формула" r:id="rId29" imgW="126725" imgH="177415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652963"/>
                        <a:ext cx="36195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1" name="Object 37"/>
          <p:cNvGraphicFramePr>
            <a:graphicFrameLocks noChangeAspect="1"/>
          </p:cNvGraphicFramePr>
          <p:nvPr/>
        </p:nvGraphicFramePr>
        <p:xfrm>
          <a:off x="107950" y="4581525"/>
          <a:ext cx="339248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3" name="Формула" r:id="rId30" imgW="1447800" imgH="279400" progId="Equation.3">
                  <p:embed/>
                </p:oleObj>
              </mc:Choice>
              <mc:Fallback>
                <p:oleObj name="Формула" r:id="rId30" imgW="1447800" imgH="2794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581525"/>
                        <a:ext cx="3392488" cy="6588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2" name="Object 38"/>
          <p:cNvGraphicFramePr>
            <a:graphicFrameLocks noChangeAspect="1"/>
          </p:cNvGraphicFramePr>
          <p:nvPr/>
        </p:nvGraphicFramePr>
        <p:xfrm>
          <a:off x="107950" y="4581525"/>
          <a:ext cx="339248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4" name="Формула" r:id="rId32" imgW="1447800" imgH="279400" progId="Equation.3">
                  <p:embed/>
                </p:oleObj>
              </mc:Choice>
              <mc:Fallback>
                <p:oleObj name="Формула" r:id="rId32" imgW="1447800" imgH="2794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581525"/>
                        <a:ext cx="3392488" cy="658813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3" name="Object 39"/>
          <p:cNvGraphicFramePr>
            <a:graphicFrameLocks noChangeAspect="1"/>
          </p:cNvGraphicFramePr>
          <p:nvPr/>
        </p:nvGraphicFramePr>
        <p:xfrm>
          <a:off x="6292850" y="4581525"/>
          <a:ext cx="214471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5" name="Формула" r:id="rId33" imgW="1028700" imgH="279400" progId="Equation.3">
                  <p:embed/>
                </p:oleObj>
              </mc:Choice>
              <mc:Fallback>
                <p:oleObj name="Формула" r:id="rId33" imgW="1028700" imgH="2794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4581525"/>
                        <a:ext cx="2144713" cy="6588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4" name="Object 40"/>
          <p:cNvGraphicFramePr>
            <a:graphicFrameLocks noChangeAspect="1"/>
          </p:cNvGraphicFramePr>
          <p:nvPr/>
        </p:nvGraphicFramePr>
        <p:xfrm>
          <a:off x="7235825" y="4581525"/>
          <a:ext cx="73183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6" name="Формула" r:id="rId35" imgW="291847" imgH="215713" progId="Equation.3">
                  <p:embed/>
                </p:oleObj>
              </mc:Choice>
              <mc:Fallback>
                <p:oleObj name="Формула" r:id="rId35" imgW="291847" imgH="215713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4581525"/>
                        <a:ext cx="731838" cy="61118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5" name="Object 41"/>
          <p:cNvGraphicFramePr>
            <a:graphicFrameLocks noChangeAspect="1"/>
          </p:cNvGraphicFramePr>
          <p:nvPr/>
        </p:nvGraphicFramePr>
        <p:xfrm>
          <a:off x="6516688" y="4581525"/>
          <a:ext cx="19748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7" name="Формула" r:id="rId37" imgW="799753" imgH="266584" progId="Equation.3">
                  <p:embed/>
                </p:oleObj>
              </mc:Choice>
              <mc:Fallback>
                <p:oleObj name="Формула" r:id="rId37" imgW="799753" imgH="266584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581525"/>
                        <a:ext cx="1974850" cy="6477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6" name="Object 42"/>
          <p:cNvGraphicFramePr>
            <a:graphicFrameLocks noChangeAspect="1"/>
          </p:cNvGraphicFramePr>
          <p:nvPr/>
        </p:nvGraphicFramePr>
        <p:xfrm>
          <a:off x="7308850" y="4581525"/>
          <a:ext cx="6953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8" name="Формула" r:id="rId39" imgW="291847" imgH="215713" progId="Equation.3">
                  <p:embed/>
                </p:oleObj>
              </mc:Choice>
              <mc:Fallback>
                <p:oleObj name="Формула" r:id="rId39" imgW="291847" imgH="215713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4581525"/>
                        <a:ext cx="695325" cy="6524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7" name="Object 43"/>
          <p:cNvGraphicFramePr>
            <a:graphicFrameLocks noChangeAspect="1"/>
          </p:cNvGraphicFramePr>
          <p:nvPr/>
        </p:nvGraphicFramePr>
        <p:xfrm>
          <a:off x="611188" y="4581525"/>
          <a:ext cx="16637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9" name="Формула" r:id="rId40" imgW="583693" imgH="266469" progId="Equation.3">
                  <p:embed/>
                </p:oleObj>
              </mc:Choice>
              <mc:Fallback>
                <p:oleObj name="Формула" r:id="rId40" imgW="583693" imgH="266469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581525"/>
                        <a:ext cx="1663700" cy="6286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50867E-6 L 0.60851 0.00463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47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17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396875" y="261938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Электрон рақамли имзо ва вақт меткасидан </a:t>
            </a:r>
          </a:p>
          <a:p>
            <a:pPr algn="ctr"/>
            <a:r>
              <a:rPr lang="uz-Cyrl-UZ" sz="2000" b="1"/>
              <a:t>фойдаланиб генерация қилинган калитни узатиш.</a:t>
            </a:r>
          </a:p>
          <a:p>
            <a:pPr algn="ctr"/>
            <a:r>
              <a:rPr lang="uz-Cyrl-UZ" sz="2000" b="1"/>
              <a:t>(Шифрланган калитга Рақамли имзо қўйиш)</a:t>
            </a:r>
            <a:endParaRPr lang="ru-RU" sz="2000" b="1"/>
          </a:p>
        </p:txBody>
      </p:sp>
      <p:grpSp>
        <p:nvGrpSpPr>
          <p:cNvPr id="33795" name="Group 5"/>
          <p:cNvGrpSpPr>
            <a:grpSpLocks/>
          </p:cNvGrpSpPr>
          <p:nvPr/>
        </p:nvGrpSpPr>
        <p:grpSpPr bwMode="auto">
          <a:xfrm>
            <a:off x="-36513" y="3933825"/>
            <a:ext cx="9144001" cy="2662238"/>
            <a:chOff x="0" y="2524"/>
            <a:chExt cx="5760" cy="1677"/>
          </a:xfrm>
        </p:grpSpPr>
        <p:pic>
          <p:nvPicPr>
            <p:cNvPr id="33827" name="Picture 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28" name="Picture 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29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3830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3831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33832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33833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48141" name="Object 13"/>
          <p:cNvGraphicFramePr>
            <a:graphicFrameLocks noChangeAspect="1"/>
          </p:cNvGraphicFramePr>
          <p:nvPr/>
        </p:nvGraphicFramePr>
        <p:xfrm>
          <a:off x="395288" y="4581525"/>
          <a:ext cx="2916237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4" name="Формула" r:id="rId5" imgW="1244600" imgH="279400" progId="Equation.3">
                  <p:embed/>
                </p:oleObj>
              </mc:Choice>
              <mc:Fallback>
                <p:oleObj name="Формула" r:id="rId5" imgW="1244600" imgH="279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81525"/>
                        <a:ext cx="2916237" cy="6588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3" name="Object 15"/>
          <p:cNvGraphicFramePr>
            <a:graphicFrameLocks noChangeAspect="1"/>
          </p:cNvGraphicFramePr>
          <p:nvPr/>
        </p:nvGraphicFramePr>
        <p:xfrm>
          <a:off x="539750" y="4652963"/>
          <a:ext cx="469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5" name="Формула" r:id="rId7" imgW="152268" imgH="164957" progId="Equation.3">
                  <p:embed/>
                </p:oleObj>
              </mc:Choice>
              <mc:Fallback>
                <p:oleObj name="Формула" r:id="rId7" imgW="152268" imgH="16495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652963"/>
                        <a:ext cx="469900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4" name="Object 16"/>
          <p:cNvGraphicFramePr>
            <a:graphicFrameLocks noChangeAspect="1"/>
          </p:cNvGraphicFramePr>
          <p:nvPr/>
        </p:nvGraphicFramePr>
        <p:xfrm>
          <a:off x="7524750" y="4652963"/>
          <a:ext cx="50323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6" name="Формула" r:id="rId9" imgW="126725" imgH="177415" progId="Equation.3">
                  <p:embed/>
                </p:oleObj>
              </mc:Choice>
              <mc:Fallback>
                <p:oleObj name="Формула" r:id="rId9" imgW="126725" imgH="17741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652963"/>
                        <a:ext cx="503238" cy="5762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145" name="Picture 17" descr="AG00174_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27501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46" name="Picture 18" descr="AG00174_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063" y="3251200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801" name="Group 44"/>
          <p:cNvGrpSpPr>
            <a:grpSpLocks/>
          </p:cNvGrpSpPr>
          <p:nvPr/>
        </p:nvGrpSpPr>
        <p:grpSpPr bwMode="auto">
          <a:xfrm>
            <a:off x="323850" y="903288"/>
            <a:ext cx="8424863" cy="2381250"/>
            <a:chOff x="204" y="569"/>
            <a:chExt cx="5307" cy="1500"/>
          </a:xfrm>
        </p:grpSpPr>
        <p:graphicFrame>
          <p:nvGraphicFramePr>
            <p:cNvPr id="33812" name="Object 20"/>
            <p:cNvGraphicFramePr>
              <a:graphicFrameLocks noChangeAspect="1"/>
            </p:cNvGraphicFramePr>
            <p:nvPr/>
          </p:nvGraphicFramePr>
          <p:xfrm>
            <a:off x="320" y="1005"/>
            <a:ext cx="17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7" name="Формула" r:id="rId12" imgW="152268" imgH="215713" progId="Equation.3">
                    <p:embed/>
                  </p:oleObj>
                </mc:Choice>
                <mc:Fallback>
                  <p:oleObj name="Формула" r:id="rId12" imgW="152268" imgH="215713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" y="1005"/>
                          <a:ext cx="17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3" name="Rectangle 21"/>
            <p:cNvSpPr>
              <a:spLocks noChangeArrowheads="1"/>
            </p:cNvSpPr>
            <p:nvPr/>
          </p:nvSpPr>
          <p:spPr bwMode="auto">
            <a:xfrm>
              <a:off x="703" y="604"/>
              <a:ext cx="39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ва В фойдаланувчиларнинг идентификаторлари</a:t>
              </a:r>
              <a:endParaRPr lang="ru-RU"/>
            </a:p>
          </p:txBody>
        </p:sp>
        <p:sp>
          <p:nvSpPr>
            <p:cNvPr id="33814" name="Rectangle 22"/>
            <p:cNvSpPr>
              <a:spLocks noChangeArrowheads="1"/>
            </p:cNvSpPr>
            <p:nvPr/>
          </p:nvSpPr>
          <p:spPr bwMode="auto">
            <a:xfrm>
              <a:off x="204" y="688"/>
              <a:ext cx="5307" cy="1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3815" name="Rectangle 23"/>
            <p:cNvSpPr>
              <a:spLocks noChangeArrowheads="1"/>
            </p:cNvSpPr>
            <p:nvPr/>
          </p:nvSpPr>
          <p:spPr bwMode="auto">
            <a:xfrm>
              <a:off x="567" y="1066"/>
              <a:ext cx="252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фойдаланувчининг вақт меткаси</a:t>
              </a:r>
              <a:endParaRPr lang="ru-RU"/>
            </a:p>
          </p:txBody>
        </p:sp>
        <p:graphicFrame>
          <p:nvGraphicFramePr>
            <p:cNvPr id="33816" name="Object 24"/>
            <p:cNvGraphicFramePr>
              <a:graphicFrameLocks noChangeAspect="1"/>
            </p:cNvGraphicFramePr>
            <p:nvPr/>
          </p:nvGraphicFramePr>
          <p:xfrm>
            <a:off x="279" y="569"/>
            <a:ext cx="40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8" name="Формула" r:id="rId14" imgW="304536" imgH="203024" progId="Equation.3">
                    <p:embed/>
                  </p:oleObj>
                </mc:Choice>
                <mc:Fallback>
                  <p:oleObj name="Формула" r:id="rId14" imgW="304536" imgH="203024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" y="569"/>
                          <a:ext cx="40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7" name="Object 25"/>
            <p:cNvGraphicFramePr>
              <a:graphicFrameLocks noChangeAspect="1"/>
            </p:cNvGraphicFramePr>
            <p:nvPr/>
          </p:nvGraphicFramePr>
          <p:xfrm>
            <a:off x="293" y="1265"/>
            <a:ext cx="611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9" name="Формула" r:id="rId16" imgW="469696" imgH="253890" progId="Equation.3">
                    <p:embed/>
                  </p:oleObj>
                </mc:Choice>
                <mc:Fallback>
                  <p:oleObj name="Формула" r:id="rId16" imgW="469696" imgH="25389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1265"/>
                          <a:ext cx="611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8" name="Rectangle 26"/>
            <p:cNvSpPr>
              <a:spLocks noChangeArrowheads="1"/>
            </p:cNvSpPr>
            <p:nvPr/>
          </p:nvSpPr>
          <p:spPr bwMode="auto">
            <a:xfrm>
              <a:off x="894" y="1297"/>
              <a:ext cx="3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 В фойдаланувчининг</a:t>
              </a:r>
              <a:r>
                <a:rPr lang="en-US"/>
                <a:t> </a:t>
              </a:r>
              <a:r>
                <a:rPr lang="uz-Cyrl-UZ"/>
                <a:t>очиқ ва ёпиқ калити</a:t>
              </a:r>
            </a:p>
          </p:txBody>
        </p:sp>
        <p:graphicFrame>
          <p:nvGraphicFramePr>
            <p:cNvPr id="33819" name="Object 27"/>
            <p:cNvGraphicFramePr>
              <a:graphicFrameLocks noChangeAspect="1"/>
            </p:cNvGraphicFramePr>
            <p:nvPr/>
          </p:nvGraphicFramePr>
          <p:xfrm>
            <a:off x="348" y="1822"/>
            <a:ext cx="20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0" name="Формула" r:id="rId18" imgW="152268" imgH="164957" progId="Equation.3">
                    <p:embed/>
                  </p:oleObj>
                </mc:Choice>
                <mc:Fallback>
                  <p:oleObj name="Формула" r:id="rId18" imgW="152268" imgH="164957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1822"/>
                          <a:ext cx="20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0" name="Rectangle 28"/>
            <p:cNvSpPr>
              <a:spLocks noChangeArrowheads="1"/>
            </p:cNvSpPr>
            <p:nvPr/>
          </p:nvSpPr>
          <p:spPr bwMode="auto">
            <a:xfrm>
              <a:off x="567" y="1822"/>
              <a:ext cx="18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шифрлаш алгоритми</a:t>
              </a:r>
            </a:p>
          </p:txBody>
        </p:sp>
        <p:graphicFrame>
          <p:nvGraphicFramePr>
            <p:cNvPr id="33821" name="Object 29"/>
            <p:cNvGraphicFramePr>
              <a:graphicFrameLocks noChangeAspect="1"/>
            </p:cNvGraphicFramePr>
            <p:nvPr/>
          </p:nvGraphicFramePr>
          <p:xfrm>
            <a:off x="2381" y="1802"/>
            <a:ext cx="2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1" name="Формула" r:id="rId20" imgW="164885" imgH="164885" progId="Equation.3">
                    <p:embed/>
                  </p:oleObj>
                </mc:Choice>
                <mc:Fallback>
                  <p:oleObj name="Формула" r:id="rId20" imgW="164885" imgH="164885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1802"/>
                          <a:ext cx="2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2" name="Rectangle 30"/>
            <p:cNvSpPr>
              <a:spLocks noChangeArrowheads="1"/>
            </p:cNvSpPr>
            <p:nvPr/>
          </p:nvSpPr>
          <p:spPr bwMode="auto">
            <a:xfrm>
              <a:off x="2616" y="1823"/>
              <a:ext cx="19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дешифрлаш алгоритми</a:t>
              </a:r>
            </a:p>
          </p:txBody>
        </p:sp>
        <p:graphicFrame>
          <p:nvGraphicFramePr>
            <p:cNvPr id="33823" name="Object 31"/>
            <p:cNvGraphicFramePr>
              <a:graphicFrameLocks noChangeAspect="1"/>
            </p:cNvGraphicFramePr>
            <p:nvPr/>
          </p:nvGraphicFramePr>
          <p:xfrm>
            <a:off x="302" y="800"/>
            <a:ext cx="20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2" name="Формула" r:id="rId22" imgW="126725" imgH="177415" progId="Equation.3">
                    <p:embed/>
                  </p:oleObj>
                </mc:Choice>
                <mc:Fallback>
                  <p:oleObj name="Формула" r:id="rId22" imgW="126725" imgH="17741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" y="800"/>
                          <a:ext cx="20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4" name="Rectangle 32"/>
            <p:cNvSpPr>
              <a:spLocks noChangeArrowheads="1"/>
            </p:cNvSpPr>
            <p:nvPr/>
          </p:nvSpPr>
          <p:spPr bwMode="auto">
            <a:xfrm>
              <a:off x="521" y="849"/>
              <a:ext cx="25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қилинган калит</a:t>
              </a:r>
              <a:endParaRPr lang="ru-RU"/>
            </a:p>
          </p:txBody>
        </p:sp>
        <p:graphicFrame>
          <p:nvGraphicFramePr>
            <p:cNvPr id="33825" name="Object 33"/>
            <p:cNvGraphicFramePr>
              <a:graphicFrameLocks noChangeAspect="1"/>
            </p:cNvGraphicFramePr>
            <p:nvPr/>
          </p:nvGraphicFramePr>
          <p:xfrm>
            <a:off x="319" y="1515"/>
            <a:ext cx="611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3" name="Формула" r:id="rId24" imgW="469696" imgH="253890" progId="Equation.3">
                    <p:embed/>
                  </p:oleObj>
                </mc:Choice>
                <mc:Fallback>
                  <p:oleObj name="Формула" r:id="rId24" imgW="469696" imgH="25389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" y="1515"/>
                          <a:ext cx="611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6" name="Rectangle 34"/>
            <p:cNvSpPr>
              <a:spLocks noChangeArrowheads="1"/>
            </p:cNvSpPr>
            <p:nvPr/>
          </p:nvSpPr>
          <p:spPr bwMode="auto">
            <a:xfrm>
              <a:off x="884" y="1564"/>
              <a:ext cx="3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 А фойдаланувчининг</a:t>
              </a:r>
              <a:r>
                <a:rPr lang="en-US"/>
                <a:t> </a:t>
              </a:r>
              <a:r>
                <a:rPr lang="uz-Cyrl-UZ"/>
                <a:t>очиқ ва ёпиқ калити</a:t>
              </a:r>
            </a:p>
          </p:txBody>
        </p:sp>
      </p:grpSp>
      <p:graphicFrame>
        <p:nvGraphicFramePr>
          <p:cNvPr id="48163" name="Object 35"/>
          <p:cNvGraphicFramePr>
            <a:graphicFrameLocks noChangeAspect="1"/>
          </p:cNvGraphicFramePr>
          <p:nvPr/>
        </p:nvGraphicFramePr>
        <p:xfrm>
          <a:off x="900113" y="4652963"/>
          <a:ext cx="4413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4" name="Формула" r:id="rId26" imgW="152268" imgH="164957" progId="Equation.3">
                  <p:embed/>
                </p:oleObj>
              </mc:Choice>
              <mc:Fallback>
                <p:oleObj name="Формула" r:id="rId26" imgW="152268" imgH="164957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652963"/>
                        <a:ext cx="441325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64" name="Object 36"/>
          <p:cNvGraphicFramePr>
            <a:graphicFrameLocks noChangeAspect="1"/>
          </p:cNvGraphicFramePr>
          <p:nvPr/>
        </p:nvGraphicFramePr>
        <p:xfrm>
          <a:off x="1411288" y="4652963"/>
          <a:ext cx="4333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5" name="Формула" r:id="rId28" imgW="126725" imgH="177415" progId="Equation.3">
                  <p:embed/>
                </p:oleObj>
              </mc:Choice>
              <mc:Fallback>
                <p:oleObj name="Формула" r:id="rId28" imgW="126725" imgH="177415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288" y="4652963"/>
                        <a:ext cx="433387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65" name="Object 37"/>
          <p:cNvGraphicFramePr>
            <a:graphicFrameLocks noChangeAspect="1"/>
          </p:cNvGraphicFramePr>
          <p:nvPr/>
        </p:nvGraphicFramePr>
        <p:xfrm>
          <a:off x="6256338" y="4581525"/>
          <a:ext cx="235267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6" name="Формула" r:id="rId29" imgW="1002865" imgH="279279" progId="Equation.3">
                  <p:embed/>
                </p:oleObj>
              </mc:Choice>
              <mc:Fallback>
                <p:oleObj name="Формула" r:id="rId29" imgW="1002865" imgH="279279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38" y="4581525"/>
                        <a:ext cx="2352675" cy="6588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69" name="Object 41"/>
          <p:cNvGraphicFramePr>
            <a:graphicFrameLocks noChangeAspect="1"/>
          </p:cNvGraphicFramePr>
          <p:nvPr/>
        </p:nvGraphicFramePr>
        <p:xfrm>
          <a:off x="5724525" y="4581525"/>
          <a:ext cx="31083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7" name="Формула" r:id="rId31" imgW="1308100" imgH="279400" progId="Equation.3">
                  <p:embed/>
                </p:oleObj>
              </mc:Choice>
              <mc:Fallback>
                <p:oleObj name="Формула" r:id="rId31" imgW="1308100" imgH="2794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581525"/>
                        <a:ext cx="3108325" cy="679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0" name="Object 42"/>
          <p:cNvGraphicFramePr>
            <a:graphicFrameLocks noChangeAspect="1"/>
          </p:cNvGraphicFramePr>
          <p:nvPr/>
        </p:nvGraphicFramePr>
        <p:xfrm>
          <a:off x="7380288" y="4581525"/>
          <a:ext cx="7207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8" name="Формула" r:id="rId33" imgW="279279" imgH="203112" progId="Equation.3">
                  <p:embed/>
                </p:oleObj>
              </mc:Choice>
              <mc:Fallback>
                <p:oleObj name="Формула" r:id="rId33" imgW="279279" imgH="203112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4581525"/>
                        <a:ext cx="720725" cy="6651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3" name="Object 45"/>
          <p:cNvGraphicFramePr>
            <a:graphicFrameLocks noChangeAspect="1"/>
          </p:cNvGraphicFramePr>
          <p:nvPr/>
        </p:nvGraphicFramePr>
        <p:xfrm>
          <a:off x="611188" y="4581525"/>
          <a:ext cx="163195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9" name="Формула" r:id="rId35" imgW="634449" imgH="266469" progId="Equation.3">
                  <p:embed/>
                </p:oleObj>
              </mc:Choice>
              <mc:Fallback>
                <p:oleObj name="Формула" r:id="rId35" imgW="634449" imgH="266469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581525"/>
                        <a:ext cx="1631950" cy="6572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4" name="Object 46"/>
          <p:cNvGraphicFramePr>
            <a:graphicFrameLocks noChangeAspect="1"/>
          </p:cNvGraphicFramePr>
          <p:nvPr/>
        </p:nvGraphicFramePr>
        <p:xfrm>
          <a:off x="1044575" y="4652963"/>
          <a:ext cx="4111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0" name="Формула" r:id="rId37" imgW="152268" imgH="215713" progId="Equation.3">
                  <p:embed/>
                </p:oleObj>
              </mc:Choice>
              <mc:Fallback>
                <p:oleObj name="Формула" r:id="rId37" imgW="152268" imgH="215713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4652963"/>
                        <a:ext cx="411163" cy="5048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5" name="Object 47"/>
          <p:cNvGraphicFramePr>
            <a:graphicFrameLocks noChangeAspect="1"/>
          </p:cNvGraphicFramePr>
          <p:nvPr/>
        </p:nvGraphicFramePr>
        <p:xfrm>
          <a:off x="53975" y="4652963"/>
          <a:ext cx="41576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1" name="Формула" r:id="rId39" imgW="2133600" imgH="279400" progId="Equation.3">
                  <p:embed/>
                </p:oleObj>
              </mc:Choice>
              <mc:Fallback>
                <p:oleObj name="Формула" r:id="rId39" imgW="2133600" imgH="2794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" y="4652963"/>
                        <a:ext cx="4157663" cy="5921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6" name="Object 48"/>
          <p:cNvGraphicFramePr>
            <a:graphicFrameLocks noChangeAspect="1"/>
          </p:cNvGraphicFramePr>
          <p:nvPr/>
        </p:nvGraphicFramePr>
        <p:xfrm>
          <a:off x="53975" y="4652963"/>
          <a:ext cx="41576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2" name="Формула" r:id="rId41" imgW="2133600" imgH="279400" progId="Equation.3">
                  <p:embed/>
                </p:oleObj>
              </mc:Choice>
              <mc:Fallback>
                <p:oleObj name="Формула" r:id="rId41" imgW="2133600" imgH="2794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" y="4652963"/>
                        <a:ext cx="4157663" cy="592137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7" name="Object 49"/>
          <p:cNvGraphicFramePr>
            <a:graphicFrameLocks noChangeAspect="1"/>
          </p:cNvGraphicFramePr>
          <p:nvPr/>
        </p:nvGraphicFramePr>
        <p:xfrm>
          <a:off x="4878388" y="4652963"/>
          <a:ext cx="4157662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3" name="Формула" r:id="rId43" imgW="2133600" imgH="279400" progId="Equation.3">
                  <p:embed/>
                </p:oleObj>
              </mc:Choice>
              <mc:Fallback>
                <p:oleObj name="Формула" r:id="rId43" imgW="2133600" imgH="2794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388" y="4652963"/>
                        <a:ext cx="4157662" cy="5921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8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8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50867E-6 L 0.09982 0.00463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48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3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8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8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48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8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21387E-6 L 0.52761 1.21387E-6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48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48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8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8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8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8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396875" y="188913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Калитларни тарқатишнинг Диффи-Хеллман протоколи</a:t>
            </a:r>
            <a:endParaRPr lang="ru-RU" sz="2000" b="1"/>
          </a:p>
        </p:txBody>
      </p:sp>
      <p:grpSp>
        <p:nvGrpSpPr>
          <p:cNvPr id="34819" name="Group 5"/>
          <p:cNvGrpSpPr>
            <a:grpSpLocks/>
          </p:cNvGrpSpPr>
          <p:nvPr/>
        </p:nvGrpSpPr>
        <p:grpSpPr bwMode="auto">
          <a:xfrm>
            <a:off x="0" y="3213100"/>
            <a:ext cx="9144000" cy="2662238"/>
            <a:chOff x="0" y="2524"/>
            <a:chExt cx="5760" cy="1677"/>
          </a:xfrm>
        </p:grpSpPr>
        <p:pic>
          <p:nvPicPr>
            <p:cNvPr id="34844" name="Picture 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45" name="Picture 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46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4847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4848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34849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34850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49176" name="Object 24"/>
          <p:cNvGraphicFramePr>
            <a:graphicFrameLocks noChangeAspect="1"/>
          </p:cNvGraphicFramePr>
          <p:nvPr/>
        </p:nvGraphicFramePr>
        <p:xfrm>
          <a:off x="1042988" y="4005263"/>
          <a:ext cx="50006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8" name="Формула" r:id="rId5" imgW="126835" imgH="139518" progId="Equation.3">
                  <p:embed/>
                </p:oleObj>
              </mc:Choice>
              <mc:Fallback>
                <p:oleObj name="Формула" r:id="rId5" imgW="126835" imgH="13951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005263"/>
                        <a:ext cx="500062" cy="5508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0" name="Object 28"/>
          <p:cNvGraphicFramePr>
            <a:graphicFrameLocks noChangeAspect="1"/>
          </p:cNvGraphicFramePr>
          <p:nvPr/>
        </p:nvGraphicFramePr>
        <p:xfrm>
          <a:off x="2627313" y="3573463"/>
          <a:ext cx="3887787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9" name="Формула" r:id="rId7" imgW="1447800" imgH="228600" progId="Equation.3">
                  <p:embed/>
                </p:oleObj>
              </mc:Choice>
              <mc:Fallback>
                <p:oleObj name="Формула" r:id="rId7" imgW="144780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573463"/>
                        <a:ext cx="3887787" cy="687387"/>
                      </a:xfrm>
                      <a:prstGeom prst="rect">
                        <a:avLst/>
                      </a:prstGeom>
                      <a:solidFill>
                        <a:srgbClr val="33CC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2" name="Group 48"/>
          <p:cNvGrpSpPr>
            <a:grpSpLocks/>
          </p:cNvGrpSpPr>
          <p:nvPr/>
        </p:nvGrpSpPr>
        <p:grpSpPr bwMode="auto">
          <a:xfrm>
            <a:off x="323850" y="812800"/>
            <a:ext cx="8424863" cy="1714500"/>
            <a:chOff x="204" y="512"/>
            <a:chExt cx="5307" cy="1080"/>
          </a:xfrm>
        </p:grpSpPr>
        <p:graphicFrame>
          <p:nvGraphicFramePr>
            <p:cNvPr id="34833" name="Object 14"/>
            <p:cNvGraphicFramePr>
              <a:graphicFrameLocks noChangeAspect="1"/>
            </p:cNvGraphicFramePr>
            <p:nvPr/>
          </p:nvGraphicFramePr>
          <p:xfrm>
            <a:off x="341" y="524"/>
            <a:ext cx="36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0" name="Формула" r:id="rId9" imgW="304536" imgH="164957" progId="Equation.3">
                    <p:embed/>
                  </p:oleObj>
                </mc:Choice>
                <mc:Fallback>
                  <p:oleObj name="Формула" r:id="rId9" imgW="304536" imgH="164957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" y="524"/>
                          <a:ext cx="368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4" name="Rectangle 15"/>
            <p:cNvSpPr>
              <a:spLocks noChangeArrowheads="1"/>
            </p:cNvSpPr>
            <p:nvPr/>
          </p:nvSpPr>
          <p:spPr bwMode="auto">
            <a:xfrm>
              <a:off x="612" y="772"/>
              <a:ext cx="4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фойдаланувчининг тасодифий сони:</a:t>
              </a:r>
              <a:endParaRPr lang="ru-RU"/>
            </a:p>
          </p:txBody>
        </p:sp>
        <p:sp>
          <p:nvSpPr>
            <p:cNvPr id="34835" name="Rectangle 16"/>
            <p:cNvSpPr>
              <a:spLocks noChangeArrowheads="1"/>
            </p:cNvSpPr>
            <p:nvPr/>
          </p:nvSpPr>
          <p:spPr bwMode="auto">
            <a:xfrm>
              <a:off x="204" y="520"/>
              <a:ext cx="5307" cy="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4836" name="Rectangle 17"/>
            <p:cNvSpPr>
              <a:spLocks noChangeArrowheads="1"/>
            </p:cNvSpPr>
            <p:nvPr/>
          </p:nvSpPr>
          <p:spPr bwMode="auto">
            <a:xfrm>
              <a:off x="722" y="512"/>
              <a:ext cx="40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ва В фойдаланувчиларга маълум бўлган катта туб сон</a:t>
              </a:r>
              <a:endParaRPr lang="ru-RU"/>
            </a:p>
          </p:txBody>
        </p:sp>
        <p:graphicFrame>
          <p:nvGraphicFramePr>
            <p:cNvPr id="34837" name="Object 18"/>
            <p:cNvGraphicFramePr>
              <a:graphicFrameLocks noChangeAspect="1"/>
            </p:cNvGraphicFramePr>
            <p:nvPr/>
          </p:nvGraphicFramePr>
          <p:xfrm>
            <a:off x="316" y="754"/>
            <a:ext cx="23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1" name="Формула" r:id="rId11" imgW="126835" imgH="139518" progId="Equation.3">
                    <p:embed/>
                  </p:oleObj>
                </mc:Choice>
                <mc:Fallback>
                  <p:oleObj name="Формула" r:id="rId11" imgW="126835" imgH="139518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754"/>
                          <a:ext cx="23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8" name="Object 19"/>
            <p:cNvGraphicFramePr>
              <a:graphicFrameLocks noChangeAspect="1"/>
            </p:cNvGraphicFramePr>
            <p:nvPr/>
          </p:nvGraphicFramePr>
          <p:xfrm>
            <a:off x="337" y="1228"/>
            <a:ext cx="230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2" name="Формула" r:id="rId13" imgW="126725" imgH="177415" progId="Equation.3">
                    <p:embed/>
                  </p:oleObj>
                </mc:Choice>
                <mc:Fallback>
                  <p:oleObj name="Формула" r:id="rId13" imgW="126725" imgH="17741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" y="1228"/>
                          <a:ext cx="230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9" name="Rectangle 20"/>
            <p:cNvSpPr>
              <a:spLocks noChangeArrowheads="1"/>
            </p:cNvSpPr>
            <p:nvPr/>
          </p:nvSpPr>
          <p:spPr bwMode="auto">
            <a:xfrm>
              <a:off x="557" y="1304"/>
              <a:ext cx="34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қилиниши мумкин бўлган калит</a:t>
              </a:r>
            </a:p>
          </p:txBody>
        </p:sp>
        <p:graphicFrame>
          <p:nvGraphicFramePr>
            <p:cNvPr id="34840" name="Object 33"/>
            <p:cNvGraphicFramePr>
              <a:graphicFrameLocks noChangeAspect="1"/>
            </p:cNvGraphicFramePr>
            <p:nvPr/>
          </p:nvGraphicFramePr>
          <p:xfrm>
            <a:off x="3404" y="771"/>
            <a:ext cx="953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3" name="Формула" r:id="rId15" imgW="787058" imgH="203112" progId="Equation.3">
                    <p:embed/>
                  </p:oleObj>
                </mc:Choice>
                <mc:Fallback>
                  <p:oleObj name="Формула" r:id="rId15" imgW="787058" imgH="203112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771"/>
                          <a:ext cx="953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1" name="Rectangle 34"/>
            <p:cNvSpPr>
              <a:spLocks noChangeArrowheads="1"/>
            </p:cNvSpPr>
            <p:nvPr/>
          </p:nvSpPr>
          <p:spPr bwMode="auto">
            <a:xfrm>
              <a:off x="612" y="1047"/>
              <a:ext cx="28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тасодифий сони:</a:t>
              </a:r>
              <a:endParaRPr lang="ru-RU"/>
            </a:p>
          </p:txBody>
        </p:sp>
        <p:graphicFrame>
          <p:nvGraphicFramePr>
            <p:cNvPr id="34842" name="Object 35"/>
            <p:cNvGraphicFramePr>
              <a:graphicFrameLocks noChangeAspect="1"/>
            </p:cNvGraphicFramePr>
            <p:nvPr/>
          </p:nvGraphicFramePr>
          <p:xfrm>
            <a:off x="305" y="1003"/>
            <a:ext cx="26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4" name="Формула" r:id="rId17" imgW="139579" imgH="164957" progId="Equation.3">
                    <p:embed/>
                  </p:oleObj>
                </mc:Choice>
                <mc:Fallback>
                  <p:oleObj name="Формула" r:id="rId17" imgW="139579" imgH="164957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" y="1003"/>
                          <a:ext cx="261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43" name="Object 36"/>
            <p:cNvGraphicFramePr>
              <a:graphicFrameLocks noChangeAspect="1"/>
            </p:cNvGraphicFramePr>
            <p:nvPr/>
          </p:nvGraphicFramePr>
          <p:xfrm>
            <a:off x="3404" y="1046"/>
            <a:ext cx="953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5" name="Формула" r:id="rId19" imgW="787058" imgH="203112" progId="Equation.3">
                    <p:embed/>
                  </p:oleObj>
                </mc:Choice>
                <mc:Fallback>
                  <p:oleObj name="Формула" r:id="rId19" imgW="787058" imgH="203112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1046"/>
                          <a:ext cx="953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190" name="Object 38"/>
          <p:cNvGraphicFramePr>
            <a:graphicFrameLocks noChangeAspect="1"/>
          </p:cNvGraphicFramePr>
          <p:nvPr/>
        </p:nvGraphicFramePr>
        <p:xfrm>
          <a:off x="395288" y="3933825"/>
          <a:ext cx="2390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6" name="Формула" r:id="rId21" imgW="901309" imgH="228501" progId="Equation.3">
                  <p:embed/>
                </p:oleObj>
              </mc:Choice>
              <mc:Fallback>
                <p:oleObj name="Формула" r:id="rId21" imgW="901309" imgH="228501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933825"/>
                        <a:ext cx="2390775" cy="679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1" name="Object 39"/>
          <p:cNvGraphicFramePr>
            <a:graphicFrameLocks noChangeAspect="1"/>
          </p:cNvGraphicFramePr>
          <p:nvPr/>
        </p:nvGraphicFramePr>
        <p:xfrm>
          <a:off x="395288" y="3933825"/>
          <a:ext cx="2390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7" name="Формула" r:id="rId23" imgW="901309" imgH="228501" progId="Equation.3">
                  <p:embed/>
                </p:oleObj>
              </mc:Choice>
              <mc:Fallback>
                <p:oleObj name="Формула" r:id="rId23" imgW="901309" imgH="228501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933825"/>
                        <a:ext cx="2390775" cy="6794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2" name="Object 40"/>
          <p:cNvGraphicFramePr>
            <a:graphicFrameLocks noChangeAspect="1"/>
          </p:cNvGraphicFramePr>
          <p:nvPr/>
        </p:nvGraphicFramePr>
        <p:xfrm>
          <a:off x="6372225" y="3902075"/>
          <a:ext cx="2390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8" name="Формула" r:id="rId25" imgW="901309" imgH="228501" progId="Equation.3">
                  <p:embed/>
                </p:oleObj>
              </mc:Choice>
              <mc:Fallback>
                <p:oleObj name="Формула" r:id="rId25" imgW="901309" imgH="228501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902075"/>
                        <a:ext cx="2390775" cy="679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3" name="Object 41"/>
          <p:cNvGraphicFramePr>
            <a:graphicFrameLocks noChangeAspect="1"/>
          </p:cNvGraphicFramePr>
          <p:nvPr/>
        </p:nvGraphicFramePr>
        <p:xfrm>
          <a:off x="7524750" y="3956050"/>
          <a:ext cx="471488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9" name="Формула" r:id="rId27" imgW="139579" imgH="164957" progId="Equation.3">
                  <p:embed/>
                </p:oleObj>
              </mc:Choice>
              <mc:Fallback>
                <p:oleObj name="Формула" r:id="rId27" imgW="139579" imgH="164957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3956050"/>
                        <a:ext cx="471488" cy="6254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4" name="Object 42"/>
          <p:cNvGraphicFramePr>
            <a:graphicFrameLocks noChangeAspect="1"/>
          </p:cNvGraphicFramePr>
          <p:nvPr/>
        </p:nvGraphicFramePr>
        <p:xfrm>
          <a:off x="4932363" y="3933825"/>
          <a:ext cx="41402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0" name="Формула" r:id="rId29" imgW="1676400" imgH="241300" progId="Equation.3">
                  <p:embed/>
                </p:oleObj>
              </mc:Choice>
              <mc:Fallback>
                <p:oleObj name="Формула" r:id="rId29" imgW="1676400" imgH="2413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933825"/>
                        <a:ext cx="4140200" cy="6683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5" name="Object 43"/>
          <p:cNvGraphicFramePr>
            <a:graphicFrameLocks noChangeAspect="1"/>
          </p:cNvGraphicFramePr>
          <p:nvPr/>
        </p:nvGraphicFramePr>
        <p:xfrm>
          <a:off x="6300788" y="3933825"/>
          <a:ext cx="22780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1" name="Формула" r:id="rId31" imgW="927100" imgH="228600" progId="Equation.3">
                  <p:embed/>
                </p:oleObj>
              </mc:Choice>
              <mc:Fallback>
                <p:oleObj name="Формула" r:id="rId31" imgW="927100" imgH="2286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933825"/>
                        <a:ext cx="2278062" cy="6286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6" name="Object 44"/>
          <p:cNvGraphicFramePr>
            <a:graphicFrameLocks noChangeAspect="1"/>
          </p:cNvGraphicFramePr>
          <p:nvPr/>
        </p:nvGraphicFramePr>
        <p:xfrm>
          <a:off x="6300788" y="3952875"/>
          <a:ext cx="22780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2" name="Формула" r:id="rId33" imgW="927100" imgH="228600" progId="Equation.3">
                  <p:embed/>
                </p:oleObj>
              </mc:Choice>
              <mc:Fallback>
                <p:oleObj name="Формула" r:id="rId33" imgW="927100" imgH="2286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952875"/>
                        <a:ext cx="2278062" cy="6286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7" name="Object 45"/>
          <p:cNvGraphicFramePr>
            <a:graphicFrameLocks noChangeAspect="1"/>
          </p:cNvGraphicFramePr>
          <p:nvPr/>
        </p:nvGraphicFramePr>
        <p:xfrm>
          <a:off x="107950" y="3933825"/>
          <a:ext cx="42132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3" name="Формула" r:id="rId34" imgW="1714500" imgH="241300" progId="Equation.3">
                  <p:embed/>
                </p:oleObj>
              </mc:Choice>
              <mc:Fallback>
                <p:oleObj name="Формула" r:id="rId34" imgW="1714500" imgH="2413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3933825"/>
                        <a:ext cx="4213225" cy="6635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98" name="AutoShape 46"/>
          <p:cNvSpPr>
            <a:spLocks noChangeArrowheads="1"/>
          </p:cNvSpPr>
          <p:nvPr/>
        </p:nvSpPr>
        <p:spPr bwMode="auto">
          <a:xfrm>
            <a:off x="4213225" y="4365625"/>
            <a:ext cx="790575" cy="792163"/>
          </a:xfrm>
          <a:prstGeom prst="downArrow">
            <a:avLst>
              <a:gd name="adj1" fmla="val 49796"/>
              <a:gd name="adj2" fmla="val 45582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graphicFrame>
        <p:nvGraphicFramePr>
          <p:cNvPr id="49199" name="Object 47"/>
          <p:cNvGraphicFramePr>
            <a:graphicFrameLocks noChangeAspect="1"/>
          </p:cNvGraphicFramePr>
          <p:nvPr/>
        </p:nvGraphicFramePr>
        <p:xfrm>
          <a:off x="3649663" y="5248275"/>
          <a:ext cx="18415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4" name="Формула" r:id="rId36" imgW="685502" imgH="215806" progId="Equation.3">
                  <p:embed/>
                </p:oleObj>
              </mc:Choice>
              <mc:Fallback>
                <p:oleObj name="Формула" r:id="rId36" imgW="685502" imgH="215806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3" y="5248275"/>
                        <a:ext cx="1841500" cy="649288"/>
                      </a:xfrm>
                      <a:prstGeom prst="rect">
                        <a:avLst/>
                      </a:prstGeom>
                      <a:solidFill>
                        <a:srgbClr val="33CC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9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25434E-6 L 0.65677 0.00277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49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830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49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2.89017E-6 L 0.00191 -0.20301 " pathEditMode="relative" rAng="0" ptsTypes="AA">
                                      <p:cBhvr>
                                        <p:cTn id="55" dur="500" fill="hold"/>
                                        <p:tgtEl>
                                          <p:spTgt spid="491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1015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9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31214E-6 L -0.64566 -2.31214E-6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49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9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6763E-6 L -0.00209 -0.19537 " pathEditMode="relative" rAng="0" ptsTypes="AA">
                                      <p:cBhvr>
                                        <p:cTn id="82" dur="500" fill="hold"/>
                                        <p:tgtEl>
                                          <p:spTgt spid="49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97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9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9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396875" y="188913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Диффи-Хеллман протоколи учун ўртадаги киши хужуми</a:t>
            </a:r>
            <a:endParaRPr lang="ru-RU" sz="2000" b="1"/>
          </a:p>
        </p:txBody>
      </p:sp>
      <p:grpSp>
        <p:nvGrpSpPr>
          <p:cNvPr id="50181" name="Group 5"/>
          <p:cNvGrpSpPr>
            <a:grpSpLocks/>
          </p:cNvGrpSpPr>
          <p:nvPr/>
        </p:nvGrpSpPr>
        <p:grpSpPr bwMode="auto">
          <a:xfrm>
            <a:off x="0" y="3213100"/>
            <a:ext cx="9144000" cy="2662238"/>
            <a:chOff x="0" y="2524"/>
            <a:chExt cx="5760" cy="1677"/>
          </a:xfrm>
        </p:grpSpPr>
        <p:pic>
          <p:nvPicPr>
            <p:cNvPr id="35875" name="Picture 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76" name="Picture 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77" name="Line 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5878" name="Line 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5879" name="Rectangle 1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35880" name="Rectangle 1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35881" name="Line 1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50196" name="Object 20"/>
          <p:cNvGraphicFramePr>
            <a:graphicFrameLocks noChangeAspect="1"/>
          </p:cNvGraphicFramePr>
          <p:nvPr/>
        </p:nvGraphicFramePr>
        <p:xfrm>
          <a:off x="1042988" y="1557338"/>
          <a:ext cx="50006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4" name="Формула" r:id="rId5" imgW="126835" imgH="139518" progId="Equation.3">
                  <p:embed/>
                </p:oleObj>
              </mc:Choice>
              <mc:Fallback>
                <p:oleObj name="Формула" r:id="rId5" imgW="126835" imgH="13951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557338"/>
                        <a:ext cx="500062" cy="5508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7" name="Object 31"/>
          <p:cNvGraphicFramePr>
            <a:graphicFrameLocks noChangeAspect="1"/>
          </p:cNvGraphicFramePr>
          <p:nvPr/>
        </p:nvGraphicFramePr>
        <p:xfrm>
          <a:off x="5899150" y="1412875"/>
          <a:ext cx="31527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5" name="Формула" r:id="rId7" imgW="1333500" imgH="254000" progId="Equation.3">
                  <p:embed/>
                </p:oleObj>
              </mc:Choice>
              <mc:Fallback>
                <p:oleObj name="Формула" r:id="rId7" imgW="1333500" imgH="2540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0" y="1412875"/>
                        <a:ext cx="3152775" cy="6985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14" name="Group 38"/>
          <p:cNvGrpSpPr>
            <a:grpSpLocks/>
          </p:cNvGrpSpPr>
          <p:nvPr/>
        </p:nvGrpSpPr>
        <p:grpSpPr bwMode="auto">
          <a:xfrm>
            <a:off x="323850" y="812800"/>
            <a:ext cx="8424863" cy="2184400"/>
            <a:chOff x="204" y="512"/>
            <a:chExt cx="5307" cy="1376"/>
          </a:xfrm>
        </p:grpSpPr>
        <p:graphicFrame>
          <p:nvGraphicFramePr>
            <p:cNvPr id="35862" name="Object 13"/>
            <p:cNvGraphicFramePr>
              <a:graphicFrameLocks noChangeAspect="1"/>
            </p:cNvGraphicFramePr>
            <p:nvPr/>
          </p:nvGraphicFramePr>
          <p:xfrm>
            <a:off x="341" y="524"/>
            <a:ext cx="36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6" name="Формула" r:id="rId9" imgW="304536" imgH="164957" progId="Equation.3">
                    <p:embed/>
                  </p:oleObj>
                </mc:Choice>
                <mc:Fallback>
                  <p:oleObj name="Формула" r:id="rId9" imgW="304536" imgH="164957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" y="524"/>
                          <a:ext cx="368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3" name="Rectangle 14"/>
            <p:cNvSpPr>
              <a:spLocks noChangeArrowheads="1"/>
            </p:cNvSpPr>
            <p:nvPr/>
          </p:nvSpPr>
          <p:spPr bwMode="auto">
            <a:xfrm>
              <a:off x="612" y="772"/>
              <a:ext cx="4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фойдаланувчининг тасодифий сони:</a:t>
              </a:r>
              <a:endParaRPr lang="ru-RU"/>
            </a:p>
          </p:txBody>
        </p:sp>
        <p:sp>
          <p:nvSpPr>
            <p:cNvPr id="35864" name="Rectangle 15"/>
            <p:cNvSpPr>
              <a:spLocks noChangeArrowheads="1"/>
            </p:cNvSpPr>
            <p:nvPr/>
          </p:nvSpPr>
          <p:spPr bwMode="auto">
            <a:xfrm>
              <a:off x="204" y="520"/>
              <a:ext cx="5307" cy="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5865" name="Rectangle 16"/>
            <p:cNvSpPr>
              <a:spLocks noChangeArrowheads="1"/>
            </p:cNvSpPr>
            <p:nvPr/>
          </p:nvSpPr>
          <p:spPr bwMode="auto">
            <a:xfrm>
              <a:off x="722" y="512"/>
              <a:ext cx="40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ва В фойдаланувчиларга маълум бўлган катта туб сон</a:t>
              </a:r>
              <a:endParaRPr lang="ru-RU"/>
            </a:p>
          </p:txBody>
        </p:sp>
        <p:graphicFrame>
          <p:nvGraphicFramePr>
            <p:cNvPr id="35866" name="Object 17"/>
            <p:cNvGraphicFramePr>
              <a:graphicFrameLocks noChangeAspect="1"/>
            </p:cNvGraphicFramePr>
            <p:nvPr/>
          </p:nvGraphicFramePr>
          <p:xfrm>
            <a:off x="316" y="754"/>
            <a:ext cx="23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7" name="Формула" r:id="rId11" imgW="126835" imgH="139518" progId="Equation.3">
                    <p:embed/>
                  </p:oleObj>
                </mc:Choice>
                <mc:Fallback>
                  <p:oleObj name="Формула" r:id="rId11" imgW="126835" imgH="139518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754"/>
                          <a:ext cx="23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7" name="Object 18"/>
            <p:cNvGraphicFramePr>
              <a:graphicFrameLocks noChangeAspect="1"/>
            </p:cNvGraphicFramePr>
            <p:nvPr/>
          </p:nvGraphicFramePr>
          <p:xfrm>
            <a:off x="337" y="1228"/>
            <a:ext cx="230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8" name="Формула" r:id="rId13" imgW="126725" imgH="177415" progId="Equation.3">
                    <p:embed/>
                  </p:oleObj>
                </mc:Choice>
                <mc:Fallback>
                  <p:oleObj name="Формула" r:id="rId13" imgW="126725" imgH="17741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" y="1228"/>
                          <a:ext cx="230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8" name="Rectangle 19"/>
            <p:cNvSpPr>
              <a:spLocks noChangeArrowheads="1"/>
            </p:cNvSpPr>
            <p:nvPr/>
          </p:nvSpPr>
          <p:spPr bwMode="auto">
            <a:xfrm>
              <a:off x="557" y="1304"/>
              <a:ext cx="34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қилиниши мумкин бўлган калит</a:t>
              </a:r>
            </a:p>
          </p:txBody>
        </p:sp>
        <p:graphicFrame>
          <p:nvGraphicFramePr>
            <p:cNvPr id="35869" name="Object 22"/>
            <p:cNvGraphicFramePr>
              <a:graphicFrameLocks noChangeAspect="1"/>
            </p:cNvGraphicFramePr>
            <p:nvPr/>
          </p:nvGraphicFramePr>
          <p:xfrm>
            <a:off x="3404" y="771"/>
            <a:ext cx="953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9" name="Формула" r:id="rId15" imgW="787058" imgH="203112" progId="Equation.3">
                    <p:embed/>
                  </p:oleObj>
                </mc:Choice>
                <mc:Fallback>
                  <p:oleObj name="Формула" r:id="rId15" imgW="787058" imgH="203112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771"/>
                          <a:ext cx="953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0" name="Rectangle 23"/>
            <p:cNvSpPr>
              <a:spLocks noChangeArrowheads="1"/>
            </p:cNvSpPr>
            <p:nvPr/>
          </p:nvSpPr>
          <p:spPr bwMode="auto">
            <a:xfrm>
              <a:off x="612" y="1047"/>
              <a:ext cx="28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тасодифий сони:</a:t>
              </a:r>
              <a:endParaRPr lang="ru-RU"/>
            </a:p>
          </p:txBody>
        </p:sp>
        <p:graphicFrame>
          <p:nvGraphicFramePr>
            <p:cNvPr id="35871" name="Object 24"/>
            <p:cNvGraphicFramePr>
              <a:graphicFrameLocks noChangeAspect="1"/>
            </p:cNvGraphicFramePr>
            <p:nvPr/>
          </p:nvGraphicFramePr>
          <p:xfrm>
            <a:off x="305" y="1003"/>
            <a:ext cx="26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0" name="Формула" r:id="rId17" imgW="139579" imgH="164957" progId="Equation.3">
                    <p:embed/>
                  </p:oleObj>
                </mc:Choice>
                <mc:Fallback>
                  <p:oleObj name="Формула" r:id="rId17" imgW="139579" imgH="164957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" y="1003"/>
                          <a:ext cx="261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2" name="Object 25"/>
            <p:cNvGraphicFramePr>
              <a:graphicFrameLocks noChangeAspect="1"/>
            </p:cNvGraphicFramePr>
            <p:nvPr/>
          </p:nvGraphicFramePr>
          <p:xfrm>
            <a:off x="3404" y="1046"/>
            <a:ext cx="953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1" name="Формула" r:id="rId19" imgW="787058" imgH="203112" progId="Equation.3">
                    <p:embed/>
                  </p:oleObj>
                </mc:Choice>
                <mc:Fallback>
                  <p:oleObj name="Формула" r:id="rId19" imgW="787058" imgH="203112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1046"/>
                          <a:ext cx="953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3" name="Rectangle 36"/>
            <p:cNvSpPr>
              <a:spLocks noChangeArrowheads="1"/>
            </p:cNvSpPr>
            <p:nvPr/>
          </p:nvSpPr>
          <p:spPr bwMode="auto">
            <a:xfrm>
              <a:off x="884" y="1611"/>
              <a:ext cx="421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криптоаналитикнинг тасодифий сонлари:</a:t>
              </a:r>
              <a:endParaRPr lang="ru-RU"/>
            </a:p>
          </p:txBody>
        </p:sp>
        <p:graphicFrame>
          <p:nvGraphicFramePr>
            <p:cNvPr id="35874" name="Object 37"/>
            <p:cNvGraphicFramePr>
              <a:graphicFrameLocks noChangeAspect="1"/>
            </p:cNvGraphicFramePr>
            <p:nvPr/>
          </p:nvGraphicFramePr>
          <p:xfrm>
            <a:off x="284" y="1502"/>
            <a:ext cx="555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2" name="Формула" r:id="rId21" imgW="368300" imgH="228600" progId="Equation.3">
                    <p:embed/>
                  </p:oleObj>
                </mc:Choice>
                <mc:Fallback>
                  <p:oleObj name="Формула" r:id="rId21" imgW="368300" imgH="2286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" y="1502"/>
                          <a:ext cx="555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0215" name="Picture 39" descr="Пульт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7100888"/>
            <a:ext cx="3024187" cy="202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0216" name="Object 40"/>
          <p:cNvGraphicFramePr>
            <a:graphicFrameLocks noChangeAspect="1"/>
          </p:cNvGraphicFramePr>
          <p:nvPr/>
        </p:nvGraphicFramePr>
        <p:xfrm>
          <a:off x="323850" y="1484313"/>
          <a:ext cx="2390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3" name="Формула" r:id="rId24" imgW="901309" imgH="228501" progId="Equation.3">
                  <p:embed/>
                </p:oleObj>
              </mc:Choice>
              <mc:Fallback>
                <p:oleObj name="Формула" r:id="rId24" imgW="901309" imgH="228501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484313"/>
                        <a:ext cx="2390775" cy="679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20" name="Line 44"/>
          <p:cNvSpPr>
            <a:spLocks noChangeShapeType="1"/>
          </p:cNvSpPr>
          <p:nvPr/>
        </p:nvSpPr>
        <p:spPr bwMode="auto">
          <a:xfrm flipV="1">
            <a:off x="4500563" y="1989138"/>
            <a:ext cx="0" cy="280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graphicFrame>
        <p:nvGraphicFramePr>
          <p:cNvPr id="50221" name="Object 45"/>
          <p:cNvGraphicFramePr>
            <a:graphicFrameLocks noChangeAspect="1"/>
          </p:cNvGraphicFramePr>
          <p:nvPr/>
        </p:nvGraphicFramePr>
        <p:xfrm>
          <a:off x="323850" y="1484313"/>
          <a:ext cx="2390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4" name="Формула" r:id="rId26" imgW="901309" imgH="228501" progId="Equation.3">
                  <p:embed/>
                </p:oleObj>
              </mc:Choice>
              <mc:Fallback>
                <p:oleObj name="Формула" r:id="rId26" imgW="901309" imgH="228501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484313"/>
                        <a:ext cx="2390775" cy="6794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2" name="Object 46"/>
          <p:cNvGraphicFramePr>
            <a:graphicFrameLocks noChangeAspect="1"/>
          </p:cNvGraphicFramePr>
          <p:nvPr/>
        </p:nvGraphicFramePr>
        <p:xfrm>
          <a:off x="3333750" y="1484313"/>
          <a:ext cx="2390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5" name="Формула" r:id="rId27" imgW="901309" imgH="228501" progId="Equation.3">
                  <p:embed/>
                </p:oleObj>
              </mc:Choice>
              <mc:Fallback>
                <p:oleObj name="Формула" r:id="rId27" imgW="901309" imgH="228501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1484313"/>
                        <a:ext cx="2390775" cy="6794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5" name="Object 49"/>
          <p:cNvGraphicFramePr>
            <a:graphicFrameLocks noChangeAspect="1"/>
          </p:cNvGraphicFramePr>
          <p:nvPr/>
        </p:nvGraphicFramePr>
        <p:xfrm>
          <a:off x="3303588" y="4329113"/>
          <a:ext cx="2492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6" name="Формула" r:id="rId28" imgW="939392" imgH="253890" progId="Equation.3">
                  <p:embed/>
                </p:oleObj>
              </mc:Choice>
              <mc:Fallback>
                <p:oleObj name="Формула" r:id="rId28" imgW="939392" imgH="25389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588" y="4329113"/>
                        <a:ext cx="2492375" cy="7556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7" name="Object 51"/>
          <p:cNvGraphicFramePr>
            <a:graphicFrameLocks noChangeAspect="1"/>
          </p:cNvGraphicFramePr>
          <p:nvPr/>
        </p:nvGraphicFramePr>
        <p:xfrm>
          <a:off x="3348038" y="1484313"/>
          <a:ext cx="2492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7" name="Формула" r:id="rId30" imgW="939392" imgH="253890" progId="Equation.3">
                  <p:embed/>
                </p:oleObj>
              </mc:Choice>
              <mc:Fallback>
                <p:oleObj name="Формула" r:id="rId30" imgW="939392" imgH="25389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484313"/>
                        <a:ext cx="2492375" cy="7556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8" name="Object 52"/>
          <p:cNvGraphicFramePr>
            <a:graphicFrameLocks noChangeAspect="1"/>
          </p:cNvGraphicFramePr>
          <p:nvPr/>
        </p:nvGraphicFramePr>
        <p:xfrm>
          <a:off x="6227763" y="1412875"/>
          <a:ext cx="2459037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8" name="Формула" r:id="rId32" imgW="927100" imgH="228600" progId="Equation.3">
                  <p:embed/>
                </p:oleObj>
              </mc:Choice>
              <mc:Fallback>
                <p:oleObj name="Формула" r:id="rId32" imgW="927100" imgH="2286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1412875"/>
                        <a:ext cx="2459037" cy="6810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9" name="Object 53"/>
          <p:cNvGraphicFramePr>
            <a:graphicFrameLocks noChangeAspect="1"/>
          </p:cNvGraphicFramePr>
          <p:nvPr/>
        </p:nvGraphicFramePr>
        <p:xfrm>
          <a:off x="6227763" y="1412875"/>
          <a:ext cx="2459037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9" name="Формула" r:id="rId34" imgW="927100" imgH="228600" progId="Equation.3">
                  <p:embed/>
                </p:oleObj>
              </mc:Choice>
              <mc:Fallback>
                <p:oleObj name="Формула" r:id="rId34" imgW="927100" imgH="2286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1412875"/>
                        <a:ext cx="2459037" cy="681038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0" name="Object 54"/>
          <p:cNvGraphicFramePr>
            <a:graphicFrameLocks noChangeAspect="1"/>
          </p:cNvGraphicFramePr>
          <p:nvPr/>
        </p:nvGraphicFramePr>
        <p:xfrm>
          <a:off x="3348038" y="1557338"/>
          <a:ext cx="2459037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0" name="Формула" r:id="rId36" imgW="927100" imgH="228600" progId="Equation.3">
                  <p:embed/>
                </p:oleObj>
              </mc:Choice>
              <mc:Fallback>
                <p:oleObj name="Формула" r:id="rId36" imgW="927100" imgH="2286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557338"/>
                        <a:ext cx="2459037" cy="681037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1" name="Object 55"/>
          <p:cNvGraphicFramePr>
            <a:graphicFrameLocks noChangeAspect="1"/>
          </p:cNvGraphicFramePr>
          <p:nvPr/>
        </p:nvGraphicFramePr>
        <p:xfrm>
          <a:off x="3276600" y="4329113"/>
          <a:ext cx="25606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1" name="Формула" r:id="rId37" imgW="965200" imgH="254000" progId="Equation.3">
                  <p:embed/>
                </p:oleObj>
              </mc:Choice>
              <mc:Fallback>
                <p:oleObj name="Формула" r:id="rId37" imgW="965200" imgH="2540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329113"/>
                        <a:ext cx="2560638" cy="7556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3" name="Object 57"/>
          <p:cNvGraphicFramePr>
            <a:graphicFrameLocks noChangeAspect="1"/>
          </p:cNvGraphicFramePr>
          <p:nvPr/>
        </p:nvGraphicFramePr>
        <p:xfrm>
          <a:off x="2916238" y="4348163"/>
          <a:ext cx="334168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2" name="Формула" r:id="rId39" imgW="1383699" imgH="266584" progId="Equation.3">
                  <p:embed/>
                </p:oleObj>
              </mc:Choice>
              <mc:Fallback>
                <p:oleObj name="Формула" r:id="rId39" imgW="1383699" imgH="266584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348163"/>
                        <a:ext cx="3341687" cy="6651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4" name="Object 58"/>
          <p:cNvGraphicFramePr>
            <a:graphicFrameLocks noChangeAspect="1"/>
          </p:cNvGraphicFramePr>
          <p:nvPr/>
        </p:nvGraphicFramePr>
        <p:xfrm>
          <a:off x="3276600" y="1484313"/>
          <a:ext cx="25606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3" name="Формула" r:id="rId41" imgW="965200" imgH="254000" progId="Equation.3">
                  <p:embed/>
                </p:oleObj>
              </mc:Choice>
              <mc:Fallback>
                <p:oleObj name="Формула" r:id="rId41" imgW="965200" imgH="2540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484313"/>
                        <a:ext cx="2560638" cy="7556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5" name="Object 59"/>
          <p:cNvGraphicFramePr>
            <a:graphicFrameLocks noChangeAspect="1"/>
          </p:cNvGraphicFramePr>
          <p:nvPr/>
        </p:nvGraphicFramePr>
        <p:xfrm>
          <a:off x="2989263" y="4365625"/>
          <a:ext cx="33115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4" name="Формула" r:id="rId42" imgW="1345616" imgH="266584" progId="Equation.3">
                  <p:embed/>
                </p:oleObj>
              </mc:Choice>
              <mc:Fallback>
                <p:oleObj name="Формула" r:id="rId42" imgW="1345616" imgH="266584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3" y="4365625"/>
                        <a:ext cx="3311525" cy="6477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6" name="Object 60"/>
          <p:cNvGraphicFramePr>
            <a:graphicFrameLocks noChangeAspect="1"/>
          </p:cNvGraphicFramePr>
          <p:nvPr/>
        </p:nvGraphicFramePr>
        <p:xfrm>
          <a:off x="139700" y="1484313"/>
          <a:ext cx="34671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5" name="Формула" r:id="rId44" imgW="1409088" imgH="266584" progId="Equation.3">
                  <p:embed/>
                </p:oleObj>
              </mc:Choice>
              <mc:Fallback>
                <p:oleObj name="Формула" r:id="rId44" imgW="1409088" imgH="266584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1484313"/>
                        <a:ext cx="3467100" cy="7207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295  E" pathEditMode="relative" ptsTypes="">
                                      <p:cBhvr>
                                        <p:cTn id="12" dur="10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.02589 L 0.00017 -0.3727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50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0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73988E-6 L 0.32604 0.00301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50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02" y="139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0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0.003 L 0.00156 0.42543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502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" y="21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0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0.0081 L -0.31806 0.21249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50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47" y="102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0.00555 L -0.00607 -0.40092 " pathEditMode="relative" rAng="0" ptsTypes="AA">
                                      <p:cBhvr>
                                        <p:cTn id="67" dur="500" fill="hold"/>
                                        <p:tgtEl>
                                          <p:spTgt spid="502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8" y="-20324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50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00578E-6 L 0.30538 -0.00809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50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60" y="-4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38728E-6 L -0.00069 -0.16231 " pathEditMode="relative" rAng="0" ptsTypes="AA">
                                      <p:cBhvr>
                                        <p:cTn id="87" dur="500" fill="hold"/>
                                        <p:tgtEl>
                                          <p:spTgt spid="502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8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64 -0.00255 L -0.3309 0.00046 " pathEditMode="relative" rAng="0" ptsTypes="AA">
                                      <p:cBhvr>
                                        <p:cTn id="103" dur="500" fill="hold"/>
                                        <p:tgtEl>
                                          <p:spTgt spid="50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63" y="13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3 0.003 L -0.00885 0.40462 " pathEditMode="relative" rAng="0" ptsTypes="AA">
                                      <p:cBhvr>
                                        <p:cTn id="111" dur="500" fill="hold"/>
                                        <p:tgtEl>
                                          <p:spTgt spid="50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2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50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0.00693 L 0.29306 0.19976 " pathEditMode="relative" rAng="0" ptsTypes="AA">
                                      <p:cBhvr>
                                        <p:cTn id="123" dur="1000" fill="hold"/>
                                        <p:tgtEl>
                                          <p:spTgt spid="502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78" y="96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0.00555 L -0.01545 -0.41133 " pathEditMode="relative" rAng="0" ptsTypes="AA">
                                      <p:cBhvr>
                                        <p:cTn id="131" dur="500" fill="hold"/>
                                        <p:tgtEl>
                                          <p:spTgt spid="502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2" y="-20855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50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2.19653E-6 L -0.32725 0.00254 " pathEditMode="relative" rAng="0" ptsTypes="AA">
                                      <p:cBhvr>
                                        <p:cTn id="139" dur="500" fill="hold"/>
                                        <p:tgtEl>
                                          <p:spTgt spid="502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58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50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77457E-6 L 0.00607 -0.17295 " pathEditMode="relative" rAng="0" ptsTypes="AA">
                                      <p:cBhvr>
                                        <p:cTn id="151" dur="500" fill="hold"/>
                                        <p:tgtEl>
                                          <p:spTgt spid="50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" y="-86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/>
      <p:bldP spid="502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4"/>
          <p:cNvSpPr>
            <a:spLocks noChangeArrowheads="1"/>
          </p:cNvSpPr>
          <p:nvPr/>
        </p:nvSpPr>
        <p:spPr bwMode="auto">
          <a:xfrm>
            <a:off x="396875" y="188913"/>
            <a:ext cx="83518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 b="1"/>
              <a:t>Калитларни тарқатишнинг </a:t>
            </a:r>
            <a:r>
              <a:rPr lang="en-US" sz="2000" b="1"/>
              <a:t>STS</a:t>
            </a:r>
            <a:r>
              <a:rPr lang="uz-Cyrl-UZ" sz="2000" b="1"/>
              <a:t> протоколи</a:t>
            </a:r>
            <a:endParaRPr lang="ru-RU" sz="2000" b="1"/>
          </a:p>
        </p:txBody>
      </p:sp>
      <p:grpSp>
        <p:nvGrpSpPr>
          <p:cNvPr id="36867" name="Group 45"/>
          <p:cNvGrpSpPr>
            <a:grpSpLocks/>
          </p:cNvGrpSpPr>
          <p:nvPr/>
        </p:nvGrpSpPr>
        <p:grpSpPr bwMode="auto">
          <a:xfrm>
            <a:off x="0" y="3213100"/>
            <a:ext cx="9144000" cy="2662238"/>
            <a:chOff x="0" y="2524"/>
            <a:chExt cx="5760" cy="1677"/>
          </a:xfrm>
        </p:grpSpPr>
        <p:pic>
          <p:nvPicPr>
            <p:cNvPr id="36905" name="Picture 46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906" name="Picture 47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907" name="Line 48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6908" name="Line 49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6909" name="Rectangle 50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36910" name="Rectangle 51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36911" name="Line 52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51253" name="Object 53"/>
          <p:cNvGraphicFramePr>
            <a:graphicFrameLocks noChangeAspect="1"/>
          </p:cNvGraphicFramePr>
          <p:nvPr/>
        </p:nvGraphicFramePr>
        <p:xfrm>
          <a:off x="1042988" y="4005263"/>
          <a:ext cx="50006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0" name="Формула" r:id="rId5" imgW="126835" imgH="139518" progId="Equation.3">
                  <p:embed/>
                </p:oleObj>
              </mc:Choice>
              <mc:Fallback>
                <p:oleObj name="Формула" r:id="rId5" imgW="126835" imgH="139518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005263"/>
                        <a:ext cx="500062" cy="5508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69" name="Group 81"/>
          <p:cNvGrpSpPr>
            <a:grpSpLocks/>
          </p:cNvGrpSpPr>
          <p:nvPr/>
        </p:nvGrpSpPr>
        <p:grpSpPr bwMode="auto">
          <a:xfrm>
            <a:off x="323850" y="812800"/>
            <a:ext cx="8424863" cy="2544763"/>
            <a:chOff x="204" y="512"/>
            <a:chExt cx="5307" cy="1603"/>
          </a:xfrm>
        </p:grpSpPr>
        <p:graphicFrame>
          <p:nvGraphicFramePr>
            <p:cNvPr id="36890" name="Object 56"/>
            <p:cNvGraphicFramePr>
              <a:graphicFrameLocks noChangeAspect="1"/>
            </p:cNvGraphicFramePr>
            <p:nvPr/>
          </p:nvGraphicFramePr>
          <p:xfrm>
            <a:off x="341" y="524"/>
            <a:ext cx="36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1" name="Формула" r:id="rId7" imgW="304536" imgH="164957" progId="Equation.3">
                    <p:embed/>
                  </p:oleObj>
                </mc:Choice>
                <mc:Fallback>
                  <p:oleObj name="Формула" r:id="rId7" imgW="304536" imgH="164957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" y="524"/>
                          <a:ext cx="368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1" name="Rectangle 57"/>
            <p:cNvSpPr>
              <a:spLocks noChangeArrowheads="1"/>
            </p:cNvSpPr>
            <p:nvPr/>
          </p:nvSpPr>
          <p:spPr bwMode="auto">
            <a:xfrm>
              <a:off x="612" y="772"/>
              <a:ext cx="4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 фойдаланувчининг тасодифий сони:</a:t>
              </a:r>
              <a:endParaRPr lang="ru-RU"/>
            </a:p>
          </p:txBody>
        </p:sp>
        <p:sp>
          <p:nvSpPr>
            <p:cNvPr id="36892" name="Rectangle 58"/>
            <p:cNvSpPr>
              <a:spLocks noChangeArrowheads="1"/>
            </p:cNvSpPr>
            <p:nvPr/>
          </p:nvSpPr>
          <p:spPr bwMode="auto">
            <a:xfrm>
              <a:off x="204" y="520"/>
              <a:ext cx="5307" cy="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6893" name="Rectangle 59"/>
            <p:cNvSpPr>
              <a:spLocks noChangeArrowheads="1"/>
            </p:cNvSpPr>
            <p:nvPr/>
          </p:nvSpPr>
          <p:spPr bwMode="auto">
            <a:xfrm>
              <a:off x="722" y="512"/>
              <a:ext cx="40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uz-Cyrl-UZ"/>
                <a:t>- А ва В фойдаланувчиларга маълум бўлган катта туб сон</a:t>
              </a:r>
              <a:endParaRPr lang="ru-RU"/>
            </a:p>
          </p:txBody>
        </p:sp>
        <p:graphicFrame>
          <p:nvGraphicFramePr>
            <p:cNvPr id="36894" name="Object 60"/>
            <p:cNvGraphicFramePr>
              <a:graphicFrameLocks noChangeAspect="1"/>
            </p:cNvGraphicFramePr>
            <p:nvPr/>
          </p:nvGraphicFramePr>
          <p:xfrm>
            <a:off x="316" y="754"/>
            <a:ext cx="23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2" name="Формула" r:id="rId9" imgW="126835" imgH="139518" progId="Equation.3">
                    <p:embed/>
                  </p:oleObj>
                </mc:Choice>
                <mc:Fallback>
                  <p:oleObj name="Формула" r:id="rId9" imgW="126835" imgH="139518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754"/>
                          <a:ext cx="23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5" name="Object 61"/>
            <p:cNvGraphicFramePr>
              <a:graphicFrameLocks noChangeAspect="1"/>
            </p:cNvGraphicFramePr>
            <p:nvPr/>
          </p:nvGraphicFramePr>
          <p:xfrm>
            <a:off x="337" y="1228"/>
            <a:ext cx="230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3" name="Формула" r:id="rId11" imgW="126725" imgH="177415" progId="Equation.3">
                    <p:embed/>
                  </p:oleObj>
                </mc:Choice>
                <mc:Fallback>
                  <p:oleObj name="Формула" r:id="rId11" imgW="126725" imgH="177415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" y="1228"/>
                          <a:ext cx="230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6" name="Rectangle 62"/>
            <p:cNvSpPr>
              <a:spLocks noChangeArrowheads="1"/>
            </p:cNvSpPr>
            <p:nvPr/>
          </p:nvSpPr>
          <p:spPr bwMode="auto">
            <a:xfrm>
              <a:off x="557" y="1304"/>
              <a:ext cx="34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Генерация қилиниши мумкин бўлган калит</a:t>
              </a:r>
            </a:p>
          </p:txBody>
        </p:sp>
        <p:graphicFrame>
          <p:nvGraphicFramePr>
            <p:cNvPr id="36897" name="Object 63"/>
            <p:cNvGraphicFramePr>
              <a:graphicFrameLocks noChangeAspect="1"/>
            </p:cNvGraphicFramePr>
            <p:nvPr/>
          </p:nvGraphicFramePr>
          <p:xfrm>
            <a:off x="3404" y="771"/>
            <a:ext cx="953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4" name="Формула" r:id="rId13" imgW="787058" imgH="203112" progId="Equation.3">
                    <p:embed/>
                  </p:oleObj>
                </mc:Choice>
                <mc:Fallback>
                  <p:oleObj name="Формула" r:id="rId13" imgW="787058" imgH="203112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771"/>
                          <a:ext cx="953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8" name="Rectangle 64"/>
            <p:cNvSpPr>
              <a:spLocks noChangeArrowheads="1"/>
            </p:cNvSpPr>
            <p:nvPr/>
          </p:nvSpPr>
          <p:spPr bwMode="auto">
            <a:xfrm>
              <a:off x="612" y="1047"/>
              <a:ext cx="28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тасодифий сони:</a:t>
              </a:r>
              <a:endParaRPr lang="ru-RU"/>
            </a:p>
          </p:txBody>
        </p:sp>
        <p:graphicFrame>
          <p:nvGraphicFramePr>
            <p:cNvPr id="36899" name="Object 65"/>
            <p:cNvGraphicFramePr>
              <a:graphicFrameLocks noChangeAspect="1"/>
            </p:cNvGraphicFramePr>
            <p:nvPr/>
          </p:nvGraphicFramePr>
          <p:xfrm>
            <a:off x="305" y="1003"/>
            <a:ext cx="26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5" name="Формула" r:id="rId15" imgW="139579" imgH="164957" progId="Equation.3">
                    <p:embed/>
                  </p:oleObj>
                </mc:Choice>
                <mc:Fallback>
                  <p:oleObj name="Формула" r:id="rId15" imgW="139579" imgH="164957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" y="1003"/>
                          <a:ext cx="261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00" name="Object 66"/>
            <p:cNvGraphicFramePr>
              <a:graphicFrameLocks noChangeAspect="1"/>
            </p:cNvGraphicFramePr>
            <p:nvPr/>
          </p:nvGraphicFramePr>
          <p:xfrm>
            <a:off x="3404" y="1046"/>
            <a:ext cx="953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6" name="Формула" r:id="rId17" imgW="787058" imgH="203112" progId="Equation.3">
                    <p:embed/>
                  </p:oleObj>
                </mc:Choice>
                <mc:Fallback>
                  <p:oleObj name="Формула" r:id="rId17" imgW="787058" imgH="203112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1046"/>
                          <a:ext cx="953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01" name="Object 77"/>
            <p:cNvGraphicFramePr>
              <a:graphicFrameLocks noChangeAspect="1"/>
            </p:cNvGraphicFramePr>
            <p:nvPr/>
          </p:nvGraphicFramePr>
          <p:xfrm>
            <a:off x="355" y="1525"/>
            <a:ext cx="21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7" name="Формула" r:id="rId19" imgW="139579" imgH="177646" progId="Equation.3">
                    <p:embed/>
                  </p:oleObj>
                </mc:Choice>
                <mc:Fallback>
                  <p:oleObj name="Формула" r:id="rId19" imgW="139579" imgH="177646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" y="1525"/>
                          <a:ext cx="21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2" name="Rectangle 78"/>
            <p:cNvSpPr>
              <a:spLocks noChangeArrowheads="1"/>
            </p:cNvSpPr>
            <p:nvPr/>
          </p:nvSpPr>
          <p:spPr bwMode="auto">
            <a:xfrm>
              <a:off x="560" y="1570"/>
              <a:ext cx="34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Электронрақамли имзо алгоритми</a:t>
              </a:r>
            </a:p>
          </p:txBody>
        </p:sp>
        <p:graphicFrame>
          <p:nvGraphicFramePr>
            <p:cNvPr id="36903" name="Object 79"/>
            <p:cNvGraphicFramePr>
              <a:graphicFrameLocks noChangeAspect="1"/>
            </p:cNvGraphicFramePr>
            <p:nvPr/>
          </p:nvGraphicFramePr>
          <p:xfrm>
            <a:off x="340" y="1800"/>
            <a:ext cx="453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8" name="Формула" r:id="rId21" imgW="330057" imgH="203112" progId="Equation.3">
                    <p:embed/>
                  </p:oleObj>
                </mc:Choice>
                <mc:Fallback>
                  <p:oleObj name="Формула" r:id="rId21" imgW="330057" imgH="203112" progId="Equation.3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1800"/>
                          <a:ext cx="453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4" name="Rectangle 80"/>
            <p:cNvSpPr>
              <a:spLocks noChangeArrowheads="1"/>
            </p:cNvSpPr>
            <p:nvPr/>
          </p:nvSpPr>
          <p:spPr bwMode="auto">
            <a:xfrm>
              <a:off x="794" y="1797"/>
              <a:ext cx="44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Асимметрик шифрлаш ва дешифрлаш алгоритмиалгоритми</a:t>
              </a:r>
            </a:p>
          </p:txBody>
        </p:sp>
      </p:grpSp>
      <p:graphicFrame>
        <p:nvGraphicFramePr>
          <p:cNvPr id="51282" name="Object 82"/>
          <p:cNvGraphicFramePr>
            <a:graphicFrameLocks noChangeAspect="1"/>
          </p:cNvGraphicFramePr>
          <p:nvPr/>
        </p:nvGraphicFramePr>
        <p:xfrm>
          <a:off x="179388" y="3902075"/>
          <a:ext cx="2390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9" name="Формула" r:id="rId23" imgW="901309" imgH="228501" progId="Equation.3">
                  <p:embed/>
                </p:oleObj>
              </mc:Choice>
              <mc:Fallback>
                <p:oleObj name="Формула" r:id="rId23" imgW="901309" imgH="228501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902075"/>
                        <a:ext cx="2390775" cy="679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4" name="Object 84"/>
          <p:cNvGraphicFramePr>
            <a:graphicFrameLocks noChangeAspect="1"/>
          </p:cNvGraphicFramePr>
          <p:nvPr/>
        </p:nvGraphicFramePr>
        <p:xfrm>
          <a:off x="179388" y="3902075"/>
          <a:ext cx="23907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0" name="Формула" r:id="rId25" imgW="901309" imgH="228501" progId="Equation.3">
                  <p:embed/>
                </p:oleObj>
              </mc:Choice>
              <mc:Fallback>
                <p:oleObj name="Формула" r:id="rId25" imgW="901309" imgH="228501" progId="Equation.3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902075"/>
                        <a:ext cx="2390775" cy="6794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5" name="Object 85"/>
          <p:cNvGraphicFramePr>
            <a:graphicFrameLocks noChangeAspect="1"/>
          </p:cNvGraphicFramePr>
          <p:nvPr/>
        </p:nvGraphicFramePr>
        <p:xfrm>
          <a:off x="7524750" y="3881438"/>
          <a:ext cx="47307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1" name="Формула" r:id="rId27" imgW="139579" imgH="164957" progId="Equation.3">
                  <p:embed/>
                </p:oleObj>
              </mc:Choice>
              <mc:Fallback>
                <p:oleObj name="Формула" r:id="rId27" imgW="139579" imgH="164957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3881438"/>
                        <a:ext cx="473075" cy="6270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8" name="Object 88"/>
          <p:cNvGraphicFramePr>
            <a:graphicFrameLocks noChangeAspect="1"/>
          </p:cNvGraphicFramePr>
          <p:nvPr/>
        </p:nvGraphicFramePr>
        <p:xfrm>
          <a:off x="5630863" y="3860800"/>
          <a:ext cx="3265487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2" name="Формула" r:id="rId29" imgW="1231366" imgH="241195" progId="Equation.3">
                  <p:embed/>
                </p:oleObj>
              </mc:Choice>
              <mc:Fallback>
                <p:oleObj name="Формула" r:id="rId29" imgW="1231366" imgH="241195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863" y="3860800"/>
                        <a:ext cx="3265487" cy="7159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9" name="Object 89"/>
          <p:cNvGraphicFramePr>
            <a:graphicFrameLocks noChangeAspect="1"/>
          </p:cNvGraphicFramePr>
          <p:nvPr/>
        </p:nvGraphicFramePr>
        <p:xfrm>
          <a:off x="6732588" y="3860800"/>
          <a:ext cx="168433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3" name="Формула" r:id="rId31" imgW="634725" imgH="228501" progId="Equation.3">
                  <p:embed/>
                </p:oleObj>
              </mc:Choice>
              <mc:Fallback>
                <p:oleObj name="Формула" r:id="rId31" imgW="634725" imgH="228501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860800"/>
                        <a:ext cx="1684337" cy="679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0" name="Object 90"/>
          <p:cNvGraphicFramePr>
            <a:graphicFrameLocks noChangeAspect="1"/>
          </p:cNvGraphicFramePr>
          <p:nvPr/>
        </p:nvGraphicFramePr>
        <p:xfrm>
          <a:off x="6659563" y="3860800"/>
          <a:ext cx="185261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4" name="Формула" r:id="rId33" imgW="698500" imgH="228600" progId="Equation.3">
                  <p:embed/>
                </p:oleObj>
              </mc:Choice>
              <mc:Fallback>
                <p:oleObj name="Формула" r:id="rId33" imgW="698500" imgH="22860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860800"/>
                        <a:ext cx="1852612" cy="679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1" name="Object 91"/>
          <p:cNvGraphicFramePr>
            <a:graphicFrameLocks noChangeAspect="1"/>
          </p:cNvGraphicFramePr>
          <p:nvPr/>
        </p:nvGraphicFramePr>
        <p:xfrm>
          <a:off x="6156325" y="3860800"/>
          <a:ext cx="2560638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5" name="Формула" r:id="rId35" imgW="965200" imgH="241300" progId="Equation.3">
                  <p:embed/>
                </p:oleObj>
              </mc:Choice>
              <mc:Fallback>
                <p:oleObj name="Формула" r:id="rId35" imgW="965200" imgH="24130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3860800"/>
                        <a:ext cx="2560638" cy="7175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2" name="Object 92"/>
          <p:cNvGraphicFramePr>
            <a:graphicFrameLocks noChangeAspect="1"/>
          </p:cNvGraphicFramePr>
          <p:nvPr/>
        </p:nvGraphicFramePr>
        <p:xfrm>
          <a:off x="5111750" y="3860800"/>
          <a:ext cx="39243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6" name="Формула" r:id="rId37" imgW="1587500" imgH="241300" progId="Equation.3">
                  <p:embed/>
                </p:oleObj>
              </mc:Choice>
              <mc:Fallback>
                <p:oleObj name="Формула" r:id="rId37" imgW="1587500" imgH="24130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3860800"/>
                        <a:ext cx="3924300" cy="7175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3" name="Object 93"/>
          <p:cNvGraphicFramePr>
            <a:graphicFrameLocks noChangeAspect="1"/>
          </p:cNvGraphicFramePr>
          <p:nvPr/>
        </p:nvGraphicFramePr>
        <p:xfrm>
          <a:off x="5132388" y="3860800"/>
          <a:ext cx="3903662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7" name="Формула" r:id="rId39" imgW="1587500" imgH="241300" progId="Equation.3">
                  <p:embed/>
                </p:oleObj>
              </mc:Choice>
              <mc:Fallback>
                <p:oleObj name="Формула" r:id="rId39" imgW="1587500" imgH="241300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88" y="3860800"/>
                        <a:ext cx="3903662" cy="7175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5" name="Object 95"/>
          <p:cNvGraphicFramePr>
            <a:graphicFrameLocks noChangeAspect="1"/>
          </p:cNvGraphicFramePr>
          <p:nvPr/>
        </p:nvGraphicFramePr>
        <p:xfrm>
          <a:off x="539750" y="3902075"/>
          <a:ext cx="14986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8" name="Формула" r:id="rId41" imgW="609600" imgH="228600" progId="Equation.3">
                  <p:embed/>
                </p:oleObj>
              </mc:Choice>
              <mc:Fallback>
                <p:oleObj name="Формула" r:id="rId41" imgW="609600" imgH="228600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902075"/>
                        <a:ext cx="1498600" cy="679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6" name="Object 96"/>
          <p:cNvGraphicFramePr>
            <a:graphicFrameLocks noChangeAspect="1"/>
          </p:cNvGraphicFramePr>
          <p:nvPr/>
        </p:nvGraphicFramePr>
        <p:xfrm>
          <a:off x="107950" y="3884613"/>
          <a:ext cx="299720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9" name="Формула" r:id="rId43" imgW="1218671" imgH="241195" progId="Equation.3">
                  <p:embed/>
                </p:oleObj>
              </mc:Choice>
              <mc:Fallback>
                <p:oleObj name="Формула" r:id="rId43" imgW="1218671" imgH="241195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3884613"/>
                        <a:ext cx="2997200" cy="7159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7" name="Object 97"/>
          <p:cNvGraphicFramePr>
            <a:graphicFrameLocks noChangeAspect="1"/>
          </p:cNvGraphicFramePr>
          <p:nvPr/>
        </p:nvGraphicFramePr>
        <p:xfrm>
          <a:off x="103188" y="3865563"/>
          <a:ext cx="30289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0" name="Формула" r:id="rId45" imgW="1231366" imgH="241195" progId="Equation.3">
                  <p:embed/>
                </p:oleObj>
              </mc:Choice>
              <mc:Fallback>
                <p:oleObj name="Формула" r:id="rId45" imgW="1231366" imgH="241195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88" y="3865563"/>
                        <a:ext cx="3028950" cy="7159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8" name="Object 98"/>
          <p:cNvGraphicFramePr>
            <a:graphicFrameLocks noChangeAspect="1"/>
          </p:cNvGraphicFramePr>
          <p:nvPr/>
        </p:nvGraphicFramePr>
        <p:xfrm>
          <a:off x="611188" y="3903663"/>
          <a:ext cx="1655762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1" name="Формула" r:id="rId47" imgW="672808" imgH="228501" progId="Equation.3">
                  <p:embed/>
                </p:oleObj>
              </mc:Choice>
              <mc:Fallback>
                <p:oleObj name="Формула" r:id="rId47" imgW="672808" imgH="228501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903663"/>
                        <a:ext cx="1655762" cy="6778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9" name="Object 99"/>
          <p:cNvGraphicFramePr>
            <a:graphicFrameLocks noChangeAspect="1"/>
          </p:cNvGraphicFramePr>
          <p:nvPr/>
        </p:nvGraphicFramePr>
        <p:xfrm>
          <a:off x="612775" y="3903663"/>
          <a:ext cx="1655763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2" name="Формула" r:id="rId49" imgW="672808" imgH="228501" progId="Equation.3">
                  <p:embed/>
                </p:oleObj>
              </mc:Choice>
              <mc:Fallback>
                <p:oleObj name="Формула" r:id="rId49" imgW="672808" imgH="228501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3903663"/>
                        <a:ext cx="1655763" cy="677862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0" name="Object 100"/>
          <p:cNvGraphicFramePr>
            <a:graphicFrameLocks noChangeAspect="1"/>
          </p:cNvGraphicFramePr>
          <p:nvPr/>
        </p:nvGraphicFramePr>
        <p:xfrm>
          <a:off x="323850" y="3867150"/>
          <a:ext cx="2311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3" name="Формула" r:id="rId51" imgW="939392" imgH="241195" progId="Equation.3">
                  <p:embed/>
                </p:oleObj>
              </mc:Choice>
              <mc:Fallback>
                <p:oleObj name="Формула" r:id="rId51" imgW="939392" imgH="241195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67150"/>
                        <a:ext cx="2311400" cy="7143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1" name="Object 101"/>
          <p:cNvGraphicFramePr>
            <a:graphicFrameLocks noChangeAspect="1"/>
          </p:cNvGraphicFramePr>
          <p:nvPr/>
        </p:nvGraphicFramePr>
        <p:xfrm>
          <a:off x="323850" y="3867150"/>
          <a:ext cx="2311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4" name="Формула" r:id="rId53" imgW="939392" imgH="241195" progId="Equation.3">
                  <p:embed/>
                </p:oleObj>
              </mc:Choice>
              <mc:Fallback>
                <p:oleObj name="Формула" r:id="rId53" imgW="939392" imgH="241195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67150"/>
                        <a:ext cx="2311400" cy="714375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2" name="Object 102"/>
          <p:cNvGraphicFramePr>
            <a:graphicFrameLocks noChangeAspect="1"/>
          </p:cNvGraphicFramePr>
          <p:nvPr/>
        </p:nvGraphicFramePr>
        <p:xfrm>
          <a:off x="6372225" y="3860800"/>
          <a:ext cx="2311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5" name="Формула" r:id="rId54" imgW="939392" imgH="241195" progId="Equation.3">
                  <p:embed/>
                </p:oleObj>
              </mc:Choice>
              <mc:Fallback>
                <p:oleObj name="Формула" r:id="rId54" imgW="939392" imgH="241195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860800"/>
                        <a:ext cx="2311400" cy="7143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3" name="Object 103"/>
          <p:cNvGraphicFramePr>
            <a:graphicFrameLocks noChangeAspect="1"/>
          </p:cNvGraphicFramePr>
          <p:nvPr/>
        </p:nvGraphicFramePr>
        <p:xfrm>
          <a:off x="5867400" y="3860800"/>
          <a:ext cx="30289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6" name="Формула" r:id="rId55" imgW="1231366" imgH="241195" progId="Equation.3">
                  <p:embed/>
                </p:oleObj>
              </mc:Choice>
              <mc:Fallback>
                <p:oleObj name="Формула" r:id="rId55" imgW="1231366" imgH="241195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860800"/>
                        <a:ext cx="3028950" cy="7143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4" name="Object 104"/>
          <p:cNvGraphicFramePr>
            <a:graphicFrameLocks noChangeAspect="1"/>
          </p:cNvGraphicFramePr>
          <p:nvPr/>
        </p:nvGraphicFramePr>
        <p:xfrm>
          <a:off x="6948488" y="3860800"/>
          <a:ext cx="165417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7" name="Формула" r:id="rId57" imgW="672808" imgH="228501" progId="Equation.3">
                  <p:embed/>
                </p:oleObj>
              </mc:Choice>
              <mc:Fallback>
                <p:oleObj name="Формула" r:id="rId57" imgW="672808" imgH="228501" progId="Equation.3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3860800"/>
                        <a:ext cx="1654175" cy="6778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5" name="AutoShape 105">
            <a:hlinkClick r:id="rId5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1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46821E-6 L 0.68819 -0.003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51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410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1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1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73988E-6 L 0.00504 0.27306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512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" y="1364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1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1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51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1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52601E-6 L -0.55816 0.00023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51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51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1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46821E-6 L -0.00139 0.2696 " pathEditMode="relative" rAng="0" ptsTypes="AA">
                                      <p:cBhvr>
                                        <p:cTn id="106" dur="1000" fill="hold"/>
                                        <p:tgtEl>
                                          <p:spTgt spid="512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1348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51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51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51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51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1.15607E-7 L 0.66892 -0.00046 " pathEditMode="relative" rAng="0" ptsTypes="AA">
                                      <p:cBhvr>
                                        <p:cTn id="145" dur="1000" fill="hold"/>
                                        <p:tgtEl>
                                          <p:spTgt spid="51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43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51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51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51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51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2" name="Group 4"/>
          <p:cNvGrpSpPr>
            <a:grpSpLocks/>
          </p:cNvGrpSpPr>
          <p:nvPr/>
        </p:nvGrpSpPr>
        <p:grpSpPr bwMode="auto">
          <a:xfrm>
            <a:off x="-36513" y="3473450"/>
            <a:ext cx="9144001" cy="2662238"/>
            <a:chOff x="0" y="2524"/>
            <a:chExt cx="5760" cy="1677"/>
          </a:xfrm>
        </p:grpSpPr>
        <p:pic>
          <p:nvPicPr>
            <p:cNvPr id="37959" name="Picture 5" descr="5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693"/>
              <a:ext cx="1508" cy="1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60" name="Picture 6" descr="6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41"/>
              <a:ext cx="1361" cy="1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61" name="Line 7"/>
            <p:cNvSpPr>
              <a:spLocks noChangeShapeType="1"/>
            </p:cNvSpPr>
            <p:nvPr/>
          </p:nvSpPr>
          <p:spPr bwMode="auto">
            <a:xfrm flipH="1">
              <a:off x="3560" y="3113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7962" name="Line 8"/>
            <p:cNvSpPr>
              <a:spLocks noChangeShapeType="1"/>
            </p:cNvSpPr>
            <p:nvPr/>
          </p:nvSpPr>
          <p:spPr bwMode="auto">
            <a:xfrm>
              <a:off x="1927" y="3294"/>
              <a:ext cx="36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7A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37963" name="Rectangle 9"/>
            <p:cNvSpPr>
              <a:spLocks noChangeArrowheads="1"/>
            </p:cNvSpPr>
            <p:nvPr/>
          </p:nvSpPr>
          <p:spPr bwMode="auto">
            <a:xfrm>
              <a:off x="0" y="2569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А - фойдаланувчи</a:t>
              </a:r>
              <a:endParaRPr lang="ru-RU" b="1"/>
            </a:p>
          </p:txBody>
        </p:sp>
        <p:sp>
          <p:nvSpPr>
            <p:cNvPr id="37964" name="Rectangle 10"/>
            <p:cNvSpPr>
              <a:spLocks noChangeArrowheads="1"/>
            </p:cNvSpPr>
            <p:nvPr/>
          </p:nvSpPr>
          <p:spPr bwMode="auto">
            <a:xfrm>
              <a:off x="4309" y="2524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В - фойдаланувчи</a:t>
              </a:r>
              <a:endParaRPr lang="ru-RU" b="1"/>
            </a:p>
          </p:txBody>
        </p:sp>
        <p:sp>
          <p:nvSpPr>
            <p:cNvPr id="37965" name="Line 11"/>
            <p:cNvSpPr>
              <a:spLocks noChangeShapeType="1"/>
            </p:cNvSpPr>
            <p:nvPr/>
          </p:nvSpPr>
          <p:spPr bwMode="auto">
            <a:xfrm>
              <a:off x="1202" y="3204"/>
              <a:ext cx="3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73740" name="Group 12"/>
          <p:cNvGrpSpPr>
            <a:grpSpLocks/>
          </p:cNvGrpSpPr>
          <p:nvPr/>
        </p:nvGrpSpPr>
        <p:grpSpPr bwMode="auto">
          <a:xfrm>
            <a:off x="1884363" y="-26988"/>
            <a:ext cx="6191250" cy="5229226"/>
            <a:chOff x="1202" y="0"/>
            <a:chExt cx="3900" cy="3294"/>
          </a:xfrm>
        </p:grpSpPr>
        <p:sp>
          <p:nvSpPr>
            <p:cNvPr id="37953" name="Rectangle 13"/>
            <p:cNvSpPr>
              <a:spLocks noChangeArrowheads="1"/>
            </p:cNvSpPr>
            <p:nvPr/>
          </p:nvSpPr>
          <p:spPr bwMode="auto">
            <a:xfrm>
              <a:off x="3651" y="301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3 чи ишончли томон</a:t>
              </a:r>
            </a:p>
            <a:p>
              <a:pPr algn="ctr"/>
              <a:r>
                <a:rPr lang="uz-Cyrl-UZ" b="1"/>
                <a:t>(арбитр)</a:t>
              </a:r>
              <a:endParaRPr lang="ru-RU" b="1"/>
            </a:p>
          </p:txBody>
        </p:sp>
        <p:grpSp>
          <p:nvGrpSpPr>
            <p:cNvPr id="37954" name="Group 14"/>
            <p:cNvGrpSpPr>
              <a:grpSpLocks/>
            </p:cNvGrpSpPr>
            <p:nvPr/>
          </p:nvGrpSpPr>
          <p:grpSpPr bwMode="auto">
            <a:xfrm>
              <a:off x="1202" y="0"/>
              <a:ext cx="2834" cy="3294"/>
              <a:chOff x="1202" y="0"/>
              <a:chExt cx="2834" cy="3294"/>
            </a:xfrm>
          </p:grpSpPr>
          <p:pic>
            <p:nvPicPr>
              <p:cNvPr id="37955" name="Picture 15" descr="8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245" y="0"/>
                <a:ext cx="1791" cy="1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56" name="Line 16"/>
              <p:cNvSpPr>
                <a:spLocks noChangeShapeType="1"/>
              </p:cNvSpPr>
              <p:nvPr/>
            </p:nvSpPr>
            <p:spPr bwMode="auto">
              <a:xfrm flipH="1">
                <a:off x="1202" y="482"/>
                <a:ext cx="1360" cy="28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7957" name="Line 17"/>
              <p:cNvSpPr>
                <a:spLocks noChangeShapeType="1"/>
              </p:cNvSpPr>
              <p:nvPr/>
            </p:nvSpPr>
            <p:spPr bwMode="auto">
              <a:xfrm flipV="1">
                <a:off x="1656" y="2251"/>
                <a:ext cx="181" cy="362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7958" name="Line 18"/>
              <p:cNvSpPr>
                <a:spLocks noChangeShapeType="1"/>
              </p:cNvSpPr>
              <p:nvPr/>
            </p:nvSpPr>
            <p:spPr bwMode="auto">
              <a:xfrm flipH="1">
                <a:off x="1837" y="1344"/>
                <a:ext cx="181" cy="362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</p:grpSp>
      </p:grpSp>
      <p:sp>
        <p:nvSpPr>
          <p:cNvPr id="73747" name="Rectangle 19"/>
          <p:cNvSpPr>
            <a:spLocks noChangeArrowheads="1"/>
          </p:cNvSpPr>
          <p:nvPr/>
        </p:nvSpPr>
        <p:spPr bwMode="auto">
          <a:xfrm>
            <a:off x="949325" y="17463"/>
            <a:ext cx="7127875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/>
              <a:t>DASS </a:t>
            </a:r>
            <a:r>
              <a:rPr lang="uz-Cyrl-UZ" sz="2000" b="1"/>
              <a:t> протоколи.</a:t>
            </a:r>
            <a:endParaRPr lang="ru-RU" sz="2000" b="1"/>
          </a:p>
        </p:txBody>
      </p:sp>
      <p:graphicFrame>
        <p:nvGraphicFramePr>
          <p:cNvPr id="73748" name="Object 20"/>
          <p:cNvGraphicFramePr>
            <a:graphicFrameLocks noChangeAspect="1"/>
          </p:cNvGraphicFramePr>
          <p:nvPr/>
        </p:nvGraphicFramePr>
        <p:xfrm>
          <a:off x="1116013" y="4986338"/>
          <a:ext cx="3603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8" name="Формула" r:id="rId6" imgW="241091" imgH="266469" progId="Equation.3">
                  <p:embed/>
                </p:oleObj>
              </mc:Choice>
              <mc:Fallback>
                <p:oleObj name="Формула" r:id="rId6" imgW="241091" imgH="26646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986338"/>
                        <a:ext cx="360362" cy="5032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AutoShape 52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80438" y="6354763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graphicFrame>
        <p:nvGraphicFramePr>
          <p:cNvPr id="73781" name="Object 53"/>
          <p:cNvGraphicFramePr>
            <a:graphicFrameLocks noChangeAspect="1"/>
          </p:cNvGraphicFramePr>
          <p:nvPr/>
        </p:nvGraphicFramePr>
        <p:xfrm>
          <a:off x="1116013" y="5013325"/>
          <a:ext cx="3603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9" name="Формула" r:id="rId9" imgW="241091" imgH="266469" progId="Equation.3">
                  <p:embed/>
                </p:oleObj>
              </mc:Choice>
              <mc:Fallback>
                <p:oleObj name="Формула" r:id="rId9" imgW="241091" imgH="266469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013325"/>
                        <a:ext cx="360362" cy="503238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82" name="Object 54"/>
          <p:cNvGraphicFramePr>
            <a:graphicFrameLocks noChangeAspect="1"/>
          </p:cNvGraphicFramePr>
          <p:nvPr/>
        </p:nvGraphicFramePr>
        <p:xfrm>
          <a:off x="3995738" y="404813"/>
          <a:ext cx="8255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0" name="Формула" r:id="rId10" imgW="380835" imgH="241195" progId="Equation.3">
                  <p:embed/>
                </p:oleObj>
              </mc:Choice>
              <mc:Fallback>
                <p:oleObj name="Формула" r:id="rId10" imgW="380835" imgH="241195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04813"/>
                        <a:ext cx="825500" cy="6032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87" name="Group 59"/>
          <p:cNvGrpSpPr>
            <a:grpSpLocks/>
          </p:cNvGrpSpPr>
          <p:nvPr/>
        </p:nvGrpSpPr>
        <p:grpSpPr bwMode="auto">
          <a:xfrm>
            <a:off x="611188" y="620713"/>
            <a:ext cx="8353425" cy="2687637"/>
            <a:chOff x="385" y="391"/>
            <a:chExt cx="5262" cy="1693"/>
          </a:xfrm>
        </p:grpSpPr>
        <p:sp>
          <p:nvSpPr>
            <p:cNvPr id="37940" name="Rectangle 43"/>
            <p:cNvSpPr>
              <a:spLocks noChangeArrowheads="1"/>
            </p:cNvSpPr>
            <p:nvPr/>
          </p:nvSpPr>
          <p:spPr bwMode="auto">
            <a:xfrm>
              <a:off x="1066" y="708"/>
              <a:ext cx="353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В фойдаланувчининг очиқ ва ёпиқ калитлари</a:t>
              </a:r>
              <a:endParaRPr lang="ru-RU"/>
            </a:p>
          </p:txBody>
        </p:sp>
        <p:sp>
          <p:nvSpPr>
            <p:cNvPr id="37941" name="Rectangle 44"/>
            <p:cNvSpPr>
              <a:spLocks noChangeArrowheads="1"/>
            </p:cNvSpPr>
            <p:nvPr/>
          </p:nvSpPr>
          <p:spPr bwMode="auto">
            <a:xfrm>
              <a:off x="642" y="647"/>
              <a:ext cx="5005" cy="10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37942" name="Object 45"/>
            <p:cNvGraphicFramePr>
              <a:graphicFrameLocks noChangeAspect="1"/>
            </p:cNvGraphicFramePr>
            <p:nvPr/>
          </p:nvGraphicFramePr>
          <p:xfrm>
            <a:off x="839" y="1253"/>
            <a:ext cx="18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1" name="Формула" r:id="rId12" imgW="139579" imgH="177646" progId="Equation.3">
                    <p:embed/>
                  </p:oleObj>
                </mc:Choice>
                <mc:Fallback>
                  <p:oleObj name="Формула" r:id="rId12" imgW="139579" imgH="177646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253"/>
                          <a:ext cx="186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43" name="Object 46"/>
            <p:cNvGraphicFramePr>
              <a:graphicFrameLocks noChangeAspect="1"/>
            </p:cNvGraphicFramePr>
            <p:nvPr/>
          </p:nvGraphicFramePr>
          <p:xfrm>
            <a:off x="385" y="939"/>
            <a:ext cx="678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2" name="Формула" r:id="rId14" imgW="482391" imgH="253890" progId="Equation.3">
                    <p:embed/>
                  </p:oleObj>
                </mc:Choice>
                <mc:Fallback>
                  <p:oleObj name="Формула" r:id="rId14" imgW="482391" imgH="25389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939"/>
                          <a:ext cx="678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4" name="Rectangle 47"/>
            <p:cNvSpPr>
              <a:spLocks noChangeArrowheads="1"/>
            </p:cNvSpPr>
            <p:nvPr/>
          </p:nvSpPr>
          <p:spPr bwMode="auto">
            <a:xfrm>
              <a:off x="1050" y="980"/>
              <a:ext cx="31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Арбитрнинг  очиқ ва ёпиқ калитлари.</a:t>
              </a:r>
            </a:p>
          </p:txBody>
        </p:sp>
        <p:graphicFrame>
          <p:nvGraphicFramePr>
            <p:cNvPr id="37945" name="Object 48"/>
            <p:cNvGraphicFramePr>
              <a:graphicFrameLocks noChangeAspect="1"/>
            </p:cNvGraphicFramePr>
            <p:nvPr/>
          </p:nvGraphicFramePr>
          <p:xfrm>
            <a:off x="385" y="391"/>
            <a:ext cx="721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3" name="Формула" r:id="rId16" imgW="469696" imgH="253890" progId="Equation.3">
                    <p:embed/>
                  </p:oleObj>
                </mc:Choice>
                <mc:Fallback>
                  <p:oleObj name="Формула" r:id="rId16" imgW="469696" imgH="25389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391"/>
                          <a:ext cx="721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6" name="Rectangle 49"/>
            <p:cNvSpPr>
              <a:spLocks noChangeArrowheads="1"/>
            </p:cNvSpPr>
            <p:nvPr/>
          </p:nvSpPr>
          <p:spPr bwMode="auto">
            <a:xfrm>
              <a:off x="1065" y="436"/>
              <a:ext cx="3856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- </a:t>
              </a:r>
              <a:r>
                <a:rPr lang="uz-Cyrl-UZ"/>
                <a:t>А фойдаланувчининг очиқ ва ёпиқ калитлари</a:t>
              </a:r>
              <a:endParaRPr lang="ru-RU"/>
            </a:p>
          </p:txBody>
        </p:sp>
        <p:graphicFrame>
          <p:nvGraphicFramePr>
            <p:cNvPr id="37947" name="Object 50"/>
            <p:cNvGraphicFramePr>
              <a:graphicFrameLocks noChangeAspect="1"/>
            </p:cNvGraphicFramePr>
            <p:nvPr/>
          </p:nvGraphicFramePr>
          <p:xfrm>
            <a:off x="385" y="655"/>
            <a:ext cx="681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4" name="Формула" r:id="rId18" imgW="469696" imgH="253890" progId="Equation.3">
                    <p:embed/>
                  </p:oleObj>
                </mc:Choice>
                <mc:Fallback>
                  <p:oleObj name="Формула" r:id="rId18" imgW="469696" imgH="25389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655"/>
                          <a:ext cx="681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8" name="Rectangle 51"/>
            <p:cNvSpPr>
              <a:spLocks noChangeArrowheads="1"/>
            </p:cNvSpPr>
            <p:nvPr/>
          </p:nvSpPr>
          <p:spPr bwMode="auto">
            <a:xfrm>
              <a:off x="1020" y="1253"/>
              <a:ext cx="299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Электрон рақамли имзо алгоритми</a:t>
              </a:r>
            </a:p>
          </p:txBody>
        </p:sp>
        <p:sp>
          <p:nvSpPr>
            <p:cNvPr id="37949" name="Rectangle 55"/>
            <p:cNvSpPr>
              <a:spLocks noChangeArrowheads="1"/>
            </p:cNvSpPr>
            <p:nvPr/>
          </p:nvSpPr>
          <p:spPr bwMode="auto">
            <a:xfrm>
              <a:off x="1028" y="1479"/>
              <a:ext cx="407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К</a:t>
              </a:r>
              <a:r>
                <a:rPr lang="en-US"/>
                <a:t> </a:t>
              </a:r>
              <a:r>
                <a:rPr lang="uz-Cyrl-UZ"/>
                <a:t>генерация қилинган калитнинг хақиқийлик вақти.</a:t>
              </a:r>
              <a:endParaRPr lang="ru-RU"/>
            </a:p>
          </p:txBody>
        </p:sp>
        <p:graphicFrame>
          <p:nvGraphicFramePr>
            <p:cNvPr id="37950" name="Object 56"/>
            <p:cNvGraphicFramePr>
              <a:graphicFrameLocks noChangeAspect="1"/>
            </p:cNvGraphicFramePr>
            <p:nvPr/>
          </p:nvGraphicFramePr>
          <p:xfrm>
            <a:off x="839" y="1482"/>
            <a:ext cx="202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5" name="Формула" r:id="rId20" imgW="139579" imgH="164957" progId="Equation.3">
                    <p:embed/>
                  </p:oleObj>
                </mc:Choice>
                <mc:Fallback>
                  <p:oleObj name="Формула" r:id="rId20" imgW="139579" imgH="164957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482"/>
                          <a:ext cx="202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51" name="Object 57"/>
            <p:cNvGraphicFramePr>
              <a:graphicFrameLocks noChangeAspect="1"/>
            </p:cNvGraphicFramePr>
            <p:nvPr/>
          </p:nvGraphicFramePr>
          <p:xfrm>
            <a:off x="826" y="1690"/>
            <a:ext cx="330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6" name="Формула" r:id="rId22" imgW="228600" imgH="241200" progId="Equation.3">
                    <p:embed/>
                  </p:oleObj>
                </mc:Choice>
                <mc:Fallback>
                  <p:oleObj name="Формула" r:id="rId22" imgW="228600" imgH="24120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" y="1690"/>
                          <a:ext cx="330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52" name="Rectangle 58"/>
            <p:cNvSpPr>
              <a:spLocks noChangeArrowheads="1"/>
            </p:cNvSpPr>
            <p:nvPr/>
          </p:nvSpPr>
          <p:spPr bwMode="auto">
            <a:xfrm>
              <a:off x="1118" y="1752"/>
              <a:ext cx="407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Char char="-"/>
              </a:pPr>
              <a:r>
                <a:rPr lang="uz-Cyrl-UZ"/>
                <a:t> Тасодифий очиқ-ёпиқ жуфтлик калит.</a:t>
              </a:r>
              <a:endParaRPr lang="ru-RU"/>
            </a:p>
          </p:txBody>
        </p:sp>
      </p:grpSp>
      <p:graphicFrame>
        <p:nvGraphicFramePr>
          <p:cNvPr id="73788" name="Object 60"/>
          <p:cNvGraphicFramePr>
            <a:graphicFrameLocks noChangeAspect="1"/>
          </p:cNvGraphicFramePr>
          <p:nvPr/>
        </p:nvGraphicFramePr>
        <p:xfrm>
          <a:off x="3708400" y="404813"/>
          <a:ext cx="15398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7" name="Формула" r:id="rId24" imgW="710891" imgH="253890" progId="Equation.3">
                  <p:embed/>
                </p:oleObj>
              </mc:Choice>
              <mc:Fallback>
                <p:oleObj name="Формула" r:id="rId24" imgW="710891" imgH="25389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04813"/>
                        <a:ext cx="1539875" cy="6350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89" name="Object 61"/>
          <p:cNvGraphicFramePr>
            <a:graphicFrameLocks noChangeAspect="1"/>
          </p:cNvGraphicFramePr>
          <p:nvPr/>
        </p:nvGraphicFramePr>
        <p:xfrm>
          <a:off x="3708400" y="404813"/>
          <a:ext cx="15398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8" name="Формула" r:id="rId26" imgW="710891" imgH="253890" progId="Equation.3">
                  <p:embed/>
                </p:oleObj>
              </mc:Choice>
              <mc:Fallback>
                <p:oleObj name="Формула" r:id="rId26" imgW="710891" imgH="25389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04813"/>
                        <a:ext cx="1539875" cy="63500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90" name="Object 62"/>
          <p:cNvGraphicFramePr>
            <a:graphicFrameLocks noChangeAspect="1"/>
          </p:cNvGraphicFramePr>
          <p:nvPr/>
        </p:nvGraphicFramePr>
        <p:xfrm>
          <a:off x="468313" y="4941888"/>
          <a:ext cx="15398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9" name="Формула" r:id="rId27" imgW="710891" imgH="241195" progId="Equation.3">
                  <p:embed/>
                </p:oleObj>
              </mc:Choice>
              <mc:Fallback>
                <p:oleObj name="Формула" r:id="rId27" imgW="710891" imgH="241195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941888"/>
                        <a:ext cx="1539875" cy="6032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91" name="Object 63"/>
          <p:cNvGraphicFramePr>
            <a:graphicFrameLocks noChangeAspect="1"/>
          </p:cNvGraphicFramePr>
          <p:nvPr/>
        </p:nvGraphicFramePr>
        <p:xfrm>
          <a:off x="900113" y="4941888"/>
          <a:ext cx="8667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0" name="Формула" r:id="rId29" imgW="380835" imgH="241195" progId="Equation.3">
                  <p:embed/>
                </p:oleObj>
              </mc:Choice>
              <mc:Fallback>
                <p:oleObj name="Формула" r:id="rId29" imgW="380835" imgH="241195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941888"/>
                        <a:ext cx="866775" cy="6032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792" name="Picture 64" descr="AG00174_"/>
          <p:cNvPicPr>
            <a:picLocks noChangeAspect="1" noChangeArrowheads="1" noCrop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275013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3793" name="Object 65"/>
          <p:cNvGraphicFramePr>
            <a:graphicFrameLocks noChangeAspect="1"/>
          </p:cNvGraphicFramePr>
          <p:nvPr/>
        </p:nvGraphicFramePr>
        <p:xfrm>
          <a:off x="1116013" y="4941888"/>
          <a:ext cx="4048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1" name="Формула" r:id="rId32" imgW="177569" imgH="215619" progId="Equation.3">
                  <p:embed/>
                </p:oleObj>
              </mc:Choice>
              <mc:Fallback>
                <p:oleObj name="Формула" r:id="rId32" imgW="177569" imgH="215619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941888"/>
                        <a:ext cx="404812" cy="5397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94" name="Object 66"/>
          <p:cNvGraphicFramePr>
            <a:graphicFrameLocks noChangeAspect="1"/>
          </p:cNvGraphicFramePr>
          <p:nvPr/>
        </p:nvGraphicFramePr>
        <p:xfrm>
          <a:off x="1116013" y="4941888"/>
          <a:ext cx="4667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2" name="Формула" r:id="rId34" imgW="164885" imgH="164885" progId="Equation.3">
                  <p:embed/>
                </p:oleObj>
              </mc:Choice>
              <mc:Fallback>
                <p:oleObj name="Формула" r:id="rId34" imgW="164885" imgH="164885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941888"/>
                        <a:ext cx="466725" cy="5111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95" name="Object 67"/>
          <p:cNvGraphicFramePr>
            <a:graphicFrameLocks noChangeAspect="1"/>
          </p:cNvGraphicFramePr>
          <p:nvPr/>
        </p:nvGraphicFramePr>
        <p:xfrm>
          <a:off x="755650" y="4941888"/>
          <a:ext cx="14001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3" name="Формула" r:id="rId36" imgW="494870" imgH="215713" progId="Equation.3">
                  <p:embed/>
                </p:oleObj>
              </mc:Choice>
              <mc:Fallback>
                <p:oleObj name="Формула" r:id="rId36" imgW="494870" imgH="215713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941888"/>
                        <a:ext cx="1400175" cy="5746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96" name="Object 68"/>
          <p:cNvGraphicFramePr>
            <a:graphicFrameLocks noChangeAspect="1"/>
          </p:cNvGraphicFramePr>
          <p:nvPr/>
        </p:nvGraphicFramePr>
        <p:xfrm>
          <a:off x="1619250" y="4868863"/>
          <a:ext cx="64611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4" name="Формула" r:id="rId38" imgW="228600" imgH="241300" progId="Equation.3">
                  <p:embed/>
                </p:oleObj>
              </mc:Choice>
              <mc:Fallback>
                <p:oleObj name="Формула" r:id="rId38" imgW="228600" imgH="2413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868863"/>
                        <a:ext cx="646113" cy="6413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97" name="Object 69"/>
          <p:cNvGraphicFramePr>
            <a:graphicFrameLocks noChangeAspect="1"/>
          </p:cNvGraphicFramePr>
          <p:nvPr/>
        </p:nvGraphicFramePr>
        <p:xfrm>
          <a:off x="471488" y="4895850"/>
          <a:ext cx="420687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5" name="Формула" r:id="rId40" imgW="139579" imgH="164957" progId="Equation.3">
                  <p:embed/>
                </p:oleObj>
              </mc:Choice>
              <mc:Fallback>
                <p:oleObj name="Формула" r:id="rId40" imgW="139579" imgH="164957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4895850"/>
                        <a:ext cx="420687" cy="6207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98" name="Object 70"/>
          <p:cNvGraphicFramePr>
            <a:graphicFrameLocks noChangeAspect="1"/>
          </p:cNvGraphicFramePr>
          <p:nvPr/>
        </p:nvGraphicFramePr>
        <p:xfrm>
          <a:off x="974725" y="4868863"/>
          <a:ext cx="5762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6" name="Формула" r:id="rId42" imgW="152268" imgH="164957" progId="Equation.3">
                  <p:embed/>
                </p:oleObj>
              </mc:Choice>
              <mc:Fallback>
                <p:oleObj name="Формула" r:id="rId42" imgW="152268" imgH="164957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25" y="4868863"/>
                        <a:ext cx="576263" cy="6477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99" name="Object 71"/>
          <p:cNvGraphicFramePr>
            <a:graphicFrameLocks noChangeAspect="1"/>
          </p:cNvGraphicFramePr>
          <p:nvPr/>
        </p:nvGraphicFramePr>
        <p:xfrm>
          <a:off x="450850" y="4851400"/>
          <a:ext cx="24415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7" name="Формула" r:id="rId44" imgW="863225" imgH="253890" progId="Equation.3">
                  <p:embed/>
                </p:oleObj>
              </mc:Choice>
              <mc:Fallback>
                <p:oleObj name="Формула" r:id="rId44" imgW="863225" imgH="25389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4851400"/>
                        <a:ext cx="2441575" cy="6762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00" name="Object 72"/>
          <p:cNvGraphicFramePr>
            <a:graphicFrameLocks noChangeAspect="1"/>
          </p:cNvGraphicFramePr>
          <p:nvPr/>
        </p:nvGraphicFramePr>
        <p:xfrm>
          <a:off x="582613" y="4868863"/>
          <a:ext cx="23336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8" name="Формула" r:id="rId46" imgW="825500" imgH="254000" progId="Equation.3">
                  <p:embed/>
                </p:oleObj>
              </mc:Choice>
              <mc:Fallback>
                <p:oleObj name="Формула" r:id="rId46" imgW="825500" imgH="25400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4868863"/>
                        <a:ext cx="2333625" cy="67627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01" name="Object 73"/>
          <p:cNvGraphicFramePr>
            <a:graphicFrameLocks noChangeAspect="1"/>
          </p:cNvGraphicFramePr>
          <p:nvPr/>
        </p:nvGraphicFramePr>
        <p:xfrm>
          <a:off x="468313" y="4437063"/>
          <a:ext cx="3238500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9" name="Формула" r:id="rId48" imgW="1384300" imgH="533400" progId="Equation.3">
                  <p:embed/>
                </p:oleObj>
              </mc:Choice>
              <mc:Fallback>
                <p:oleObj name="Формула" r:id="rId48" imgW="1384300" imgH="53340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437063"/>
                        <a:ext cx="3238500" cy="117633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02" name="Object 74"/>
          <p:cNvGraphicFramePr>
            <a:graphicFrameLocks noChangeAspect="1"/>
          </p:cNvGraphicFramePr>
          <p:nvPr/>
        </p:nvGraphicFramePr>
        <p:xfrm>
          <a:off x="468313" y="4437063"/>
          <a:ext cx="3238500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0" name="Формула" r:id="rId50" imgW="1384300" imgH="533400" progId="Equation.3">
                  <p:embed/>
                </p:oleObj>
              </mc:Choice>
              <mc:Fallback>
                <p:oleObj name="Формула" r:id="rId50" imgW="1384300" imgH="53340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437063"/>
                        <a:ext cx="3238500" cy="1176337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804" name="Group 76"/>
          <p:cNvGrpSpPr>
            <a:grpSpLocks/>
          </p:cNvGrpSpPr>
          <p:nvPr/>
        </p:nvGrpSpPr>
        <p:grpSpPr bwMode="auto">
          <a:xfrm flipH="1">
            <a:off x="715963" y="0"/>
            <a:ext cx="6300787" cy="5229225"/>
            <a:chOff x="1202" y="0"/>
            <a:chExt cx="3900" cy="3294"/>
          </a:xfrm>
        </p:grpSpPr>
        <p:sp>
          <p:nvSpPr>
            <p:cNvPr id="37934" name="Rectangle 77"/>
            <p:cNvSpPr>
              <a:spLocks noChangeArrowheads="1"/>
            </p:cNvSpPr>
            <p:nvPr/>
          </p:nvSpPr>
          <p:spPr bwMode="auto">
            <a:xfrm>
              <a:off x="3651" y="301"/>
              <a:ext cx="145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08688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uz-Cyrl-UZ" b="1"/>
                <a:t>3 чи ишончли томон</a:t>
              </a:r>
            </a:p>
            <a:p>
              <a:pPr algn="ctr"/>
              <a:r>
                <a:rPr lang="uz-Cyrl-UZ" b="1"/>
                <a:t>(арбитр)</a:t>
              </a:r>
              <a:endParaRPr lang="ru-RU" b="1"/>
            </a:p>
          </p:txBody>
        </p:sp>
        <p:grpSp>
          <p:nvGrpSpPr>
            <p:cNvPr id="37935" name="Group 78"/>
            <p:cNvGrpSpPr>
              <a:grpSpLocks/>
            </p:cNvGrpSpPr>
            <p:nvPr/>
          </p:nvGrpSpPr>
          <p:grpSpPr bwMode="auto">
            <a:xfrm>
              <a:off x="1202" y="0"/>
              <a:ext cx="2834" cy="3294"/>
              <a:chOff x="1202" y="0"/>
              <a:chExt cx="2834" cy="3294"/>
            </a:xfrm>
          </p:grpSpPr>
          <p:pic>
            <p:nvPicPr>
              <p:cNvPr id="37936" name="Picture 79" descr="8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245" y="0"/>
                <a:ext cx="1791" cy="1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37" name="Line 80"/>
              <p:cNvSpPr>
                <a:spLocks noChangeShapeType="1"/>
              </p:cNvSpPr>
              <p:nvPr/>
            </p:nvSpPr>
            <p:spPr bwMode="auto">
              <a:xfrm flipH="1">
                <a:off x="1202" y="482"/>
                <a:ext cx="1360" cy="28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7938" name="Line 81"/>
              <p:cNvSpPr>
                <a:spLocks noChangeShapeType="1"/>
              </p:cNvSpPr>
              <p:nvPr/>
            </p:nvSpPr>
            <p:spPr bwMode="auto">
              <a:xfrm flipV="1">
                <a:off x="1656" y="2251"/>
                <a:ext cx="181" cy="362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7939" name="Line 82"/>
              <p:cNvSpPr>
                <a:spLocks noChangeShapeType="1"/>
              </p:cNvSpPr>
              <p:nvPr/>
            </p:nvSpPr>
            <p:spPr bwMode="auto">
              <a:xfrm flipH="1">
                <a:off x="1837" y="1344"/>
                <a:ext cx="181" cy="362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</p:grpSp>
      </p:grpSp>
      <p:pic>
        <p:nvPicPr>
          <p:cNvPr id="73817" name="Picture 89" descr="AG00174_"/>
          <p:cNvPicPr>
            <a:picLocks noChangeAspect="1" noChangeArrowheads="1" noCrop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3213100"/>
            <a:ext cx="720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3818" name="Object 90"/>
          <p:cNvGraphicFramePr>
            <a:graphicFrameLocks noChangeAspect="1"/>
          </p:cNvGraphicFramePr>
          <p:nvPr/>
        </p:nvGraphicFramePr>
        <p:xfrm>
          <a:off x="7451725" y="4676775"/>
          <a:ext cx="5318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1" name="Формула" r:id="rId51" imgW="152268" imgH="164957" progId="Equation.3">
                  <p:embed/>
                </p:oleObj>
              </mc:Choice>
              <mc:Fallback>
                <p:oleObj name="Формула" r:id="rId51" imgW="152268" imgH="164957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676775"/>
                        <a:ext cx="531813" cy="552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19" name="Object 91"/>
          <p:cNvGraphicFramePr>
            <a:graphicFrameLocks noChangeAspect="1"/>
          </p:cNvGraphicFramePr>
          <p:nvPr/>
        </p:nvGraphicFramePr>
        <p:xfrm>
          <a:off x="7451725" y="4652963"/>
          <a:ext cx="5318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2" name="Формула" r:id="rId53" imgW="152268" imgH="164957" progId="Equation.3">
                  <p:embed/>
                </p:oleObj>
              </mc:Choice>
              <mc:Fallback>
                <p:oleObj name="Формула" r:id="rId53" imgW="152268" imgH="164957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652963"/>
                        <a:ext cx="531813" cy="552450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0" name="Object 92"/>
          <p:cNvGraphicFramePr>
            <a:graphicFrameLocks noChangeAspect="1"/>
          </p:cNvGraphicFramePr>
          <p:nvPr/>
        </p:nvGraphicFramePr>
        <p:xfrm>
          <a:off x="4179888" y="485775"/>
          <a:ext cx="5318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3" name="Формула" r:id="rId54" imgW="152268" imgH="164957" progId="Equation.3">
                  <p:embed/>
                </p:oleObj>
              </mc:Choice>
              <mc:Fallback>
                <p:oleObj name="Формула" r:id="rId54" imgW="152268" imgH="164957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9888" y="485775"/>
                        <a:ext cx="531812" cy="55245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1" name="Object 93"/>
          <p:cNvGraphicFramePr>
            <a:graphicFrameLocks noChangeAspect="1"/>
          </p:cNvGraphicFramePr>
          <p:nvPr/>
        </p:nvGraphicFramePr>
        <p:xfrm>
          <a:off x="4787900" y="476250"/>
          <a:ext cx="57626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4" name="Формула" r:id="rId55" imgW="228501" imgH="215806" progId="Equation.3">
                  <p:embed/>
                </p:oleObj>
              </mc:Choice>
              <mc:Fallback>
                <p:oleObj name="Формула" r:id="rId55" imgW="228501" imgH="215806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76250"/>
                        <a:ext cx="576263" cy="56991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2" name="Object 94"/>
          <p:cNvGraphicFramePr>
            <a:graphicFrameLocks noChangeAspect="1"/>
          </p:cNvGraphicFramePr>
          <p:nvPr/>
        </p:nvGraphicFramePr>
        <p:xfrm>
          <a:off x="3778250" y="476250"/>
          <a:ext cx="18732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5" name="Формула" r:id="rId57" imgW="723586" imgH="253890" progId="Equation.3">
                  <p:embed/>
                </p:oleObj>
              </mc:Choice>
              <mc:Fallback>
                <p:oleObj name="Формула" r:id="rId57" imgW="723586" imgH="25389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476250"/>
                        <a:ext cx="1873250" cy="5762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3" name="Object 95"/>
          <p:cNvGraphicFramePr>
            <a:graphicFrameLocks noChangeAspect="1"/>
          </p:cNvGraphicFramePr>
          <p:nvPr/>
        </p:nvGraphicFramePr>
        <p:xfrm>
          <a:off x="3779838" y="476250"/>
          <a:ext cx="18732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6" name="Формула" r:id="rId59" imgW="723586" imgH="253890" progId="Equation.3">
                  <p:embed/>
                </p:oleObj>
              </mc:Choice>
              <mc:Fallback>
                <p:oleObj name="Формула" r:id="rId59" imgW="723586" imgH="253890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76250"/>
                        <a:ext cx="1873250" cy="576263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4" name="Object 96"/>
          <p:cNvGraphicFramePr>
            <a:graphicFrameLocks noChangeAspect="1"/>
          </p:cNvGraphicFramePr>
          <p:nvPr/>
        </p:nvGraphicFramePr>
        <p:xfrm>
          <a:off x="6588125" y="4652963"/>
          <a:ext cx="18399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7" name="Формула" r:id="rId60" imgW="710891" imgH="241195" progId="Equation.3">
                  <p:embed/>
                </p:oleObj>
              </mc:Choice>
              <mc:Fallback>
                <p:oleObj name="Формула" r:id="rId60" imgW="710891" imgH="241195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4652963"/>
                        <a:ext cx="1839913" cy="547687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5" name="Object 97"/>
          <p:cNvGraphicFramePr>
            <a:graphicFrameLocks noChangeAspect="1"/>
          </p:cNvGraphicFramePr>
          <p:nvPr/>
        </p:nvGraphicFramePr>
        <p:xfrm>
          <a:off x="7308850" y="4581525"/>
          <a:ext cx="671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8" name="Формула" r:id="rId62" imgW="228501" imgH="215806" progId="Equation.3">
                  <p:embed/>
                </p:oleObj>
              </mc:Choice>
              <mc:Fallback>
                <p:oleObj name="Формула" r:id="rId62" imgW="228501" imgH="215806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4581525"/>
                        <a:ext cx="671513" cy="619125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6" name="Object 98"/>
          <p:cNvGraphicFramePr>
            <a:graphicFrameLocks noChangeAspect="1"/>
          </p:cNvGraphicFramePr>
          <p:nvPr/>
        </p:nvGraphicFramePr>
        <p:xfrm>
          <a:off x="6227763" y="4581525"/>
          <a:ext cx="223202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9" name="Формула" r:id="rId64" imgW="850531" imgH="241195" progId="Equation.3">
                  <p:embed/>
                </p:oleObj>
              </mc:Choice>
              <mc:Fallback>
                <p:oleObj name="Формула" r:id="rId64" imgW="850531" imgH="241195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581525"/>
                        <a:ext cx="2232025" cy="6175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7" name="Object 99"/>
          <p:cNvGraphicFramePr>
            <a:graphicFrameLocks noChangeAspect="1"/>
          </p:cNvGraphicFramePr>
          <p:nvPr/>
        </p:nvGraphicFramePr>
        <p:xfrm>
          <a:off x="7451725" y="4581525"/>
          <a:ext cx="6000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0" name="Формула" r:id="rId66" imgW="228600" imgH="241300" progId="Equation.3">
                  <p:embed/>
                </p:oleObj>
              </mc:Choice>
              <mc:Fallback>
                <p:oleObj name="Формула" r:id="rId66" imgW="228600" imgH="241300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581525"/>
                        <a:ext cx="600075" cy="6175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8" name="Object 100"/>
          <p:cNvGraphicFramePr>
            <a:graphicFrameLocks noChangeAspect="1"/>
          </p:cNvGraphicFramePr>
          <p:nvPr/>
        </p:nvGraphicFramePr>
        <p:xfrm>
          <a:off x="6443663" y="4581525"/>
          <a:ext cx="20081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1" name="Формула" r:id="rId68" imgW="825500" imgH="254000" progId="Equation.3">
                  <p:embed/>
                </p:oleObj>
              </mc:Choice>
              <mc:Fallback>
                <p:oleObj name="Формула" r:id="rId68" imgW="825500" imgH="254000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581525"/>
                        <a:ext cx="2008187" cy="5762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9" name="Object 101"/>
          <p:cNvGraphicFramePr>
            <a:graphicFrameLocks noChangeAspect="1"/>
          </p:cNvGraphicFramePr>
          <p:nvPr/>
        </p:nvGraphicFramePr>
        <p:xfrm>
          <a:off x="7524750" y="4581525"/>
          <a:ext cx="5635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2" name="Формула" r:id="rId70" imgW="164885" imgH="164885" progId="Equation.3">
                  <p:embed/>
                </p:oleObj>
              </mc:Choice>
              <mc:Fallback>
                <p:oleObj name="Формула" r:id="rId70" imgW="164885" imgH="164885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581525"/>
                        <a:ext cx="563563" cy="54768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0" name="Object 102"/>
          <p:cNvGraphicFramePr>
            <a:graphicFrameLocks noChangeAspect="1"/>
          </p:cNvGraphicFramePr>
          <p:nvPr/>
        </p:nvGraphicFramePr>
        <p:xfrm>
          <a:off x="6372225" y="4581525"/>
          <a:ext cx="202088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3" name="Формула" r:id="rId71" imgW="799753" imgH="215806" progId="Equation.3">
                  <p:embed/>
                </p:oleObj>
              </mc:Choice>
              <mc:Fallback>
                <p:oleObj name="Формула" r:id="rId71" imgW="799753" imgH="215806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581525"/>
                        <a:ext cx="2020888" cy="617538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" name="Object 103"/>
          <p:cNvGraphicFramePr>
            <a:graphicFrameLocks noChangeAspect="1"/>
          </p:cNvGraphicFramePr>
          <p:nvPr/>
        </p:nvGraphicFramePr>
        <p:xfrm>
          <a:off x="7524750" y="4581525"/>
          <a:ext cx="5032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4" name="Формула" r:id="rId73" imgW="177569" imgH="215619" progId="Equation.3">
                  <p:embed/>
                </p:oleObj>
              </mc:Choice>
              <mc:Fallback>
                <p:oleObj name="Формула" r:id="rId73" imgW="177569" imgH="215619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581525"/>
                        <a:ext cx="503238" cy="6477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2" name="Object 104"/>
          <p:cNvGraphicFramePr>
            <a:graphicFrameLocks noChangeAspect="1"/>
          </p:cNvGraphicFramePr>
          <p:nvPr/>
        </p:nvGraphicFramePr>
        <p:xfrm>
          <a:off x="7451725" y="4581525"/>
          <a:ext cx="5762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5" name="Формула" r:id="rId75" imgW="177569" imgH="215619" progId="Equation.3">
                  <p:embed/>
                </p:oleObj>
              </mc:Choice>
              <mc:Fallback>
                <p:oleObj name="Формула" r:id="rId75" imgW="177569" imgH="215619" progId="Equation.3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581525"/>
                        <a:ext cx="576263" cy="647700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3" name="Object 105"/>
          <p:cNvGraphicFramePr>
            <a:graphicFrameLocks noChangeAspect="1"/>
          </p:cNvGraphicFramePr>
          <p:nvPr/>
        </p:nvGraphicFramePr>
        <p:xfrm>
          <a:off x="6804025" y="4581525"/>
          <a:ext cx="15224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6" name="Формула" r:id="rId77" imgW="494870" imgH="215713" progId="Equation.3">
                  <p:embed/>
                </p:oleObj>
              </mc:Choice>
              <mc:Fallback>
                <p:oleObj name="Формула" r:id="rId77" imgW="494870" imgH="215713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4581525"/>
                        <a:ext cx="1522413" cy="6143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4" name="Object 106"/>
          <p:cNvGraphicFramePr>
            <a:graphicFrameLocks noChangeAspect="1"/>
          </p:cNvGraphicFramePr>
          <p:nvPr/>
        </p:nvGraphicFramePr>
        <p:xfrm>
          <a:off x="6804025" y="4581525"/>
          <a:ext cx="15224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7" name="Формула" r:id="rId79" imgW="494870" imgH="215713" progId="Equation.3">
                  <p:embed/>
                </p:oleObj>
              </mc:Choice>
              <mc:Fallback>
                <p:oleObj name="Формула" r:id="rId79" imgW="494870" imgH="215713" progId="Equation.3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4581525"/>
                        <a:ext cx="1522413" cy="614363"/>
                      </a:xfrm>
                      <a:prstGeom prst="rect">
                        <a:avLst/>
                      </a:prstGeom>
                      <a:solidFill>
                        <a:srgbClr val="00B0AC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5" name="Object 107"/>
          <p:cNvGraphicFramePr>
            <a:graphicFrameLocks noChangeAspect="1"/>
          </p:cNvGraphicFramePr>
          <p:nvPr/>
        </p:nvGraphicFramePr>
        <p:xfrm>
          <a:off x="468313" y="4581525"/>
          <a:ext cx="245903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8" name="Формула" r:id="rId80" imgW="799753" imgH="215806" progId="Equation.3">
                  <p:embed/>
                </p:oleObj>
              </mc:Choice>
              <mc:Fallback>
                <p:oleObj name="Формула" r:id="rId80" imgW="799753" imgH="215806" progId="Equation.3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581525"/>
                        <a:ext cx="2459037" cy="6143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6" name="Object 108"/>
          <p:cNvGraphicFramePr>
            <a:graphicFrameLocks noChangeAspect="1"/>
          </p:cNvGraphicFramePr>
          <p:nvPr/>
        </p:nvGraphicFramePr>
        <p:xfrm>
          <a:off x="1187450" y="4581525"/>
          <a:ext cx="5461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9" name="Формула" r:id="rId82" imgW="177569" imgH="215619" progId="Equation.3">
                  <p:embed/>
                </p:oleObj>
              </mc:Choice>
              <mc:Fallback>
                <p:oleObj name="Формула" r:id="rId82" imgW="177569" imgH="215619" progId="Equation.3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581525"/>
                        <a:ext cx="546100" cy="614363"/>
                      </a:xfrm>
                      <a:prstGeom prst="rect">
                        <a:avLst/>
                      </a:prstGeom>
                      <a:solidFill>
                        <a:srgbClr val="CC66FF"/>
                      </a:solidFill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81503E-6 L 0.00139 0.0998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499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37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3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56647E-6 L 0.34253 -0.66196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737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18" y="-33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37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3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737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55 -0.00046 L -0.34965 0.6663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737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05" y="333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37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737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737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737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737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737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73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737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737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737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737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73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738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90751E-6 L 0.55521 -0.00162 " pathEditMode="relative" rAng="0" ptsTypes="AA">
                                      <p:cBhvr>
                                        <p:cTn id="169" dur="1000" fill="hold"/>
                                        <p:tgtEl>
                                          <p:spTgt spid="738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60" y="-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738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7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738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0.00671 L -0.35972 -0.62127 " pathEditMode="relative" rAng="0" ptsTypes="AA">
                                      <p:cBhvr>
                                        <p:cTn id="195" dur="1000" fill="hold"/>
                                        <p:tgtEl>
                                          <p:spTgt spid="738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86" y="-30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738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738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73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7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738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7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6 -0.00648 L 0.30694 0.61248 " pathEditMode="relative" rAng="0" ptsTypes="AA">
                                      <p:cBhvr>
                                        <p:cTn id="231" dur="1000" fill="hold"/>
                                        <p:tgtEl>
                                          <p:spTgt spid="738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27" y="309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738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738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7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73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7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738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7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/>
                                        <p:tgtEl>
                                          <p:spTgt spid="738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7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738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7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73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7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738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7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73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7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7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 nodeType="clickPar">
                      <p:stCondLst>
                        <p:cond delay="indefinite"/>
                      </p:stCondLst>
                      <p:childTnLst>
                        <p:par>
                          <p:cTn id="3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500"/>
                                        <p:tgtEl>
                                          <p:spTgt spid="738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7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500"/>
                                        <p:tgtEl>
                                          <p:spTgt spid="73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500"/>
                                        <p:tgtEl>
                                          <p:spTgt spid="738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7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 nodeType="clickPar">
                      <p:stCondLst>
                        <p:cond delay="indefinite"/>
                      </p:stCondLst>
                      <p:childTnLst>
                        <p:par>
                          <p:cTn id="3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500"/>
                                        <p:tgtEl>
                                          <p:spTgt spid="738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7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2 2.48555E-6 L -0.67032 -0.00278 " pathEditMode="relative" rAng="0" ptsTypes="AA">
                                      <p:cBhvr>
                                        <p:cTn id="335" dur="1000" fill="hold"/>
                                        <p:tgtEl>
                                          <p:spTgt spid="738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99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500"/>
                                        <p:tgtEl>
                                          <p:spTgt spid="738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7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 nodeType="clickPar">
                      <p:stCondLst>
                        <p:cond delay="indefinite"/>
                      </p:stCondLst>
                      <p:childTnLst>
                        <p:par>
                          <p:cTn id="3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500"/>
                                        <p:tgtEl>
                                          <p:spTgt spid="738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7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7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 nodeType="clickPar">
                      <p:stCondLst>
                        <p:cond delay="indefinite"/>
                      </p:stCondLst>
                      <p:childTnLst>
                        <p:par>
                          <p:cTn id="3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500"/>
                                        <p:tgtEl>
                                          <p:spTgt spid="738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500"/>
                                        <p:tgtEl>
                                          <p:spTgt spid="737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7" grpId="0"/>
      <p:bldP spid="73747" grpId="1"/>
      <p:bldP spid="73747" grpId="2"/>
      <p:bldP spid="73747" grpId="3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56"/>
          <p:cNvSpPr>
            <a:spLocks noChangeArrowheads="1"/>
          </p:cNvSpPr>
          <p:nvPr/>
        </p:nvSpPr>
        <p:spPr bwMode="auto">
          <a:xfrm>
            <a:off x="233363" y="-20638"/>
            <a:ext cx="8731250" cy="641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uz-Cyrl-UZ" b="1"/>
              <a:t>1-Жадвал: Симметрик шифрлаш алгоритмидан фойдаланиб калит узатиш </a:t>
            </a:r>
            <a:endParaRPr lang="ru-RU"/>
          </a:p>
          <a:p>
            <a:pPr algn="ctr"/>
            <a:r>
              <a:rPr lang="uz-Cyrl-UZ" b="1"/>
              <a:t>протоколлари тахлили (арбитр иштирок этмаган ҳол учун).</a:t>
            </a:r>
          </a:p>
        </p:txBody>
      </p:sp>
      <p:graphicFrame>
        <p:nvGraphicFramePr>
          <p:cNvPr id="65427" name="Group 915"/>
          <p:cNvGraphicFramePr>
            <a:graphicFrameLocks noGrp="1"/>
          </p:cNvGraphicFramePr>
          <p:nvPr>
            <p:ph/>
          </p:nvPr>
        </p:nvGraphicFramePr>
        <p:xfrm>
          <a:off x="107950" y="692150"/>
          <a:ext cx="8856663" cy="5976940"/>
        </p:xfrm>
        <a:graphic>
          <a:graphicData uri="http://schemas.openxmlformats.org/drawingml/2006/table">
            <a:tbl>
              <a:tblPr/>
              <a:tblGrid>
                <a:gridCol w="406400"/>
                <a:gridCol w="2503488"/>
                <a:gridCol w="469900"/>
                <a:gridCol w="469900"/>
                <a:gridCol w="417512"/>
                <a:gridCol w="365125"/>
                <a:gridCol w="468313"/>
                <a:gridCol w="3756025"/>
              </a:tblGrid>
              <a:tr h="534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№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Протокол номи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r</a:t>
                      </a:r>
                      <a:r>
                        <a:rPr kumimoji="0" lang="uz-Cyrl-UZ" sz="15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A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r</a:t>
                      </a:r>
                      <a:r>
                        <a:rPr kumimoji="0" lang="uz-Cyrl-UZ" sz="15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B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k</a:t>
                      </a:r>
                      <a:r>
                        <a:rPr kumimoji="0" lang="uz-Cyrl-UZ" sz="15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A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B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t</a:t>
                      </a:r>
                      <a:r>
                        <a:rPr kumimoji="0" lang="uz-Cyrl-UZ" sz="15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A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Бўлиши мумкин бўлган хужум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80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1.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Вақт меткасидан фойдаланиб калитни узатиш протоколи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Криптоаналитик бу маълумотни қайта узатиши мумкин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930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Криптоаналитик бу маълумотни А фойдаланувчига қайта узатиши мумкин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93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2.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Вақт меткаси ва хеш-функциядан фойдаланиб </a:t>
                      </a:r>
                      <a:endParaRPr kumimoji="0" lang="ru-RU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Batang" pitchFamily="18" charset="-127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калитни узатиш протоколи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Криптоаналитик бу маълумотни В фойдаланувчига қайта узатиши мумкин</a:t>
                      </a:r>
                      <a:endParaRPr kumimoji="0" lang="ru-RU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7713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Криптоаналитик бу маълумотни А фойдаланувчига қайта узатиши мумкин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93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3.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Тасодифий сондан фойдаланиб калитни </a:t>
                      </a:r>
                      <a:endParaRPr kumimoji="0" lang="ru-RU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Batang" pitchFamily="18" charset="-127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узатиш протоколи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Криптоаналитик бу маълумотни А фойдаланувчига қайта узатиши мумкин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 фойдаланувчи калитнинг янги эканига ишонч хосил қилмайди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642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4.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Тасодифий сон ва хеш-функциядан фойдаланиб </a:t>
                      </a:r>
                      <a:endParaRPr kumimoji="0" lang="ru-RU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Batang" pitchFamily="18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калитни узатиш протоколи</a:t>
                      </a:r>
                      <a:endParaRPr kumimoji="0" lang="ru-RU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 фойдаланувчи умуман бошқа калитни хосил қилади </a:t>
                      </a:r>
                      <a:endParaRPr kumimoji="0" lang="ru-RU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8013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 фойдаланувчи умуман бошқа калитни хосил қилади </a:t>
                      </a:r>
                      <a:endParaRPr kumimoji="0" lang="ru-RU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31"/>
          <p:cNvSpPr>
            <a:spLocks noChangeArrowheads="1"/>
          </p:cNvSpPr>
          <p:nvPr/>
        </p:nvSpPr>
        <p:spPr bwMode="auto">
          <a:xfrm>
            <a:off x="233363" y="115888"/>
            <a:ext cx="8731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2</a:t>
            </a:r>
            <a:r>
              <a:rPr lang="uz-Cyrl-UZ" b="1"/>
              <a:t>-Жадвал: Симметрик шифрлаш алгоритмидан фойдаланиб калит узатиш </a:t>
            </a:r>
            <a:endParaRPr lang="ru-RU"/>
          </a:p>
          <a:p>
            <a:pPr algn="ctr"/>
            <a:r>
              <a:rPr lang="uz-Cyrl-UZ" b="1"/>
              <a:t>протоколлари тахлили (арбитр иштирок этган ҳол учун).</a:t>
            </a:r>
          </a:p>
        </p:txBody>
      </p:sp>
      <p:graphicFrame>
        <p:nvGraphicFramePr>
          <p:cNvPr id="69122" name="Group 1538"/>
          <p:cNvGraphicFramePr>
            <a:graphicFrameLocks noGrp="1"/>
          </p:cNvGraphicFramePr>
          <p:nvPr>
            <p:ph/>
          </p:nvPr>
        </p:nvGraphicFramePr>
        <p:xfrm>
          <a:off x="158750" y="836613"/>
          <a:ext cx="8877300" cy="5884863"/>
        </p:xfrm>
        <a:graphic>
          <a:graphicData uri="http://schemas.openxmlformats.org/drawingml/2006/table">
            <a:tbl>
              <a:tblPr/>
              <a:tblGrid>
                <a:gridCol w="430213"/>
                <a:gridCol w="1655762"/>
                <a:gridCol w="442913"/>
                <a:gridCol w="441325"/>
                <a:gridCol w="441325"/>
                <a:gridCol w="441325"/>
                <a:gridCol w="441325"/>
                <a:gridCol w="442912"/>
                <a:gridCol w="4140200"/>
              </a:tblGrid>
              <a:tr h="530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№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Протокол номи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А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r</a:t>
                      </a:r>
                      <a:r>
                        <a:rPr kumimoji="0" lang="en-US" sz="15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A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r</a:t>
                      </a:r>
                      <a:r>
                        <a:rPr kumimoji="0" lang="en-US" sz="15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B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k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t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Бўлиши мумкин бўлган хужум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732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1.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Нидхем- Шредер протоколи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Арбитр маълумотни кимдан келгани ва кимга юбориш кераклиги ҳақида ҳеч нарса билмайди.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303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А фойдаланувчи маълумотни арбитрдан келганига тўла ишонч ҳосил қилолмайди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315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 фойдаланувчи калитни ким томонидан юборилганини билмайди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315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Криптоаналитик бу калитни маълум вақтдан сўнг қайта узатиши мумкин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461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2.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Wide-Mouth Frog протоколи.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Криптоаналитик бу маълумотни В фойдаланувчига такроран узатиши мумкин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315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Фойдаланувчилар маълумотнинг кимдан келганини билмайдилар.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98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3.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Yahalom протоколи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Фойдаланувчилар ўртасида ўзаро идентификация таъминланмайди. 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98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4.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Kerberos протоколи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Тизим вақтининг синхрон равишда ишлаши талаб этилади.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marT="45725" marB="4572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027" name="AutoShape 153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ChangeArrowheads="1"/>
          </p:cNvSpPr>
          <p:nvPr/>
        </p:nvSpPr>
        <p:spPr bwMode="auto">
          <a:xfrm>
            <a:off x="142875" y="-26988"/>
            <a:ext cx="8858250" cy="641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uz-Cyrl-UZ" b="1"/>
              <a:t>3-Жадвал: Асимметрик шифрлаш алгоритмидан фойдаланиб калит узатиш </a:t>
            </a:r>
            <a:endParaRPr lang="ru-RU"/>
          </a:p>
          <a:p>
            <a:pPr algn="ctr"/>
            <a:r>
              <a:rPr lang="uz-Cyrl-UZ" b="1"/>
              <a:t>протоколлари тахлили (арбитр иштирок этмаган ҳол учун).</a:t>
            </a:r>
          </a:p>
        </p:txBody>
      </p:sp>
      <p:graphicFrame>
        <p:nvGraphicFramePr>
          <p:cNvPr id="70072" name="Group 440"/>
          <p:cNvGraphicFramePr>
            <a:graphicFrameLocks noGrp="1"/>
          </p:cNvGraphicFramePr>
          <p:nvPr>
            <p:ph/>
          </p:nvPr>
        </p:nvGraphicFramePr>
        <p:xfrm>
          <a:off x="147638" y="692150"/>
          <a:ext cx="8856662" cy="6049964"/>
        </p:xfrm>
        <a:graphic>
          <a:graphicData uri="http://schemas.openxmlformats.org/drawingml/2006/table">
            <a:tbl>
              <a:tblPr/>
              <a:tblGrid>
                <a:gridCol w="407987"/>
                <a:gridCol w="1574800"/>
                <a:gridCol w="420688"/>
                <a:gridCol w="420687"/>
                <a:gridCol w="420688"/>
                <a:gridCol w="420687"/>
                <a:gridCol w="420688"/>
                <a:gridCol w="466725"/>
                <a:gridCol w="465137"/>
                <a:gridCol w="3838575"/>
              </a:tblGrid>
              <a:tr h="534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№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Протокол номи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А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A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B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k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t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S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Бўлиши мумкин бўлган хужум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3613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1.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Вақт меткасидан фойдаланиб калитни узатиш протоколи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Криптоаналитик бу маълумотни маълум вақтдан сўнг В фойдаланувчига қайта узатиши мумкин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 фойдаланувчи бу маълумотни ким томонидан узатилганини билмайди.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8013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2.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ЭРИ ёрдамидаги протоколлар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 фойдаланувчи бу маълумотни ким томонидан узатилганини билмайди.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2025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Криптоаналитик бу маълумотни маълум вақтдан сўнг В фойдаланувчига қайта узатиши мумкин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65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3.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Тасодифий сонлардан фойдаланиб калитни генерация қилиш протоколи.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Протокол бажарилиши натижасида сеанс калит генерация қилинмайди.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4.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Диффи-Хеллман протоколи.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“Ўртадаги киши” хужумига бардошли эмас</a:t>
                      </a:r>
                      <a:endParaRPr kumimoji="0" 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ChangeArrowheads="1"/>
          </p:cNvSpPr>
          <p:nvPr/>
        </p:nvSpPr>
        <p:spPr bwMode="auto">
          <a:xfrm>
            <a:off x="142875" y="50800"/>
            <a:ext cx="8858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uz-Cyrl-UZ" b="1"/>
              <a:t>4-Жадвал: Асимметрик шифрлаш алгоритмидан фойдаланиб калит узатиш </a:t>
            </a:r>
            <a:endParaRPr lang="ru-RU"/>
          </a:p>
          <a:p>
            <a:pPr algn="ctr"/>
            <a:r>
              <a:rPr lang="uz-Cyrl-UZ" b="1"/>
              <a:t>протоколлари тахлили (арбитр иштирок этган ҳол учун).</a:t>
            </a:r>
          </a:p>
        </p:txBody>
      </p:sp>
      <p:graphicFrame>
        <p:nvGraphicFramePr>
          <p:cNvPr id="72039" name="Group 359"/>
          <p:cNvGraphicFramePr>
            <a:graphicFrameLocks noGrp="1"/>
          </p:cNvGraphicFramePr>
          <p:nvPr>
            <p:ph/>
          </p:nvPr>
        </p:nvGraphicFramePr>
        <p:xfrm>
          <a:off x="190500" y="765175"/>
          <a:ext cx="8734425" cy="5976940"/>
        </p:xfrm>
        <a:graphic>
          <a:graphicData uri="http://schemas.openxmlformats.org/drawingml/2006/table">
            <a:tbl>
              <a:tblPr/>
              <a:tblGrid>
                <a:gridCol w="401638"/>
                <a:gridCol w="1554162"/>
                <a:gridCol w="415925"/>
                <a:gridCol w="414338"/>
                <a:gridCol w="414337"/>
                <a:gridCol w="414338"/>
                <a:gridCol w="415925"/>
                <a:gridCol w="458787"/>
                <a:gridCol w="458788"/>
                <a:gridCol w="3786187"/>
              </a:tblGrid>
              <a:tr h="8397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№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Протокол номи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А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К</a:t>
                      </a:r>
                      <a:r>
                        <a:rPr kumimoji="0" lang="uz-Cyrl-UZ" sz="15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р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15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B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R</a:t>
                      </a:r>
                      <a:r>
                        <a:rPr kumimoji="0" lang="en-US" sz="15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A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t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S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Бўлиши мумкин бўлган хужум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4088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1.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Dass  протоколи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Томонлар ўртасида ўзаро идентификация таъминланмайди.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42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 фойдаланувчи ЭРИ ни текшириш имконига эга бўлмайди.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06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2.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Деннинг-Сакко протоколи.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Протокол якунлангандан сўнг В фойдаланувчи бошқа С фойдаланувчи билан алоқа ўрнатиши учун А фойдаланувчининг номидан иш кўриши мумкин.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</a:tr>
              <a:tr h="954088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3.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Ву-Лам протоколи.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А фойдаланувчи арбитрни идентификация қилмайди.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4088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-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+</a:t>
                      </a:r>
                      <a:endParaRPr kumimoji="0" lang="uz-Cyrl-UZ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Batang" pitchFamily="18" charset="-127"/>
                          <a:cs typeface="Times New Roman" pitchFamily="18" charset="0"/>
                        </a:rPr>
                        <a:t>Фойдаланувчилар бир-бирларини идентификация қилмайдилар</a:t>
                      </a:r>
                      <a:endParaRPr kumimoji="0" lang="uz-Cyrl-UZ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062" name="AutoShape 361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04250" y="6381750"/>
            <a:ext cx="539750" cy="4762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2917</TotalTime>
  <Words>1926</Words>
  <Application>Microsoft Office PowerPoint</Application>
  <PresentationFormat>Экран (4:3)</PresentationFormat>
  <Paragraphs>520</Paragraphs>
  <Slides>38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0" baseType="lpstr">
      <vt:lpstr>Оформление по умолчанию</vt:lpstr>
      <vt:lpstr>Формула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Umid</dc:creator>
  <cp:lastModifiedBy>Microsoft Office</cp:lastModifiedBy>
  <cp:revision>30</cp:revision>
  <dcterms:created xsi:type="dcterms:W3CDTF">2005-11-09T13:59:59Z</dcterms:created>
  <dcterms:modified xsi:type="dcterms:W3CDTF">2019-08-21T08:59:46Z</dcterms:modified>
</cp:coreProperties>
</file>