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3"/>
  </p:handoutMasterIdLst>
  <p:sldIdLst>
    <p:sldId id="275" r:id="rId2"/>
    <p:sldId id="322" r:id="rId3"/>
    <p:sldId id="279" r:id="rId4"/>
    <p:sldId id="301" r:id="rId5"/>
    <p:sldId id="309" r:id="rId6"/>
    <p:sldId id="310" r:id="rId7"/>
    <p:sldId id="311" r:id="rId8"/>
    <p:sldId id="312" r:id="rId9"/>
    <p:sldId id="313" r:id="rId10"/>
    <p:sldId id="308" r:id="rId11"/>
    <p:sldId id="306" r:id="rId12"/>
    <p:sldId id="307" r:id="rId13"/>
    <p:sldId id="314" r:id="rId14"/>
    <p:sldId id="315" r:id="rId15"/>
    <p:sldId id="316" r:id="rId16"/>
    <p:sldId id="317" r:id="rId17"/>
    <p:sldId id="318" r:id="rId18"/>
    <p:sldId id="319" r:id="rId19"/>
    <p:sldId id="320" r:id="rId20"/>
    <p:sldId id="321" r:id="rId21"/>
    <p:sldId id="323" r:id="rId22"/>
  </p:sldIdLst>
  <p:sldSz cx="9144000" cy="6858000" type="screen4x3"/>
  <p:notesSz cx="6797675" cy="987425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009999"/>
    <a:srgbClr val="FF3300"/>
    <a:srgbClr val="FF9900"/>
    <a:srgbClr val="00CC00"/>
    <a:srgbClr val="33CC33"/>
    <a:srgbClr val="00FF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Средний стиль 1 - акцент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113A9D2-9D6B-4929-AA2D-F23B5EE8CBE7}" styleName="Стиль из темы 2 - акцент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46F890A9-2807-4EBB-B81D-B2AA78EC7F39}" styleName="Темный стиль 2 - акцент 5/акцент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Светлый стиль 2 - акцент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Светлый стиль 2 - акцент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93D81CF-94F2-401A-BA57-92F5A7B2D0C5}" styleName="Средний стиль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DBED569-4797-4DF1-A0F4-6AAB3CD982D8}" styleName="Светлый стиль 3 - акцент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27102A9-8310-4765-A935-A1911B00CA55}" styleName="Светлый стиль 1 - акцент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60" autoAdjust="0"/>
  </p:normalViewPr>
  <p:slideViewPr>
    <p:cSldViewPr>
      <p:cViewPr>
        <p:scale>
          <a:sx n="75" d="100"/>
          <a:sy n="75" d="100"/>
        </p:scale>
        <p:origin x="-2580" y="-75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21753F-794C-4EB1-863C-FB3362228F3B}" type="doc">
      <dgm:prSet loTypeId="urn:microsoft.com/office/officeart/2005/8/layout/list1" loCatId="list" qsTypeId="urn:microsoft.com/office/officeart/2005/8/quickstyle/3d3" qsCatId="3D" csTypeId="urn:microsoft.com/office/officeart/2005/8/colors/colorful2" csCatId="colorful" phldr="1"/>
      <dgm:spPr/>
      <dgm:t>
        <a:bodyPr/>
        <a:lstStyle/>
        <a:p>
          <a:endParaRPr lang="ru-RU"/>
        </a:p>
      </dgm:t>
    </dgm:pt>
    <dgm:pt modelId="{4A8D8F33-09CC-4B29-A689-F902032B6CAA}">
      <dgm:prSet phldrT="[Текст]" custT="1"/>
      <dgm:spPr>
        <a:blipFill rotWithShape="0">
          <a:blip xmlns:r="http://schemas.openxmlformats.org/officeDocument/2006/relationships" r:embed="rId1"/>
          <a:tile tx="0" ty="0" sx="100000" sy="100000" flip="none" algn="tl"/>
        </a:blipFill>
        <a:effectLst>
          <a:reflection blurRad="6350" stA="52000" endA="300" endPos="35000" dir="5400000" sy="-100000" algn="bl" rotWithShape="0"/>
        </a:effectLst>
      </dgm:spPr>
      <dgm:t>
        <a:bodyPr/>
        <a:lstStyle/>
        <a:p>
          <a:pPr algn="ctr"/>
          <a:r>
            <a:rPr lang="uz-Cyrl-UZ" sz="24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КИРИШ</a:t>
          </a:r>
          <a:endParaRPr lang="ru-RU"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BFC155F2-F928-416B-A2D7-4D4B9F39C355}" type="parTrans" cxnId="{0A1C2043-4077-43FB-BC5B-796C2D3BEA15}">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A3933C1E-92E2-4AA2-934C-23FB90DF78D9}" type="sibTrans" cxnId="{0A1C2043-4077-43FB-BC5B-796C2D3BEA15}">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A02D8F01-285D-4C45-8EB5-BD5A93AD51AA}">
      <dgm:prSet phldrT="[Текст]" custT="1"/>
      <dgm:spPr>
        <a:blipFill rotWithShape="0">
          <a:blip xmlns:r="http://schemas.openxmlformats.org/officeDocument/2006/relationships" r:embed="rId1"/>
          <a:tile tx="0" ty="0" sx="100000" sy="100000" flip="none" algn="tl"/>
        </a:blipFill>
        <a:effectLst>
          <a:reflection blurRad="6350" stA="52000" endA="300" endPos="35000" dir="5400000" sy="-100000" algn="bl" rotWithShape="0"/>
        </a:effectLst>
      </dgm:spPr>
      <dgm:t>
        <a:bodyPr/>
        <a:lstStyle/>
        <a:p>
          <a:pPr algn="ctr"/>
          <a:r>
            <a:rPr lang="uz-Cyrl-UZ" sz="24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ХЕШЛАШ ЖАРАЁНИ</a:t>
          </a:r>
          <a:endParaRPr lang="ru-RU"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074DA7CC-CEC3-4CF2-9D52-CD3EF4C7BD20}" type="parTrans" cxnId="{E6BDC0F1-888B-4335-99F0-B6EADDE3D5D5}">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7178A5DA-8F7B-49E4-91E1-BC4C60BAB104}" type="sibTrans" cxnId="{E6BDC0F1-888B-4335-99F0-B6EADDE3D5D5}">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78428CCF-DB72-4244-ADCF-5467FAF6335E}">
      <dgm:prSet phldrT="[Текст]" custT="1"/>
      <dgm:spPr>
        <a:blipFill rotWithShape="0">
          <a:blip xmlns:r="http://schemas.openxmlformats.org/officeDocument/2006/relationships" r:embed="rId1"/>
          <a:tile tx="0" ty="0" sx="100000" sy="100000" flip="none" algn="tl"/>
        </a:blipFill>
        <a:effectLst>
          <a:reflection blurRad="6350" stA="52000" endA="300" endPos="35000" dir="5400000" sy="-100000" algn="bl" rotWithShape="0"/>
        </a:effectLst>
      </dgm:spPr>
      <dgm:t>
        <a:bodyPr/>
        <a:lstStyle/>
        <a:p>
          <a:pPr algn="ctr"/>
          <a:r>
            <a:rPr lang="uz-Cyrl-UZ" sz="24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ХУЛОСА</a:t>
          </a:r>
          <a:endParaRPr lang="ru-RU"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83E4DB1C-F639-4C0A-B367-7A5EB067785C}" type="parTrans" cxnId="{845046C9-E4FC-4ADA-9D68-473B57490E31}">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852C301F-9C18-4B24-BD1B-C68931A1C8CD}" type="sibTrans" cxnId="{845046C9-E4FC-4ADA-9D68-473B57490E31}">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7831C1B0-6E11-42F8-A62B-F9E845AB040B}">
      <dgm:prSet phldrT="[Текст]" custT="1"/>
      <dgm:spPr>
        <a:blipFill rotWithShape="0">
          <a:blip xmlns:r="http://schemas.openxmlformats.org/officeDocument/2006/relationships" r:embed="rId1"/>
          <a:tile tx="0" ty="0" sx="100000" sy="100000" flip="none" algn="tl"/>
        </a:blipFill>
        <a:effectLst>
          <a:reflection blurRad="6350" stA="52000" endA="300" endPos="35000" dir="5400000" sy="-100000" algn="bl" rotWithShape="0"/>
        </a:effectLst>
      </dgm:spPr>
      <dgm:t>
        <a:bodyPr/>
        <a:lstStyle/>
        <a:p>
          <a:pPr algn="ctr"/>
          <a:r>
            <a:rPr lang="uz-Cyrl-UZ" sz="24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БЕЛГИЛАШЛАР ВА АКСЛАНТИРИШЛАР</a:t>
          </a:r>
        </a:p>
      </dgm:t>
    </dgm:pt>
    <dgm:pt modelId="{30627C39-3F6A-4765-A68A-66A0C14E25C0}" type="parTrans" cxnId="{04FB8B2C-9154-4BC9-B7E8-1B68C9D44203}">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22EE1BF2-3DB4-4329-A523-BE85F3620CD5}" type="sibTrans" cxnId="{04FB8B2C-9154-4BC9-B7E8-1B68C9D44203}">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1F4D6D90-6176-4EDD-A77A-C3E14809CC58}">
      <dgm:prSet phldrT="[Текст]" custT="1"/>
      <dgm:spPr>
        <a:blipFill rotWithShape="0">
          <a:blip xmlns:r="http://schemas.openxmlformats.org/officeDocument/2006/relationships" r:embed="rId1"/>
          <a:tile tx="0" ty="0" sx="100000" sy="100000" flip="none" algn="tl"/>
        </a:blipFill>
        <a:effectLst>
          <a:reflection blurRad="6350" stA="52000" endA="300" endPos="35000" dir="5400000" sy="-100000" algn="bl" rotWithShape="0"/>
        </a:effectLst>
      </dgm:spPr>
      <dgm:t>
        <a:bodyPr/>
        <a:lstStyle/>
        <a:p>
          <a:pPr algn="ctr"/>
          <a:r>
            <a:rPr lang="uz-Cyrl-UZ" sz="24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АСОСИЙ ТУШУНЧАЛАР</a:t>
          </a:r>
          <a:endParaRPr lang="ru-RU" sz="2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8833A916-988C-4ED4-B108-BBD0E22F794F}" type="parTrans" cxnId="{72B00C30-F719-4C7D-A767-6972674B55B9}">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48BC4470-16B6-4ABD-A800-F699108BD07B}" type="sibTrans" cxnId="{72B00C30-F719-4C7D-A767-6972674B55B9}">
      <dgm:prSet/>
      <dgm:spPr/>
      <dgm:t>
        <a:bodyPr/>
        <a:lstStyle/>
        <a:p>
          <a:endParaRPr lang="ru-RU" sz="2400" b="1" cap="all" spc="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gm:t>
    </dgm:pt>
    <dgm:pt modelId="{1B522286-B0E6-4970-A424-949F7918272C}" type="pres">
      <dgm:prSet presAssocID="{B121753F-794C-4EB1-863C-FB3362228F3B}" presName="linear" presStyleCnt="0">
        <dgm:presLayoutVars>
          <dgm:dir/>
          <dgm:animLvl val="lvl"/>
          <dgm:resizeHandles val="exact"/>
        </dgm:presLayoutVars>
      </dgm:prSet>
      <dgm:spPr/>
      <dgm:t>
        <a:bodyPr/>
        <a:lstStyle/>
        <a:p>
          <a:endParaRPr lang="ru-RU"/>
        </a:p>
      </dgm:t>
    </dgm:pt>
    <dgm:pt modelId="{EDACF65F-4886-40EA-9531-DC5ADAC9D2CB}" type="pres">
      <dgm:prSet presAssocID="{4A8D8F33-09CC-4B29-A689-F902032B6CAA}" presName="parentLin" presStyleCnt="0"/>
      <dgm:spPr/>
    </dgm:pt>
    <dgm:pt modelId="{ED347D46-DFA6-4018-9884-09649A80950C}" type="pres">
      <dgm:prSet presAssocID="{4A8D8F33-09CC-4B29-A689-F902032B6CAA}" presName="parentLeftMargin" presStyleLbl="node1" presStyleIdx="0" presStyleCnt="5"/>
      <dgm:spPr/>
      <dgm:t>
        <a:bodyPr/>
        <a:lstStyle/>
        <a:p>
          <a:endParaRPr lang="ru-RU"/>
        </a:p>
      </dgm:t>
    </dgm:pt>
    <dgm:pt modelId="{7C60A7E3-EEEC-479C-8BD7-CDF132B81307}" type="pres">
      <dgm:prSet presAssocID="{4A8D8F33-09CC-4B29-A689-F902032B6CAA}" presName="parentText" presStyleLbl="node1" presStyleIdx="0" presStyleCnt="5" custScaleX="126997">
        <dgm:presLayoutVars>
          <dgm:chMax val="0"/>
          <dgm:bulletEnabled val="1"/>
        </dgm:presLayoutVars>
      </dgm:prSet>
      <dgm:spPr>
        <a:prstGeom prst="snipRoundRect">
          <a:avLst/>
        </a:prstGeom>
      </dgm:spPr>
      <dgm:t>
        <a:bodyPr/>
        <a:lstStyle/>
        <a:p>
          <a:endParaRPr lang="ru-RU"/>
        </a:p>
      </dgm:t>
    </dgm:pt>
    <dgm:pt modelId="{268743AD-62F0-462B-AF9F-D8B339FBC574}" type="pres">
      <dgm:prSet presAssocID="{4A8D8F33-09CC-4B29-A689-F902032B6CAA}" presName="negativeSpace" presStyleCnt="0"/>
      <dgm:spPr/>
    </dgm:pt>
    <dgm:pt modelId="{8A37081F-E1D9-404B-9093-17234A9E04F5}" type="pres">
      <dgm:prSet presAssocID="{4A8D8F33-09CC-4B29-A689-F902032B6CAA}" presName="childText" presStyleLbl="conFgAcc1" presStyleIdx="0" presStyleCnt="5">
        <dgm:presLayoutVars>
          <dgm:bulletEnabled val="1"/>
        </dgm:presLayoutVars>
      </dgm:prSet>
      <dgm:spPr>
        <a:prstGeom prst="snipRoundRect">
          <a:avLst/>
        </a:prstGeom>
      </dgm:spPr>
    </dgm:pt>
    <dgm:pt modelId="{4B50670A-2F7F-4059-9AD5-24ADDDEC6D67}" type="pres">
      <dgm:prSet presAssocID="{A3933C1E-92E2-4AA2-934C-23FB90DF78D9}" presName="spaceBetweenRectangles" presStyleCnt="0"/>
      <dgm:spPr/>
    </dgm:pt>
    <dgm:pt modelId="{FC8FAA92-D919-48D9-97C8-984E65970461}" type="pres">
      <dgm:prSet presAssocID="{7831C1B0-6E11-42F8-A62B-F9E845AB040B}" presName="parentLin" presStyleCnt="0"/>
      <dgm:spPr/>
    </dgm:pt>
    <dgm:pt modelId="{E0A2500E-2A4A-4AFC-A4EA-D60190C306AF}" type="pres">
      <dgm:prSet presAssocID="{7831C1B0-6E11-42F8-A62B-F9E845AB040B}" presName="parentLeftMargin" presStyleLbl="node1" presStyleIdx="0" presStyleCnt="5" custScaleX="126997"/>
      <dgm:spPr>
        <a:prstGeom prst="snipRoundRect">
          <a:avLst/>
        </a:prstGeom>
      </dgm:spPr>
      <dgm:t>
        <a:bodyPr/>
        <a:lstStyle/>
        <a:p>
          <a:endParaRPr lang="ru-RU"/>
        </a:p>
      </dgm:t>
    </dgm:pt>
    <dgm:pt modelId="{2052CF5B-D12E-4918-A2AF-EE2D96D56B47}" type="pres">
      <dgm:prSet presAssocID="{7831C1B0-6E11-42F8-A62B-F9E845AB040B}" presName="parentText" presStyleLbl="node1" presStyleIdx="1" presStyleCnt="5" custScaleX="123753">
        <dgm:presLayoutVars>
          <dgm:chMax val="0"/>
          <dgm:bulletEnabled val="1"/>
        </dgm:presLayoutVars>
      </dgm:prSet>
      <dgm:spPr>
        <a:prstGeom prst="round2SameRect">
          <a:avLst/>
        </a:prstGeom>
      </dgm:spPr>
      <dgm:t>
        <a:bodyPr/>
        <a:lstStyle/>
        <a:p>
          <a:endParaRPr lang="ru-RU"/>
        </a:p>
      </dgm:t>
    </dgm:pt>
    <dgm:pt modelId="{CE722365-85FD-4B47-8720-0B727C53775D}" type="pres">
      <dgm:prSet presAssocID="{7831C1B0-6E11-42F8-A62B-F9E845AB040B}" presName="negativeSpace" presStyleCnt="0"/>
      <dgm:spPr/>
    </dgm:pt>
    <dgm:pt modelId="{297D05F8-500D-4FC0-BB7F-3B9D1B8D4AC7}" type="pres">
      <dgm:prSet presAssocID="{7831C1B0-6E11-42F8-A62B-F9E845AB040B}" presName="childText" presStyleLbl="conFgAcc1" presStyleIdx="1" presStyleCnt="5">
        <dgm:presLayoutVars>
          <dgm:bulletEnabled val="1"/>
        </dgm:presLayoutVars>
      </dgm:prSet>
      <dgm:spPr>
        <a:prstGeom prst="snipRoundRect">
          <a:avLst/>
        </a:prstGeom>
      </dgm:spPr>
    </dgm:pt>
    <dgm:pt modelId="{B55003B9-EDB2-4086-8096-AAE0E3C25521}" type="pres">
      <dgm:prSet presAssocID="{22EE1BF2-3DB4-4329-A523-BE85F3620CD5}" presName="spaceBetweenRectangles" presStyleCnt="0"/>
      <dgm:spPr/>
    </dgm:pt>
    <dgm:pt modelId="{A81991F3-E8C8-4ECB-95B1-F1716FB43A77}" type="pres">
      <dgm:prSet presAssocID="{1F4D6D90-6176-4EDD-A77A-C3E14809CC58}" presName="parentLin" presStyleCnt="0"/>
      <dgm:spPr/>
    </dgm:pt>
    <dgm:pt modelId="{8E12421C-7FB4-40A2-B130-DA9B0634FF5B}" type="pres">
      <dgm:prSet presAssocID="{1F4D6D90-6176-4EDD-A77A-C3E14809CC58}" presName="parentLeftMargin" presStyleLbl="node1" presStyleIdx="1" presStyleCnt="5" custScaleX="126997"/>
      <dgm:spPr>
        <a:prstGeom prst="snipRoundRect">
          <a:avLst/>
        </a:prstGeom>
      </dgm:spPr>
      <dgm:t>
        <a:bodyPr/>
        <a:lstStyle/>
        <a:p>
          <a:endParaRPr lang="ru-RU"/>
        </a:p>
      </dgm:t>
    </dgm:pt>
    <dgm:pt modelId="{475FCFF2-95FC-4519-89A8-B8609B952E94}" type="pres">
      <dgm:prSet presAssocID="{1F4D6D90-6176-4EDD-A77A-C3E14809CC58}" presName="parentText" presStyleLbl="node1" presStyleIdx="2" presStyleCnt="5" custScaleX="124618">
        <dgm:presLayoutVars>
          <dgm:chMax val="0"/>
          <dgm:bulletEnabled val="1"/>
        </dgm:presLayoutVars>
      </dgm:prSet>
      <dgm:spPr>
        <a:prstGeom prst="round2SameRect">
          <a:avLst/>
        </a:prstGeom>
      </dgm:spPr>
      <dgm:t>
        <a:bodyPr/>
        <a:lstStyle/>
        <a:p>
          <a:endParaRPr lang="ru-RU"/>
        </a:p>
      </dgm:t>
    </dgm:pt>
    <dgm:pt modelId="{34C70D45-AB6E-483E-8DFF-A3CFC9CBBF28}" type="pres">
      <dgm:prSet presAssocID="{1F4D6D90-6176-4EDD-A77A-C3E14809CC58}" presName="negativeSpace" presStyleCnt="0"/>
      <dgm:spPr/>
    </dgm:pt>
    <dgm:pt modelId="{5204CCF9-03AE-45EB-B268-0386B60832A1}" type="pres">
      <dgm:prSet presAssocID="{1F4D6D90-6176-4EDD-A77A-C3E14809CC58}" presName="childText" presStyleLbl="conFgAcc1" presStyleIdx="2" presStyleCnt="5">
        <dgm:presLayoutVars>
          <dgm:bulletEnabled val="1"/>
        </dgm:presLayoutVars>
      </dgm:prSet>
      <dgm:spPr>
        <a:prstGeom prst="snipRoundRect">
          <a:avLst/>
        </a:prstGeom>
      </dgm:spPr>
    </dgm:pt>
    <dgm:pt modelId="{02B148DC-8D84-4916-A7B8-DF9BBCB7C984}" type="pres">
      <dgm:prSet presAssocID="{48BC4470-16B6-4ABD-A800-F699108BD07B}" presName="spaceBetweenRectangles" presStyleCnt="0"/>
      <dgm:spPr/>
    </dgm:pt>
    <dgm:pt modelId="{055C3DCE-8AD8-4946-B5EF-475EF26AFBD4}" type="pres">
      <dgm:prSet presAssocID="{A02D8F01-285D-4C45-8EB5-BD5A93AD51AA}" presName="parentLin" presStyleCnt="0"/>
      <dgm:spPr/>
    </dgm:pt>
    <dgm:pt modelId="{AD3EC01A-3001-4E18-849A-D83F05FF036A}" type="pres">
      <dgm:prSet presAssocID="{A02D8F01-285D-4C45-8EB5-BD5A93AD51AA}" presName="parentLeftMargin" presStyleLbl="node1" presStyleIdx="2" presStyleCnt="5"/>
      <dgm:spPr/>
      <dgm:t>
        <a:bodyPr/>
        <a:lstStyle/>
        <a:p>
          <a:endParaRPr lang="ru-RU"/>
        </a:p>
      </dgm:t>
    </dgm:pt>
    <dgm:pt modelId="{E46AB4F5-9300-414F-85A7-0B54B7D97B69}" type="pres">
      <dgm:prSet presAssocID="{A02D8F01-285D-4C45-8EB5-BD5A93AD51AA}" presName="parentText" presStyleLbl="node1" presStyleIdx="3" presStyleCnt="5" custScaleX="126554">
        <dgm:presLayoutVars>
          <dgm:chMax val="0"/>
          <dgm:bulletEnabled val="1"/>
        </dgm:presLayoutVars>
      </dgm:prSet>
      <dgm:spPr>
        <a:prstGeom prst="snipRoundRect">
          <a:avLst/>
        </a:prstGeom>
      </dgm:spPr>
      <dgm:t>
        <a:bodyPr/>
        <a:lstStyle/>
        <a:p>
          <a:endParaRPr lang="ru-RU"/>
        </a:p>
      </dgm:t>
    </dgm:pt>
    <dgm:pt modelId="{A84965CB-9335-4B32-94D8-3F5D6D1C5C42}" type="pres">
      <dgm:prSet presAssocID="{A02D8F01-285D-4C45-8EB5-BD5A93AD51AA}" presName="negativeSpace" presStyleCnt="0"/>
      <dgm:spPr/>
    </dgm:pt>
    <dgm:pt modelId="{D750A25A-ED6E-42AA-B3A0-234E81F551FA}" type="pres">
      <dgm:prSet presAssocID="{A02D8F01-285D-4C45-8EB5-BD5A93AD51AA}" presName="childText" presStyleLbl="conFgAcc1" presStyleIdx="3" presStyleCnt="5">
        <dgm:presLayoutVars>
          <dgm:bulletEnabled val="1"/>
        </dgm:presLayoutVars>
      </dgm:prSet>
      <dgm:spPr>
        <a:prstGeom prst="snipRoundRect">
          <a:avLst/>
        </a:prstGeom>
      </dgm:spPr>
    </dgm:pt>
    <dgm:pt modelId="{4E3565A7-A747-4D0B-B690-D46763290182}" type="pres">
      <dgm:prSet presAssocID="{7178A5DA-8F7B-49E4-91E1-BC4C60BAB104}" presName="spaceBetweenRectangles" presStyleCnt="0"/>
      <dgm:spPr/>
    </dgm:pt>
    <dgm:pt modelId="{99168710-D7DE-437B-9CCE-23BC9E7EB5CD}" type="pres">
      <dgm:prSet presAssocID="{78428CCF-DB72-4244-ADCF-5467FAF6335E}" presName="parentLin" presStyleCnt="0"/>
      <dgm:spPr/>
    </dgm:pt>
    <dgm:pt modelId="{482FACE8-F291-40C2-BFDC-1D67E3EAC2DE}" type="pres">
      <dgm:prSet presAssocID="{78428CCF-DB72-4244-ADCF-5467FAF6335E}" presName="parentLeftMargin" presStyleLbl="node1" presStyleIdx="3" presStyleCnt="5"/>
      <dgm:spPr/>
      <dgm:t>
        <a:bodyPr/>
        <a:lstStyle/>
        <a:p>
          <a:endParaRPr lang="ru-RU"/>
        </a:p>
      </dgm:t>
    </dgm:pt>
    <dgm:pt modelId="{B5732285-7EC0-48B4-BEC0-9B20B2B0B344}" type="pres">
      <dgm:prSet presAssocID="{78428CCF-DB72-4244-ADCF-5467FAF6335E}" presName="parentText" presStyleLbl="node1" presStyleIdx="4" presStyleCnt="5" custScaleX="128062">
        <dgm:presLayoutVars>
          <dgm:chMax val="0"/>
          <dgm:bulletEnabled val="1"/>
        </dgm:presLayoutVars>
      </dgm:prSet>
      <dgm:spPr>
        <a:prstGeom prst="snipRoundRect">
          <a:avLst/>
        </a:prstGeom>
      </dgm:spPr>
      <dgm:t>
        <a:bodyPr/>
        <a:lstStyle/>
        <a:p>
          <a:endParaRPr lang="ru-RU"/>
        </a:p>
      </dgm:t>
    </dgm:pt>
    <dgm:pt modelId="{FD6C457C-258C-425B-A006-403DC57FA275}" type="pres">
      <dgm:prSet presAssocID="{78428CCF-DB72-4244-ADCF-5467FAF6335E}" presName="negativeSpace" presStyleCnt="0"/>
      <dgm:spPr/>
    </dgm:pt>
    <dgm:pt modelId="{7E967A58-2C9A-4764-AD6D-27219141B899}" type="pres">
      <dgm:prSet presAssocID="{78428CCF-DB72-4244-ADCF-5467FAF6335E}" presName="childText" presStyleLbl="conFgAcc1" presStyleIdx="4" presStyleCnt="5">
        <dgm:presLayoutVars>
          <dgm:bulletEnabled val="1"/>
        </dgm:presLayoutVars>
      </dgm:prSet>
      <dgm:spPr>
        <a:prstGeom prst="snipRoundRect">
          <a:avLst/>
        </a:prstGeom>
      </dgm:spPr>
    </dgm:pt>
  </dgm:ptLst>
  <dgm:cxnLst>
    <dgm:cxn modelId="{7C9B3E43-145E-4D7A-A6D6-FF453220B11D}" type="presOf" srcId="{7831C1B0-6E11-42F8-A62B-F9E845AB040B}" destId="{2052CF5B-D12E-4918-A2AF-EE2D96D56B47}" srcOrd="1" destOrd="0" presId="urn:microsoft.com/office/officeart/2005/8/layout/list1"/>
    <dgm:cxn modelId="{02ED3B62-E793-46D0-B219-6CE080B5542F}" type="presOf" srcId="{1F4D6D90-6176-4EDD-A77A-C3E14809CC58}" destId="{8E12421C-7FB4-40A2-B130-DA9B0634FF5B}" srcOrd="0" destOrd="0" presId="urn:microsoft.com/office/officeart/2005/8/layout/list1"/>
    <dgm:cxn modelId="{E6BDC0F1-888B-4335-99F0-B6EADDE3D5D5}" srcId="{B121753F-794C-4EB1-863C-FB3362228F3B}" destId="{A02D8F01-285D-4C45-8EB5-BD5A93AD51AA}" srcOrd="3" destOrd="0" parTransId="{074DA7CC-CEC3-4CF2-9D52-CD3EF4C7BD20}" sibTransId="{7178A5DA-8F7B-49E4-91E1-BC4C60BAB104}"/>
    <dgm:cxn modelId="{04FB8B2C-9154-4BC9-B7E8-1B68C9D44203}" srcId="{B121753F-794C-4EB1-863C-FB3362228F3B}" destId="{7831C1B0-6E11-42F8-A62B-F9E845AB040B}" srcOrd="1" destOrd="0" parTransId="{30627C39-3F6A-4765-A68A-66A0C14E25C0}" sibTransId="{22EE1BF2-3DB4-4329-A523-BE85F3620CD5}"/>
    <dgm:cxn modelId="{C9FA6568-3450-4A3B-8C9D-22AC1A559799}" type="presOf" srcId="{A02D8F01-285D-4C45-8EB5-BD5A93AD51AA}" destId="{E46AB4F5-9300-414F-85A7-0B54B7D97B69}" srcOrd="1" destOrd="0" presId="urn:microsoft.com/office/officeart/2005/8/layout/list1"/>
    <dgm:cxn modelId="{0B01F36E-B109-4B94-8C92-236107001F72}" type="presOf" srcId="{B121753F-794C-4EB1-863C-FB3362228F3B}" destId="{1B522286-B0E6-4970-A424-949F7918272C}" srcOrd="0" destOrd="0" presId="urn:microsoft.com/office/officeart/2005/8/layout/list1"/>
    <dgm:cxn modelId="{D83BC8F2-9A1F-46A9-BA32-5E7B89D91165}" type="presOf" srcId="{7831C1B0-6E11-42F8-A62B-F9E845AB040B}" destId="{E0A2500E-2A4A-4AFC-A4EA-D60190C306AF}" srcOrd="0" destOrd="0" presId="urn:microsoft.com/office/officeart/2005/8/layout/list1"/>
    <dgm:cxn modelId="{F9D9CE26-F89C-419E-AF83-6B678B28E4F6}" type="presOf" srcId="{1F4D6D90-6176-4EDD-A77A-C3E14809CC58}" destId="{475FCFF2-95FC-4519-89A8-B8609B952E94}" srcOrd="1" destOrd="0" presId="urn:microsoft.com/office/officeart/2005/8/layout/list1"/>
    <dgm:cxn modelId="{DB2EC9DC-8F20-4D36-85DA-D0C716A59BF9}" type="presOf" srcId="{78428CCF-DB72-4244-ADCF-5467FAF6335E}" destId="{482FACE8-F291-40C2-BFDC-1D67E3EAC2DE}" srcOrd="0" destOrd="0" presId="urn:microsoft.com/office/officeart/2005/8/layout/list1"/>
    <dgm:cxn modelId="{ACD89C23-05D8-4563-8BD3-13BA289A4921}" type="presOf" srcId="{A02D8F01-285D-4C45-8EB5-BD5A93AD51AA}" destId="{AD3EC01A-3001-4E18-849A-D83F05FF036A}" srcOrd="0" destOrd="0" presId="urn:microsoft.com/office/officeart/2005/8/layout/list1"/>
    <dgm:cxn modelId="{72B00C30-F719-4C7D-A767-6972674B55B9}" srcId="{B121753F-794C-4EB1-863C-FB3362228F3B}" destId="{1F4D6D90-6176-4EDD-A77A-C3E14809CC58}" srcOrd="2" destOrd="0" parTransId="{8833A916-988C-4ED4-B108-BBD0E22F794F}" sibTransId="{48BC4470-16B6-4ABD-A800-F699108BD07B}"/>
    <dgm:cxn modelId="{845046C9-E4FC-4ADA-9D68-473B57490E31}" srcId="{B121753F-794C-4EB1-863C-FB3362228F3B}" destId="{78428CCF-DB72-4244-ADCF-5467FAF6335E}" srcOrd="4" destOrd="0" parTransId="{83E4DB1C-F639-4C0A-B367-7A5EB067785C}" sibTransId="{852C301F-9C18-4B24-BD1B-C68931A1C8CD}"/>
    <dgm:cxn modelId="{1E6AC10A-A763-4486-AB26-560E2E6B1251}" type="presOf" srcId="{78428CCF-DB72-4244-ADCF-5467FAF6335E}" destId="{B5732285-7EC0-48B4-BEC0-9B20B2B0B344}" srcOrd="1" destOrd="0" presId="urn:microsoft.com/office/officeart/2005/8/layout/list1"/>
    <dgm:cxn modelId="{BD9BFF27-2F72-4676-94DF-0F091FC0A42C}" type="presOf" srcId="{4A8D8F33-09CC-4B29-A689-F902032B6CAA}" destId="{7C60A7E3-EEEC-479C-8BD7-CDF132B81307}" srcOrd="1" destOrd="0" presId="urn:microsoft.com/office/officeart/2005/8/layout/list1"/>
    <dgm:cxn modelId="{0A1C2043-4077-43FB-BC5B-796C2D3BEA15}" srcId="{B121753F-794C-4EB1-863C-FB3362228F3B}" destId="{4A8D8F33-09CC-4B29-A689-F902032B6CAA}" srcOrd="0" destOrd="0" parTransId="{BFC155F2-F928-416B-A2D7-4D4B9F39C355}" sibTransId="{A3933C1E-92E2-4AA2-934C-23FB90DF78D9}"/>
    <dgm:cxn modelId="{95BF686E-7EFC-4B23-A1F5-8F1EB83BE687}" type="presOf" srcId="{4A8D8F33-09CC-4B29-A689-F902032B6CAA}" destId="{ED347D46-DFA6-4018-9884-09649A80950C}" srcOrd="0" destOrd="0" presId="urn:microsoft.com/office/officeart/2005/8/layout/list1"/>
    <dgm:cxn modelId="{9B746744-D2EB-41AD-A2C8-77F506A70201}" type="presParOf" srcId="{1B522286-B0E6-4970-A424-949F7918272C}" destId="{EDACF65F-4886-40EA-9531-DC5ADAC9D2CB}" srcOrd="0" destOrd="0" presId="urn:microsoft.com/office/officeart/2005/8/layout/list1"/>
    <dgm:cxn modelId="{5B8332D5-192A-410C-A16D-C99B331A22D9}" type="presParOf" srcId="{EDACF65F-4886-40EA-9531-DC5ADAC9D2CB}" destId="{ED347D46-DFA6-4018-9884-09649A80950C}" srcOrd="0" destOrd="0" presId="urn:microsoft.com/office/officeart/2005/8/layout/list1"/>
    <dgm:cxn modelId="{5A33FFA3-EEFB-470C-969D-832AF7F61EC2}" type="presParOf" srcId="{EDACF65F-4886-40EA-9531-DC5ADAC9D2CB}" destId="{7C60A7E3-EEEC-479C-8BD7-CDF132B81307}" srcOrd="1" destOrd="0" presId="urn:microsoft.com/office/officeart/2005/8/layout/list1"/>
    <dgm:cxn modelId="{F76231A6-786C-4F15-8445-2F2D604E7E1F}" type="presParOf" srcId="{1B522286-B0E6-4970-A424-949F7918272C}" destId="{268743AD-62F0-462B-AF9F-D8B339FBC574}" srcOrd="1" destOrd="0" presId="urn:microsoft.com/office/officeart/2005/8/layout/list1"/>
    <dgm:cxn modelId="{D302A4CA-B98E-4BFB-BE61-58AEF8DA03F2}" type="presParOf" srcId="{1B522286-B0E6-4970-A424-949F7918272C}" destId="{8A37081F-E1D9-404B-9093-17234A9E04F5}" srcOrd="2" destOrd="0" presId="urn:microsoft.com/office/officeart/2005/8/layout/list1"/>
    <dgm:cxn modelId="{8C8E5A58-7774-41EC-B38C-E73A691DAF9B}" type="presParOf" srcId="{1B522286-B0E6-4970-A424-949F7918272C}" destId="{4B50670A-2F7F-4059-9AD5-24ADDDEC6D67}" srcOrd="3" destOrd="0" presId="urn:microsoft.com/office/officeart/2005/8/layout/list1"/>
    <dgm:cxn modelId="{A4895D34-AA03-4357-BCC5-29117DB13FF4}" type="presParOf" srcId="{1B522286-B0E6-4970-A424-949F7918272C}" destId="{FC8FAA92-D919-48D9-97C8-984E65970461}" srcOrd="4" destOrd="0" presId="urn:microsoft.com/office/officeart/2005/8/layout/list1"/>
    <dgm:cxn modelId="{3E7429E6-7DA9-40B3-B839-0E098D7CC550}" type="presParOf" srcId="{FC8FAA92-D919-48D9-97C8-984E65970461}" destId="{E0A2500E-2A4A-4AFC-A4EA-D60190C306AF}" srcOrd="0" destOrd="0" presId="urn:microsoft.com/office/officeart/2005/8/layout/list1"/>
    <dgm:cxn modelId="{3268EB07-89E6-4A51-9681-619F5BAB9203}" type="presParOf" srcId="{FC8FAA92-D919-48D9-97C8-984E65970461}" destId="{2052CF5B-D12E-4918-A2AF-EE2D96D56B47}" srcOrd="1" destOrd="0" presId="urn:microsoft.com/office/officeart/2005/8/layout/list1"/>
    <dgm:cxn modelId="{DC261428-A4D4-44F6-B619-03755BB6A0C5}" type="presParOf" srcId="{1B522286-B0E6-4970-A424-949F7918272C}" destId="{CE722365-85FD-4B47-8720-0B727C53775D}" srcOrd="5" destOrd="0" presId="urn:microsoft.com/office/officeart/2005/8/layout/list1"/>
    <dgm:cxn modelId="{1B0EDD8F-E068-4950-9FBD-5099FC030EF9}" type="presParOf" srcId="{1B522286-B0E6-4970-A424-949F7918272C}" destId="{297D05F8-500D-4FC0-BB7F-3B9D1B8D4AC7}" srcOrd="6" destOrd="0" presId="urn:microsoft.com/office/officeart/2005/8/layout/list1"/>
    <dgm:cxn modelId="{10E9A372-4B38-48D7-B572-17E4B75E8049}" type="presParOf" srcId="{1B522286-B0E6-4970-A424-949F7918272C}" destId="{B55003B9-EDB2-4086-8096-AAE0E3C25521}" srcOrd="7" destOrd="0" presId="urn:microsoft.com/office/officeart/2005/8/layout/list1"/>
    <dgm:cxn modelId="{EE4AE0C3-5F86-49B6-9529-61CD6FEFE46F}" type="presParOf" srcId="{1B522286-B0E6-4970-A424-949F7918272C}" destId="{A81991F3-E8C8-4ECB-95B1-F1716FB43A77}" srcOrd="8" destOrd="0" presId="urn:microsoft.com/office/officeart/2005/8/layout/list1"/>
    <dgm:cxn modelId="{E7DFE389-63F2-4163-A23C-D3F0DDEBB901}" type="presParOf" srcId="{A81991F3-E8C8-4ECB-95B1-F1716FB43A77}" destId="{8E12421C-7FB4-40A2-B130-DA9B0634FF5B}" srcOrd="0" destOrd="0" presId="urn:microsoft.com/office/officeart/2005/8/layout/list1"/>
    <dgm:cxn modelId="{469B5D63-989A-4DF9-B26C-ED938FBAD06A}" type="presParOf" srcId="{A81991F3-E8C8-4ECB-95B1-F1716FB43A77}" destId="{475FCFF2-95FC-4519-89A8-B8609B952E94}" srcOrd="1" destOrd="0" presId="urn:microsoft.com/office/officeart/2005/8/layout/list1"/>
    <dgm:cxn modelId="{631B948F-EA16-42DA-9A1E-292FE3C33B8E}" type="presParOf" srcId="{1B522286-B0E6-4970-A424-949F7918272C}" destId="{34C70D45-AB6E-483E-8DFF-A3CFC9CBBF28}" srcOrd="9" destOrd="0" presId="urn:microsoft.com/office/officeart/2005/8/layout/list1"/>
    <dgm:cxn modelId="{D5EBD104-40A1-4AB6-821B-1B69A08C0B4A}" type="presParOf" srcId="{1B522286-B0E6-4970-A424-949F7918272C}" destId="{5204CCF9-03AE-45EB-B268-0386B60832A1}" srcOrd="10" destOrd="0" presId="urn:microsoft.com/office/officeart/2005/8/layout/list1"/>
    <dgm:cxn modelId="{9CAF7DBB-33D8-46B5-AAA8-5BBB0C4DC4DE}" type="presParOf" srcId="{1B522286-B0E6-4970-A424-949F7918272C}" destId="{02B148DC-8D84-4916-A7B8-DF9BBCB7C984}" srcOrd="11" destOrd="0" presId="urn:microsoft.com/office/officeart/2005/8/layout/list1"/>
    <dgm:cxn modelId="{180A541B-7CC0-427D-A5C5-5B1BB3E3B74F}" type="presParOf" srcId="{1B522286-B0E6-4970-A424-949F7918272C}" destId="{055C3DCE-8AD8-4946-B5EF-475EF26AFBD4}" srcOrd="12" destOrd="0" presId="urn:microsoft.com/office/officeart/2005/8/layout/list1"/>
    <dgm:cxn modelId="{92A7D0D9-7291-4DE8-B824-A452E43F4146}" type="presParOf" srcId="{055C3DCE-8AD8-4946-B5EF-475EF26AFBD4}" destId="{AD3EC01A-3001-4E18-849A-D83F05FF036A}" srcOrd="0" destOrd="0" presId="urn:microsoft.com/office/officeart/2005/8/layout/list1"/>
    <dgm:cxn modelId="{D5B600DA-989B-4C14-9477-95058C1264AB}" type="presParOf" srcId="{055C3DCE-8AD8-4946-B5EF-475EF26AFBD4}" destId="{E46AB4F5-9300-414F-85A7-0B54B7D97B69}" srcOrd="1" destOrd="0" presId="urn:microsoft.com/office/officeart/2005/8/layout/list1"/>
    <dgm:cxn modelId="{1BC16213-8D84-49EB-8F51-00796B3DF78F}" type="presParOf" srcId="{1B522286-B0E6-4970-A424-949F7918272C}" destId="{A84965CB-9335-4B32-94D8-3F5D6D1C5C42}" srcOrd="13" destOrd="0" presId="urn:microsoft.com/office/officeart/2005/8/layout/list1"/>
    <dgm:cxn modelId="{F439AF99-44CE-4857-8697-B84D8CE7B481}" type="presParOf" srcId="{1B522286-B0E6-4970-A424-949F7918272C}" destId="{D750A25A-ED6E-42AA-B3A0-234E81F551FA}" srcOrd="14" destOrd="0" presId="urn:microsoft.com/office/officeart/2005/8/layout/list1"/>
    <dgm:cxn modelId="{94119B27-86FC-47EF-9A08-8D9A8E158A24}" type="presParOf" srcId="{1B522286-B0E6-4970-A424-949F7918272C}" destId="{4E3565A7-A747-4D0B-B690-D46763290182}" srcOrd="15" destOrd="0" presId="urn:microsoft.com/office/officeart/2005/8/layout/list1"/>
    <dgm:cxn modelId="{885EA40F-9728-4A96-9204-C1C51C3E96BF}" type="presParOf" srcId="{1B522286-B0E6-4970-A424-949F7918272C}" destId="{99168710-D7DE-437B-9CCE-23BC9E7EB5CD}" srcOrd="16" destOrd="0" presId="urn:microsoft.com/office/officeart/2005/8/layout/list1"/>
    <dgm:cxn modelId="{5A220C06-44B7-4188-9092-E39263E61707}" type="presParOf" srcId="{99168710-D7DE-437B-9CCE-23BC9E7EB5CD}" destId="{482FACE8-F291-40C2-BFDC-1D67E3EAC2DE}" srcOrd="0" destOrd="0" presId="urn:microsoft.com/office/officeart/2005/8/layout/list1"/>
    <dgm:cxn modelId="{86EBF947-9AC1-4CE5-A138-F13540B7401D}" type="presParOf" srcId="{99168710-D7DE-437B-9CCE-23BC9E7EB5CD}" destId="{B5732285-7EC0-48B4-BEC0-9B20B2B0B344}" srcOrd="1" destOrd="0" presId="urn:microsoft.com/office/officeart/2005/8/layout/list1"/>
    <dgm:cxn modelId="{28F06E1A-0F00-4F18-9209-5CE2B7C7457A}" type="presParOf" srcId="{1B522286-B0E6-4970-A424-949F7918272C}" destId="{FD6C457C-258C-425B-A006-403DC57FA275}" srcOrd="17" destOrd="0" presId="urn:microsoft.com/office/officeart/2005/8/layout/list1"/>
    <dgm:cxn modelId="{39F8BF41-03FC-49A8-8C04-534E73A91440}" type="presParOf" srcId="{1B522286-B0E6-4970-A424-949F7918272C}" destId="{7E967A58-2C9A-4764-AD6D-27219141B899}"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37081F-E1D9-404B-9093-17234A9E04F5}">
      <dsp:nvSpPr>
        <dsp:cNvPr id="0" name=""/>
        <dsp:cNvSpPr/>
      </dsp:nvSpPr>
      <dsp:spPr>
        <a:xfrm>
          <a:off x="0" y="445734"/>
          <a:ext cx="8072494" cy="680400"/>
        </a:xfrm>
        <a:prstGeom prst="snip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7C60A7E3-EEEC-479C-8BD7-CDF132B81307}">
      <dsp:nvSpPr>
        <dsp:cNvPr id="0" name=""/>
        <dsp:cNvSpPr/>
      </dsp:nvSpPr>
      <dsp:spPr>
        <a:xfrm>
          <a:off x="403624" y="47214"/>
          <a:ext cx="7176277" cy="797040"/>
        </a:xfrm>
        <a:prstGeom prst="snipRoundRect">
          <a:avLst/>
        </a:prstGeom>
        <a:blipFill rotWithShape="0">
          <a:blip xmlns:r="http://schemas.openxmlformats.org/officeDocument/2006/relationships" r:embed="rId1"/>
          <a:tile tx="0" ty="0" sx="100000" sy="100000" flip="none" algn="tl"/>
        </a:blipFill>
        <a:ln>
          <a:noFill/>
        </a:ln>
        <a:effectLst>
          <a:reflection blurRad="6350" stA="52000" endA="300" endPos="35000" dir="5400000" sy="-100000" algn="bl" rotWithShape="0"/>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3585" tIns="0" rIns="213585" bIns="0" numCol="1" spcCol="1270" anchor="ctr" anchorCtr="0">
          <a:noAutofit/>
        </a:bodyPr>
        <a:lstStyle/>
        <a:p>
          <a:pPr lvl="0" algn="ctr" defTabSz="1066800">
            <a:lnSpc>
              <a:spcPct val="90000"/>
            </a:lnSpc>
            <a:spcBef>
              <a:spcPct val="0"/>
            </a:spcBef>
            <a:spcAft>
              <a:spcPct val="35000"/>
            </a:spcAft>
          </a:pPr>
          <a:r>
            <a:rPr lang="uz-Cyrl-UZ" sz="2400" b="1" kern="1200"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КИРИШ</a:t>
          </a:r>
          <a:endParaRPr lang="ru-RU" sz="2400" b="1" kern="1200"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sp:txBody>
      <dsp:txXfrm>
        <a:off x="442532" y="86122"/>
        <a:ext cx="7070948" cy="758132"/>
      </dsp:txXfrm>
    </dsp:sp>
    <dsp:sp modelId="{297D05F8-500D-4FC0-BB7F-3B9D1B8D4AC7}">
      <dsp:nvSpPr>
        <dsp:cNvPr id="0" name=""/>
        <dsp:cNvSpPr/>
      </dsp:nvSpPr>
      <dsp:spPr>
        <a:xfrm>
          <a:off x="0" y="1670454"/>
          <a:ext cx="8072494" cy="680400"/>
        </a:xfrm>
        <a:prstGeom prst="snip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2052CF5B-D12E-4918-A2AF-EE2D96D56B47}">
      <dsp:nvSpPr>
        <dsp:cNvPr id="0" name=""/>
        <dsp:cNvSpPr/>
      </dsp:nvSpPr>
      <dsp:spPr>
        <a:xfrm>
          <a:off x="512591" y="1271934"/>
          <a:ext cx="6992967" cy="797040"/>
        </a:xfrm>
        <a:prstGeom prst="round2SameRect">
          <a:avLst/>
        </a:prstGeom>
        <a:blipFill rotWithShape="0">
          <a:blip xmlns:r="http://schemas.openxmlformats.org/officeDocument/2006/relationships" r:embed="rId1"/>
          <a:tile tx="0" ty="0" sx="100000" sy="100000" flip="none" algn="tl"/>
        </a:blipFill>
        <a:ln>
          <a:noFill/>
        </a:ln>
        <a:effectLst>
          <a:reflection blurRad="6350" stA="52000" endA="300" endPos="35000" dir="5400000" sy="-100000" algn="bl" rotWithShape="0"/>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3585" tIns="0" rIns="213585" bIns="0" numCol="1" spcCol="1270" anchor="ctr" anchorCtr="0">
          <a:noAutofit/>
        </a:bodyPr>
        <a:lstStyle/>
        <a:p>
          <a:pPr lvl="0" algn="ctr" defTabSz="1066800">
            <a:lnSpc>
              <a:spcPct val="90000"/>
            </a:lnSpc>
            <a:spcBef>
              <a:spcPct val="0"/>
            </a:spcBef>
            <a:spcAft>
              <a:spcPct val="35000"/>
            </a:spcAft>
          </a:pPr>
          <a:r>
            <a:rPr lang="uz-Cyrl-UZ" sz="2400" b="1" kern="1200"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БЕЛГИЛАШЛАР ВА АКСЛАНТИРИШЛАР</a:t>
          </a:r>
        </a:p>
      </dsp:txBody>
      <dsp:txXfrm>
        <a:off x="551499" y="1310842"/>
        <a:ext cx="6915151" cy="758132"/>
      </dsp:txXfrm>
    </dsp:sp>
    <dsp:sp modelId="{5204CCF9-03AE-45EB-B268-0386B60832A1}">
      <dsp:nvSpPr>
        <dsp:cNvPr id="0" name=""/>
        <dsp:cNvSpPr/>
      </dsp:nvSpPr>
      <dsp:spPr>
        <a:xfrm>
          <a:off x="0" y="2895174"/>
          <a:ext cx="8072494" cy="680400"/>
        </a:xfrm>
        <a:prstGeom prst="snip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475FCFF2-95FC-4519-89A8-B8609B952E94}">
      <dsp:nvSpPr>
        <dsp:cNvPr id="0" name=""/>
        <dsp:cNvSpPr/>
      </dsp:nvSpPr>
      <dsp:spPr>
        <a:xfrm>
          <a:off x="512591" y="2496654"/>
          <a:ext cx="7041846" cy="797040"/>
        </a:xfrm>
        <a:prstGeom prst="round2SameRect">
          <a:avLst/>
        </a:prstGeom>
        <a:blipFill rotWithShape="0">
          <a:blip xmlns:r="http://schemas.openxmlformats.org/officeDocument/2006/relationships" r:embed="rId1"/>
          <a:tile tx="0" ty="0" sx="100000" sy="100000" flip="none" algn="tl"/>
        </a:blipFill>
        <a:ln>
          <a:noFill/>
        </a:ln>
        <a:effectLst>
          <a:reflection blurRad="6350" stA="52000" endA="300" endPos="35000" dir="5400000" sy="-100000" algn="bl" rotWithShape="0"/>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3585" tIns="0" rIns="213585" bIns="0" numCol="1" spcCol="1270" anchor="ctr" anchorCtr="0">
          <a:noAutofit/>
        </a:bodyPr>
        <a:lstStyle/>
        <a:p>
          <a:pPr lvl="0" algn="ctr" defTabSz="1066800">
            <a:lnSpc>
              <a:spcPct val="90000"/>
            </a:lnSpc>
            <a:spcBef>
              <a:spcPct val="0"/>
            </a:spcBef>
            <a:spcAft>
              <a:spcPct val="35000"/>
            </a:spcAft>
          </a:pPr>
          <a:r>
            <a:rPr lang="uz-Cyrl-UZ" sz="2400" b="1" kern="1200"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АСОСИЙ ТУШУНЧАЛАР</a:t>
          </a:r>
          <a:endParaRPr lang="ru-RU" sz="2400" b="1" kern="1200"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sp:txBody>
      <dsp:txXfrm>
        <a:off x="551499" y="2535562"/>
        <a:ext cx="6964030" cy="758132"/>
      </dsp:txXfrm>
    </dsp:sp>
    <dsp:sp modelId="{D750A25A-ED6E-42AA-B3A0-234E81F551FA}">
      <dsp:nvSpPr>
        <dsp:cNvPr id="0" name=""/>
        <dsp:cNvSpPr/>
      </dsp:nvSpPr>
      <dsp:spPr>
        <a:xfrm>
          <a:off x="0" y="4119895"/>
          <a:ext cx="8072494" cy="680400"/>
        </a:xfrm>
        <a:prstGeom prst="snip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E46AB4F5-9300-414F-85A7-0B54B7D97B69}">
      <dsp:nvSpPr>
        <dsp:cNvPr id="0" name=""/>
        <dsp:cNvSpPr/>
      </dsp:nvSpPr>
      <dsp:spPr>
        <a:xfrm>
          <a:off x="403624" y="3721375"/>
          <a:ext cx="7151244" cy="797040"/>
        </a:xfrm>
        <a:prstGeom prst="snipRoundRect">
          <a:avLst/>
        </a:prstGeom>
        <a:blipFill rotWithShape="0">
          <a:blip xmlns:r="http://schemas.openxmlformats.org/officeDocument/2006/relationships" r:embed="rId1"/>
          <a:tile tx="0" ty="0" sx="100000" sy="100000" flip="none" algn="tl"/>
        </a:blipFill>
        <a:ln>
          <a:noFill/>
        </a:ln>
        <a:effectLst>
          <a:reflection blurRad="6350" stA="52000" endA="300" endPos="35000" dir="5400000" sy="-100000" algn="bl" rotWithShape="0"/>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3585" tIns="0" rIns="213585" bIns="0" numCol="1" spcCol="1270" anchor="ctr" anchorCtr="0">
          <a:noAutofit/>
        </a:bodyPr>
        <a:lstStyle/>
        <a:p>
          <a:pPr lvl="0" algn="ctr" defTabSz="1066800">
            <a:lnSpc>
              <a:spcPct val="90000"/>
            </a:lnSpc>
            <a:spcBef>
              <a:spcPct val="0"/>
            </a:spcBef>
            <a:spcAft>
              <a:spcPct val="35000"/>
            </a:spcAft>
          </a:pPr>
          <a:r>
            <a:rPr lang="uz-Cyrl-UZ" sz="2400" b="1" kern="1200"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ХЕШЛАШ ЖАРАЁНИ</a:t>
          </a:r>
          <a:endParaRPr lang="ru-RU" sz="2400" b="1" kern="1200"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sp:txBody>
      <dsp:txXfrm>
        <a:off x="442532" y="3760283"/>
        <a:ext cx="7045915" cy="758132"/>
      </dsp:txXfrm>
    </dsp:sp>
    <dsp:sp modelId="{7E967A58-2C9A-4764-AD6D-27219141B899}">
      <dsp:nvSpPr>
        <dsp:cNvPr id="0" name=""/>
        <dsp:cNvSpPr/>
      </dsp:nvSpPr>
      <dsp:spPr>
        <a:xfrm>
          <a:off x="0" y="5344615"/>
          <a:ext cx="8072494" cy="680400"/>
        </a:xfrm>
        <a:prstGeom prst="snip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B5732285-7EC0-48B4-BEC0-9B20B2B0B344}">
      <dsp:nvSpPr>
        <dsp:cNvPr id="0" name=""/>
        <dsp:cNvSpPr/>
      </dsp:nvSpPr>
      <dsp:spPr>
        <a:xfrm>
          <a:off x="403624" y="4946095"/>
          <a:ext cx="7236458" cy="797040"/>
        </a:xfrm>
        <a:prstGeom prst="snipRoundRect">
          <a:avLst/>
        </a:prstGeom>
        <a:blipFill rotWithShape="0">
          <a:blip xmlns:r="http://schemas.openxmlformats.org/officeDocument/2006/relationships" r:embed="rId1"/>
          <a:tile tx="0" ty="0" sx="100000" sy="100000" flip="none" algn="tl"/>
        </a:blipFill>
        <a:ln>
          <a:noFill/>
        </a:ln>
        <a:effectLst>
          <a:reflection blurRad="6350" stA="52000" endA="300" endPos="35000" dir="5400000" sy="-100000" algn="bl" rotWithShape="0"/>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3585" tIns="0" rIns="213585" bIns="0" numCol="1" spcCol="1270" anchor="ctr" anchorCtr="0">
          <a:noAutofit/>
        </a:bodyPr>
        <a:lstStyle/>
        <a:p>
          <a:pPr lvl="0" algn="ctr" defTabSz="1066800">
            <a:lnSpc>
              <a:spcPct val="90000"/>
            </a:lnSpc>
            <a:spcBef>
              <a:spcPct val="0"/>
            </a:spcBef>
            <a:spcAft>
              <a:spcPct val="35000"/>
            </a:spcAft>
          </a:pPr>
          <a:r>
            <a:rPr lang="uz-Cyrl-UZ" sz="2400" b="1" kern="1200"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ХУЛОСА</a:t>
          </a:r>
          <a:endParaRPr lang="ru-RU" sz="2400" b="1" kern="1200"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endParaRPr>
        </a:p>
      </dsp:txBody>
      <dsp:txXfrm>
        <a:off x="442532" y="4985003"/>
        <a:ext cx="7131129" cy="75813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pPr>
              <a:defRPr/>
            </a:pPr>
            <a:endParaRPr lang="ru-RU"/>
          </a:p>
        </p:txBody>
      </p:sp>
      <p:sp>
        <p:nvSpPr>
          <p:cNvPr id="66563" name="Rectangle 3"/>
          <p:cNvSpPr>
            <a:spLocks noGrp="1" noChangeArrowheads="1"/>
          </p:cNvSpPr>
          <p:nvPr>
            <p:ph type="dt" sz="quarter" idx="1"/>
          </p:nvPr>
        </p:nvSpPr>
        <p:spPr bwMode="auto">
          <a:xfrm>
            <a:off x="3849688"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pPr>
              <a:defRPr/>
            </a:pPr>
            <a:fld id="{FD793154-E0C6-4374-8499-C79EFCF7A05D}" type="datetimeFigureOut">
              <a:rPr lang="ru-RU"/>
              <a:pPr>
                <a:defRPr/>
              </a:pPr>
              <a:t>21.08.2019</a:t>
            </a:fld>
            <a:endParaRPr lang="ru-RU"/>
          </a:p>
        </p:txBody>
      </p:sp>
      <p:sp>
        <p:nvSpPr>
          <p:cNvPr id="66564" name="Rectangle 4"/>
          <p:cNvSpPr>
            <a:spLocks noGrp="1" noChangeArrowheads="1"/>
          </p:cNvSpPr>
          <p:nvPr>
            <p:ph type="ftr" sz="quarter" idx="2"/>
          </p:nvPr>
        </p:nvSpPr>
        <p:spPr bwMode="auto">
          <a:xfrm>
            <a:off x="0"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Calibri" pitchFamily="34" charset="0"/>
              </a:defRPr>
            </a:lvl1pPr>
          </a:lstStyle>
          <a:p>
            <a:pPr>
              <a:defRPr/>
            </a:pPr>
            <a:endParaRPr lang="ru-RU"/>
          </a:p>
        </p:txBody>
      </p:sp>
      <p:sp>
        <p:nvSpPr>
          <p:cNvPr id="66565" name="Rectangle 5"/>
          <p:cNvSpPr>
            <a:spLocks noGrp="1" noChangeArrowheads="1"/>
          </p:cNvSpPr>
          <p:nvPr>
            <p:ph type="sldNum" sz="quarter" idx="3"/>
          </p:nvPr>
        </p:nvSpPr>
        <p:spPr bwMode="auto">
          <a:xfrm>
            <a:off x="3849688"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Calibri" pitchFamily="34" charset="0"/>
              </a:defRPr>
            </a:lvl1pPr>
          </a:lstStyle>
          <a:p>
            <a:pPr>
              <a:defRPr/>
            </a:pPr>
            <a:fld id="{4648757D-CF7E-4CE0-9898-ACA6CA3736AD}" type="slidenum">
              <a:rPr lang="ru-RU"/>
              <a:pPr>
                <a:defRPr/>
              </a:pPr>
              <a:t>‹#›</a:t>
            </a:fld>
            <a:endParaRPr lang="ru-RU"/>
          </a:p>
        </p:txBody>
      </p:sp>
    </p:spTree>
    <p:extLst>
      <p:ext uri="{BB962C8B-B14F-4D97-AF65-F5344CB8AC3E}">
        <p14:creationId xmlns:p14="http://schemas.microsoft.com/office/powerpoint/2010/main" val="275201522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lvl1pPr>
              <a:defRPr/>
            </a:lvl1pPr>
          </a:lstStyle>
          <a:p>
            <a:pPr>
              <a:defRPr/>
            </a:pPr>
            <a:fld id="{26DE42F9-87E6-455C-B386-0AFB9814A101}" type="datetimeFigureOut">
              <a:rPr lang="ru-RU"/>
              <a:pPr>
                <a:defRPr/>
              </a:pPr>
              <a:t>21.08.2019</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DCC81C7B-2EFC-4ABF-B997-2B86E8568BCD}" type="slidenum">
              <a:rPr lang="ru-RU"/>
              <a:pPr>
                <a:defRPr/>
              </a:pPr>
              <a:t>‹#›</a:t>
            </a:fld>
            <a:endParaRPr lang="ru-RU"/>
          </a:p>
        </p:txBody>
      </p:sp>
    </p:spTree>
    <p:extLst>
      <p:ext uri="{BB962C8B-B14F-4D97-AF65-F5344CB8AC3E}">
        <p14:creationId xmlns:p14="http://schemas.microsoft.com/office/powerpoint/2010/main" val="4148917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BF6A604B-7B0D-4031-98C0-C10FFA5EF93E}" type="datetimeFigureOut">
              <a:rPr lang="ru-RU"/>
              <a:pPr>
                <a:defRPr/>
              </a:pPr>
              <a:t>21.08.2019</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72C75247-AD0E-4B18-982C-E060CC56B683}" type="slidenum">
              <a:rPr lang="ru-RU"/>
              <a:pPr>
                <a:defRPr/>
              </a:pPr>
              <a:t>‹#›</a:t>
            </a:fld>
            <a:endParaRPr lang="ru-RU"/>
          </a:p>
        </p:txBody>
      </p:sp>
    </p:spTree>
    <p:extLst>
      <p:ext uri="{BB962C8B-B14F-4D97-AF65-F5344CB8AC3E}">
        <p14:creationId xmlns:p14="http://schemas.microsoft.com/office/powerpoint/2010/main" val="676321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lvl1pPr>
              <a:defRPr/>
            </a:lvl1pPr>
          </a:lstStyle>
          <a:p>
            <a:pPr>
              <a:defRPr/>
            </a:pPr>
            <a:fld id="{A27B69C3-B38D-4264-B3EE-F59CC3C6BA4C}" type="datetimeFigureOut">
              <a:rPr lang="ru-RU"/>
              <a:pPr>
                <a:defRPr/>
              </a:pPr>
              <a:t>21.08.2019</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B0D40A4A-3699-40B0-86A6-E6A88F7DFD86}" type="slidenum">
              <a:rPr lang="ru-RU"/>
              <a:pPr>
                <a:defRPr/>
              </a:pPr>
              <a:t>‹#›</a:t>
            </a:fld>
            <a:endParaRPr lang="ru-RU"/>
          </a:p>
        </p:txBody>
      </p:sp>
    </p:spTree>
    <p:extLst>
      <p:ext uri="{BB962C8B-B14F-4D97-AF65-F5344CB8AC3E}">
        <p14:creationId xmlns:p14="http://schemas.microsoft.com/office/powerpoint/2010/main" val="3934742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3"/>
          <p:cNvSpPr>
            <a:spLocks noGrp="1"/>
          </p:cNvSpPr>
          <p:nvPr>
            <p:ph type="dt" sz="half" idx="10"/>
          </p:nvPr>
        </p:nvSpPr>
        <p:spPr/>
        <p:txBody>
          <a:bodyPr/>
          <a:lstStyle>
            <a:lvl1pPr>
              <a:defRPr/>
            </a:lvl1pPr>
          </a:lstStyle>
          <a:p>
            <a:pPr>
              <a:defRPr/>
            </a:pPr>
            <a:fld id="{238CCF2F-371E-4346-A612-3D178A037962}" type="datetimeFigureOut">
              <a:rPr lang="ru-RU"/>
              <a:pPr>
                <a:defRPr/>
              </a:pPr>
              <a:t>21.08.2019</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46CCB77B-6C40-48B5-B28C-F684DD8914BE}" type="slidenum">
              <a:rPr lang="ru-RU"/>
              <a:pPr>
                <a:defRPr/>
              </a:pPr>
              <a:t>‹#›</a:t>
            </a:fld>
            <a:endParaRPr lang="ru-RU"/>
          </a:p>
        </p:txBody>
      </p:sp>
    </p:spTree>
    <p:extLst>
      <p:ext uri="{BB962C8B-B14F-4D97-AF65-F5344CB8AC3E}">
        <p14:creationId xmlns:p14="http://schemas.microsoft.com/office/powerpoint/2010/main" val="97694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3"/>
          <p:cNvSpPr>
            <a:spLocks noGrp="1"/>
          </p:cNvSpPr>
          <p:nvPr>
            <p:ph type="dt" sz="half" idx="10"/>
          </p:nvPr>
        </p:nvSpPr>
        <p:spPr/>
        <p:txBody>
          <a:bodyPr/>
          <a:lstStyle>
            <a:lvl1pPr>
              <a:defRPr/>
            </a:lvl1pPr>
          </a:lstStyle>
          <a:p>
            <a:pPr>
              <a:defRPr/>
            </a:pPr>
            <a:fld id="{9F5CC7A1-D100-4262-B703-3EA6675FD916}" type="datetimeFigureOut">
              <a:rPr lang="ru-RU"/>
              <a:pPr>
                <a:defRPr/>
              </a:pPr>
              <a:t>21.08.2019</a:t>
            </a:fld>
            <a:endParaRPr lang="ru-RU"/>
          </a:p>
        </p:txBody>
      </p:sp>
      <p:sp>
        <p:nvSpPr>
          <p:cNvPr id="8" name="Нижний колонтитул 4"/>
          <p:cNvSpPr>
            <a:spLocks noGrp="1"/>
          </p:cNvSpPr>
          <p:nvPr>
            <p:ph type="ftr" sz="quarter" idx="11"/>
          </p:nvPr>
        </p:nvSpPr>
        <p:spPr/>
        <p:txBody>
          <a:bodyPr/>
          <a:lstStyle>
            <a:lvl1pPr>
              <a:defRPr/>
            </a:lvl1pPr>
          </a:lstStyle>
          <a:p>
            <a:pPr>
              <a:defRPr/>
            </a:pPr>
            <a:endParaRPr lang="ru-RU"/>
          </a:p>
        </p:txBody>
      </p:sp>
      <p:sp>
        <p:nvSpPr>
          <p:cNvPr id="9" name="Номер слайда 5"/>
          <p:cNvSpPr>
            <a:spLocks noGrp="1"/>
          </p:cNvSpPr>
          <p:nvPr>
            <p:ph type="sldNum" sz="quarter" idx="12"/>
          </p:nvPr>
        </p:nvSpPr>
        <p:spPr/>
        <p:txBody>
          <a:bodyPr/>
          <a:lstStyle>
            <a:lvl1pPr>
              <a:defRPr/>
            </a:lvl1pPr>
          </a:lstStyle>
          <a:p>
            <a:pPr>
              <a:defRPr/>
            </a:pPr>
            <a:fld id="{AE047BD2-DA61-4DCA-A025-5570F3FE2A90}" type="slidenum">
              <a:rPr lang="ru-RU"/>
              <a:pPr>
                <a:defRPr/>
              </a:pPr>
              <a:t>‹#›</a:t>
            </a:fld>
            <a:endParaRPr lang="ru-RU"/>
          </a:p>
        </p:txBody>
      </p:sp>
    </p:spTree>
    <p:extLst>
      <p:ext uri="{BB962C8B-B14F-4D97-AF65-F5344CB8AC3E}">
        <p14:creationId xmlns:p14="http://schemas.microsoft.com/office/powerpoint/2010/main" val="157403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3"/>
          <p:cNvSpPr>
            <a:spLocks noGrp="1"/>
          </p:cNvSpPr>
          <p:nvPr>
            <p:ph type="dt" sz="half" idx="10"/>
          </p:nvPr>
        </p:nvSpPr>
        <p:spPr/>
        <p:txBody>
          <a:bodyPr/>
          <a:lstStyle>
            <a:lvl1pPr>
              <a:defRPr/>
            </a:lvl1pPr>
          </a:lstStyle>
          <a:p>
            <a:pPr>
              <a:defRPr/>
            </a:pPr>
            <a:fld id="{38E5D93F-F0FF-45BB-B992-90F653D4D0BA}" type="datetimeFigureOut">
              <a:rPr lang="ru-RU"/>
              <a:pPr>
                <a:defRPr/>
              </a:pPr>
              <a:t>21.08.2019</a:t>
            </a:fld>
            <a:endParaRPr lang="ru-RU"/>
          </a:p>
        </p:txBody>
      </p:sp>
      <p:sp>
        <p:nvSpPr>
          <p:cNvPr id="4" name="Нижний колонтитул 4"/>
          <p:cNvSpPr>
            <a:spLocks noGrp="1"/>
          </p:cNvSpPr>
          <p:nvPr>
            <p:ph type="ftr" sz="quarter" idx="11"/>
          </p:nvPr>
        </p:nvSpPr>
        <p:spPr/>
        <p:txBody>
          <a:bodyPr/>
          <a:lstStyle>
            <a:lvl1pPr>
              <a:defRPr/>
            </a:lvl1pPr>
          </a:lstStyle>
          <a:p>
            <a:pPr>
              <a:defRPr/>
            </a:pPr>
            <a:endParaRPr lang="ru-RU"/>
          </a:p>
        </p:txBody>
      </p:sp>
      <p:sp>
        <p:nvSpPr>
          <p:cNvPr id="5" name="Номер слайда 5"/>
          <p:cNvSpPr>
            <a:spLocks noGrp="1"/>
          </p:cNvSpPr>
          <p:nvPr>
            <p:ph type="sldNum" sz="quarter" idx="12"/>
          </p:nvPr>
        </p:nvSpPr>
        <p:spPr/>
        <p:txBody>
          <a:bodyPr/>
          <a:lstStyle>
            <a:lvl1pPr>
              <a:defRPr/>
            </a:lvl1pPr>
          </a:lstStyle>
          <a:p>
            <a:pPr>
              <a:defRPr/>
            </a:pPr>
            <a:fld id="{B4726801-0F94-4682-B5E7-B8733B761F99}" type="slidenum">
              <a:rPr lang="ru-RU"/>
              <a:pPr>
                <a:defRPr/>
              </a:pPr>
              <a:t>‹#›</a:t>
            </a:fld>
            <a:endParaRPr lang="ru-RU"/>
          </a:p>
        </p:txBody>
      </p:sp>
    </p:spTree>
    <p:extLst>
      <p:ext uri="{BB962C8B-B14F-4D97-AF65-F5344CB8AC3E}">
        <p14:creationId xmlns:p14="http://schemas.microsoft.com/office/powerpoint/2010/main" val="75520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3"/>
          <p:cNvSpPr>
            <a:spLocks noGrp="1"/>
          </p:cNvSpPr>
          <p:nvPr>
            <p:ph type="dt" sz="half" idx="10"/>
          </p:nvPr>
        </p:nvSpPr>
        <p:spPr/>
        <p:txBody>
          <a:bodyPr/>
          <a:lstStyle>
            <a:lvl1pPr>
              <a:defRPr/>
            </a:lvl1pPr>
          </a:lstStyle>
          <a:p>
            <a:pPr>
              <a:defRPr/>
            </a:pPr>
            <a:fld id="{CCA98080-A995-4A41-8408-3A143D2F83E8}" type="datetimeFigureOut">
              <a:rPr lang="ru-RU"/>
              <a:pPr>
                <a:defRPr/>
              </a:pPr>
              <a:t>21.08.2019</a:t>
            </a:fld>
            <a:endParaRPr lang="ru-RU"/>
          </a:p>
        </p:txBody>
      </p:sp>
      <p:sp>
        <p:nvSpPr>
          <p:cNvPr id="3" name="Нижний колонтитул 4"/>
          <p:cNvSpPr>
            <a:spLocks noGrp="1"/>
          </p:cNvSpPr>
          <p:nvPr>
            <p:ph type="ftr" sz="quarter" idx="11"/>
          </p:nvPr>
        </p:nvSpPr>
        <p:spPr/>
        <p:txBody>
          <a:bodyPr/>
          <a:lstStyle>
            <a:lvl1pPr>
              <a:defRPr/>
            </a:lvl1pPr>
          </a:lstStyle>
          <a:p>
            <a:pPr>
              <a:defRPr/>
            </a:pPr>
            <a:endParaRPr lang="ru-RU"/>
          </a:p>
        </p:txBody>
      </p:sp>
      <p:sp>
        <p:nvSpPr>
          <p:cNvPr id="4" name="Номер слайда 5"/>
          <p:cNvSpPr>
            <a:spLocks noGrp="1"/>
          </p:cNvSpPr>
          <p:nvPr>
            <p:ph type="sldNum" sz="quarter" idx="12"/>
          </p:nvPr>
        </p:nvSpPr>
        <p:spPr/>
        <p:txBody>
          <a:bodyPr/>
          <a:lstStyle>
            <a:lvl1pPr>
              <a:defRPr/>
            </a:lvl1pPr>
          </a:lstStyle>
          <a:p>
            <a:pPr>
              <a:defRPr/>
            </a:pPr>
            <a:fld id="{43E3B6F7-5E3A-499B-9E1D-068078124B0C}" type="slidenum">
              <a:rPr lang="ru-RU"/>
              <a:pPr>
                <a:defRPr/>
              </a:pPr>
              <a:t>‹#›</a:t>
            </a:fld>
            <a:endParaRPr lang="ru-RU"/>
          </a:p>
        </p:txBody>
      </p:sp>
    </p:spTree>
    <p:extLst>
      <p:ext uri="{BB962C8B-B14F-4D97-AF65-F5344CB8AC3E}">
        <p14:creationId xmlns:p14="http://schemas.microsoft.com/office/powerpoint/2010/main" val="804456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3"/>
          <p:cNvSpPr>
            <a:spLocks noGrp="1"/>
          </p:cNvSpPr>
          <p:nvPr>
            <p:ph type="dt" sz="half" idx="10"/>
          </p:nvPr>
        </p:nvSpPr>
        <p:spPr/>
        <p:txBody>
          <a:bodyPr/>
          <a:lstStyle>
            <a:lvl1pPr>
              <a:defRPr/>
            </a:lvl1pPr>
          </a:lstStyle>
          <a:p>
            <a:pPr>
              <a:defRPr/>
            </a:pPr>
            <a:fld id="{DDE338E5-F3C8-4799-9C18-C0B44E999867}" type="datetimeFigureOut">
              <a:rPr lang="ru-RU"/>
              <a:pPr>
                <a:defRPr/>
              </a:pPr>
              <a:t>21.08.2019</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5E32B7ED-7996-431A-8FE9-9E20B520557C}" type="slidenum">
              <a:rPr lang="ru-RU"/>
              <a:pPr>
                <a:defRPr/>
              </a:pPr>
              <a:t>‹#›</a:t>
            </a:fld>
            <a:endParaRPr lang="ru-RU"/>
          </a:p>
        </p:txBody>
      </p:sp>
    </p:spTree>
    <p:extLst>
      <p:ext uri="{BB962C8B-B14F-4D97-AF65-F5344CB8AC3E}">
        <p14:creationId xmlns:p14="http://schemas.microsoft.com/office/powerpoint/2010/main" val="2331958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3"/>
          <p:cNvSpPr>
            <a:spLocks noGrp="1"/>
          </p:cNvSpPr>
          <p:nvPr>
            <p:ph type="dt" sz="half" idx="10"/>
          </p:nvPr>
        </p:nvSpPr>
        <p:spPr/>
        <p:txBody>
          <a:bodyPr/>
          <a:lstStyle>
            <a:lvl1pPr>
              <a:defRPr/>
            </a:lvl1pPr>
          </a:lstStyle>
          <a:p>
            <a:pPr>
              <a:defRPr/>
            </a:pPr>
            <a:fld id="{D6C9F306-CE98-4EDF-8666-0BDB4BBAE20E}" type="datetimeFigureOut">
              <a:rPr lang="ru-RU"/>
              <a:pPr>
                <a:defRPr/>
              </a:pPr>
              <a:t>21.08.2019</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A6BDF6FD-DDF3-439F-8A73-84CBFCD878ED}" type="slidenum">
              <a:rPr lang="ru-RU"/>
              <a:pPr>
                <a:defRPr/>
              </a:pPr>
              <a:t>‹#›</a:t>
            </a:fld>
            <a:endParaRPr lang="ru-RU"/>
          </a:p>
        </p:txBody>
      </p:sp>
    </p:spTree>
    <p:extLst>
      <p:ext uri="{BB962C8B-B14F-4D97-AF65-F5344CB8AC3E}">
        <p14:creationId xmlns:p14="http://schemas.microsoft.com/office/powerpoint/2010/main" val="1966410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6BD23F01-72D7-442E-A6EF-2374058A49A7}" type="datetimeFigureOut">
              <a:rPr lang="ru-RU"/>
              <a:pPr>
                <a:defRPr/>
              </a:pPr>
              <a:t>21.08.2019</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F96F6215-1E21-4E09-AFA9-F60489BC861F}" type="slidenum">
              <a:rPr lang="ru-RU"/>
              <a:pPr>
                <a:defRPr/>
              </a:pPr>
              <a:t>‹#›</a:t>
            </a:fld>
            <a:endParaRPr lang="ru-RU"/>
          </a:p>
        </p:txBody>
      </p:sp>
    </p:spTree>
    <p:extLst>
      <p:ext uri="{BB962C8B-B14F-4D97-AF65-F5344CB8AC3E}">
        <p14:creationId xmlns:p14="http://schemas.microsoft.com/office/powerpoint/2010/main" val="2062979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pPr>
              <a:defRPr/>
            </a:pPr>
            <a:fld id="{32A11BB2-12CE-4475-A55C-DBB0BA2AA70A}" type="datetimeFigureOut">
              <a:rPr lang="ru-RU"/>
              <a:pPr>
                <a:defRPr/>
              </a:pPr>
              <a:t>21.08.2019</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C120E675-BCD1-4EC8-B4AD-C0846FA1C86E}" type="slidenum">
              <a:rPr lang="ru-RU"/>
              <a:pPr>
                <a:defRPr/>
              </a:pPr>
              <a:t>‹#›</a:t>
            </a:fld>
            <a:endParaRPr lang="ru-RU"/>
          </a:p>
        </p:txBody>
      </p:sp>
    </p:spTree>
    <p:extLst>
      <p:ext uri="{BB962C8B-B14F-4D97-AF65-F5344CB8AC3E}">
        <p14:creationId xmlns:p14="http://schemas.microsoft.com/office/powerpoint/2010/main" val="2258780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Объект">
    <p:spTree>
      <p:nvGrpSpPr>
        <p:cNvPr id="1" name=""/>
        <p:cNvGrpSpPr/>
        <p:nvPr/>
      </p:nvGrpSpPr>
      <p:grpSpPr>
        <a:xfrm>
          <a:off x="0" y="0"/>
          <a:ext cx="0" cy="0"/>
          <a:chOff x="0" y="0"/>
          <a:chExt cx="0" cy="0"/>
        </a:xfrm>
      </p:grpSpPr>
      <p:sp>
        <p:nvSpPr>
          <p:cNvPr id="2" name="Содержимое 1"/>
          <p:cNvSpPr>
            <a:spLocks noGrp="1"/>
          </p:cNvSpPr>
          <p:nvPr>
            <p:ph/>
          </p:nvPr>
        </p:nvSpPr>
        <p:spPr>
          <a:xfrm>
            <a:off x="457200" y="274638"/>
            <a:ext cx="8229600" cy="5851525"/>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3" name="Дата 3"/>
          <p:cNvSpPr>
            <a:spLocks noGrp="1"/>
          </p:cNvSpPr>
          <p:nvPr>
            <p:ph type="dt" sz="half" idx="10"/>
          </p:nvPr>
        </p:nvSpPr>
        <p:spPr/>
        <p:txBody>
          <a:bodyPr/>
          <a:lstStyle>
            <a:lvl1pPr>
              <a:defRPr/>
            </a:lvl1pPr>
          </a:lstStyle>
          <a:p>
            <a:pPr>
              <a:defRPr/>
            </a:pPr>
            <a:fld id="{150ED1C2-5EDC-4E97-8C90-6514606DD6EA}" type="datetimeFigureOut">
              <a:rPr lang="ru-RU"/>
              <a:pPr>
                <a:defRPr/>
              </a:pPr>
              <a:t>21.08.2019</a:t>
            </a:fld>
            <a:endParaRPr lang="ru-RU"/>
          </a:p>
        </p:txBody>
      </p:sp>
      <p:sp>
        <p:nvSpPr>
          <p:cNvPr id="4" name="Нижний колонтитул 4"/>
          <p:cNvSpPr>
            <a:spLocks noGrp="1"/>
          </p:cNvSpPr>
          <p:nvPr>
            <p:ph type="ftr" sz="quarter" idx="11"/>
          </p:nvPr>
        </p:nvSpPr>
        <p:spPr/>
        <p:txBody>
          <a:bodyPr/>
          <a:lstStyle>
            <a:lvl1pPr>
              <a:defRPr/>
            </a:lvl1pPr>
          </a:lstStyle>
          <a:p>
            <a:pPr>
              <a:defRPr/>
            </a:pPr>
            <a:endParaRPr lang="ru-RU"/>
          </a:p>
        </p:txBody>
      </p:sp>
      <p:sp>
        <p:nvSpPr>
          <p:cNvPr id="5" name="Номер слайда 5"/>
          <p:cNvSpPr>
            <a:spLocks noGrp="1"/>
          </p:cNvSpPr>
          <p:nvPr>
            <p:ph type="sldNum" sz="quarter" idx="12"/>
          </p:nvPr>
        </p:nvSpPr>
        <p:spPr/>
        <p:txBody>
          <a:bodyPr/>
          <a:lstStyle>
            <a:lvl1pPr>
              <a:defRPr/>
            </a:lvl1pPr>
          </a:lstStyle>
          <a:p>
            <a:pPr>
              <a:defRPr/>
            </a:pPr>
            <a:fld id="{96815F18-385E-41CE-A6A4-ED189AB2CBFC}" type="slidenum">
              <a:rPr lang="ru-RU"/>
              <a:pPr>
                <a:defRPr/>
              </a:pPr>
              <a:t>‹#›</a:t>
            </a:fld>
            <a:endParaRPr lang="ru-RU"/>
          </a:p>
        </p:txBody>
      </p:sp>
    </p:spTree>
    <p:extLst>
      <p:ext uri="{BB962C8B-B14F-4D97-AF65-F5344CB8AC3E}">
        <p14:creationId xmlns:p14="http://schemas.microsoft.com/office/powerpoint/2010/main" val="2476800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1026" name="Заголовок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ltLang="uz-Cyrl-UZ" smtClean="0"/>
              <a:t>Образец заголовка</a:t>
            </a:r>
          </a:p>
        </p:txBody>
      </p:sp>
      <p:sp>
        <p:nvSpPr>
          <p:cNvPr id="1027" name="Текст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uz-Cyrl-UZ" smtClean="0"/>
              <a:t>Образец текста</a:t>
            </a:r>
          </a:p>
          <a:p>
            <a:pPr lvl="1"/>
            <a:r>
              <a:rPr lang="ru-RU" altLang="uz-Cyrl-UZ" smtClean="0"/>
              <a:t>Второй уровень</a:t>
            </a:r>
          </a:p>
          <a:p>
            <a:pPr lvl="2"/>
            <a:r>
              <a:rPr lang="ru-RU" altLang="uz-Cyrl-UZ" smtClean="0"/>
              <a:t>Третий уровень</a:t>
            </a:r>
          </a:p>
          <a:p>
            <a:pPr lvl="3"/>
            <a:r>
              <a:rPr lang="ru-RU" altLang="uz-Cyrl-UZ" smtClean="0"/>
              <a:t>Четвертый уровень</a:t>
            </a:r>
          </a:p>
          <a:p>
            <a:pPr lvl="4"/>
            <a:r>
              <a:rPr lang="ru-RU" altLang="uz-Cyrl-UZ" smtClean="0"/>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1CC710B7-01A2-4A33-82D7-630594EF4413}" type="datetimeFigureOut">
              <a:rPr lang="ru-RU"/>
              <a:pPr>
                <a:defRPr/>
              </a:pPr>
              <a:t>21.08.2019</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2DF8DBE9-A4CF-4F6E-8743-F7CC1A85593A}"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271490" y="285727"/>
            <a:ext cx="8636536" cy="6306801"/>
          </a:xfrm>
          <a:ln>
            <a:solidFill>
              <a:schemeClr val="accent5">
                <a:lumMod val="50000"/>
              </a:schemeClr>
            </a:solidFill>
            <a:miter lim="800000"/>
            <a:headEnd/>
            <a:tailEnd/>
          </a:ln>
          <a:effectLst>
            <a:glow rad="228600">
              <a:schemeClr val="accent1">
                <a:satMod val="175000"/>
                <a:alpha val="40000"/>
              </a:schemeClr>
            </a:glow>
            <a:outerShdw blurRad="57150" dist="38100" dir="5400000" algn="ctr" rotWithShape="0">
              <a:schemeClr val="accent5">
                <a:shade val="9000"/>
                <a:satMod val="105000"/>
                <a:alpha val="48000"/>
              </a:schemeClr>
            </a:outerShdw>
            <a:reflection blurRad="6350" stA="50000" endA="300" endPos="55000" dir="5400000" sy="-100000" algn="bl" rotWithShape="0"/>
          </a:effectLst>
        </p:spPr>
        <p:style>
          <a:lnRef idx="3">
            <a:schemeClr val="lt1"/>
          </a:lnRef>
          <a:fillRef idx="1">
            <a:schemeClr val="accent5"/>
          </a:fillRef>
          <a:effectRef idx="1">
            <a:schemeClr val="accent5"/>
          </a:effectRef>
          <a:fontRef idx="minor">
            <a:schemeClr val="lt1"/>
          </a:fontRef>
        </p:style>
        <p:txBody>
          <a:bodyPr/>
          <a:lstStyle/>
          <a:p>
            <a:pPr>
              <a:defRPr/>
            </a:pPr>
            <a:r>
              <a:rPr lang="uz-Cyrl-UZ"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ЎЗБЕКИСТОН ДАВЛАТ СТАНДАРТИ</a:t>
            </a:r>
            <a:br>
              <a:rPr lang="uz-Cyrl-UZ"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br>
            <a:r>
              <a:rPr lang="en-US" sz="15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
            </a:r>
            <a:br>
              <a:rPr lang="en-US" sz="15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br>
            <a:r>
              <a:rPr lang="en-US" sz="3200" b="1" dirty="0" err="1"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O’z</a:t>
            </a:r>
            <a:r>
              <a:rPr lang="en-US"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 </a:t>
            </a:r>
            <a:r>
              <a:rPr lang="en-US" sz="3200" b="1" dirty="0" err="1"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DSt</a:t>
            </a:r>
            <a:r>
              <a:rPr lang="ru-RU"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 1</a:t>
            </a:r>
            <a:r>
              <a:rPr lang="en-US"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106</a:t>
            </a:r>
            <a:r>
              <a:rPr lang="ru-RU"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:200</a:t>
            </a:r>
            <a:r>
              <a:rPr lang="en-US"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9</a:t>
            </a:r>
            <a:r>
              <a:rPr lang="uz-Cyrl-UZ"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
            </a:r>
            <a:br>
              <a:rPr lang="uz-Cyrl-UZ"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br>
            <a:r>
              <a:rPr lang="en-US" sz="15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
            </a:r>
            <a:br>
              <a:rPr lang="en-US" sz="15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br>
            <a:r>
              <a:rPr lang="ru-RU" sz="3200" b="1" dirty="0" err="1"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Хэшлаш</a:t>
            </a:r>
            <a:r>
              <a:rPr lang="ru-RU"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 </a:t>
            </a:r>
            <a:r>
              <a:rPr lang="ru-RU" sz="3200" b="1" dirty="0" err="1"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функцияси</a:t>
            </a:r>
            <a:r>
              <a:rPr lang="ru-RU"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t/>
            </a:r>
            <a:br>
              <a:rPr lang="ru-RU" sz="3200" b="1" dirty="0" smtClean="0">
                <a:ln w="1905">
                  <a:solidFill>
                    <a:schemeClr val="tx1">
                      <a:lumMod val="95000"/>
                      <a:lumOff val="5000"/>
                    </a:schemeClr>
                  </a:solidFill>
                </a:ln>
                <a:solidFill>
                  <a:schemeClr val="tx1"/>
                </a:solidFill>
                <a:effectLst>
                  <a:glow rad="101600">
                    <a:schemeClr val="accent3">
                      <a:satMod val="175000"/>
                      <a:alpha val="40000"/>
                    </a:schemeClr>
                  </a:glow>
                  <a:outerShdw blurRad="38100" dist="38100" dir="2700000" algn="tl">
                    <a:srgbClr val="000000">
                      <a:alpha val="43137"/>
                    </a:srgbClr>
                  </a:outerShdw>
                </a:effectLst>
                <a:latin typeface="Times New Roman" pitchFamily="18" charset="0"/>
                <a:cs typeface="Times New Roman" pitchFamily="18" charset="0"/>
              </a:rPr>
            </a:br>
            <a:r>
              <a:rPr lang="uz-Cyrl-UZ" sz="3200" b="1" dirty="0" smtClean="0">
                <a:solidFill>
                  <a:schemeClr val="tx1"/>
                </a:solidFill>
                <a:effectLst>
                  <a:glow rad="63500">
                    <a:schemeClr val="accent6">
                      <a:satMod val="175000"/>
                      <a:alpha val="40000"/>
                    </a:schemeClr>
                  </a:glow>
                  <a:outerShdw blurRad="38100" dist="38100" dir="2700000" algn="tl" rotWithShape="0">
                    <a:srgbClr val="000000">
                      <a:alpha val="43137"/>
                    </a:srgbClr>
                  </a:outerShdw>
                </a:effectLst>
                <a:latin typeface="Times New Roman" pitchFamily="18" charset="0"/>
                <a:cs typeface="Times New Roman" pitchFamily="18" charset="0"/>
              </a:rPr>
              <a:t/>
            </a:r>
            <a:br>
              <a:rPr lang="uz-Cyrl-UZ" sz="3200" b="1" dirty="0" smtClean="0">
                <a:solidFill>
                  <a:schemeClr val="tx1"/>
                </a:solidFill>
                <a:effectLst>
                  <a:glow rad="63500">
                    <a:schemeClr val="accent6">
                      <a:satMod val="175000"/>
                      <a:alpha val="40000"/>
                    </a:schemeClr>
                  </a:glow>
                  <a:outerShdw blurRad="38100" dist="38100" dir="2700000" algn="tl" rotWithShape="0">
                    <a:srgbClr val="000000">
                      <a:alpha val="43137"/>
                    </a:srgbClr>
                  </a:outerShdw>
                </a:effectLst>
                <a:latin typeface="Times New Roman" pitchFamily="18" charset="0"/>
                <a:cs typeface="Times New Roman" pitchFamily="18" charset="0"/>
              </a:rPr>
            </a:br>
            <a:r>
              <a:rPr lang="uz-Cyrl-UZ"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Ушбу стандарт ахборот</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ни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қайта </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ишлаш</a:t>
            </a:r>
            <a:r>
              <a:rPr lang="uz-Cyrl-UZ"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ва муҳофаза қилишнинг криптографик </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метод</a:t>
            </a:r>
            <a:r>
              <a:rPr lang="uz-Cyrl-UZ"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ларида, шу жумладан автоматлаштирилган тизимларда ахборот узатиш,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қайта </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ишлаш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ва</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a:t>
            </a:r>
            <a:r>
              <a:rPr lang="uz-Cyrl-UZ"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сақлашда электрон рақамли имзо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процедураларини</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амалга</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ошириш</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учун</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қ</a:t>
            </a:r>
            <a:r>
              <a:rPr lang="uz-Cyrl-UZ"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ўлланиладиган иккилик си</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мво</a:t>
            </a:r>
            <a:r>
              <a:rPr lang="uz-Cyrl-UZ"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ллар</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и</a:t>
            </a:r>
            <a:r>
              <a:rPr lang="uz-Cyrl-UZ"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нинг исталган кетма-кетлиги учун хэшлаш функцияси</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нинг</a:t>
            </a:r>
            <a:r>
              <a:rPr lang="uz-Cyrl-UZ"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(ХФ) алгоритмини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ва</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a:t>
            </a:r>
            <a:r>
              <a:rPr lang="ru-RU" sz="2400" dirty="0" err="1"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ҳисоблаш процедурасини</a:t>
            </a:r>
            <a:r>
              <a:rPr lang="ru-RU"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a:t>
            </a:r>
            <a:r>
              <a:rPr lang="uz-Cyrl-UZ" sz="24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белгилайди.</a:t>
            </a:r>
            <a:endParaRPr lang="ru-RU" sz="24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Схема 3"/>
          <p:cNvGraphicFramePr/>
          <p:nvPr/>
        </p:nvGraphicFramePr>
        <p:xfrm>
          <a:off x="571472" y="428604"/>
          <a:ext cx="8072494" cy="6072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457200" y="71415"/>
            <a:ext cx="8229600" cy="474276"/>
          </a:xfrm>
          <a:ln>
            <a:miter lim="800000"/>
            <a:headEnd/>
            <a:tailEnd/>
          </a:ln>
          <a:effectLst>
            <a:glow rad="63500">
              <a:schemeClr val="accent3">
                <a:satMod val="175000"/>
                <a:alpha val="40000"/>
              </a:schemeClr>
            </a:glow>
            <a:outerShdw blurRad="57150" dist="38100" dir="5400000" algn="ctr" rotWithShape="0">
              <a:schemeClr val="accent3">
                <a:shade val="9000"/>
                <a:satMod val="105000"/>
                <a:alpha val="48000"/>
              </a:schemeClr>
            </a:outerShdw>
          </a:effectLst>
        </p:spPr>
        <p:style>
          <a:lnRef idx="1">
            <a:schemeClr val="accent3"/>
          </a:lnRef>
          <a:fillRef idx="2">
            <a:schemeClr val="accent3"/>
          </a:fillRef>
          <a:effectRef idx="1">
            <a:schemeClr val="accent3"/>
          </a:effectRef>
          <a:fontRef idx="minor">
            <a:schemeClr val="dk1"/>
          </a:fontRef>
        </p:style>
        <p:txBody>
          <a:bodyPr/>
          <a:lstStyle/>
          <a:p>
            <a:pPr eaLnBrk="1" hangingPunct="1">
              <a:defRPr/>
            </a:pPr>
            <a:r>
              <a:rPr lang="ru-RU" sz="2600" b="1" dirty="0" smtClean="0">
                <a:effectLst>
                  <a:glow rad="63500">
                    <a:schemeClr val="accent3">
                      <a:satMod val="175000"/>
                      <a:alpha val="40000"/>
                    </a:schemeClr>
                  </a:glow>
                </a:effectLst>
                <a:latin typeface="Times New Roman" pitchFamily="18" charset="0"/>
              </a:rPr>
              <a:t>1. </a:t>
            </a:r>
            <a:r>
              <a:rPr lang="uz-Cyrl-UZ" sz="2600" b="1" dirty="0" smtClean="0">
                <a:effectLst>
                  <a:glow rad="63500">
                    <a:schemeClr val="accent3">
                      <a:satMod val="175000"/>
                      <a:alpha val="40000"/>
                    </a:schemeClr>
                  </a:glow>
                </a:effectLst>
                <a:latin typeface="Times New Roman" pitchFamily="18" charset="0"/>
              </a:rPr>
              <a:t>Кириш</a:t>
            </a:r>
            <a:endParaRPr lang="ru-RU" sz="2600" dirty="0" smtClean="0">
              <a:effectLst>
                <a:glow rad="63500">
                  <a:schemeClr val="accent3">
                    <a:satMod val="175000"/>
                    <a:alpha val="40000"/>
                  </a:schemeClr>
                </a:glow>
              </a:effectLst>
              <a:latin typeface="Times New Roman" pitchFamily="18" charset="0"/>
            </a:endParaRPr>
          </a:p>
        </p:txBody>
      </p:sp>
      <p:sp>
        <p:nvSpPr>
          <p:cNvPr id="4099" name="Rectangle 3"/>
          <p:cNvSpPr>
            <a:spLocks noGrp="1"/>
          </p:cNvSpPr>
          <p:nvPr>
            <p:ph type="body" idx="1"/>
          </p:nvPr>
        </p:nvSpPr>
        <p:spPr>
          <a:xfrm>
            <a:off x="214313" y="714375"/>
            <a:ext cx="8715375" cy="5929313"/>
          </a:xfrm>
        </p:spPr>
        <p:txBody>
          <a:bodyPr/>
          <a:lstStyle/>
          <a:p>
            <a:pPr marL="725488" indent="-371475" algn="just" defTabSz="442913">
              <a:spcBef>
                <a:spcPts val="600"/>
              </a:spcBef>
              <a:spcAft>
                <a:spcPts val="600"/>
              </a:spcAft>
              <a:buClr>
                <a:srgbClr val="C00000"/>
              </a:buClr>
              <a:buFont typeface="Wingdings" pitchFamily="2" charset="2"/>
              <a:buChar char="Ø"/>
            </a:pPr>
            <a:r>
              <a:rPr lang="uz-Cyrl-UZ" altLang="uz-Cyrl-UZ" sz="2300" smtClean="0">
                <a:latin typeface="Times New Roman" pitchFamily="18" charset="0"/>
                <a:cs typeface="Times New Roman" pitchFamily="18" charset="0"/>
              </a:rPr>
              <a:t>Мазкур стандарт алгоритми </a:t>
            </a:r>
            <a:r>
              <a:rPr lang="uz-Cyrl-UZ" altLang="uz-Cyrl-UZ" sz="2300" b="1" smtClean="0">
                <a:latin typeface="Times New Roman" pitchFamily="18" charset="0"/>
                <a:cs typeface="Times New Roman" pitchFamily="18" charset="0"/>
              </a:rPr>
              <a:t>SP</a:t>
            </a:r>
            <a:r>
              <a:rPr lang="uz-Cyrl-UZ" altLang="uz-Cyrl-UZ" sz="2300" smtClean="0">
                <a:latin typeface="Times New Roman" pitchFamily="18" charset="0"/>
                <a:cs typeface="Times New Roman" pitchFamily="18" charset="0"/>
              </a:rPr>
              <a:t> тармоғига асосланган бўлиб, симметрик блокли шифрлаш алгоритмлари гуруҳига киради.</a:t>
            </a:r>
          </a:p>
          <a:p>
            <a:pPr marL="725488" indent="-371475" algn="just" defTabSz="442913">
              <a:spcBef>
                <a:spcPts val="600"/>
              </a:spcBef>
              <a:spcAft>
                <a:spcPts val="600"/>
              </a:spcAft>
              <a:buClr>
                <a:srgbClr val="C00000"/>
              </a:buClr>
              <a:buFont typeface="Wingdings" pitchFamily="2" charset="2"/>
              <a:buChar char="Ø"/>
            </a:pPr>
            <a:r>
              <a:rPr lang="uz-Cyrl-UZ" altLang="uz-Cyrl-UZ" sz="2300" smtClean="0">
                <a:latin typeface="Times New Roman" pitchFamily="18" charset="0"/>
                <a:cs typeface="Times New Roman" pitchFamily="18" charset="0"/>
              </a:rPr>
              <a:t>Хэшлаш алгоритмида кириш ва чиқиш </a:t>
            </a:r>
            <a:r>
              <a:rPr lang="ru-RU" altLang="uz-Cyrl-UZ" sz="2300" smtClean="0">
                <a:latin typeface="Times New Roman" pitchFamily="18" charset="0"/>
                <a:cs typeface="Times New Roman" pitchFamily="18" charset="0"/>
              </a:rPr>
              <a:t>кетма-кетлиги хамда хэшлаш калитининг узунлиги мос равишда </a:t>
            </a:r>
            <a:r>
              <a:rPr lang="uz-Cyrl-UZ" altLang="uz-Cyrl-UZ" sz="2300" b="1" smtClean="0">
                <a:latin typeface="Times New Roman" pitchFamily="18" charset="0"/>
                <a:cs typeface="Times New Roman" pitchFamily="18" charset="0"/>
              </a:rPr>
              <a:t>128 ёки 256 бит</a:t>
            </a:r>
            <a:r>
              <a:rPr lang="uz-Cyrl-UZ" altLang="uz-Cyrl-UZ" sz="2300" smtClean="0">
                <a:latin typeface="Times New Roman" pitchFamily="18" charset="0"/>
                <a:cs typeface="Times New Roman" pitchFamily="18" charset="0"/>
              </a:rPr>
              <a:t>. </a:t>
            </a:r>
          </a:p>
          <a:p>
            <a:pPr marL="725488" lvl="3" indent="-371475" algn="just" defTabSz="442913">
              <a:spcBef>
                <a:spcPts val="600"/>
              </a:spcBef>
              <a:spcAft>
                <a:spcPts val="600"/>
              </a:spcAft>
              <a:buClr>
                <a:srgbClr val="C00000"/>
              </a:buClr>
              <a:buFont typeface="Wingdings" pitchFamily="2" charset="2"/>
              <a:buChar char="Ø"/>
            </a:pPr>
            <a:r>
              <a:rPr lang="uz-Cyrl-UZ" altLang="uz-Cyrl-UZ" sz="2300" smtClean="0">
                <a:latin typeface="Times New Roman" pitchFamily="18" charset="0"/>
                <a:cs typeface="Times New Roman" pitchFamily="18" charset="0"/>
              </a:rPr>
              <a:t>Маълумотнинг хар бир блоки устида амалга ошириладиган босқичлар сони 10 га тенг.</a:t>
            </a:r>
          </a:p>
          <a:p>
            <a:pPr marL="725488" lvl="3" indent="-371475" algn="just" defTabSz="442913">
              <a:spcBef>
                <a:spcPts val="600"/>
              </a:spcBef>
              <a:spcAft>
                <a:spcPts val="600"/>
              </a:spcAft>
              <a:buClr>
                <a:srgbClr val="C00000"/>
              </a:buClr>
              <a:buFont typeface="Wingdings" pitchFamily="2" charset="2"/>
              <a:buChar char="Ø"/>
            </a:pPr>
            <a:r>
              <a:rPr lang="ru-RU" altLang="uz-Cyrl-UZ" sz="2300" smtClean="0">
                <a:latin typeface="Times New Roman" pitchFamily="18" charset="0"/>
                <a:cs typeface="Times New Roman" pitchFamily="18" charset="0"/>
              </a:rPr>
              <a:t>Алгоритмнинг маълумотларни хэшлаш процедурасида </a:t>
            </a:r>
            <a:r>
              <a:rPr lang="ru-RU" altLang="uz-Cyrl-UZ" sz="2300" b="1" smtClean="0">
                <a:latin typeface="Times New Roman" pitchFamily="18" charset="0"/>
                <a:cs typeface="Times New Roman" pitchFamily="18" charset="0"/>
              </a:rPr>
              <a:t>хэшлаш калити</a:t>
            </a:r>
            <a:r>
              <a:rPr lang="ru-RU" altLang="uz-Cyrl-UZ" sz="2300" smtClean="0">
                <a:latin typeface="Times New Roman" pitchFamily="18" charset="0"/>
                <a:cs typeface="Times New Roman" pitchFamily="18" charset="0"/>
              </a:rPr>
              <a:t> ва хэшлашнинг оралиқ натижаси асосида шаклланган </a:t>
            </a:r>
            <a:r>
              <a:rPr lang="ru-RU" altLang="uz-Cyrl-UZ" sz="2300" b="1" smtClean="0">
                <a:latin typeface="Times New Roman" pitchFamily="18" charset="0"/>
                <a:cs typeface="Times New Roman" pitchFamily="18" charset="0"/>
              </a:rPr>
              <a:t>босқич калитлари</a:t>
            </a:r>
            <a:r>
              <a:rPr lang="ru-RU" altLang="uz-Cyrl-UZ" sz="2300" smtClean="0">
                <a:latin typeface="Times New Roman" pitchFamily="18" charset="0"/>
                <a:cs typeface="Times New Roman" pitchFamily="18" charset="0"/>
              </a:rPr>
              <a:t>дан фойдаланилади.</a:t>
            </a:r>
          </a:p>
          <a:p>
            <a:pPr marL="725488" lvl="3" indent="-371475" algn="just" defTabSz="442913">
              <a:spcBef>
                <a:spcPts val="600"/>
              </a:spcBef>
              <a:spcAft>
                <a:spcPts val="600"/>
              </a:spcAft>
              <a:buClr>
                <a:srgbClr val="C00000"/>
              </a:buClr>
              <a:buFont typeface="Wingdings" pitchFamily="2" charset="2"/>
              <a:buChar char="Ø"/>
            </a:pPr>
            <a:r>
              <a:rPr lang="uz-Cyrl-UZ" altLang="uz-Cyrl-UZ" sz="2300" smtClean="0">
                <a:latin typeface="Times New Roman" pitchFamily="18" charset="0"/>
                <a:cs typeface="Times New Roman" pitchFamily="18" charset="0"/>
              </a:rPr>
              <a:t>Хэшлаш функциясида модуль арифметикасининг бир томонлама функцияси қўлланилади, у бўйича ҳисоблашлар даражага кўтариш амаллари амалга оширилади. Алгоритмда кўпайтириш, даражага кўтариш ва тескарилаш каби асосий амаллар </a:t>
            </a:r>
            <a:r>
              <a:rPr lang="ru-RU" altLang="uz-Cyrl-UZ" sz="2300" smtClean="0">
                <a:latin typeface="Times New Roman" pitchFamily="18" charset="0"/>
                <a:cs typeface="Times New Roman" pitchFamily="18" charset="0"/>
              </a:rPr>
              <a:t>натурал сонлар учлигидан иборат бўлган </a:t>
            </a:r>
            <a:r>
              <a:rPr lang="ru-RU" altLang="uz-Cyrl-UZ" sz="2300" b="1" i="1" smtClean="0">
                <a:latin typeface="Times New Roman" pitchFamily="18" charset="0"/>
                <a:cs typeface="Times New Roman" pitchFamily="18" charset="0"/>
              </a:rPr>
              <a:t>(</a:t>
            </a:r>
            <a:r>
              <a:rPr lang="en-US" altLang="uz-Cyrl-UZ" sz="2300" b="1" i="1" smtClean="0">
                <a:latin typeface="Times New Roman" pitchFamily="18" charset="0"/>
                <a:cs typeface="Times New Roman" pitchFamily="18" charset="0"/>
              </a:rPr>
              <a:t>A</a:t>
            </a:r>
            <a:r>
              <a:rPr lang="ru-RU" altLang="uz-Cyrl-UZ" sz="2300" b="1" i="1" smtClean="0">
                <a:latin typeface="Times New Roman" pitchFamily="18" charset="0"/>
                <a:cs typeface="Times New Roman" pitchFamily="18" charset="0"/>
              </a:rPr>
              <a:t>, </a:t>
            </a:r>
            <a:r>
              <a:rPr lang="en-US" altLang="uz-Cyrl-UZ" sz="2300" b="1" i="1" smtClean="0">
                <a:latin typeface="Times New Roman" pitchFamily="18" charset="0"/>
                <a:cs typeface="Times New Roman" pitchFamily="18" charset="0"/>
              </a:rPr>
              <a:t>B</a:t>
            </a:r>
            <a:r>
              <a:rPr lang="ru-RU" altLang="uz-Cyrl-UZ" sz="2300" b="1" i="1" smtClean="0">
                <a:latin typeface="Times New Roman" pitchFamily="18" charset="0"/>
                <a:cs typeface="Times New Roman" pitchFamily="18" charset="0"/>
              </a:rPr>
              <a:t>, </a:t>
            </a:r>
            <a:r>
              <a:rPr lang="en-US" altLang="uz-Cyrl-UZ" sz="2300" b="1" i="1" smtClean="0">
                <a:latin typeface="Times New Roman" pitchFamily="18" charset="0"/>
                <a:cs typeface="Times New Roman" pitchFamily="18" charset="0"/>
              </a:rPr>
              <a:t>R</a:t>
            </a:r>
            <a:r>
              <a:rPr lang="ru-RU" altLang="uz-Cyrl-UZ" sz="2300" b="1" i="1" smtClean="0">
                <a:latin typeface="Times New Roman" pitchFamily="18" charset="0"/>
                <a:cs typeface="Times New Roman" pitchFamily="18" charset="0"/>
              </a:rPr>
              <a:t>)</a:t>
            </a:r>
            <a:r>
              <a:rPr lang="ru-RU" altLang="uz-Cyrl-UZ" sz="2300" smtClean="0">
                <a:latin typeface="Times New Roman" pitchFamily="18" charset="0"/>
                <a:cs typeface="Times New Roman" pitchFamily="18" charset="0"/>
              </a:rPr>
              <a:t> </a:t>
            </a:r>
            <a:r>
              <a:rPr lang="uz-Cyrl-UZ" altLang="uz-Cyrl-UZ" sz="2300" smtClean="0">
                <a:latin typeface="Times New Roman" pitchFamily="18" charset="0"/>
                <a:cs typeface="Times New Roman" pitchFamily="18" charset="0"/>
              </a:rPr>
              <a:t>параметр орқали амалга ошририлади.</a:t>
            </a:r>
            <a:endParaRPr lang="ru-RU" altLang="uz-Cyrl-UZ" sz="230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body" idx="1"/>
          </p:nvPr>
        </p:nvSpPr>
        <p:spPr>
          <a:xfrm>
            <a:off x="457200" y="814388"/>
            <a:ext cx="8229600" cy="5559425"/>
          </a:xfrm>
        </p:spPr>
        <p:txBody>
          <a:bodyPr>
            <a:spAutoFit/>
          </a:bodyPr>
          <a:lstStyle/>
          <a:p>
            <a:pPr algn="just">
              <a:lnSpc>
                <a:spcPct val="90000"/>
              </a:lnSpc>
              <a:spcBef>
                <a:spcPct val="0"/>
              </a:spcBef>
            </a:pPr>
            <a:r>
              <a:rPr lang="uz-Cyrl-UZ" altLang="uz-Cyrl-UZ" sz="1900" b="1" i="1" smtClean="0">
                <a:latin typeface="Times New Roman" pitchFamily="18" charset="0"/>
                <a:cs typeface="Times New Roman" pitchFamily="18" charset="0"/>
              </a:rPr>
              <a:t>М </a:t>
            </a:r>
            <a:r>
              <a:rPr lang="uz-Cyrl-UZ" altLang="uz-Cyrl-UZ" sz="1900" smtClean="0">
                <a:latin typeface="Times New Roman" pitchFamily="18" charset="0"/>
                <a:cs typeface="Times New Roman" pitchFamily="18" charset="0"/>
              </a:rPr>
              <a:t>- дастлабки маълумотлар (хабар);</a:t>
            </a:r>
            <a:endParaRPr lang="ru-RU" altLang="uz-Cyrl-UZ" sz="1900" smtClean="0">
              <a:latin typeface="Times New Roman" pitchFamily="18" charset="0"/>
              <a:cs typeface="Times New Roman" pitchFamily="18" charset="0"/>
            </a:endParaRPr>
          </a:p>
          <a:p>
            <a:pPr algn="just">
              <a:lnSpc>
                <a:spcPct val="90000"/>
              </a:lnSpc>
              <a:spcBef>
                <a:spcPct val="0"/>
              </a:spcBef>
            </a:pPr>
            <a:r>
              <a:rPr lang="uz-Cyrl-UZ" altLang="uz-Cyrl-UZ" sz="1900" b="1" i="1" smtClean="0">
                <a:latin typeface="Times New Roman" pitchFamily="18" charset="0"/>
                <a:cs typeface="Times New Roman" pitchFamily="18" charset="0"/>
              </a:rPr>
              <a:t>h </a:t>
            </a:r>
            <a:r>
              <a:rPr lang="uz-Cyrl-UZ" altLang="uz-Cyrl-UZ" sz="1900" smtClean="0">
                <a:latin typeface="Times New Roman" pitchFamily="18" charset="0"/>
                <a:cs typeface="Times New Roman" pitchFamily="18" charset="0"/>
              </a:rPr>
              <a:t>- хэш-функция  (</a:t>
            </a:r>
            <a:r>
              <a:rPr lang="ru-RU" altLang="uz-Cyrl-UZ" sz="1900" b="1" i="1" smtClean="0">
                <a:latin typeface="Times New Roman" pitchFamily="18" charset="0"/>
                <a:cs typeface="Times New Roman" pitchFamily="18" charset="0"/>
              </a:rPr>
              <a:t>m = h(M)) </a:t>
            </a:r>
            <a:r>
              <a:rPr lang="ru-RU" altLang="uz-Cyrl-UZ" sz="1900" smtClean="0">
                <a:latin typeface="Times New Roman" pitchFamily="18" charset="0"/>
                <a:cs typeface="Times New Roman" pitchFamily="18" charset="0"/>
              </a:rPr>
              <a:t>;</a:t>
            </a:r>
          </a:p>
          <a:p>
            <a:pPr algn="just">
              <a:lnSpc>
                <a:spcPct val="90000"/>
              </a:lnSpc>
              <a:spcBef>
                <a:spcPct val="0"/>
              </a:spcBef>
            </a:pPr>
            <a:r>
              <a:rPr lang="ru-RU" altLang="uz-Cyrl-UZ" sz="1900" b="1" i="1" smtClean="0">
                <a:latin typeface="Times New Roman" pitchFamily="18" charset="0"/>
                <a:cs typeface="Times New Roman" pitchFamily="18" charset="0"/>
              </a:rPr>
              <a:t>k </a:t>
            </a:r>
            <a:r>
              <a:rPr lang="ru-RU" altLang="uz-Cyrl-UZ" sz="1900" smtClean="0">
                <a:latin typeface="Times New Roman" pitchFamily="18" charset="0"/>
                <a:cs typeface="Times New Roman" pitchFamily="18" charset="0"/>
              </a:rPr>
              <a:t>- хэшлаш калити;</a:t>
            </a:r>
          </a:p>
          <a:p>
            <a:pPr algn="just">
              <a:lnSpc>
                <a:spcPct val="90000"/>
              </a:lnSpc>
              <a:spcBef>
                <a:spcPct val="0"/>
              </a:spcBef>
            </a:pPr>
            <a:r>
              <a:rPr lang="ru-RU" altLang="uz-Cyrl-UZ" sz="1900" b="1" i="1" smtClean="0">
                <a:latin typeface="Times New Roman" pitchFamily="18" charset="0"/>
                <a:cs typeface="Times New Roman" pitchFamily="18" charset="0"/>
              </a:rPr>
              <a:t>k</a:t>
            </a:r>
            <a:r>
              <a:rPr lang="ru-RU" altLang="uz-Cyrl-UZ" sz="1900" b="1" i="1" baseline="-25000" smtClean="0">
                <a:latin typeface="Times New Roman" pitchFamily="18" charset="0"/>
                <a:cs typeface="Times New Roman" pitchFamily="18" charset="0"/>
              </a:rPr>
              <a:t>е </a:t>
            </a:r>
            <a:r>
              <a:rPr lang="ru-RU" altLang="uz-Cyrl-UZ" sz="1900" smtClean="0">
                <a:latin typeface="Times New Roman" pitchFamily="18" charset="0"/>
                <a:cs typeface="Times New Roman" pitchFamily="18" charset="0"/>
              </a:rPr>
              <a:t>-</a:t>
            </a:r>
            <a:r>
              <a:rPr lang="ru-RU" altLang="uz-Cyrl-UZ" sz="1900" b="1" i="1" smtClean="0">
                <a:latin typeface="Times New Roman" pitchFamily="18" charset="0"/>
                <a:cs typeface="Times New Roman" pitchFamily="18" charset="0"/>
              </a:rPr>
              <a:t> 4</a:t>
            </a:r>
            <a:r>
              <a:rPr lang="ru-RU" altLang="uz-Cyrl-UZ" sz="1900" b="1" smtClean="0">
                <a:latin typeface="Times New Roman" pitchFamily="18" charset="0"/>
                <a:cs typeface="Times New Roman" pitchFamily="18" charset="0"/>
              </a:rPr>
              <a:t>х</a:t>
            </a:r>
            <a:r>
              <a:rPr lang="ru-RU" altLang="uz-Cyrl-UZ" sz="1900" b="1" i="1" smtClean="0">
                <a:latin typeface="Times New Roman" pitchFamily="18" charset="0"/>
                <a:cs typeface="Times New Roman" pitchFamily="18" charset="0"/>
              </a:rPr>
              <a:t>8 </a:t>
            </a:r>
            <a:r>
              <a:rPr lang="ru-RU" altLang="uz-Cyrl-UZ" sz="1900" smtClean="0">
                <a:latin typeface="Times New Roman" pitchFamily="18" charset="0"/>
                <a:cs typeface="Times New Roman" pitchFamily="18" charset="0"/>
              </a:rPr>
              <a:t>тартибли икки ўлчамли массив кўринишидаги босқич калити;</a:t>
            </a:r>
          </a:p>
          <a:p>
            <a:pPr algn="just">
              <a:lnSpc>
                <a:spcPct val="90000"/>
              </a:lnSpc>
              <a:spcBef>
                <a:spcPct val="0"/>
              </a:spcBef>
            </a:pPr>
            <a:r>
              <a:rPr lang="ru-RU" altLang="uz-Cyrl-UZ" sz="1900" b="1" i="1" smtClean="0">
                <a:latin typeface="Times New Roman" pitchFamily="18" charset="0"/>
                <a:cs typeface="Times New Roman" pitchFamily="18" charset="0"/>
              </a:rPr>
              <a:t>holat </a:t>
            </a:r>
            <a:r>
              <a:rPr lang="ru-RU" altLang="uz-Cyrl-UZ" sz="1900" smtClean="0">
                <a:latin typeface="Times New Roman" pitchFamily="18" charset="0"/>
                <a:cs typeface="Times New Roman" pitchFamily="18" charset="0"/>
              </a:rPr>
              <a:t>-</a:t>
            </a:r>
            <a:r>
              <a:rPr lang="ru-RU" altLang="uz-Cyrl-UZ" sz="1900" b="1" i="1" smtClean="0">
                <a:latin typeface="Times New Roman" pitchFamily="18" charset="0"/>
                <a:cs typeface="Times New Roman" pitchFamily="18" charset="0"/>
              </a:rPr>
              <a:t> 4</a:t>
            </a:r>
            <a:r>
              <a:rPr lang="ru-RU" altLang="uz-Cyrl-UZ" sz="1900" b="1" smtClean="0">
                <a:latin typeface="Times New Roman" pitchFamily="18" charset="0"/>
                <a:cs typeface="Times New Roman" pitchFamily="18" charset="0"/>
              </a:rPr>
              <a:t>х</a:t>
            </a:r>
            <a:r>
              <a:rPr lang="ru-RU" altLang="uz-Cyrl-UZ" sz="1900" b="1" i="1" smtClean="0">
                <a:latin typeface="Times New Roman" pitchFamily="18" charset="0"/>
                <a:cs typeface="Times New Roman" pitchFamily="18" charset="0"/>
              </a:rPr>
              <a:t>8 </a:t>
            </a:r>
            <a:r>
              <a:rPr lang="ru-RU" altLang="uz-Cyrl-UZ" sz="1900" smtClean="0">
                <a:latin typeface="Times New Roman" pitchFamily="18" charset="0"/>
                <a:cs typeface="Times New Roman" pitchFamily="18" charset="0"/>
              </a:rPr>
              <a:t>тартибли икки </a:t>
            </a:r>
            <a:r>
              <a:rPr lang="uz-Cyrl-UZ" altLang="uz-Cyrl-UZ" sz="1900" smtClean="0">
                <a:latin typeface="Times New Roman" pitchFamily="18" charset="0"/>
                <a:cs typeface="Times New Roman" pitchFamily="18" charset="0"/>
              </a:rPr>
              <a:t>ў</a:t>
            </a:r>
            <a:r>
              <a:rPr lang="ru-RU" altLang="uz-Cyrl-UZ" sz="1900" smtClean="0">
                <a:latin typeface="Times New Roman" pitchFamily="18" charset="0"/>
                <a:cs typeface="Times New Roman" pitchFamily="18" charset="0"/>
              </a:rPr>
              <a:t>лчамли массив кўринишидаги хэшлашнинг орали</a:t>
            </a:r>
            <a:r>
              <a:rPr lang="uz-Cyrl-UZ" altLang="uz-Cyrl-UZ" sz="1900" smtClean="0">
                <a:latin typeface="Times New Roman" pitchFamily="18" charset="0"/>
                <a:cs typeface="Times New Roman" pitchFamily="18" charset="0"/>
              </a:rPr>
              <a:t>қ</a:t>
            </a:r>
            <a:r>
              <a:rPr lang="ru-RU" altLang="uz-Cyrl-UZ" sz="1900" smtClean="0">
                <a:latin typeface="Times New Roman" pitchFamily="18" charset="0"/>
                <a:cs typeface="Times New Roman" pitchFamily="18" charset="0"/>
              </a:rPr>
              <a:t> натижаси;</a:t>
            </a:r>
          </a:p>
          <a:p>
            <a:pPr algn="just">
              <a:lnSpc>
                <a:spcPct val="90000"/>
              </a:lnSpc>
              <a:spcBef>
                <a:spcPct val="0"/>
              </a:spcBef>
            </a:pPr>
            <a:r>
              <a:rPr lang="ru-RU" altLang="uz-Cyrl-UZ" sz="1900" b="1" i="1" smtClean="0">
                <a:latin typeface="Times New Roman" pitchFamily="18" charset="0"/>
                <a:cs typeface="Times New Roman" pitchFamily="18" charset="0"/>
              </a:rPr>
              <a:t>holatn </a:t>
            </a:r>
            <a:r>
              <a:rPr lang="ru-RU" altLang="uz-Cyrl-UZ" sz="1900" smtClean="0">
                <a:latin typeface="Times New Roman" pitchFamily="18" charset="0"/>
                <a:cs typeface="Times New Roman" pitchFamily="18" charset="0"/>
              </a:rPr>
              <a:t>- </a:t>
            </a:r>
            <a:r>
              <a:rPr lang="ru-RU" altLang="uz-Cyrl-UZ" sz="1900" b="1" i="1" smtClean="0">
                <a:latin typeface="Times New Roman" pitchFamily="18" charset="0"/>
                <a:cs typeface="Times New Roman" pitchFamily="18" charset="0"/>
              </a:rPr>
              <a:t>4</a:t>
            </a:r>
            <a:r>
              <a:rPr lang="ru-RU" altLang="uz-Cyrl-UZ" sz="1900" b="1" smtClean="0">
                <a:latin typeface="Times New Roman" pitchFamily="18" charset="0"/>
                <a:cs typeface="Times New Roman" pitchFamily="18" charset="0"/>
              </a:rPr>
              <a:t>х</a:t>
            </a:r>
            <a:r>
              <a:rPr lang="ru-RU" altLang="uz-Cyrl-UZ" sz="1900" b="1" i="1" smtClean="0">
                <a:latin typeface="Times New Roman" pitchFamily="18" charset="0"/>
                <a:cs typeface="Times New Roman" pitchFamily="18" charset="0"/>
              </a:rPr>
              <a:t>8</a:t>
            </a:r>
            <a:r>
              <a:rPr lang="ru-RU" altLang="uz-Cyrl-UZ" sz="1900" smtClean="0">
                <a:latin typeface="Times New Roman" pitchFamily="18" charset="0"/>
                <a:cs typeface="Times New Roman" pitchFamily="18" charset="0"/>
              </a:rPr>
              <a:t> тартибли икки ўлчамли массив кўринишидаги кириш блоки;</a:t>
            </a:r>
          </a:p>
          <a:p>
            <a:pPr algn="just">
              <a:lnSpc>
                <a:spcPct val="90000"/>
              </a:lnSpc>
              <a:spcBef>
                <a:spcPct val="0"/>
              </a:spcBef>
            </a:pPr>
            <a:r>
              <a:rPr lang="uz-Cyrl-UZ" altLang="uz-Cyrl-UZ" sz="1900" b="1" i="1" smtClean="0">
                <a:latin typeface="Times New Roman" pitchFamily="18" charset="0"/>
                <a:cs typeface="Times New Roman" pitchFamily="18" charset="0"/>
              </a:rPr>
              <a:t>р </a:t>
            </a:r>
            <a:r>
              <a:rPr lang="uz-Cyrl-UZ" altLang="uz-Cyrl-UZ" sz="1900" smtClean="0">
                <a:latin typeface="Times New Roman" pitchFamily="18" charset="0"/>
                <a:cs typeface="Times New Roman" pitchFamily="18" charset="0"/>
              </a:rPr>
              <a:t>- модуль, бунда  </a:t>
            </a:r>
            <a:r>
              <a:rPr lang="uz-Cyrl-UZ" altLang="uz-Cyrl-UZ" sz="1900" b="1" i="1" smtClean="0">
                <a:latin typeface="Times New Roman" pitchFamily="18" charset="0"/>
                <a:cs typeface="Times New Roman" pitchFamily="18" charset="0"/>
              </a:rPr>
              <a:t>p </a:t>
            </a:r>
            <a:r>
              <a:rPr lang="ru-RU" altLang="uz-Cyrl-UZ" sz="1900" b="1" i="1" smtClean="0">
                <a:latin typeface="Times New Roman" pitchFamily="18" charset="0"/>
                <a:cs typeface="Times New Roman" pitchFamily="18" charset="0"/>
                <a:sym typeface="Symbol" pitchFamily="18" charset="2"/>
              </a:rPr>
              <a:t></a:t>
            </a:r>
            <a:r>
              <a:rPr lang="uz-Cyrl-UZ" altLang="uz-Cyrl-UZ" sz="1900" b="1" i="1" smtClean="0">
                <a:latin typeface="Times New Roman" pitchFamily="18" charset="0"/>
                <a:cs typeface="Times New Roman" pitchFamily="18" charset="0"/>
              </a:rPr>
              <a:t> {16, 256}</a:t>
            </a:r>
            <a:r>
              <a:rPr lang="uz-Cyrl-UZ" altLang="uz-Cyrl-UZ" sz="1900" smtClean="0">
                <a:latin typeface="Times New Roman" pitchFamily="18" charset="0"/>
                <a:cs typeface="Times New Roman" pitchFamily="18" charset="0"/>
              </a:rPr>
              <a:t>;</a:t>
            </a:r>
            <a:endParaRPr lang="ru-RU" altLang="uz-Cyrl-UZ" sz="1900" smtClean="0">
              <a:latin typeface="Times New Roman" pitchFamily="18" charset="0"/>
              <a:cs typeface="Times New Roman" pitchFamily="18" charset="0"/>
            </a:endParaRPr>
          </a:p>
          <a:p>
            <a:pPr algn="just">
              <a:lnSpc>
                <a:spcPct val="90000"/>
              </a:lnSpc>
              <a:spcBef>
                <a:spcPct val="0"/>
              </a:spcBef>
            </a:pPr>
            <a:r>
              <a:rPr lang="ru-RU" altLang="uz-Cyrl-UZ" sz="1900" b="1" i="1" smtClean="0">
                <a:latin typeface="Times New Roman" pitchFamily="18" charset="0"/>
                <a:cs typeface="Times New Roman" pitchFamily="18" charset="0"/>
              </a:rPr>
              <a:t>b  </a:t>
            </a:r>
            <a:r>
              <a:rPr lang="ru-RU" altLang="uz-Cyrl-UZ" sz="1900" smtClean="0">
                <a:latin typeface="Times New Roman" pitchFamily="18" charset="0"/>
                <a:cs typeface="Times New Roman" pitchFamily="18" charset="0"/>
              </a:rPr>
              <a:t>- дастлабки маълумотлардаги блоклар сони;</a:t>
            </a:r>
          </a:p>
          <a:p>
            <a:pPr algn="just">
              <a:lnSpc>
                <a:spcPct val="90000"/>
              </a:lnSpc>
              <a:spcBef>
                <a:spcPct val="0"/>
              </a:spcBef>
            </a:pPr>
            <a:r>
              <a:rPr lang="ru-RU" altLang="uz-Cyrl-UZ" sz="1900" b="1" smtClean="0">
                <a:latin typeface="Times New Roman" pitchFamily="18" charset="0"/>
                <a:cs typeface="Times New Roman" pitchFamily="18" charset="0"/>
                <a:sym typeface="Symbol" pitchFamily="18" charset="2"/>
              </a:rPr>
              <a:t></a:t>
            </a:r>
            <a:r>
              <a:rPr lang="ru-RU" altLang="uz-Cyrl-UZ" sz="1900" smtClean="0">
                <a:latin typeface="Times New Roman" pitchFamily="18" charset="0"/>
                <a:cs typeface="Times New Roman" pitchFamily="18" charset="0"/>
              </a:rPr>
              <a:t> - диаматрицаларни</a:t>
            </a:r>
            <a:r>
              <a:rPr lang="ru-RU" altLang="uz-Cyrl-UZ" sz="1900" b="1" i="1" smtClean="0">
                <a:latin typeface="Times New Roman" pitchFamily="18" charset="0"/>
                <a:cs typeface="Times New Roman" pitchFamily="18" charset="0"/>
              </a:rPr>
              <a:t> р</a:t>
            </a:r>
            <a:r>
              <a:rPr lang="ru-RU" altLang="uz-Cyrl-UZ" sz="1900" smtClean="0">
                <a:latin typeface="Times New Roman" pitchFamily="18" charset="0"/>
                <a:cs typeface="Times New Roman" pitchFamily="18" charset="0"/>
              </a:rPr>
              <a:t> модули б</a:t>
            </a:r>
            <a:r>
              <a:rPr lang="uz-Cyrl-UZ" altLang="uz-Cyrl-UZ" sz="1900" smtClean="0">
                <a:latin typeface="Times New Roman" pitchFamily="18" charset="0"/>
                <a:cs typeface="Times New Roman" pitchFamily="18" charset="0"/>
              </a:rPr>
              <a:t>ў</a:t>
            </a:r>
            <a:r>
              <a:rPr lang="ru-RU" altLang="uz-Cyrl-UZ" sz="1900" smtClean="0">
                <a:latin typeface="Times New Roman" pitchFamily="18" charset="0"/>
                <a:cs typeface="Times New Roman" pitchFamily="18" charset="0"/>
              </a:rPr>
              <a:t>йича к</a:t>
            </a:r>
            <a:r>
              <a:rPr lang="uz-Cyrl-UZ" altLang="uz-Cyrl-UZ" sz="1900" smtClean="0">
                <a:latin typeface="Times New Roman" pitchFamily="18" charset="0"/>
                <a:cs typeface="Times New Roman" pitchFamily="18" charset="0"/>
              </a:rPr>
              <a:t>ў</a:t>
            </a:r>
            <a:r>
              <a:rPr lang="ru-RU" altLang="uz-Cyrl-UZ" sz="1900" smtClean="0">
                <a:latin typeface="Times New Roman" pitchFamily="18" charset="0"/>
                <a:cs typeface="Times New Roman" pitchFamily="18" charset="0"/>
              </a:rPr>
              <a:t>пайтириш амалининг символи;</a:t>
            </a:r>
          </a:p>
          <a:p>
            <a:pPr algn="just">
              <a:lnSpc>
                <a:spcPct val="90000"/>
              </a:lnSpc>
              <a:spcBef>
                <a:spcPct val="0"/>
              </a:spcBef>
            </a:pPr>
            <a:r>
              <a:rPr lang="ru-RU" altLang="uz-Cyrl-UZ" sz="1900" b="1" smtClean="0">
                <a:latin typeface="Times New Roman" pitchFamily="18" charset="0"/>
                <a:cs typeface="Times New Roman" pitchFamily="18" charset="0"/>
                <a:sym typeface="Symbol" pitchFamily="18" charset="2"/>
              </a:rPr>
              <a:t></a:t>
            </a:r>
            <a:r>
              <a:rPr lang="ru-RU" altLang="uz-Cyrl-UZ" sz="1900" smtClean="0">
                <a:latin typeface="Times New Roman" pitchFamily="18" charset="0"/>
                <a:cs typeface="Times New Roman" pitchFamily="18" charset="0"/>
              </a:rPr>
              <a:t> - параметр билан </a:t>
            </a:r>
            <a:r>
              <a:rPr lang="ru-RU" altLang="uz-Cyrl-UZ" sz="1900" b="1" i="1" smtClean="0">
                <a:latin typeface="Times New Roman" pitchFamily="18" charset="0"/>
                <a:cs typeface="Times New Roman" pitchFamily="18" charset="0"/>
              </a:rPr>
              <a:t>р</a:t>
            </a:r>
            <a:r>
              <a:rPr lang="ru-RU" altLang="uz-Cyrl-UZ" sz="1900" smtClean="0">
                <a:latin typeface="Times New Roman" pitchFamily="18" charset="0"/>
                <a:cs typeface="Times New Roman" pitchFamily="18" charset="0"/>
              </a:rPr>
              <a:t> </a:t>
            </a:r>
            <a:r>
              <a:rPr lang="uz-Cyrl-UZ" altLang="uz-Cyrl-UZ" sz="1900" smtClean="0">
                <a:latin typeface="Times New Roman" pitchFamily="18" charset="0"/>
                <a:cs typeface="Times New Roman" pitchFamily="18" charset="0"/>
              </a:rPr>
              <a:t>модули бўйича кўпайтириш </a:t>
            </a:r>
            <a:r>
              <a:rPr lang="ru-RU" altLang="uz-Cyrl-UZ" sz="1900" smtClean="0">
                <a:latin typeface="Times New Roman" pitchFamily="18" charset="0"/>
                <a:cs typeface="Times New Roman" pitchFamily="18" charset="0"/>
              </a:rPr>
              <a:t>амалининг символи; </a:t>
            </a:r>
          </a:p>
          <a:p>
            <a:pPr algn="just">
              <a:lnSpc>
                <a:spcPct val="90000"/>
              </a:lnSpc>
              <a:spcBef>
                <a:spcPct val="0"/>
              </a:spcBef>
            </a:pPr>
            <a:r>
              <a:rPr lang="ru-RU" altLang="uz-Cyrl-UZ" sz="1900" b="1" smtClean="0">
                <a:latin typeface="Times New Roman" pitchFamily="18" charset="0"/>
                <a:cs typeface="Times New Roman" pitchFamily="18" charset="0"/>
              </a:rPr>
              <a:t>ХФ </a:t>
            </a:r>
            <a:r>
              <a:rPr lang="ru-RU" altLang="uz-Cyrl-UZ" sz="1900" smtClean="0">
                <a:latin typeface="Times New Roman" pitchFamily="18" charset="0"/>
                <a:cs typeface="Times New Roman" pitchFamily="18" charset="0"/>
              </a:rPr>
              <a:t>- хэшлаш функцияси;</a:t>
            </a:r>
          </a:p>
          <a:p>
            <a:pPr algn="just">
              <a:lnSpc>
                <a:spcPct val="90000"/>
              </a:lnSpc>
              <a:spcBef>
                <a:spcPct val="0"/>
              </a:spcBef>
            </a:pPr>
            <a:r>
              <a:rPr lang="en-US" altLang="uz-Cyrl-UZ" sz="1900" b="1" i="1" smtClean="0">
                <a:latin typeface="Times New Roman" pitchFamily="18" charset="0"/>
                <a:cs typeface="Times New Roman" pitchFamily="18" charset="0"/>
              </a:rPr>
              <a:t>uzunlik</a:t>
            </a:r>
            <a:r>
              <a:rPr lang="en-US" altLang="uz-Cyrl-UZ" sz="1900" b="1" i="1" baseline="-25000" smtClean="0">
                <a:latin typeface="Times New Roman" pitchFamily="18" charset="0"/>
                <a:cs typeface="Times New Roman" pitchFamily="18" charset="0"/>
              </a:rPr>
              <a:t> </a:t>
            </a:r>
            <a:r>
              <a:rPr lang="ru-RU" altLang="uz-Cyrl-UZ" sz="1900" smtClean="0">
                <a:latin typeface="Times New Roman" pitchFamily="18" charset="0"/>
                <a:cs typeface="Times New Roman" pitchFamily="18" charset="0"/>
              </a:rPr>
              <a:t>– дастлабки маълумотларнинг </a:t>
            </a:r>
            <a:r>
              <a:rPr lang="uz-Cyrl-UZ" altLang="uz-Cyrl-UZ" sz="1900" smtClean="0">
                <a:latin typeface="Times New Roman" pitchFamily="18" charset="0"/>
                <a:cs typeface="Times New Roman" pitchFamily="18" charset="0"/>
              </a:rPr>
              <a:t>битлардаги </a:t>
            </a:r>
            <a:r>
              <a:rPr lang="ru-RU" altLang="uz-Cyrl-UZ" sz="1900" smtClean="0">
                <a:latin typeface="Times New Roman" pitchFamily="18" charset="0"/>
                <a:cs typeface="Times New Roman" pitchFamily="18" charset="0"/>
              </a:rPr>
              <a:t>узунлигини ўз ичига олувчи</a:t>
            </a:r>
            <a:r>
              <a:rPr lang="en-US" altLang="uz-Cyrl-UZ" sz="1900" smtClean="0">
                <a:latin typeface="Times New Roman" pitchFamily="18" charset="0"/>
                <a:cs typeface="Times New Roman" pitchFamily="18" charset="0"/>
              </a:rPr>
              <a:t>,</a:t>
            </a:r>
            <a:r>
              <a:rPr lang="ru-RU" altLang="uz-Cyrl-UZ" sz="1900" smtClean="0">
                <a:latin typeface="Times New Roman" pitchFamily="18" charset="0"/>
                <a:cs typeface="Times New Roman" pitchFamily="18" charset="0"/>
              </a:rPr>
              <a:t> хэшлаш функциясига кирувчи маълумотларнинг охиргидан олдинги блоки</a:t>
            </a:r>
            <a:r>
              <a:rPr lang="uz-Cyrl-UZ" altLang="uz-Cyrl-UZ" sz="1900" smtClean="0">
                <a:latin typeface="Times New Roman" pitchFamily="18" charset="0"/>
                <a:cs typeface="Times New Roman" pitchFamily="18" charset="0"/>
              </a:rPr>
              <a:t>;</a:t>
            </a:r>
            <a:endParaRPr lang="ru-RU" altLang="uz-Cyrl-UZ" sz="1900" smtClean="0">
              <a:latin typeface="Times New Roman" pitchFamily="18" charset="0"/>
              <a:cs typeface="Times New Roman" pitchFamily="18" charset="0"/>
            </a:endParaRPr>
          </a:p>
          <a:p>
            <a:pPr algn="just">
              <a:lnSpc>
                <a:spcPct val="90000"/>
              </a:lnSpc>
              <a:spcBef>
                <a:spcPct val="0"/>
              </a:spcBef>
            </a:pPr>
            <a:r>
              <a:rPr lang="ru-RU" altLang="uz-Cyrl-UZ" sz="1900" b="1" i="1" smtClean="0">
                <a:latin typeface="Times New Roman" pitchFamily="18" charset="0"/>
                <a:cs typeface="Times New Roman" pitchFamily="18" charset="0"/>
              </a:rPr>
              <a:t>NY</a:t>
            </a:r>
            <a:r>
              <a:rPr lang="ru-RU" altLang="uz-Cyrl-UZ" sz="1900" smtClean="0">
                <a:latin typeface="Times New Roman" pitchFamily="18" charset="0"/>
                <a:cs typeface="Times New Roman" pitchFamily="18" charset="0"/>
              </a:rPr>
              <a:t> - н</a:t>
            </a:r>
            <a:r>
              <a:rPr lang="uz-Cyrl-UZ" altLang="uz-Cyrl-UZ" sz="1900" smtClean="0">
                <a:latin typeface="Times New Roman" pitchFamily="18" charset="0"/>
                <a:cs typeface="Times New Roman" pitchFamily="18" charset="0"/>
              </a:rPr>
              <a:t>азорат </a:t>
            </a:r>
            <a:r>
              <a:rPr lang="ru-RU" altLang="uz-Cyrl-UZ" sz="1900" smtClean="0">
                <a:latin typeface="Times New Roman" pitchFamily="18" charset="0"/>
                <a:cs typeface="Times New Roman" pitchFamily="18" charset="0"/>
              </a:rPr>
              <a:t>суммаси бўлиб, </a:t>
            </a:r>
            <a:r>
              <a:rPr lang="uz-Cyrl-UZ" altLang="uz-Cyrl-UZ" sz="1900" smtClean="0">
                <a:latin typeface="Times New Roman" pitchFamily="18" charset="0"/>
                <a:cs typeface="Times New Roman" pitchFamily="18" charset="0"/>
              </a:rPr>
              <a:t>ўнлик саноқ тизимида</a:t>
            </a:r>
            <a:r>
              <a:rPr lang="ru-RU" altLang="uz-Cyrl-UZ" sz="1900" smtClean="0">
                <a:latin typeface="Times New Roman" pitchFamily="18" charset="0"/>
                <a:cs typeface="Times New Roman" pitchFamily="18" charset="0"/>
              </a:rPr>
              <a:t> дастлабки маълумотлар қийматлари суммасини ўз ичига олувчи</a:t>
            </a:r>
            <a:r>
              <a:rPr lang="en-US" altLang="uz-Cyrl-UZ" sz="1900" smtClean="0">
                <a:latin typeface="Times New Roman" pitchFamily="18" charset="0"/>
                <a:cs typeface="Times New Roman" pitchFamily="18" charset="0"/>
              </a:rPr>
              <a:t>,</a:t>
            </a:r>
            <a:r>
              <a:rPr lang="ru-RU" altLang="uz-Cyrl-UZ" sz="1900" smtClean="0">
                <a:latin typeface="Times New Roman" pitchFamily="18" charset="0"/>
                <a:cs typeface="Times New Roman" pitchFamily="18" charset="0"/>
              </a:rPr>
              <a:t> хэшлаш функциясига кирувчи маълумотларнинг охирги блоки;</a:t>
            </a:r>
            <a:endParaRPr lang="en-US" altLang="uz-Cyrl-UZ" sz="1900" smtClean="0">
              <a:latin typeface="Times New Roman" pitchFamily="18" charset="0"/>
              <a:cs typeface="Times New Roman" pitchFamily="18" charset="0"/>
            </a:endParaRPr>
          </a:p>
          <a:p>
            <a:pPr algn="just">
              <a:lnSpc>
                <a:spcPct val="90000"/>
              </a:lnSpc>
              <a:spcBef>
                <a:spcPct val="0"/>
              </a:spcBef>
            </a:pPr>
            <a:r>
              <a:rPr lang="ru-RU" altLang="ja-JP" sz="1900" smtClean="0">
                <a:latin typeface="Times New Roman" pitchFamily="18" charset="0"/>
                <a:cs typeface="Times New Roman" pitchFamily="18" charset="0"/>
              </a:rPr>
              <a:t>Алгоритмда </a:t>
            </a:r>
            <a:r>
              <a:rPr lang="uz-Cyrl-UZ" altLang="ja-JP" sz="1900" smtClean="0">
                <a:latin typeface="Times New Roman" pitchFamily="18" charset="0"/>
                <a:cs typeface="Times New Roman" pitchFamily="18" charset="0"/>
              </a:rPr>
              <a:t>қ</a:t>
            </a:r>
            <a:r>
              <a:rPr lang="ru-RU" altLang="ja-JP" sz="1900" smtClean="0">
                <a:latin typeface="Times New Roman" pitchFamily="18" charset="0"/>
                <a:cs typeface="Times New Roman" pitchFamily="18" charset="0"/>
              </a:rPr>
              <a:t>уйидаги</a:t>
            </a:r>
            <a:r>
              <a:rPr lang="uz-Cyrl-UZ" altLang="ja-JP" sz="1900" smtClean="0">
                <a:latin typeface="Times New Roman" pitchFamily="18" charset="0"/>
                <a:cs typeface="Times New Roman" pitchFamily="18" charset="0"/>
              </a:rPr>
              <a:t> </a:t>
            </a:r>
            <a:r>
              <a:rPr lang="ru-RU" altLang="ja-JP" sz="1900" b="1" i="1" smtClean="0">
                <a:latin typeface="Times New Roman" pitchFamily="18" charset="0"/>
                <a:cs typeface="Times New Roman" pitchFamily="18" charset="0"/>
              </a:rPr>
              <a:t>Qo’sh (holat, holatn)</a:t>
            </a:r>
            <a:r>
              <a:rPr lang="en-US" altLang="ja-JP" sz="1900" b="1" i="1" smtClean="0">
                <a:latin typeface="Times New Roman" pitchFamily="18" charset="0"/>
                <a:cs typeface="Times New Roman" pitchFamily="18" charset="0"/>
              </a:rPr>
              <a:t>,</a:t>
            </a:r>
            <a:r>
              <a:rPr lang="ru-RU" altLang="ja-JP" sz="1900" smtClean="0">
                <a:latin typeface="Times New Roman" pitchFamily="18" charset="0"/>
                <a:cs typeface="Times New Roman" pitchFamily="18" charset="0"/>
              </a:rPr>
              <a:t> </a:t>
            </a:r>
            <a:r>
              <a:rPr lang="ru-RU" altLang="ja-JP" sz="1900" b="1" i="1" smtClean="0">
                <a:latin typeface="Times New Roman" pitchFamily="18" charset="0"/>
                <a:cs typeface="Times New Roman" pitchFamily="18" charset="0"/>
              </a:rPr>
              <a:t>BaytZichlash (holat, holatn)</a:t>
            </a:r>
            <a:r>
              <a:rPr lang="en-US" altLang="ja-JP" sz="1900" b="1" i="1" smtClean="0">
                <a:latin typeface="Times New Roman" pitchFamily="18" charset="0"/>
                <a:cs typeface="Times New Roman" pitchFamily="18" charset="0"/>
              </a:rPr>
              <a:t>, Aralash</a:t>
            </a:r>
            <a:r>
              <a:rPr lang="ru-RU" altLang="ja-JP" sz="1900" b="1" i="1" smtClean="0">
                <a:latin typeface="Times New Roman" pitchFamily="18" charset="0"/>
                <a:cs typeface="Times New Roman" pitchFamily="18" charset="0"/>
              </a:rPr>
              <a:t>(holat, k</a:t>
            </a:r>
            <a:r>
              <a:rPr lang="ru-RU" altLang="ja-JP" sz="1900" b="1" i="1" baseline="-30000" smtClean="0">
                <a:latin typeface="Times New Roman" pitchFamily="18" charset="0"/>
                <a:cs typeface="Times New Roman" pitchFamily="18" charset="0"/>
              </a:rPr>
              <a:t>e</a:t>
            </a:r>
            <a:r>
              <a:rPr lang="ru-RU" altLang="ja-JP" sz="1900" b="1" i="1" smtClean="0">
                <a:latin typeface="Times New Roman" pitchFamily="18" charset="0"/>
                <a:cs typeface="Times New Roman" pitchFamily="18" charset="0"/>
              </a:rPr>
              <a:t>)</a:t>
            </a:r>
            <a:r>
              <a:rPr lang="en-US" altLang="ja-JP" sz="1900" b="1" i="1" smtClean="0">
                <a:latin typeface="Times New Roman" pitchFamily="18" charset="0"/>
                <a:cs typeface="Times New Roman" pitchFamily="18" charset="0"/>
              </a:rPr>
              <a:t>, </a:t>
            </a:r>
            <a:r>
              <a:rPr lang="uz-Cyrl-UZ" altLang="ja-JP" sz="1900" b="1" i="1" smtClean="0">
                <a:latin typeface="Times New Roman" pitchFamily="18" charset="0"/>
                <a:cs typeface="Times New Roman" pitchFamily="18" charset="0"/>
              </a:rPr>
              <a:t>SurHolat(holat)</a:t>
            </a:r>
            <a:r>
              <a:rPr lang="en-US" altLang="ja-JP" sz="1900" smtClean="0">
                <a:latin typeface="Times New Roman" pitchFamily="18" charset="0"/>
                <a:cs typeface="Times New Roman" pitchFamily="18" charset="0"/>
              </a:rPr>
              <a:t>, </a:t>
            </a:r>
            <a:r>
              <a:rPr lang="uz-Cyrl-UZ" altLang="ja-JP" sz="1900" b="1" i="1" smtClean="0">
                <a:latin typeface="Times New Roman" pitchFamily="18" charset="0"/>
                <a:cs typeface="Times New Roman" pitchFamily="18" charset="0"/>
              </a:rPr>
              <a:t>SurKalit(k</a:t>
            </a:r>
            <a:r>
              <a:rPr lang="uz-Cyrl-UZ" altLang="ja-JP" sz="1900" b="1" i="1" baseline="-30000" smtClean="0">
                <a:latin typeface="Times New Roman" pitchFamily="18" charset="0"/>
                <a:cs typeface="Times New Roman" pitchFamily="18" charset="0"/>
              </a:rPr>
              <a:t>e</a:t>
            </a:r>
            <a:r>
              <a:rPr lang="uz-Cyrl-UZ" altLang="ja-JP" sz="1900" b="1" i="1" smtClean="0">
                <a:latin typeface="Times New Roman" pitchFamily="18" charset="0"/>
                <a:cs typeface="Times New Roman" pitchFamily="18" charset="0"/>
              </a:rPr>
              <a:t>)</a:t>
            </a:r>
            <a:r>
              <a:rPr lang="en-US" altLang="ja-JP" sz="1900" b="1" i="1" smtClean="0">
                <a:latin typeface="Times New Roman" pitchFamily="18" charset="0"/>
                <a:cs typeface="Times New Roman" pitchFamily="18" charset="0"/>
              </a:rPr>
              <a:t>, </a:t>
            </a:r>
            <a:r>
              <a:rPr lang="uz-Cyrl-UZ" altLang="ja-JP" sz="1900" b="1" i="1" smtClean="0">
                <a:latin typeface="Times New Roman" pitchFamily="18" charset="0"/>
                <a:cs typeface="Times New Roman" pitchFamily="18" charset="0"/>
              </a:rPr>
              <a:t>TuzilmaKalit(k</a:t>
            </a:r>
            <a:r>
              <a:rPr lang="uz-Cyrl-UZ" altLang="ja-JP" sz="1900" b="1" i="1" baseline="-30000" smtClean="0">
                <a:latin typeface="Times New Roman" pitchFamily="18" charset="0"/>
                <a:cs typeface="Times New Roman" pitchFamily="18" charset="0"/>
              </a:rPr>
              <a:t>e</a:t>
            </a:r>
            <a:r>
              <a:rPr lang="uz-Cyrl-UZ" altLang="ja-JP" sz="1900" b="1" i="1" smtClean="0">
                <a:latin typeface="Times New Roman" pitchFamily="18" charset="0"/>
                <a:cs typeface="Times New Roman" pitchFamily="18" charset="0"/>
              </a:rPr>
              <a:t>, k) </a:t>
            </a:r>
            <a:r>
              <a:rPr lang="uz-Cyrl-UZ" altLang="ja-JP" sz="1900" smtClean="0">
                <a:latin typeface="Times New Roman" pitchFamily="18" charset="0"/>
                <a:cs typeface="Times New Roman" pitchFamily="18" charset="0"/>
              </a:rPr>
              <a:t>ва бошқа акслантиришлардан фойдаланилган.</a:t>
            </a:r>
            <a:endParaRPr lang="ru-RU" altLang="uz-Cyrl-UZ" sz="1900" smtClean="0">
              <a:latin typeface="Times New Roman" pitchFamily="18" charset="0"/>
              <a:cs typeface="Times New Roman" pitchFamily="18" charset="0"/>
            </a:endParaRPr>
          </a:p>
        </p:txBody>
      </p:sp>
      <p:sp>
        <p:nvSpPr>
          <p:cNvPr id="13315" name="Rectangle 3"/>
          <p:cNvSpPr>
            <a:spLocks noChangeArrowheads="1"/>
          </p:cNvSpPr>
          <p:nvPr/>
        </p:nvSpPr>
        <p:spPr bwMode="auto">
          <a:xfrm>
            <a:off x="250825" y="71414"/>
            <a:ext cx="8642350" cy="49847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p>
            <a:pPr algn="ctr">
              <a:defRPr/>
            </a:pPr>
            <a:r>
              <a:rPr lang="ru-RU" sz="2600" b="1" dirty="0">
                <a:effectLst>
                  <a:glow rad="63500">
                    <a:schemeClr val="accent3">
                      <a:satMod val="175000"/>
                      <a:alpha val="40000"/>
                    </a:schemeClr>
                  </a:glow>
                </a:effectLst>
                <a:latin typeface="Times New Roman" pitchFamily="18" charset="0"/>
              </a:rPr>
              <a:t>2. </a:t>
            </a:r>
            <a:r>
              <a:rPr lang="ru-RU" sz="2600" b="1" dirty="0" err="1">
                <a:effectLst>
                  <a:glow rad="63500">
                    <a:schemeClr val="accent3">
                      <a:satMod val="175000"/>
                      <a:alpha val="40000"/>
                    </a:schemeClr>
                  </a:glow>
                </a:effectLst>
                <a:latin typeface="Times New Roman" pitchFamily="18" charset="0"/>
              </a:rPr>
              <a:t>Белгилашлар</a:t>
            </a:r>
            <a:r>
              <a:rPr lang="ru-RU" sz="2600" b="1" dirty="0">
                <a:effectLst>
                  <a:glow rad="63500">
                    <a:schemeClr val="accent3">
                      <a:satMod val="175000"/>
                      <a:alpha val="40000"/>
                    </a:schemeClr>
                  </a:glow>
                </a:effectLst>
                <a:latin typeface="Times New Roman" pitchFamily="18" charset="0"/>
              </a:rPr>
              <a:t> </a:t>
            </a:r>
            <a:r>
              <a:rPr lang="ru-RU" sz="2600" b="1" dirty="0" err="1">
                <a:effectLst>
                  <a:glow rad="63500">
                    <a:schemeClr val="accent3">
                      <a:satMod val="175000"/>
                      <a:alpha val="40000"/>
                    </a:schemeClr>
                  </a:glow>
                </a:effectLst>
                <a:latin typeface="Times New Roman" pitchFamily="18" charset="0"/>
              </a:rPr>
              <a:t>ва</a:t>
            </a:r>
            <a:r>
              <a:rPr lang="ru-RU" sz="2600" b="1" dirty="0">
                <a:effectLst>
                  <a:glow rad="63500">
                    <a:schemeClr val="accent3">
                      <a:satMod val="175000"/>
                      <a:alpha val="40000"/>
                    </a:schemeClr>
                  </a:glow>
                </a:effectLst>
                <a:latin typeface="Times New Roman" pitchFamily="18" charset="0"/>
              </a:rPr>
              <a:t> </a:t>
            </a:r>
            <a:r>
              <a:rPr lang="ru-RU" sz="2600" b="1" dirty="0" err="1">
                <a:effectLst>
                  <a:glow rad="63500">
                    <a:schemeClr val="accent3">
                      <a:satMod val="175000"/>
                      <a:alpha val="40000"/>
                    </a:schemeClr>
                  </a:glow>
                </a:effectLst>
                <a:latin typeface="Times New Roman" pitchFamily="18" charset="0"/>
              </a:rPr>
              <a:t>акслантиришлар</a:t>
            </a:r>
            <a:r>
              <a:rPr lang="ru-RU" sz="2200" b="1" dirty="0">
                <a:effectLst>
                  <a:glow rad="63500">
                    <a:schemeClr val="accent3">
                      <a:satMod val="175000"/>
                      <a:alpha val="40000"/>
                    </a:schemeClr>
                  </a:glow>
                </a:effectLst>
                <a:latin typeface="Times New Roman" pitchFamily="18" charset="0"/>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250825" y="71414"/>
            <a:ext cx="8642350" cy="49847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p>
            <a:pPr algn="ctr">
              <a:defRPr/>
            </a:pPr>
            <a:r>
              <a:rPr lang="ru-RU" sz="2600" b="1" dirty="0">
                <a:effectLst>
                  <a:glow rad="63500">
                    <a:schemeClr val="accent3">
                      <a:satMod val="175000"/>
                      <a:alpha val="40000"/>
                    </a:schemeClr>
                  </a:glow>
                </a:effectLst>
                <a:latin typeface="Times New Roman" pitchFamily="18" charset="0"/>
              </a:rPr>
              <a:t>3. </a:t>
            </a:r>
            <a:r>
              <a:rPr lang="ru-RU" sz="2600" b="1" dirty="0" err="1">
                <a:effectLst>
                  <a:glow rad="63500">
                    <a:schemeClr val="accent3">
                      <a:satMod val="175000"/>
                      <a:alpha val="40000"/>
                    </a:schemeClr>
                  </a:glow>
                </a:effectLst>
                <a:latin typeface="Times New Roman" pitchFamily="18" charset="0"/>
              </a:rPr>
              <a:t>Асосий</a:t>
            </a:r>
            <a:r>
              <a:rPr lang="ru-RU" sz="2600" b="1" dirty="0">
                <a:effectLst>
                  <a:glow rad="63500">
                    <a:schemeClr val="accent3">
                      <a:satMod val="175000"/>
                      <a:alpha val="40000"/>
                    </a:schemeClr>
                  </a:glow>
                </a:effectLst>
                <a:latin typeface="Times New Roman" pitchFamily="18" charset="0"/>
              </a:rPr>
              <a:t> </a:t>
            </a:r>
            <a:r>
              <a:rPr lang="ru-RU" sz="2600" b="1" dirty="0" err="1">
                <a:effectLst>
                  <a:glow rad="63500">
                    <a:schemeClr val="accent3">
                      <a:satMod val="175000"/>
                      <a:alpha val="40000"/>
                    </a:schemeClr>
                  </a:glow>
                </a:effectLst>
                <a:latin typeface="Times New Roman" pitchFamily="18" charset="0"/>
              </a:rPr>
              <a:t>тушунчалар</a:t>
            </a:r>
            <a:r>
              <a:rPr lang="ru-RU" sz="2200" b="1" dirty="0">
                <a:effectLst>
                  <a:glow rad="63500">
                    <a:schemeClr val="accent3">
                      <a:satMod val="175000"/>
                      <a:alpha val="40000"/>
                    </a:schemeClr>
                  </a:glow>
                </a:effectLst>
                <a:latin typeface="Times New Roman" pitchFamily="18" charset="0"/>
              </a:rPr>
              <a:t>.</a:t>
            </a:r>
          </a:p>
        </p:txBody>
      </p:sp>
      <p:sp>
        <p:nvSpPr>
          <p:cNvPr id="6147" name="Rectangle 1"/>
          <p:cNvSpPr>
            <a:spLocks noChangeArrowheads="1"/>
          </p:cNvSpPr>
          <p:nvPr/>
        </p:nvSpPr>
        <p:spPr bwMode="auto">
          <a:xfrm>
            <a:off x="101600" y="627063"/>
            <a:ext cx="8912225" cy="621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0850" algn="just"/>
            <a:r>
              <a:rPr lang="ru-RU" altLang="ja-JP" sz="2000" b="1">
                <a:solidFill>
                  <a:srgbClr val="C00000"/>
                </a:solidFill>
                <a:latin typeface="Times New Roman" pitchFamily="18" charset="0"/>
                <a:cs typeface="Times New Roman" pitchFamily="18" charset="0"/>
              </a:rPr>
              <a:t>3.1.  ЯРИМ БАЙТЛАР (БАЙТЛАР).</a:t>
            </a:r>
            <a:endParaRPr lang="ru-RU" altLang="ja-JP" sz="2000">
              <a:solidFill>
                <a:srgbClr val="C00000"/>
              </a:solidFill>
              <a:latin typeface="Times New Roman" pitchFamily="18" charset="0"/>
              <a:cs typeface="Times New Roman" pitchFamily="18" charset="0"/>
            </a:endParaRPr>
          </a:p>
          <a:p>
            <a:pPr indent="450850" algn="just" eaLnBrk="0" hangingPunct="0"/>
            <a:r>
              <a:rPr lang="ru-RU" altLang="ja-JP" sz="2000" b="1">
                <a:latin typeface="Times New Roman" pitchFamily="18" charset="0"/>
                <a:cs typeface="Times New Roman" pitchFamily="18" charset="0"/>
              </a:rPr>
              <a:t>3.1.1.</a:t>
            </a:r>
            <a:r>
              <a:rPr lang="ru-RU" altLang="ja-JP" sz="2000">
                <a:latin typeface="Times New Roman" pitchFamily="18" charset="0"/>
                <a:cs typeface="Times New Roman" pitchFamily="18" charset="0"/>
              </a:rPr>
              <a:t> ХФ алгоритмида </a:t>
            </a:r>
            <a:r>
              <a:rPr lang="ru-RU" altLang="ja-JP" sz="2000" b="1" i="1">
                <a:latin typeface="Times New Roman" pitchFamily="18" charset="0"/>
                <a:cs typeface="Times New Roman" pitchFamily="18" charset="0"/>
              </a:rPr>
              <a:t>128 </a:t>
            </a:r>
            <a:r>
              <a:rPr lang="ru-RU" altLang="ja-JP" sz="2000" i="1">
                <a:latin typeface="Times New Roman" pitchFamily="18" charset="0"/>
                <a:cs typeface="Times New Roman" pitchFamily="18" charset="0"/>
              </a:rPr>
              <a:t>(256)</a:t>
            </a:r>
            <a:r>
              <a:rPr lang="ru-RU" altLang="ja-JP" sz="2000" b="1" i="1">
                <a:latin typeface="Times New Roman" pitchFamily="18" charset="0"/>
                <a:cs typeface="Times New Roman" pitchFamily="18" charset="0"/>
              </a:rPr>
              <a:t> bit </a:t>
            </a:r>
            <a:r>
              <a:rPr lang="ru-RU" altLang="ja-JP" sz="2000">
                <a:latin typeface="Times New Roman" pitchFamily="18" charset="0"/>
                <a:cs typeface="Times New Roman" pitchFamily="18" charset="0"/>
              </a:rPr>
              <a:t> узунликдаги кириш блокларини қайта ишлаш учун асосий бирлик – тўртта битли кетма-кетликдаги ярим байт ҳисобланади. Кириш, чиқиш, хэшлаш калити ва босқич калитининг битли кетма-кетлиги </a:t>
            </a:r>
            <a:r>
              <a:rPr lang="ru-RU" altLang="ja-JP" sz="2000" b="1" i="1">
                <a:latin typeface="Times New Roman" pitchFamily="18" charset="0"/>
                <a:cs typeface="Times New Roman" pitchFamily="18" charset="0"/>
              </a:rPr>
              <a:t>ярим байт</a:t>
            </a:r>
            <a:r>
              <a:rPr lang="ru-RU" altLang="ja-JP" sz="2000">
                <a:latin typeface="Times New Roman" pitchFamily="18" charset="0"/>
                <a:cs typeface="Times New Roman" pitchFamily="18" charset="0"/>
              </a:rPr>
              <a:t> </a:t>
            </a:r>
            <a:r>
              <a:rPr lang="ru-RU" altLang="ja-JP" sz="2000" i="1">
                <a:latin typeface="Times New Roman" pitchFamily="18" charset="0"/>
                <a:cs typeface="Times New Roman" pitchFamily="18" charset="0"/>
              </a:rPr>
              <a:t>(байт)</a:t>
            </a:r>
            <a:r>
              <a:rPr lang="ru-RU" altLang="ja-JP" sz="2000">
                <a:latin typeface="Times New Roman" pitchFamily="18" charset="0"/>
                <a:cs typeface="Times New Roman" pitchFamily="18" charset="0"/>
              </a:rPr>
              <a:t> массивлари устида қайта ишланиб, шакллантирилади.</a:t>
            </a:r>
          </a:p>
          <a:p>
            <a:pPr indent="450850" algn="just" eaLnBrk="0" hangingPunct="0"/>
            <a:r>
              <a:rPr lang="ru-RU" altLang="ja-JP" sz="2000" b="1">
                <a:latin typeface="Times New Roman" pitchFamily="18" charset="0"/>
                <a:cs typeface="Times New Roman" pitchFamily="18" charset="0"/>
              </a:rPr>
              <a:t>3.1.2.</a:t>
            </a:r>
            <a:r>
              <a:rPr lang="ru-RU" altLang="ja-JP" sz="2000">
                <a:latin typeface="Times New Roman" pitchFamily="18" charset="0"/>
                <a:cs typeface="Times New Roman" pitchFamily="18" charset="0"/>
              </a:rPr>
              <a:t> </a:t>
            </a:r>
            <a:r>
              <a:rPr lang="en-US" altLang="ja-JP" sz="2000" b="1" i="1">
                <a:latin typeface="Times New Roman" pitchFamily="18" charset="0"/>
                <a:cs typeface="Times New Roman" pitchFamily="18" charset="0"/>
              </a:rPr>
              <a:t>a</a:t>
            </a:r>
            <a:r>
              <a:rPr lang="ru-RU" altLang="ja-JP" sz="2000">
                <a:latin typeface="Times New Roman" pitchFamily="18" charset="0"/>
                <a:cs typeface="Times New Roman" pitchFamily="18" charset="0"/>
              </a:rPr>
              <a:t> ҳарфи билан белгиланган кириш, чиқиш ёки хэшлаш калити учун ярим байтлар (байтлар) натижавий массивда иккита ёзув шаклидан бири - </a:t>
            </a:r>
            <a:r>
              <a:rPr lang="ru-RU" altLang="ja-JP" sz="2000" b="1" i="1">
                <a:latin typeface="Times New Roman" pitchFamily="18" charset="0"/>
                <a:cs typeface="Times New Roman" pitchFamily="18" charset="0"/>
              </a:rPr>
              <a:t>а</a:t>
            </a:r>
            <a:r>
              <a:rPr lang="en-US" altLang="ja-JP" sz="2000" b="1" i="1" baseline="-30000">
                <a:latin typeface="Times New Roman" pitchFamily="18" charset="0"/>
                <a:cs typeface="Times New Roman" pitchFamily="18" charset="0"/>
              </a:rPr>
              <a:t>n</a:t>
            </a:r>
            <a:r>
              <a:rPr lang="ru-RU" altLang="ja-JP" sz="2000">
                <a:latin typeface="Times New Roman" pitchFamily="18" charset="0"/>
                <a:cs typeface="Times New Roman" pitchFamily="18" charset="0"/>
              </a:rPr>
              <a:t> ёки </a:t>
            </a:r>
            <a:r>
              <a:rPr lang="ru-RU" altLang="ja-JP" sz="2000" b="1" i="1">
                <a:latin typeface="Times New Roman" pitchFamily="18" charset="0"/>
                <a:cs typeface="Times New Roman" pitchFamily="18" charset="0"/>
              </a:rPr>
              <a:t>а</a:t>
            </a:r>
            <a:r>
              <a:rPr lang="ru-RU" altLang="ja-JP" sz="2000">
                <a:latin typeface="Times New Roman" pitchFamily="18" charset="0"/>
                <a:cs typeface="Times New Roman" pitchFamily="18" charset="0"/>
              </a:rPr>
              <a:t>[</a:t>
            </a:r>
            <a:r>
              <a:rPr lang="en-US" altLang="ja-JP" sz="2000" b="1" i="1">
                <a:latin typeface="Times New Roman" pitchFamily="18" charset="0"/>
                <a:cs typeface="Times New Roman" pitchFamily="18" charset="0"/>
              </a:rPr>
              <a:t>n</a:t>
            </a:r>
            <a:r>
              <a:rPr lang="ru-RU" altLang="ja-JP" sz="2000">
                <a:latin typeface="Times New Roman" pitchFamily="18" charset="0"/>
                <a:cs typeface="Times New Roman" pitchFamily="18" charset="0"/>
              </a:rPr>
              <a:t>] дан фойдаланилган ҳолда белгиланади (</a:t>
            </a:r>
            <a:r>
              <a:rPr lang="ru-RU" altLang="ja-JP" sz="2000" b="1" i="1">
                <a:latin typeface="Times New Roman" pitchFamily="18" charset="0"/>
                <a:cs typeface="Times New Roman" pitchFamily="18" charset="0"/>
              </a:rPr>
              <a:t>0 </a:t>
            </a:r>
            <a:r>
              <a:rPr lang="en-US" altLang="ja-JP" sz="2000" b="1" i="1">
                <a:latin typeface="Times New Roman" pitchFamily="18" charset="0"/>
                <a:cs typeface="Times New Roman" pitchFamily="18" charset="0"/>
                <a:sym typeface="Symbol" pitchFamily="18" charset="2"/>
              </a:rPr>
              <a:t></a:t>
            </a:r>
            <a:r>
              <a:rPr lang="ru-RU" altLang="ja-JP" sz="2000" b="1" i="1">
                <a:latin typeface="Times New Roman" pitchFamily="18" charset="0"/>
                <a:cs typeface="Times New Roman" pitchFamily="18" charset="0"/>
              </a:rPr>
              <a:t>  </a:t>
            </a:r>
            <a:r>
              <a:rPr lang="en-US" altLang="ja-JP" sz="2000" b="1" i="1">
                <a:latin typeface="Times New Roman" pitchFamily="18" charset="0"/>
                <a:cs typeface="Times New Roman" pitchFamily="18" charset="0"/>
                <a:sym typeface="Symbol" pitchFamily="18" charset="2"/>
              </a:rPr>
              <a:t>n</a:t>
            </a:r>
            <a:r>
              <a:rPr lang="ru-RU" altLang="ja-JP" sz="2000" b="1" i="1">
                <a:latin typeface="Times New Roman" pitchFamily="18" charset="0"/>
                <a:cs typeface="Times New Roman" pitchFamily="18" charset="0"/>
                <a:sym typeface="Symbol" pitchFamily="18" charset="2"/>
              </a:rPr>
              <a:t> &lt; 32 )</a:t>
            </a:r>
            <a:r>
              <a:rPr lang="ru-RU" altLang="ja-JP" sz="2000">
                <a:latin typeface="Times New Roman" pitchFamily="18" charset="0"/>
                <a:cs typeface="Times New Roman" pitchFamily="18" charset="0"/>
                <a:sym typeface="Symbol" pitchFamily="18" charset="2"/>
              </a:rPr>
              <a:t>.</a:t>
            </a:r>
          </a:p>
          <a:p>
            <a:pPr indent="450850" algn="just" eaLnBrk="0" hangingPunct="0"/>
            <a:endParaRPr lang="ru-RU" altLang="ja-JP" sz="200" b="1">
              <a:latin typeface="Times New Roman" pitchFamily="18" charset="0"/>
              <a:cs typeface="Times New Roman" pitchFamily="18" charset="0"/>
            </a:endParaRPr>
          </a:p>
          <a:p>
            <a:pPr indent="450850" algn="just" eaLnBrk="0" hangingPunct="0"/>
            <a:r>
              <a:rPr lang="ru-RU" altLang="ja-JP" sz="2000" b="1">
                <a:solidFill>
                  <a:srgbClr val="C00000"/>
                </a:solidFill>
                <a:latin typeface="Times New Roman" pitchFamily="18" charset="0"/>
                <a:cs typeface="Times New Roman" pitchFamily="18" charset="0"/>
              </a:rPr>
              <a:t>3.2.  </a:t>
            </a:r>
            <a:r>
              <a:rPr lang="uz-Cyrl-UZ" altLang="uz-Cyrl-UZ" sz="2000" b="1">
                <a:solidFill>
                  <a:srgbClr val="C00000"/>
                </a:solidFill>
                <a:latin typeface="Times New Roman" pitchFamily="18" charset="0"/>
                <a:ea typeface="ＭＳ Ｐゴシック" pitchFamily="34" charset="-128"/>
                <a:cs typeface="Times New Roman" pitchFamily="18" charset="0"/>
              </a:rPr>
              <a:t>ЯРИМ БАЙТЛАР ВА БАЙТЛАР МАССИВИ.</a:t>
            </a:r>
          </a:p>
          <a:p>
            <a:pPr indent="450850" algn="just"/>
            <a:r>
              <a:rPr lang="uz-Cyrl-UZ" altLang="uz-Cyrl-UZ" sz="2000" b="1">
                <a:latin typeface="Times New Roman" pitchFamily="18" charset="0"/>
                <a:ea typeface="ＭＳ Ｐゴシック" pitchFamily="34" charset="-128"/>
                <a:cs typeface="Times New Roman" pitchFamily="18" charset="0"/>
              </a:rPr>
              <a:t>3.2.1.  </a:t>
            </a:r>
            <a:r>
              <a:rPr lang="uz-Cyrl-UZ" altLang="uz-Cyrl-UZ" sz="2000" b="1" i="1">
                <a:latin typeface="Times New Roman" pitchFamily="18" charset="0"/>
                <a:ea typeface="ＭＳ Ｐゴシック" pitchFamily="34" charset="-128"/>
                <a:cs typeface="Times New Roman" pitchFamily="18" charset="0"/>
              </a:rPr>
              <a:t>128 bit </a:t>
            </a:r>
            <a:r>
              <a:rPr lang="uz-Cyrl-UZ" altLang="uz-Cyrl-UZ" sz="2000">
                <a:latin typeface="Times New Roman" pitchFamily="18" charset="0"/>
                <a:ea typeface="ＭＳ Ｐゴシック" pitchFamily="34" charset="-128"/>
                <a:cs typeface="Times New Roman" pitchFamily="18" charset="0"/>
              </a:rPr>
              <a:t>узунликдаги кириш блоклари учун </a:t>
            </a:r>
            <a:r>
              <a:rPr lang="uz-Cyrl-UZ" altLang="uz-Cyrl-UZ" sz="2000" b="1">
                <a:solidFill>
                  <a:srgbClr val="FF0000"/>
                </a:solidFill>
                <a:latin typeface="Times New Roman" pitchFamily="18" charset="0"/>
                <a:ea typeface="ＭＳ Ｐゴシック" pitchFamily="34" charset="-128"/>
                <a:cs typeface="Times New Roman" pitchFamily="18" charset="0"/>
              </a:rPr>
              <a:t>ярим байт массиви</a:t>
            </a:r>
            <a:r>
              <a:rPr lang="uz-Cyrl-UZ" altLang="uz-Cyrl-UZ" sz="2000">
                <a:latin typeface="Times New Roman" pitchFamily="18" charset="0"/>
                <a:ea typeface="ＭＳ Ｐゴシック" pitchFamily="34" charset="-128"/>
                <a:cs typeface="Times New Roman" pitchFamily="18" charset="0"/>
              </a:rPr>
              <a:t> қуйидаги шаклда ифодаланади:</a:t>
            </a:r>
            <a:endParaRPr lang="ru-RU" altLang="uz-Cyrl-UZ" sz="2000">
              <a:latin typeface="Times New Roman" pitchFamily="18" charset="0"/>
              <a:ea typeface="ＭＳ Ｐゴシック" pitchFamily="34" charset="-128"/>
              <a:cs typeface="Times New Roman" pitchFamily="18" charset="0"/>
            </a:endParaRPr>
          </a:p>
          <a:p>
            <a:pPr indent="450850" algn="ctr"/>
            <a:r>
              <a:rPr lang="uz-Cyrl-UZ" altLang="uz-Cyrl-UZ" sz="2000" b="1" i="1">
                <a:solidFill>
                  <a:srgbClr val="FF0000"/>
                </a:solidFill>
                <a:latin typeface="Times New Roman" pitchFamily="18" charset="0"/>
                <a:ea typeface="ＭＳ Ｐゴシック" pitchFamily="34" charset="-128"/>
                <a:cs typeface="Times New Roman" pitchFamily="18" charset="0"/>
              </a:rPr>
              <a:t>a</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0</a:t>
            </a:r>
            <a:r>
              <a:rPr lang="uz-Cyrl-UZ" altLang="uz-Cyrl-UZ" sz="2000" b="1" i="1">
                <a:solidFill>
                  <a:srgbClr val="FF0000"/>
                </a:solidFill>
                <a:latin typeface="Times New Roman" pitchFamily="18" charset="0"/>
                <a:ea typeface="ＭＳ Ｐゴシック" pitchFamily="34" charset="-128"/>
                <a:cs typeface="Times New Roman" pitchFamily="18" charset="0"/>
              </a:rPr>
              <a:t>, a</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1</a:t>
            </a:r>
            <a:r>
              <a:rPr lang="uz-Cyrl-UZ" altLang="uz-Cyrl-UZ" sz="2000" b="1" i="1">
                <a:solidFill>
                  <a:srgbClr val="FF0000"/>
                </a:solidFill>
                <a:latin typeface="Times New Roman" pitchFamily="18" charset="0"/>
                <a:ea typeface="ＭＳ Ｐゴシック" pitchFamily="34" charset="-128"/>
                <a:cs typeface="Times New Roman" pitchFamily="18" charset="0"/>
              </a:rPr>
              <a:t>, a</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2</a:t>
            </a:r>
            <a:r>
              <a:rPr lang="uz-Cyrl-UZ" altLang="uz-Cyrl-UZ" sz="2000" b="1" i="1">
                <a:solidFill>
                  <a:srgbClr val="FF0000"/>
                </a:solidFill>
                <a:latin typeface="Times New Roman" pitchFamily="18" charset="0"/>
                <a:ea typeface="ＭＳ Ｐゴシック" pitchFamily="34" charset="-128"/>
                <a:cs typeface="Times New Roman" pitchFamily="18" charset="0"/>
              </a:rPr>
              <a:t>, a</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3</a:t>
            </a:r>
            <a:r>
              <a:rPr lang="uz-Cyrl-UZ" altLang="uz-Cyrl-UZ" sz="2000" b="1" i="1">
                <a:solidFill>
                  <a:srgbClr val="FF0000"/>
                </a:solidFill>
                <a:latin typeface="Times New Roman" pitchFamily="18" charset="0"/>
                <a:ea typeface="ＭＳ Ｐゴシック" pitchFamily="34" charset="-128"/>
                <a:cs typeface="Times New Roman" pitchFamily="18" charset="0"/>
              </a:rPr>
              <a:t>,…a</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31</a:t>
            </a:r>
            <a:r>
              <a:rPr lang="uz-Cyrl-UZ" altLang="uz-Cyrl-UZ" sz="2000" b="1" i="1">
                <a:solidFill>
                  <a:srgbClr val="FF0000"/>
                </a:solidFill>
                <a:latin typeface="Times New Roman" pitchFamily="18" charset="0"/>
                <a:ea typeface="ＭＳ Ｐゴシック" pitchFamily="34" charset="-128"/>
                <a:cs typeface="Times New Roman" pitchFamily="18" charset="0"/>
              </a:rPr>
              <a:t>.</a:t>
            </a:r>
            <a:endParaRPr lang="ru-RU" altLang="uz-Cyrl-UZ" sz="2000">
              <a:solidFill>
                <a:srgbClr val="FF0000"/>
              </a:solidFill>
              <a:latin typeface="Times New Roman" pitchFamily="18" charset="0"/>
              <a:ea typeface="ＭＳ Ｐゴシック" pitchFamily="34" charset="-128"/>
              <a:cs typeface="Times New Roman" pitchFamily="18" charset="0"/>
            </a:endParaRPr>
          </a:p>
          <a:p>
            <a:pPr indent="450850" algn="ctr"/>
            <a:r>
              <a:rPr lang="uz-Cyrl-UZ" altLang="uz-Cyrl-UZ" sz="2000">
                <a:latin typeface="Times New Roman" pitchFamily="18" charset="0"/>
                <a:ea typeface="ＭＳ Ｐゴシック" pitchFamily="34" charset="-128"/>
                <a:cs typeface="Times New Roman" pitchFamily="18" charset="0"/>
              </a:rPr>
              <a:t>Ярим байтлар ва битларнинг ярим байтлардаги жойлашиши 128</a:t>
            </a:r>
            <a:r>
              <a:rPr lang="uz-Cyrl-UZ" altLang="uz-Cyrl-UZ" sz="2000" b="1" i="1">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 битли </a:t>
            </a:r>
          </a:p>
          <a:p>
            <a:pPr indent="450850" algn="ctr"/>
            <a:r>
              <a:rPr lang="uz-Cyrl-UZ" altLang="uz-Cyrl-UZ" sz="2000" b="1" i="1">
                <a:solidFill>
                  <a:srgbClr val="FF0000"/>
                </a:solidFill>
                <a:latin typeface="Times New Roman" pitchFamily="18" charset="0"/>
                <a:ea typeface="ＭＳ Ｐゴシック" pitchFamily="34" charset="-128"/>
                <a:cs typeface="Times New Roman" pitchFamily="18" charset="0"/>
              </a:rPr>
              <a:t>kir</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0</a:t>
            </a:r>
            <a:r>
              <a:rPr lang="uz-Cyrl-UZ" altLang="uz-Cyrl-UZ" sz="2000" b="1" i="1">
                <a:solidFill>
                  <a:srgbClr val="FF0000"/>
                </a:solidFill>
                <a:latin typeface="Times New Roman" pitchFamily="18" charset="0"/>
                <a:ea typeface="ＭＳ Ｐゴシック" pitchFamily="34" charset="-128"/>
                <a:cs typeface="Times New Roman" pitchFamily="18" charset="0"/>
              </a:rPr>
              <a:t>,  kir</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1</a:t>
            </a:r>
            <a:r>
              <a:rPr lang="uz-Cyrl-UZ" altLang="uz-Cyrl-UZ" sz="2000" b="1" i="1">
                <a:solidFill>
                  <a:srgbClr val="FF0000"/>
                </a:solidFill>
                <a:latin typeface="Times New Roman" pitchFamily="18" charset="0"/>
                <a:ea typeface="ＭＳ Ｐゴシック" pitchFamily="34" charset="-128"/>
                <a:cs typeface="Times New Roman" pitchFamily="18" charset="0"/>
              </a:rPr>
              <a:t>,  kir</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2</a:t>
            </a:r>
            <a:r>
              <a:rPr lang="uz-Cyrl-UZ" altLang="uz-Cyrl-UZ" sz="2000" b="1" i="1">
                <a:solidFill>
                  <a:srgbClr val="FF0000"/>
                </a:solidFill>
                <a:latin typeface="Times New Roman" pitchFamily="18" charset="0"/>
                <a:ea typeface="ＭＳ Ｐゴシック" pitchFamily="34" charset="-128"/>
                <a:cs typeface="Times New Roman" pitchFamily="18" charset="0"/>
              </a:rPr>
              <a:t>,  kir</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3</a:t>
            </a:r>
            <a:r>
              <a:rPr lang="uz-Cyrl-UZ" altLang="uz-Cyrl-UZ" sz="2000" b="1" i="1">
                <a:solidFill>
                  <a:srgbClr val="FF0000"/>
                </a:solidFill>
                <a:latin typeface="Times New Roman" pitchFamily="18" charset="0"/>
                <a:ea typeface="ＭＳ Ｐゴシック" pitchFamily="34" charset="-128"/>
                <a:cs typeface="Times New Roman" pitchFamily="18" charset="0"/>
              </a:rPr>
              <a:t>,  ...,  kir</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126</a:t>
            </a:r>
            <a:r>
              <a:rPr lang="uz-Cyrl-UZ" altLang="uz-Cyrl-UZ" sz="2000" b="1" i="1">
                <a:solidFill>
                  <a:srgbClr val="FF0000"/>
                </a:solidFill>
                <a:latin typeface="Times New Roman" pitchFamily="18" charset="0"/>
                <a:ea typeface="ＭＳ Ｐゴシック" pitchFamily="34" charset="-128"/>
                <a:cs typeface="Times New Roman" pitchFamily="18" charset="0"/>
              </a:rPr>
              <a:t>,  kir</a:t>
            </a:r>
            <a:r>
              <a:rPr lang="uz-Cyrl-UZ" altLang="uz-Cyrl-UZ" sz="2000" b="1" i="1" baseline="-25000">
                <a:solidFill>
                  <a:srgbClr val="FF0000"/>
                </a:solidFill>
                <a:latin typeface="Times New Roman" pitchFamily="18" charset="0"/>
                <a:ea typeface="ＭＳ Ｐゴシック" pitchFamily="34" charset="-128"/>
                <a:cs typeface="Times New Roman" pitchFamily="18" charset="0"/>
              </a:rPr>
              <a:t>127</a:t>
            </a:r>
          </a:p>
          <a:p>
            <a:pPr indent="450850" algn="ctr"/>
            <a:r>
              <a:rPr lang="uz-Cyrl-UZ" altLang="uz-Cyrl-UZ" sz="2000" b="1" i="1">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кириш кетма-кетлигидан қуйидагича аниқланади:</a:t>
            </a:r>
            <a:endParaRPr lang="ru-RU" altLang="uz-Cyrl-UZ" sz="2000">
              <a:latin typeface="Times New Roman" pitchFamily="18" charset="0"/>
              <a:ea typeface="ＭＳ Ｐゴシック" pitchFamily="34" charset="-128"/>
              <a:cs typeface="Times New Roman" pitchFamily="18" charset="0"/>
            </a:endParaRPr>
          </a:p>
          <a:p>
            <a:pPr indent="450850" algn="ctr"/>
            <a:r>
              <a:rPr lang="ru-RU" altLang="uz-Cyrl-UZ" sz="2000" b="1" i="1">
                <a:solidFill>
                  <a:srgbClr val="FF0000"/>
                </a:solidFill>
                <a:latin typeface="Times New Roman" pitchFamily="18" charset="0"/>
                <a:ea typeface="ＭＳ Ｐゴシック" pitchFamily="34" charset="-128"/>
                <a:cs typeface="Times New Roman" pitchFamily="18" charset="0"/>
              </a:rPr>
              <a:t>а</a:t>
            </a:r>
            <a:r>
              <a:rPr lang="de-DE" altLang="uz-Cyrl-UZ" sz="2000" b="1" i="1" baseline="-25000">
                <a:solidFill>
                  <a:srgbClr val="FF0000"/>
                </a:solidFill>
                <a:latin typeface="Times New Roman" pitchFamily="18" charset="0"/>
                <a:ea typeface="ＭＳ Ｐゴシック" pitchFamily="34" charset="-128"/>
                <a:cs typeface="Times New Roman" pitchFamily="18" charset="0"/>
              </a:rPr>
              <a:t>0</a:t>
            </a:r>
            <a:r>
              <a:rPr lang="de-DE" altLang="uz-Cyrl-UZ" sz="2000" b="1" i="1">
                <a:solidFill>
                  <a:srgbClr val="FF0000"/>
                </a:solidFill>
                <a:latin typeface="Times New Roman" pitchFamily="18" charset="0"/>
                <a:ea typeface="ＭＳ Ｐゴシック" pitchFamily="34" charset="-128"/>
                <a:cs typeface="Times New Roman" pitchFamily="18" charset="0"/>
              </a:rPr>
              <a:t> = </a:t>
            </a:r>
            <a:r>
              <a:rPr lang="de-DE" altLang="uz-Cyrl-UZ" sz="2000" b="1">
                <a:solidFill>
                  <a:srgbClr val="FF0000"/>
                </a:solidFill>
                <a:latin typeface="Times New Roman" pitchFamily="18" charset="0"/>
                <a:ea typeface="ＭＳ Ｐゴシック" pitchFamily="34" charset="-128"/>
                <a:cs typeface="Times New Roman" pitchFamily="18" charset="0"/>
              </a:rPr>
              <a:t>{</a:t>
            </a:r>
            <a:r>
              <a:rPr lang="ru-RU" altLang="uz-Cyrl-UZ" sz="2000" b="1" i="1">
                <a:solidFill>
                  <a:srgbClr val="FF0000"/>
                </a:solidFill>
                <a:latin typeface="Times New Roman" pitchFamily="18" charset="0"/>
                <a:ea typeface="ＭＳ Ｐゴシック" pitchFamily="34" charset="-128"/>
                <a:cs typeface="Times New Roman" pitchFamily="18" charset="0"/>
              </a:rPr>
              <a:t>kir</a:t>
            </a:r>
            <a:r>
              <a:rPr lang="de-DE" altLang="uz-Cyrl-UZ" sz="2000" b="1" i="1" baseline="-25000">
                <a:solidFill>
                  <a:srgbClr val="FF0000"/>
                </a:solidFill>
                <a:latin typeface="Times New Roman" pitchFamily="18" charset="0"/>
                <a:ea typeface="ＭＳ Ｐゴシック" pitchFamily="34" charset="-128"/>
                <a:cs typeface="Times New Roman" pitchFamily="18" charset="0"/>
              </a:rPr>
              <a:t>0</a:t>
            </a:r>
            <a:r>
              <a:rPr lang="de-DE" altLang="uz-Cyrl-UZ" sz="2000" b="1" i="1">
                <a:solidFill>
                  <a:srgbClr val="FF0000"/>
                </a:solidFill>
                <a:latin typeface="Times New Roman" pitchFamily="18" charset="0"/>
                <a:ea typeface="ＭＳ Ｐゴシック" pitchFamily="34" charset="-128"/>
                <a:cs typeface="Times New Roman" pitchFamily="18" charset="0"/>
              </a:rPr>
              <a:t>, </a:t>
            </a:r>
            <a:r>
              <a:rPr lang="ru-RU" altLang="uz-Cyrl-UZ" sz="2000" b="1" i="1">
                <a:solidFill>
                  <a:srgbClr val="FF0000"/>
                </a:solidFill>
                <a:latin typeface="Times New Roman" pitchFamily="18" charset="0"/>
                <a:ea typeface="ＭＳ Ｐゴシック" pitchFamily="34" charset="-128"/>
                <a:cs typeface="Times New Roman" pitchFamily="18" charset="0"/>
              </a:rPr>
              <a:t>kir</a:t>
            </a:r>
            <a:r>
              <a:rPr lang="de-DE" altLang="uz-Cyrl-UZ" sz="2000" b="1" i="1" baseline="-25000">
                <a:solidFill>
                  <a:srgbClr val="FF0000"/>
                </a:solidFill>
                <a:latin typeface="Times New Roman" pitchFamily="18" charset="0"/>
                <a:ea typeface="ＭＳ Ｐゴシック" pitchFamily="34" charset="-128"/>
                <a:cs typeface="Times New Roman" pitchFamily="18" charset="0"/>
              </a:rPr>
              <a:t>1</a:t>
            </a:r>
            <a:r>
              <a:rPr lang="de-DE" altLang="uz-Cyrl-UZ" sz="2000" b="1" i="1">
                <a:solidFill>
                  <a:srgbClr val="FF0000"/>
                </a:solidFill>
                <a:latin typeface="Times New Roman" pitchFamily="18" charset="0"/>
                <a:ea typeface="ＭＳ Ｐゴシック" pitchFamily="34" charset="-128"/>
                <a:cs typeface="Times New Roman" pitchFamily="18" charset="0"/>
              </a:rPr>
              <a:t>, </a:t>
            </a:r>
            <a:r>
              <a:rPr lang="ru-RU" altLang="uz-Cyrl-UZ" sz="2000" b="1" i="1">
                <a:solidFill>
                  <a:srgbClr val="FF0000"/>
                </a:solidFill>
                <a:latin typeface="Times New Roman" pitchFamily="18" charset="0"/>
                <a:ea typeface="ＭＳ Ｐゴシック" pitchFamily="34" charset="-128"/>
                <a:cs typeface="Times New Roman" pitchFamily="18" charset="0"/>
              </a:rPr>
              <a:t>kir</a:t>
            </a:r>
            <a:r>
              <a:rPr lang="de-DE" altLang="uz-Cyrl-UZ" sz="2000" b="1" i="1" baseline="-25000">
                <a:solidFill>
                  <a:srgbClr val="FF0000"/>
                </a:solidFill>
                <a:latin typeface="Times New Roman" pitchFamily="18" charset="0"/>
                <a:ea typeface="ＭＳ Ｐゴシック" pitchFamily="34" charset="-128"/>
                <a:cs typeface="Times New Roman" pitchFamily="18" charset="0"/>
              </a:rPr>
              <a:t>2</a:t>
            </a:r>
            <a:r>
              <a:rPr lang="de-DE" altLang="uz-Cyrl-UZ" sz="2000" b="1" i="1">
                <a:solidFill>
                  <a:srgbClr val="FF0000"/>
                </a:solidFill>
                <a:latin typeface="Times New Roman" pitchFamily="18" charset="0"/>
                <a:ea typeface="ＭＳ Ｐゴシック" pitchFamily="34" charset="-128"/>
                <a:cs typeface="Times New Roman" pitchFamily="18" charset="0"/>
              </a:rPr>
              <a:t>, </a:t>
            </a:r>
            <a:r>
              <a:rPr lang="ru-RU" altLang="uz-Cyrl-UZ" sz="2000" b="1" i="1">
                <a:solidFill>
                  <a:srgbClr val="FF0000"/>
                </a:solidFill>
                <a:latin typeface="Times New Roman" pitchFamily="18" charset="0"/>
                <a:ea typeface="ＭＳ Ｐゴシック" pitchFamily="34" charset="-128"/>
                <a:cs typeface="Times New Roman" pitchFamily="18" charset="0"/>
              </a:rPr>
              <a:t>kir</a:t>
            </a:r>
            <a:r>
              <a:rPr lang="de-DE" altLang="uz-Cyrl-UZ" sz="2000" b="1" i="1" baseline="-25000">
                <a:solidFill>
                  <a:srgbClr val="FF0000"/>
                </a:solidFill>
                <a:latin typeface="Times New Roman" pitchFamily="18" charset="0"/>
                <a:ea typeface="ＭＳ Ｐゴシック" pitchFamily="34" charset="-128"/>
                <a:cs typeface="Times New Roman" pitchFamily="18" charset="0"/>
              </a:rPr>
              <a:t>3</a:t>
            </a:r>
            <a:r>
              <a:rPr lang="de-DE" altLang="uz-Cyrl-UZ" sz="2000" b="1">
                <a:solidFill>
                  <a:srgbClr val="FF0000"/>
                </a:solidFill>
                <a:latin typeface="Times New Roman" pitchFamily="18" charset="0"/>
                <a:ea typeface="ＭＳ Ｐゴシック" pitchFamily="34" charset="-128"/>
                <a:cs typeface="Times New Roman" pitchFamily="18" charset="0"/>
              </a:rPr>
              <a:t>}</a:t>
            </a:r>
            <a:r>
              <a:rPr lang="de-DE" altLang="uz-Cyrl-UZ" sz="2000" b="1" i="1">
                <a:solidFill>
                  <a:srgbClr val="FF0000"/>
                </a:solidFill>
                <a:latin typeface="Times New Roman" pitchFamily="18" charset="0"/>
                <a:ea typeface="ＭＳ Ｐゴシック" pitchFamily="34" charset="-128"/>
                <a:cs typeface="Times New Roman" pitchFamily="18" charset="0"/>
              </a:rPr>
              <a:t>;</a:t>
            </a:r>
            <a:endParaRPr lang="ru-RU" altLang="uz-Cyrl-UZ" sz="2000">
              <a:solidFill>
                <a:srgbClr val="FF0000"/>
              </a:solidFill>
              <a:latin typeface="Times New Roman" pitchFamily="18" charset="0"/>
              <a:ea typeface="ＭＳ Ｐゴシック" pitchFamily="34" charset="-128"/>
              <a:cs typeface="Times New Roman" pitchFamily="18" charset="0"/>
            </a:endParaRPr>
          </a:p>
          <a:p>
            <a:pPr indent="450850" algn="ctr"/>
            <a:r>
              <a:rPr lang="ru-RU" altLang="uz-Cyrl-UZ" sz="2000" b="1" i="1">
                <a:solidFill>
                  <a:srgbClr val="FF0000"/>
                </a:solidFill>
                <a:latin typeface="Times New Roman" pitchFamily="18" charset="0"/>
                <a:ea typeface="ＭＳ Ｐゴシック" pitchFamily="34" charset="-128"/>
                <a:cs typeface="Times New Roman" pitchFamily="18" charset="0"/>
              </a:rPr>
              <a:t>а</a:t>
            </a:r>
            <a:r>
              <a:rPr lang="ru-RU" altLang="uz-Cyrl-UZ" sz="2000" b="1" i="1" baseline="-25000">
                <a:solidFill>
                  <a:srgbClr val="FF0000"/>
                </a:solidFill>
                <a:latin typeface="Times New Roman" pitchFamily="18" charset="0"/>
                <a:ea typeface="ＭＳ Ｐゴシック" pitchFamily="34" charset="-128"/>
                <a:cs typeface="Times New Roman" pitchFamily="18" charset="0"/>
              </a:rPr>
              <a:t>1</a:t>
            </a:r>
            <a:r>
              <a:rPr lang="ru-RU" altLang="uz-Cyrl-UZ" sz="2000" b="1" i="1">
                <a:solidFill>
                  <a:srgbClr val="FF0000"/>
                </a:solidFill>
                <a:latin typeface="Times New Roman" pitchFamily="18" charset="0"/>
                <a:ea typeface="ＭＳ Ｐゴシック" pitchFamily="34" charset="-128"/>
                <a:cs typeface="Times New Roman" pitchFamily="18" charset="0"/>
              </a:rPr>
              <a:t> = </a:t>
            </a:r>
            <a:r>
              <a:rPr lang="ru-RU" altLang="uz-Cyrl-UZ" sz="2000" b="1">
                <a:solidFill>
                  <a:srgbClr val="FF0000"/>
                </a:solidFill>
                <a:latin typeface="Times New Roman" pitchFamily="18" charset="0"/>
                <a:ea typeface="ＭＳ Ｐゴシック" pitchFamily="34" charset="-128"/>
                <a:cs typeface="Times New Roman" pitchFamily="18" charset="0"/>
              </a:rPr>
              <a:t>{</a:t>
            </a:r>
            <a:r>
              <a:rPr lang="ru-RU" altLang="uz-Cyrl-UZ" sz="2000" b="1" i="1">
                <a:solidFill>
                  <a:srgbClr val="FF0000"/>
                </a:solidFill>
                <a:latin typeface="Times New Roman" pitchFamily="18" charset="0"/>
                <a:ea typeface="ＭＳ Ｐゴシック" pitchFamily="34" charset="-128"/>
                <a:cs typeface="Times New Roman" pitchFamily="18" charset="0"/>
              </a:rPr>
              <a:t>kir</a:t>
            </a:r>
            <a:r>
              <a:rPr lang="ru-RU" altLang="uz-Cyrl-UZ" sz="2000" b="1" i="1" baseline="-25000">
                <a:solidFill>
                  <a:srgbClr val="FF0000"/>
                </a:solidFill>
                <a:latin typeface="Times New Roman" pitchFamily="18" charset="0"/>
                <a:ea typeface="ＭＳ Ｐゴシック" pitchFamily="34" charset="-128"/>
                <a:cs typeface="Times New Roman" pitchFamily="18" charset="0"/>
              </a:rPr>
              <a:t>4</a:t>
            </a:r>
            <a:r>
              <a:rPr lang="ru-RU" altLang="uz-Cyrl-UZ" sz="2000" b="1" i="1">
                <a:solidFill>
                  <a:srgbClr val="FF0000"/>
                </a:solidFill>
                <a:latin typeface="Times New Roman" pitchFamily="18" charset="0"/>
                <a:ea typeface="ＭＳ Ｐゴシック" pitchFamily="34" charset="-128"/>
                <a:cs typeface="Times New Roman" pitchFamily="18" charset="0"/>
              </a:rPr>
              <a:t>, kir</a:t>
            </a:r>
            <a:r>
              <a:rPr lang="ru-RU" altLang="uz-Cyrl-UZ" sz="2000" b="1" i="1" baseline="-25000">
                <a:solidFill>
                  <a:srgbClr val="FF0000"/>
                </a:solidFill>
                <a:latin typeface="Times New Roman" pitchFamily="18" charset="0"/>
                <a:ea typeface="ＭＳ Ｐゴシック" pitchFamily="34" charset="-128"/>
                <a:cs typeface="Times New Roman" pitchFamily="18" charset="0"/>
              </a:rPr>
              <a:t>5</a:t>
            </a:r>
            <a:r>
              <a:rPr lang="ru-RU" altLang="uz-Cyrl-UZ" sz="2000" b="1" i="1">
                <a:solidFill>
                  <a:srgbClr val="FF0000"/>
                </a:solidFill>
                <a:latin typeface="Times New Roman" pitchFamily="18" charset="0"/>
                <a:ea typeface="ＭＳ Ｐゴシック" pitchFamily="34" charset="-128"/>
                <a:cs typeface="Times New Roman" pitchFamily="18" charset="0"/>
              </a:rPr>
              <a:t>, kir</a:t>
            </a:r>
            <a:r>
              <a:rPr lang="ru-RU" altLang="uz-Cyrl-UZ" sz="2000" b="1" i="1" baseline="-25000">
                <a:solidFill>
                  <a:srgbClr val="FF0000"/>
                </a:solidFill>
                <a:latin typeface="Times New Roman" pitchFamily="18" charset="0"/>
                <a:ea typeface="ＭＳ Ｐゴシック" pitchFamily="34" charset="-128"/>
                <a:cs typeface="Times New Roman" pitchFamily="18" charset="0"/>
              </a:rPr>
              <a:t>6</a:t>
            </a:r>
            <a:r>
              <a:rPr lang="ru-RU" altLang="uz-Cyrl-UZ" sz="2000" b="1" i="1">
                <a:solidFill>
                  <a:srgbClr val="FF0000"/>
                </a:solidFill>
                <a:latin typeface="Times New Roman" pitchFamily="18" charset="0"/>
                <a:ea typeface="ＭＳ Ｐゴシック" pitchFamily="34" charset="-128"/>
                <a:cs typeface="Times New Roman" pitchFamily="18" charset="0"/>
              </a:rPr>
              <a:t>, kir</a:t>
            </a:r>
            <a:r>
              <a:rPr lang="ru-RU" altLang="uz-Cyrl-UZ" sz="2000" b="1" i="1" baseline="-25000">
                <a:solidFill>
                  <a:srgbClr val="FF0000"/>
                </a:solidFill>
                <a:latin typeface="Times New Roman" pitchFamily="18" charset="0"/>
                <a:ea typeface="ＭＳ Ｐゴシック" pitchFamily="34" charset="-128"/>
                <a:cs typeface="Times New Roman" pitchFamily="18" charset="0"/>
              </a:rPr>
              <a:t>7</a:t>
            </a:r>
            <a:r>
              <a:rPr lang="ru-RU" altLang="uz-Cyrl-UZ" sz="2000" b="1">
                <a:solidFill>
                  <a:srgbClr val="FF0000"/>
                </a:solidFill>
                <a:latin typeface="Times New Roman" pitchFamily="18" charset="0"/>
                <a:ea typeface="ＭＳ Ｐゴシック" pitchFamily="34" charset="-128"/>
                <a:cs typeface="Times New Roman" pitchFamily="18" charset="0"/>
              </a:rPr>
              <a:t>}</a:t>
            </a:r>
            <a:r>
              <a:rPr lang="ru-RU" altLang="uz-Cyrl-UZ" sz="2000" b="1" i="1">
                <a:solidFill>
                  <a:srgbClr val="FF0000"/>
                </a:solidFill>
                <a:latin typeface="Times New Roman" pitchFamily="18" charset="0"/>
                <a:ea typeface="ＭＳ Ｐゴシック" pitchFamily="34" charset="-128"/>
                <a:cs typeface="Times New Roman" pitchFamily="18" charset="0"/>
              </a:rPr>
              <a:t>;</a:t>
            </a:r>
            <a:endParaRPr lang="ru-RU" altLang="uz-Cyrl-UZ" sz="2000">
              <a:solidFill>
                <a:srgbClr val="FF0000"/>
              </a:solidFill>
              <a:latin typeface="Times New Roman" pitchFamily="18" charset="0"/>
              <a:ea typeface="ＭＳ Ｐゴシック" pitchFamily="34" charset="-128"/>
              <a:cs typeface="Times New Roman" pitchFamily="18" charset="0"/>
            </a:endParaRPr>
          </a:p>
          <a:p>
            <a:pPr indent="450850" algn="ctr"/>
            <a:r>
              <a:rPr lang="ru-RU" altLang="uz-Cyrl-UZ" sz="2000" b="1">
                <a:solidFill>
                  <a:srgbClr val="FF0000"/>
                </a:solidFill>
                <a:latin typeface="Times New Roman" pitchFamily="18" charset="0"/>
                <a:ea typeface="ＭＳ Ｐゴシック" pitchFamily="34" charset="-128"/>
                <a:cs typeface="Times New Roman" pitchFamily="18" charset="0"/>
              </a:rPr>
              <a:t>:</a:t>
            </a:r>
            <a:endParaRPr lang="ru-RU" altLang="uz-Cyrl-UZ" sz="2000">
              <a:solidFill>
                <a:srgbClr val="FF0000"/>
              </a:solidFill>
              <a:latin typeface="Times New Roman" pitchFamily="18" charset="0"/>
              <a:ea typeface="ＭＳ Ｐゴシック" pitchFamily="34" charset="-128"/>
              <a:cs typeface="Times New Roman" pitchFamily="18" charset="0"/>
            </a:endParaRPr>
          </a:p>
          <a:p>
            <a:pPr indent="450850" algn="ctr"/>
            <a:r>
              <a:rPr lang="ru-RU" altLang="uz-Cyrl-UZ" sz="2000" b="1" i="1">
                <a:solidFill>
                  <a:srgbClr val="FF0000"/>
                </a:solidFill>
                <a:latin typeface="Times New Roman" pitchFamily="18" charset="0"/>
                <a:ea typeface="ＭＳ Ｐゴシック" pitchFamily="34" charset="-128"/>
                <a:cs typeface="Times New Roman" pitchFamily="18" charset="0"/>
              </a:rPr>
              <a:t>a</a:t>
            </a:r>
            <a:r>
              <a:rPr lang="ru-RU" altLang="uz-Cyrl-UZ" sz="2000" b="1" i="1" baseline="-25000">
                <a:solidFill>
                  <a:srgbClr val="FF0000"/>
                </a:solidFill>
                <a:latin typeface="Times New Roman" pitchFamily="18" charset="0"/>
                <a:ea typeface="ＭＳ Ｐゴシック" pitchFamily="34" charset="-128"/>
                <a:cs typeface="Times New Roman" pitchFamily="18" charset="0"/>
              </a:rPr>
              <a:t>31</a:t>
            </a:r>
            <a:r>
              <a:rPr lang="ru-RU" altLang="uz-Cyrl-UZ" sz="2000" b="1" i="1">
                <a:solidFill>
                  <a:srgbClr val="FF0000"/>
                </a:solidFill>
                <a:latin typeface="Times New Roman" pitchFamily="18" charset="0"/>
                <a:ea typeface="ＭＳ Ｐゴシック" pitchFamily="34" charset="-128"/>
                <a:cs typeface="Times New Roman" pitchFamily="18" charset="0"/>
              </a:rPr>
              <a:t> = </a:t>
            </a:r>
            <a:r>
              <a:rPr lang="ru-RU" altLang="uz-Cyrl-UZ" sz="2000" b="1">
                <a:solidFill>
                  <a:srgbClr val="FF0000"/>
                </a:solidFill>
                <a:latin typeface="Times New Roman" pitchFamily="18" charset="0"/>
                <a:ea typeface="ＭＳ Ｐゴシック" pitchFamily="34" charset="-128"/>
                <a:cs typeface="Times New Roman" pitchFamily="18" charset="0"/>
              </a:rPr>
              <a:t>{</a:t>
            </a:r>
            <a:r>
              <a:rPr lang="ru-RU" altLang="uz-Cyrl-UZ" sz="2000" b="1" i="1">
                <a:solidFill>
                  <a:srgbClr val="FF0000"/>
                </a:solidFill>
                <a:latin typeface="Times New Roman" pitchFamily="18" charset="0"/>
                <a:ea typeface="ＭＳ Ｐゴシック" pitchFamily="34" charset="-128"/>
                <a:cs typeface="Times New Roman" pitchFamily="18" charset="0"/>
              </a:rPr>
              <a:t>kir</a:t>
            </a:r>
            <a:r>
              <a:rPr lang="ru-RU" altLang="uz-Cyrl-UZ" sz="2000" b="1" i="1" baseline="-25000">
                <a:solidFill>
                  <a:srgbClr val="FF0000"/>
                </a:solidFill>
                <a:latin typeface="Times New Roman" pitchFamily="18" charset="0"/>
                <a:ea typeface="ＭＳ Ｐゴシック" pitchFamily="34" charset="-128"/>
                <a:cs typeface="Times New Roman" pitchFamily="18" charset="0"/>
              </a:rPr>
              <a:t>124</a:t>
            </a:r>
            <a:r>
              <a:rPr lang="ru-RU" altLang="uz-Cyrl-UZ" sz="2000" b="1" i="1">
                <a:solidFill>
                  <a:srgbClr val="FF0000"/>
                </a:solidFill>
                <a:latin typeface="Times New Roman" pitchFamily="18" charset="0"/>
                <a:ea typeface="ＭＳ Ｐゴシック" pitchFamily="34" charset="-128"/>
                <a:cs typeface="Times New Roman" pitchFamily="18" charset="0"/>
              </a:rPr>
              <a:t>, kir</a:t>
            </a:r>
            <a:r>
              <a:rPr lang="ru-RU" altLang="uz-Cyrl-UZ" sz="2000" b="1" i="1" baseline="-25000">
                <a:solidFill>
                  <a:srgbClr val="FF0000"/>
                </a:solidFill>
                <a:latin typeface="Times New Roman" pitchFamily="18" charset="0"/>
                <a:ea typeface="ＭＳ Ｐゴシック" pitchFamily="34" charset="-128"/>
                <a:cs typeface="Times New Roman" pitchFamily="18" charset="0"/>
              </a:rPr>
              <a:t>125</a:t>
            </a:r>
            <a:r>
              <a:rPr lang="ru-RU" altLang="uz-Cyrl-UZ" sz="2000" b="1" i="1">
                <a:solidFill>
                  <a:srgbClr val="FF0000"/>
                </a:solidFill>
                <a:latin typeface="Times New Roman" pitchFamily="18" charset="0"/>
                <a:ea typeface="ＭＳ Ｐゴシック" pitchFamily="34" charset="-128"/>
                <a:cs typeface="Times New Roman" pitchFamily="18" charset="0"/>
              </a:rPr>
              <a:t>, kir</a:t>
            </a:r>
            <a:r>
              <a:rPr lang="ru-RU" altLang="uz-Cyrl-UZ" sz="2000" b="1" i="1" baseline="-25000">
                <a:solidFill>
                  <a:srgbClr val="FF0000"/>
                </a:solidFill>
                <a:latin typeface="Times New Roman" pitchFamily="18" charset="0"/>
                <a:ea typeface="ＭＳ Ｐゴシック" pitchFamily="34" charset="-128"/>
                <a:cs typeface="Times New Roman" pitchFamily="18" charset="0"/>
              </a:rPr>
              <a:t>126</a:t>
            </a:r>
            <a:r>
              <a:rPr lang="ru-RU" altLang="uz-Cyrl-UZ" sz="2000" b="1" i="1">
                <a:solidFill>
                  <a:srgbClr val="FF0000"/>
                </a:solidFill>
                <a:latin typeface="Times New Roman" pitchFamily="18" charset="0"/>
                <a:ea typeface="ＭＳ Ｐゴシック" pitchFamily="34" charset="-128"/>
                <a:cs typeface="Times New Roman" pitchFamily="18" charset="0"/>
              </a:rPr>
              <a:t>, kir</a:t>
            </a:r>
            <a:r>
              <a:rPr lang="ru-RU" altLang="uz-Cyrl-UZ" sz="2000" b="1" i="1" baseline="-25000">
                <a:solidFill>
                  <a:srgbClr val="FF0000"/>
                </a:solidFill>
                <a:latin typeface="Times New Roman" pitchFamily="18" charset="0"/>
                <a:ea typeface="ＭＳ Ｐゴシック" pitchFamily="34" charset="-128"/>
                <a:cs typeface="Times New Roman" pitchFamily="18" charset="0"/>
              </a:rPr>
              <a:t>127</a:t>
            </a:r>
            <a:r>
              <a:rPr lang="ru-RU" altLang="uz-Cyrl-UZ" sz="2000" b="1">
                <a:solidFill>
                  <a:srgbClr val="FF0000"/>
                </a:solidFill>
                <a:latin typeface="Times New Roman" pitchFamily="18" charset="0"/>
                <a:ea typeface="ＭＳ Ｐゴシック" pitchFamily="34" charset="-128"/>
                <a:cs typeface="Times New Roman" pitchFamily="18" charset="0"/>
              </a:rPr>
              <a:t>}</a:t>
            </a:r>
            <a:r>
              <a:rPr lang="ru-RU" altLang="uz-Cyrl-UZ" sz="2000" b="1" i="1">
                <a:solidFill>
                  <a:srgbClr val="FF0000"/>
                </a:solidFill>
                <a:latin typeface="Times New Roman" pitchFamily="18" charset="0"/>
                <a:ea typeface="ＭＳ Ｐゴシック" pitchFamily="34" charset="-128"/>
                <a:cs typeface="Times New Roman" pitchFamily="18" charset="0"/>
              </a:rPr>
              <a:t>.</a:t>
            </a:r>
            <a:endParaRPr lang="ru-RU" altLang="ja-JP" sz="2000" b="1" i="1">
              <a:latin typeface="Times New Roman" pitchFamily="18" charset="0"/>
              <a:cs typeface="Times New Roman" pitchFamily="18" charset="0"/>
              <a:sym typeface="Symbol" pitchFamily="18" charset="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
          <p:cNvSpPr>
            <a:spLocks noChangeArrowheads="1"/>
          </p:cNvSpPr>
          <p:nvPr/>
        </p:nvSpPr>
        <p:spPr bwMode="auto">
          <a:xfrm>
            <a:off x="217714" y="-25400"/>
            <a:ext cx="8737600" cy="6894195"/>
          </a:xfrm>
          <a:prstGeom prst="rect">
            <a:avLst/>
          </a:prstGeom>
          <a:noFill/>
          <a:ln w="9525">
            <a:noFill/>
            <a:miter lim="800000"/>
            <a:headEnd/>
            <a:tailEnd/>
          </a:ln>
          <a:effectLst/>
        </p:spPr>
        <p:txBody>
          <a:bodyPr anchor="ctr">
            <a:spAutoFit/>
          </a:bodyPr>
          <a:lstStyle/>
          <a:p>
            <a:pPr indent="450850" algn="just">
              <a:defRPr/>
            </a:pPr>
            <a:r>
              <a:rPr lang="uz-Cyrl-UZ" altLang="ja-JP" sz="2000" b="1" dirty="0">
                <a:latin typeface="Times New Roman" pitchFamily="18" charset="0"/>
                <a:ea typeface="Times New Roman" pitchFamily="18" charset="0"/>
                <a:cs typeface="Times New Roman" pitchFamily="18" charset="0"/>
              </a:rPr>
              <a:t>3.2.2. </a:t>
            </a:r>
            <a:r>
              <a:rPr lang="uz-Cyrl-UZ" altLang="ja-JP" sz="2000" b="1" dirty="0">
                <a:solidFill>
                  <a:srgbClr val="FF0000"/>
                </a:solidFill>
                <a:latin typeface="Times New Roman" pitchFamily="18" charset="0"/>
                <a:ea typeface="Times New Roman" pitchFamily="18" charset="0"/>
                <a:cs typeface="Times New Roman" pitchFamily="18" charset="0"/>
              </a:rPr>
              <a:t>Байт массиви</a:t>
            </a:r>
            <a:r>
              <a:rPr lang="uz-Cyrl-UZ" altLang="ja-JP" sz="2000" b="1" i="1" dirty="0">
                <a:latin typeface="Times New Roman" pitchFamily="18" charset="0"/>
                <a:ea typeface="Times New Roman" pitchFamily="18" charset="0"/>
                <a:cs typeface="Times New Roman" pitchFamily="18" charset="0"/>
              </a:rPr>
              <a:t> 256 bit </a:t>
            </a:r>
            <a:r>
              <a:rPr lang="uz-Cyrl-UZ" altLang="ja-JP" sz="2000" dirty="0">
                <a:latin typeface="Times New Roman" pitchFamily="18" charset="0"/>
                <a:ea typeface="Times New Roman" pitchFamily="18" charset="0"/>
                <a:cs typeface="Times New Roman" pitchFamily="18" charset="0"/>
              </a:rPr>
              <a:t>узунликдаги кириш блоклари учун қуйидаги шаклда ифодаланади: </a:t>
            </a:r>
            <a:endParaRPr lang="ru-RU" altLang="ja-JP" sz="2000" dirty="0">
              <a:latin typeface="Times New Roman" pitchFamily="18" charset="0"/>
              <a:cs typeface="Times New Roman" pitchFamily="18" charset="0"/>
            </a:endParaRPr>
          </a:p>
          <a:p>
            <a:pPr indent="450850" algn="ctr" eaLnBrk="0" hangingPunct="0">
              <a:defRPr/>
            </a:pPr>
            <a:r>
              <a:rPr lang="uz-Cyrl-UZ" altLang="ja-JP" sz="2000" b="1" i="1" dirty="0">
                <a:solidFill>
                  <a:srgbClr val="FF0000"/>
                </a:solidFill>
                <a:latin typeface="Times New Roman" pitchFamily="18" charset="0"/>
                <a:ea typeface="Times New Roman" pitchFamily="18" charset="0"/>
                <a:cs typeface="Times New Roman" pitchFamily="18" charset="0"/>
              </a:rPr>
              <a:t>a</a:t>
            </a:r>
            <a:r>
              <a:rPr lang="uz-Cyrl-UZ" altLang="ja-JP" sz="2000" b="1" i="1" baseline="-30000" dirty="0">
                <a:solidFill>
                  <a:srgbClr val="FF0000"/>
                </a:solidFill>
                <a:latin typeface="Times New Roman" pitchFamily="18" charset="0"/>
                <a:ea typeface="Times New Roman" pitchFamily="18" charset="0"/>
                <a:cs typeface="Times New Roman" pitchFamily="18" charset="0"/>
              </a:rPr>
              <a:t>0</a:t>
            </a:r>
            <a:r>
              <a:rPr lang="uz-Cyrl-UZ" altLang="ja-JP" sz="2000" b="1" i="1" dirty="0">
                <a:solidFill>
                  <a:srgbClr val="FF0000"/>
                </a:solidFill>
                <a:latin typeface="Times New Roman" pitchFamily="18" charset="0"/>
                <a:ea typeface="Times New Roman" pitchFamily="18" charset="0"/>
                <a:cs typeface="Times New Roman" pitchFamily="18" charset="0"/>
              </a:rPr>
              <a:t>, a</a:t>
            </a:r>
            <a:r>
              <a:rPr lang="uz-Cyrl-UZ" altLang="ja-JP" sz="2000" b="1" i="1" baseline="-30000" dirty="0">
                <a:solidFill>
                  <a:srgbClr val="FF0000"/>
                </a:solidFill>
                <a:latin typeface="Times New Roman" pitchFamily="18" charset="0"/>
                <a:ea typeface="Times New Roman" pitchFamily="18" charset="0"/>
                <a:cs typeface="Times New Roman" pitchFamily="18" charset="0"/>
              </a:rPr>
              <a:t>1</a:t>
            </a:r>
            <a:r>
              <a:rPr lang="uz-Cyrl-UZ" altLang="ja-JP" sz="2000" b="1" i="1" dirty="0">
                <a:solidFill>
                  <a:srgbClr val="FF0000"/>
                </a:solidFill>
                <a:latin typeface="Times New Roman" pitchFamily="18" charset="0"/>
                <a:ea typeface="Times New Roman" pitchFamily="18" charset="0"/>
                <a:cs typeface="Times New Roman" pitchFamily="18" charset="0"/>
              </a:rPr>
              <a:t>, a</a:t>
            </a:r>
            <a:r>
              <a:rPr lang="uz-Cyrl-UZ" altLang="ja-JP" sz="2000" b="1" i="1" baseline="-30000" dirty="0">
                <a:solidFill>
                  <a:srgbClr val="FF0000"/>
                </a:solidFill>
                <a:latin typeface="Times New Roman" pitchFamily="18" charset="0"/>
                <a:ea typeface="Times New Roman" pitchFamily="18" charset="0"/>
                <a:cs typeface="Times New Roman" pitchFamily="18" charset="0"/>
              </a:rPr>
              <a:t>2</a:t>
            </a:r>
            <a:r>
              <a:rPr lang="uz-Cyrl-UZ" altLang="ja-JP" sz="2000" b="1" i="1" dirty="0">
                <a:solidFill>
                  <a:srgbClr val="FF0000"/>
                </a:solidFill>
                <a:latin typeface="Times New Roman" pitchFamily="18" charset="0"/>
                <a:ea typeface="Times New Roman" pitchFamily="18" charset="0"/>
                <a:cs typeface="Times New Roman" pitchFamily="18" charset="0"/>
              </a:rPr>
              <a:t>, a</a:t>
            </a:r>
            <a:r>
              <a:rPr lang="uz-Cyrl-UZ" altLang="ja-JP" sz="2000" b="1" i="1" baseline="-30000" dirty="0">
                <a:solidFill>
                  <a:srgbClr val="FF0000"/>
                </a:solidFill>
                <a:latin typeface="Times New Roman" pitchFamily="18" charset="0"/>
                <a:ea typeface="Times New Roman" pitchFamily="18" charset="0"/>
                <a:cs typeface="Times New Roman" pitchFamily="18" charset="0"/>
              </a:rPr>
              <a:t>3</a:t>
            </a:r>
            <a:r>
              <a:rPr lang="uz-Cyrl-UZ" altLang="ja-JP" sz="2000" b="1" i="1" dirty="0">
                <a:solidFill>
                  <a:srgbClr val="FF0000"/>
                </a:solidFill>
                <a:latin typeface="Times New Roman" pitchFamily="18" charset="0"/>
                <a:ea typeface="Times New Roman" pitchFamily="18" charset="0"/>
                <a:cs typeface="Times New Roman" pitchFamily="18" charset="0"/>
              </a:rPr>
              <a:t>,...a</a:t>
            </a:r>
            <a:r>
              <a:rPr lang="uz-Cyrl-UZ" altLang="ja-JP" sz="2000" b="1" i="1" baseline="-30000" dirty="0">
                <a:solidFill>
                  <a:srgbClr val="FF0000"/>
                </a:solidFill>
                <a:latin typeface="Times New Roman" pitchFamily="18" charset="0"/>
                <a:ea typeface="Times New Roman" pitchFamily="18" charset="0"/>
                <a:cs typeface="Times New Roman" pitchFamily="18" charset="0"/>
              </a:rPr>
              <a:t>31</a:t>
            </a:r>
            <a:r>
              <a:rPr lang="uz-Cyrl-UZ" altLang="ja-JP" sz="2000" b="1" i="1" dirty="0">
                <a:solidFill>
                  <a:srgbClr val="FF0000"/>
                </a:solidFill>
                <a:latin typeface="Times New Roman" pitchFamily="18" charset="0"/>
                <a:ea typeface="Times New Roman" pitchFamily="18" charset="0"/>
                <a:cs typeface="Times New Roman" pitchFamily="18" charset="0"/>
              </a:rPr>
              <a:t>.</a:t>
            </a:r>
            <a:endParaRPr lang="ru-RU" altLang="ja-JP" sz="2000" dirty="0">
              <a:solidFill>
                <a:srgbClr val="FF0000"/>
              </a:solidFill>
              <a:latin typeface="Times New Roman" pitchFamily="18" charset="0"/>
              <a:cs typeface="Times New Roman" pitchFamily="18" charset="0"/>
            </a:endParaRPr>
          </a:p>
          <a:p>
            <a:pPr indent="450850" algn="just" eaLnBrk="0" hangingPunct="0">
              <a:defRPr/>
            </a:pPr>
            <a:r>
              <a:rPr lang="uz-Cyrl-UZ" altLang="ja-JP" sz="2000" dirty="0">
                <a:latin typeface="Times New Roman" pitchFamily="18" charset="0"/>
                <a:ea typeface="Times New Roman" pitchFamily="18" charset="0"/>
                <a:cs typeface="Times New Roman" pitchFamily="18" charset="0"/>
              </a:rPr>
              <a:t>Байтлар ва битларнинг байтлар доирасида жойлашиши 256 – битли </a:t>
            </a:r>
          </a:p>
          <a:p>
            <a:pPr indent="450850" algn="ctr" eaLnBrk="0" hangingPunct="0">
              <a:defRPr/>
            </a:pPr>
            <a:r>
              <a:rPr lang="sv-SE" altLang="ja-JP" sz="2000" b="1" i="1" dirty="0">
                <a:solidFill>
                  <a:srgbClr val="FF0000"/>
                </a:solidFill>
                <a:latin typeface="Times New Roman" pitchFamily="18" charset="0"/>
                <a:ea typeface="Times New Roman" pitchFamily="18" charset="0"/>
                <a:cs typeface="Times New Roman" pitchFamily="18" charset="0"/>
              </a:rPr>
              <a:t>kir</a:t>
            </a:r>
            <a:r>
              <a:rPr lang="sv-SE" altLang="ja-JP" sz="2000" b="1" i="1" baseline="-30000" dirty="0">
                <a:solidFill>
                  <a:srgbClr val="FF0000"/>
                </a:solidFill>
                <a:latin typeface="Times New Roman" pitchFamily="18" charset="0"/>
                <a:ea typeface="Times New Roman" pitchFamily="18" charset="0"/>
                <a:cs typeface="Times New Roman" pitchFamily="18" charset="0"/>
              </a:rPr>
              <a:t>0</a:t>
            </a:r>
            <a:r>
              <a:rPr lang="sv-SE" altLang="ja-JP" sz="2000" b="1" i="1" dirty="0">
                <a:solidFill>
                  <a:srgbClr val="FF0000"/>
                </a:solidFill>
                <a:latin typeface="Times New Roman" pitchFamily="18" charset="0"/>
                <a:ea typeface="Times New Roman" pitchFamily="18" charset="0"/>
                <a:cs typeface="Times New Roman" pitchFamily="18" charset="0"/>
              </a:rPr>
              <a:t>, kir</a:t>
            </a:r>
            <a:r>
              <a:rPr lang="sv-SE" altLang="ja-JP" sz="2000" b="1" i="1" baseline="-30000" dirty="0">
                <a:solidFill>
                  <a:srgbClr val="FF0000"/>
                </a:solidFill>
                <a:latin typeface="Times New Roman" pitchFamily="18" charset="0"/>
                <a:ea typeface="Times New Roman" pitchFamily="18" charset="0"/>
                <a:cs typeface="Times New Roman" pitchFamily="18" charset="0"/>
              </a:rPr>
              <a:t>1</a:t>
            </a:r>
            <a:r>
              <a:rPr lang="sv-SE" altLang="ja-JP" sz="2000" b="1" i="1" dirty="0">
                <a:solidFill>
                  <a:srgbClr val="FF0000"/>
                </a:solidFill>
                <a:latin typeface="Times New Roman" pitchFamily="18" charset="0"/>
                <a:ea typeface="Times New Roman" pitchFamily="18" charset="0"/>
                <a:cs typeface="Times New Roman" pitchFamily="18" charset="0"/>
              </a:rPr>
              <a:t>, kir</a:t>
            </a:r>
            <a:r>
              <a:rPr lang="sv-SE" altLang="ja-JP" sz="2000" b="1" i="1" baseline="-30000" dirty="0">
                <a:solidFill>
                  <a:srgbClr val="FF0000"/>
                </a:solidFill>
                <a:latin typeface="Times New Roman" pitchFamily="18" charset="0"/>
                <a:ea typeface="Times New Roman" pitchFamily="18" charset="0"/>
                <a:cs typeface="Times New Roman" pitchFamily="18" charset="0"/>
              </a:rPr>
              <a:t>2</a:t>
            </a:r>
            <a:r>
              <a:rPr lang="sv-SE" altLang="ja-JP" sz="2000" b="1" i="1" dirty="0">
                <a:solidFill>
                  <a:srgbClr val="FF0000"/>
                </a:solidFill>
                <a:latin typeface="Times New Roman" pitchFamily="18" charset="0"/>
                <a:ea typeface="Times New Roman" pitchFamily="18" charset="0"/>
                <a:cs typeface="Times New Roman" pitchFamily="18" charset="0"/>
              </a:rPr>
              <a:t>, kir</a:t>
            </a:r>
            <a:r>
              <a:rPr lang="sv-SE" altLang="ja-JP" sz="2000" b="1" i="1" baseline="-30000" dirty="0">
                <a:solidFill>
                  <a:srgbClr val="FF0000"/>
                </a:solidFill>
                <a:latin typeface="Times New Roman" pitchFamily="18" charset="0"/>
                <a:ea typeface="Times New Roman" pitchFamily="18" charset="0"/>
                <a:cs typeface="Times New Roman" pitchFamily="18" charset="0"/>
              </a:rPr>
              <a:t>3</a:t>
            </a:r>
            <a:r>
              <a:rPr lang="sv-SE" altLang="ja-JP" sz="2000" b="1" i="1" dirty="0">
                <a:solidFill>
                  <a:srgbClr val="FF0000"/>
                </a:solidFill>
                <a:latin typeface="Times New Roman" pitchFamily="18" charset="0"/>
                <a:ea typeface="Times New Roman" pitchFamily="18" charset="0"/>
                <a:cs typeface="Times New Roman" pitchFamily="18" charset="0"/>
              </a:rPr>
              <a:t>, ..., kir</a:t>
            </a:r>
            <a:r>
              <a:rPr lang="sv-SE" altLang="ja-JP" sz="2000" b="1" i="1" baseline="-30000" dirty="0">
                <a:solidFill>
                  <a:srgbClr val="FF0000"/>
                </a:solidFill>
                <a:latin typeface="Times New Roman" pitchFamily="18" charset="0"/>
                <a:ea typeface="Times New Roman" pitchFamily="18" charset="0"/>
                <a:cs typeface="Times New Roman" pitchFamily="18" charset="0"/>
              </a:rPr>
              <a:t>254</a:t>
            </a:r>
            <a:r>
              <a:rPr lang="sv-SE" altLang="ja-JP" sz="2000" b="1" i="1" dirty="0">
                <a:solidFill>
                  <a:srgbClr val="FF0000"/>
                </a:solidFill>
                <a:latin typeface="Times New Roman" pitchFamily="18" charset="0"/>
                <a:ea typeface="Times New Roman" pitchFamily="18" charset="0"/>
                <a:cs typeface="Times New Roman" pitchFamily="18" charset="0"/>
              </a:rPr>
              <a:t>, kir</a:t>
            </a:r>
            <a:r>
              <a:rPr lang="sv-SE" altLang="ja-JP" sz="2000" b="1" i="1" baseline="-30000" dirty="0">
                <a:solidFill>
                  <a:srgbClr val="FF0000"/>
                </a:solidFill>
                <a:latin typeface="Times New Roman" pitchFamily="18" charset="0"/>
                <a:ea typeface="Times New Roman" pitchFamily="18" charset="0"/>
                <a:cs typeface="Times New Roman" pitchFamily="18" charset="0"/>
              </a:rPr>
              <a:t>255</a:t>
            </a:r>
            <a:r>
              <a:rPr lang="sv-SE" altLang="ja-JP" sz="2000" b="1" i="1" dirty="0">
                <a:solidFill>
                  <a:srgbClr val="FF0000"/>
                </a:solidFill>
                <a:latin typeface="Times New Roman" pitchFamily="18" charset="0"/>
                <a:ea typeface="Times New Roman" pitchFamily="18" charset="0"/>
                <a:cs typeface="Times New Roman" pitchFamily="18" charset="0"/>
              </a:rPr>
              <a:t> </a:t>
            </a:r>
            <a:endParaRPr lang="uz-Cyrl-UZ" altLang="ja-JP" sz="2000" b="1" i="1" dirty="0">
              <a:solidFill>
                <a:srgbClr val="FF0000"/>
              </a:solidFill>
              <a:latin typeface="Times New Roman" pitchFamily="18" charset="0"/>
              <a:ea typeface="Times New Roman" pitchFamily="18" charset="0"/>
              <a:cs typeface="Times New Roman" pitchFamily="18" charset="0"/>
            </a:endParaRPr>
          </a:p>
          <a:p>
            <a:pPr indent="450850" algn="just" eaLnBrk="0" hangingPunct="0">
              <a:defRPr/>
            </a:pPr>
            <a:r>
              <a:rPr lang="uz-Cyrl-UZ" altLang="ja-JP" sz="2000" dirty="0">
                <a:latin typeface="Times New Roman" pitchFamily="18" charset="0"/>
                <a:ea typeface="Times New Roman" pitchFamily="18" charset="0"/>
                <a:cs typeface="Times New Roman" pitchFamily="18" charset="0"/>
              </a:rPr>
              <a:t>кириш кетма-кетлигидан қуйидагича аниқланади:</a:t>
            </a:r>
            <a:endParaRPr lang="ru-RU" altLang="ja-JP" sz="2000" dirty="0">
              <a:latin typeface="Times New Roman" pitchFamily="18" charset="0"/>
              <a:cs typeface="Times New Roman" pitchFamily="18" charset="0"/>
            </a:endParaRPr>
          </a:p>
          <a:p>
            <a:pPr marL="6350" lvl="5" indent="-6350" algn="ctr" eaLnBrk="0" hangingPunct="0">
              <a:defRPr/>
            </a:pPr>
            <a:r>
              <a:rPr lang="ru-RU" altLang="ja-JP" sz="2000" b="1" i="1" dirty="0">
                <a:solidFill>
                  <a:srgbClr val="FF0000"/>
                </a:solidFill>
                <a:latin typeface="Times New Roman" pitchFamily="18" charset="0"/>
                <a:ea typeface="Times New Roman" pitchFamily="18" charset="0"/>
                <a:cs typeface="Times New Roman" pitchFamily="18" charset="0"/>
              </a:rPr>
              <a:t>а</a:t>
            </a:r>
            <a:r>
              <a:rPr lang="de-DE" altLang="ja-JP" sz="2000" b="1" i="1" baseline="-30000" dirty="0">
                <a:solidFill>
                  <a:srgbClr val="FF0000"/>
                </a:solidFill>
                <a:latin typeface="Times New Roman" pitchFamily="18" charset="0"/>
                <a:ea typeface="Times New Roman" pitchFamily="18" charset="0"/>
                <a:cs typeface="Times New Roman" pitchFamily="18" charset="0"/>
              </a:rPr>
              <a:t>0</a:t>
            </a:r>
            <a:r>
              <a:rPr lang="de-DE" altLang="ja-JP" sz="2000" b="1" i="1" dirty="0">
                <a:solidFill>
                  <a:srgbClr val="FF0000"/>
                </a:solidFill>
                <a:latin typeface="Times New Roman" pitchFamily="18" charset="0"/>
                <a:ea typeface="Times New Roman" pitchFamily="18" charset="0"/>
                <a:cs typeface="Times New Roman" pitchFamily="18" charset="0"/>
              </a:rPr>
              <a:t> = </a:t>
            </a:r>
            <a:r>
              <a:rPr lang="de-DE" altLang="ja-JP" sz="2000" b="1" dirty="0">
                <a:solidFill>
                  <a:srgbClr val="FF0000"/>
                </a:solidFill>
                <a:latin typeface="Times New Roman" pitchFamily="18" charset="0"/>
                <a:ea typeface="Times New Roman" pitchFamily="18" charset="0"/>
                <a:cs typeface="Times New Roman" pitchFamily="18" charset="0"/>
              </a:rPr>
              <a:t>{</a:t>
            </a:r>
            <a:r>
              <a:rPr lang="de-DE" altLang="ja-JP" sz="2000" b="1" i="1" dirty="0">
                <a:solidFill>
                  <a:srgbClr val="FF0000"/>
                </a:solidFill>
                <a:latin typeface="Times New Roman" pitchFamily="18" charset="0"/>
                <a:ea typeface="Times New Roman" pitchFamily="18" charset="0"/>
                <a:cs typeface="Times New Roman" pitchFamily="18" charset="0"/>
              </a:rPr>
              <a:t>kir</a:t>
            </a:r>
            <a:r>
              <a:rPr lang="de-DE" altLang="ja-JP" sz="2000" b="1" i="1" baseline="-30000" dirty="0">
                <a:solidFill>
                  <a:srgbClr val="FF0000"/>
                </a:solidFill>
                <a:latin typeface="Times New Roman" pitchFamily="18" charset="0"/>
                <a:ea typeface="Times New Roman" pitchFamily="18" charset="0"/>
                <a:cs typeface="Times New Roman" pitchFamily="18" charset="0"/>
              </a:rPr>
              <a:t>0</a:t>
            </a:r>
            <a:r>
              <a:rPr lang="de-DE" altLang="ja-JP" sz="2000" b="1" i="1" dirty="0">
                <a:solidFill>
                  <a:srgbClr val="FF0000"/>
                </a:solidFill>
                <a:latin typeface="Times New Roman" pitchFamily="18" charset="0"/>
                <a:ea typeface="Times New Roman" pitchFamily="18" charset="0"/>
                <a:cs typeface="Times New Roman" pitchFamily="18" charset="0"/>
              </a:rPr>
              <a:t>, kir</a:t>
            </a:r>
            <a:r>
              <a:rPr lang="de-DE" altLang="ja-JP" sz="2000" b="1" i="1" baseline="-30000" dirty="0">
                <a:solidFill>
                  <a:srgbClr val="FF0000"/>
                </a:solidFill>
                <a:latin typeface="Times New Roman" pitchFamily="18" charset="0"/>
                <a:ea typeface="Times New Roman" pitchFamily="18" charset="0"/>
                <a:cs typeface="Times New Roman" pitchFamily="18" charset="0"/>
              </a:rPr>
              <a:t>1</a:t>
            </a:r>
            <a:r>
              <a:rPr lang="de-DE" altLang="ja-JP" sz="2000" b="1" i="1" dirty="0">
                <a:solidFill>
                  <a:srgbClr val="FF0000"/>
                </a:solidFill>
                <a:latin typeface="Times New Roman" pitchFamily="18" charset="0"/>
                <a:ea typeface="Times New Roman" pitchFamily="18" charset="0"/>
                <a:cs typeface="Times New Roman" pitchFamily="18" charset="0"/>
              </a:rPr>
              <a:t>, ..., kir</a:t>
            </a:r>
            <a:r>
              <a:rPr lang="de-DE" altLang="ja-JP" sz="2000" b="1" i="1" baseline="-30000" dirty="0">
                <a:solidFill>
                  <a:srgbClr val="FF0000"/>
                </a:solidFill>
                <a:latin typeface="Times New Roman" pitchFamily="18" charset="0"/>
                <a:ea typeface="Times New Roman" pitchFamily="18" charset="0"/>
                <a:cs typeface="Times New Roman" pitchFamily="18" charset="0"/>
              </a:rPr>
              <a:t>7</a:t>
            </a:r>
            <a:r>
              <a:rPr lang="de-DE" altLang="ja-JP" sz="2000" b="1" dirty="0">
                <a:solidFill>
                  <a:srgbClr val="FF0000"/>
                </a:solidFill>
                <a:latin typeface="Times New Roman" pitchFamily="18" charset="0"/>
                <a:ea typeface="Times New Roman" pitchFamily="18" charset="0"/>
                <a:cs typeface="Times New Roman" pitchFamily="18" charset="0"/>
              </a:rPr>
              <a:t>}</a:t>
            </a:r>
            <a:r>
              <a:rPr lang="de-DE" altLang="ja-JP" sz="2000" b="1" i="1" dirty="0">
                <a:solidFill>
                  <a:srgbClr val="FF0000"/>
                </a:solidFill>
                <a:latin typeface="Times New Roman" pitchFamily="18" charset="0"/>
                <a:ea typeface="Times New Roman" pitchFamily="18" charset="0"/>
                <a:cs typeface="Times New Roman" pitchFamily="18" charset="0"/>
              </a:rPr>
              <a:t>;</a:t>
            </a:r>
            <a:endParaRPr lang="ru-RU" altLang="ja-JP" sz="2000" b="1" dirty="0">
              <a:solidFill>
                <a:srgbClr val="FF0000"/>
              </a:solidFill>
              <a:latin typeface="Times New Roman" pitchFamily="18" charset="0"/>
              <a:cs typeface="Times New Roman" pitchFamily="18" charset="0"/>
            </a:endParaRPr>
          </a:p>
          <a:p>
            <a:pPr marL="6350" lvl="5" indent="-6350" algn="ctr" eaLnBrk="0" hangingPunct="0">
              <a:defRPr/>
            </a:pPr>
            <a:r>
              <a:rPr lang="ru-RU" altLang="ja-JP" sz="2000" b="1" i="1" dirty="0">
                <a:solidFill>
                  <a:srgbClr val="FF0000"/>
                </a:solidFill>
                <a:latin typeface="Times New Roman" pitchFamily="18" charset="0"/>
                <a:ea typeface="Times New Roman" pitchFamily="18" charset="0"/>
                <a:cs typeface="Times New Roman" pitchFamily="18" charset="0"/>
              </a:rPr>
              <a:t>а</a:t>
            </a:r>
            <a:r>
              <a:rPr lang="de-DE" altLang="ja-JP" sz="2000" b="1" i="1" baseline="-30000" dirty="0">
                <a:solidFill>
                  <a:srgbClr val="FF0000"/>
                </a:solidFill>
                <a:latin typeface="Times New Roman" pitchFamily="18" charset="0"/>
                <a:ea typeface="Times New Roman" pitchFamily="18" charset="0"/>
                <a:cs typeface="Times New Roman" pitchFamily="18" charset="0"/>
              </a:rPr>
              <a:t>1</a:t>
            </a:r>
            <a:r>
              <a:rPr lang="de-DE" altLang="ja-JP" sz="2000" b="1" i="1" dirty="0">
                <a:solidFill>
                  <a:srgbClr val="FF0000"/>
                </a:solidFill>
                <a:latin typeface="Times New Roman" pitchFamily="18" charset="0"/>
                <a:ea typeface="Times New Roman" pitchFamily="18" charset="0"/>
                <a:cs typeface="Times New Roman" pitchFamily="18" charset="0"/>
              </a:rPr>
              <a:t> = </a:t>
            </a:r>
            <a:r>
              <a:rPr lang="de-DE" altLang="ja-JP" sz="2000" b="1" dirty="0">
                <a:solidFill>
                  <a:srgbClr val="FF0000"/>
                </a:solidFill>
                <a:latin typeface="Times New Roman" pitchFamily="18" charset="0"/>
                <a:ea typeface="Times New Roman" pitchFamily="18" charset="0"/>
                <a:cs typeface="Times New Roman" pitchFamily="18" charset="0"/>
              </a:rPr>
              <a:t>{</a:t>
            </a:r>
            <a:r>
              <a:rPr lang="de-DE" altLang="ja-JP" sz="2000" b="1" i="1" dirty="0">
                <a:solidFill>
                  <a:srgbClr val="FF0000"/>
                </a:solidFill>
                <a:latin typeface="Times New Roman" pitchFamily="18" charset="0"/>
                <a:ea typeface="Times New Roman" pitchFamily="18" charset="0"/>
                <a:cs typeface="Times New Roman" pitchFamily="18" charset="0"/>
              </a:rPr>
              <a:t>kir</a:t>
            </a:r>
            <a:r>
              <a:rPr lang="de-DE" altLang="ja-JP" sz="2000" b="1" i="1" baseline="-30000" dirty="0">
                <a:solidFill>
                  <a:srgbClr val="FF0000"/>
                </a:solidFill>
                <a:latin typeface="Times New Roman" pitchFamily="18" charset="0"/>
                <a:ea typeface="Times New Roman" pitchFamily="18" charset="0"/>
                <a:cs typeface="Times New Roman" pitchFamily="18" charset="0"/>
              </a:rPr>
              <a:t>8</a:t>
            </a:r>
            <a:r>
              <a:rPr lang="de-DE" altLang="ja-JP" sz="2000" b="1" i="1" dirty="0">
                <a:solidFill>
                  <a:srgbClr val="FF0000"/>
                </a:solidFill>
                <a:latin typeface="Times New Roman" pitchFamily="18" charset="0"/>
                <a:ea typeface="Times New Roman" pitchFamily="18" charset="0"/>
                <a:cs typeface="Times New Roman" pitchFamily="18" charset="0"/>
              </a:rPr>
              <a:t>, kir</a:t>
            </a:r>
            <a:r>
              <a:rPr lang="de-DE" altLang="ja-JP" sz="2000" b="1" i="1" baseline="-30000" dirty="0">
                <a:solidFill>
                  <a:srgbClr val="FF0000"/>
                </a:solidFill>
                <a:latin typeface="Times New Roman" pitchFamily="18" charset="0"/>
                <a:ea typeface="Times New Roman" pitchFamily="18" charset="0"/>
                <a:cs typeface="Times New Roman" pitchFamily="18" charset="0"/>
              </a:rPr>
              <a:t>9</a:t>
            </a:r>
            <a:r>
              <a:rPr lang="de-DE" altLang="ja-JP" sz="2000" b="1" i="1" dirty="0">
                <a:solidFill>
                  <a:srgbClr val="FF0000"/>
                </a:solidFill>
                <a:latin typeface="Times New Roman" pitchFamily="18" charset="0"/>
                <a:ea typeface="Times New Roman" pitchFamily="18" charset="0"/>
                <a:cs typeface="Times New Roman" pitchFamily="18" charset="0"/>
              </a:rPr>
              <a:t>,..., kir</a:t>
            </a:r>
            <a:r>
              <a:rPr lang="de-DE" altLang="ja-JP" sz="2000" b="1" i="1" baseline="-30000" dirty="0">
                <a:solidFill>
                  <a:srgbClr val="FF0000"/>
                </a:solidFill>
                <a:latin typeface="Times New Roman" pitchFamily="18" charset="0"/>
                <a:ea typeface="Times New Roman" pitchFamily="18" charset="0"/>
                <a:cs typeface="Times New Roman" pitchFamily="18" charset="0"/>
              </a:rPr>
              <a:t>15</a:t>
            </a:r>
            <a:r>
              <a:rPr lang="de-DE" altLang="ja-JP" sz="2000" b="1" dirty="0">
                <a:solidFill>
                  <a:srgbClr val="FF0000"/>
                </a:solidFill>
                <a:latin typeface="Times New Roman" pitchFamily="18" charset="0"/>
                <a:ea typeface="Times New Roman" pitchFamily="18" charset="0"/>
                <a:cs typeface="Times New Roman" pitchFamily="18" charset="0"/>
              </a:rPr>
              <a:t>}</a:t>
            </a:r>
            <a:r>
              <a:rPr lang="de-DE" altLang="ja-JP" sz="2000" b="1" i="1" dirty="0">
                <a:solidFill>
                  <a:srgbClr val="FF0000"/>
                </a:solidFill>
                <a:latin typeface="Times New Roman" pitchFamily="18" charset="0"/>
                <a:ea typeface="Times New Roman" pitchFamily="18" charset="0"/>
                <a:cs typeface="Times New Roman" pitchFamily="18" charset="0"/>
              </a:rPr>
              <a:t>;</a:t>
            </a:r>
            <a:endParaRPr lang="ru-RU" altLang="ja-JP" sz="2000" b="1" dirty="0">
              <a:solidFill>
                <a:srgbClr val="FF0000"/>
              </a:solidFill>
              <a:latin typeface="Times New Roman" pitchFamily="18" charset="0"/>
              <a:cs typeface="Times New Roman" pitchFamily="18" charset="0"/>
            </a:endParaRPr>
          </a:p>
          <a:p>
            <a:pPr marL="6350" lvl="5" indent="-6350" algn="ctr" eaLnBrk="0" hangingPunct="0">
              <a:defRPr/>
            </a:pPr>
            <a:r>
              <a:rPr lang="de-DE" altLang="ja-JP" sz="2000" b="1" dirty="0">
                <a:solidFill>
                  <a:srgbClr val="FF0000"/>
                </a:solidFill>
                <a:latin typeface="Times New Roman" pitchFamily="18" charset="0"/>
                <a:ea typeface="Times New Roman" pitchFamily="18" charset="0"/>
                <a:cs typeface="Times New Roman" pitchFamily="18" charset="0"/>
              </a:rPr>
              <a:t>:</a:t>
            </a:r>
            <a:endParaRPr lang="ru-RU" altLang="ja-JP" sz="2000" b="1" dirty="0">
              <a:solidFill>
                <a:srgbClr val="FF0000"/>
              </a:solidFill>
              <a:latin typeface="Times New Roman" pitchFamily="18" charset="0"/>
              <a:cs typeface="Times New Roman" pitchFamily="18" charset="0"/>
            </a:endParaRPr>
          </a:p>
          <a:p>
            <a:pPr marL="6350" lvl="5" indent="-6350" algn="ctr" eaLnBrk="0" hangingPunct="0">
              <a:defRPr/>
            </a:pPr>
            <a:r>
              <a:rPr lang="de-DE" altLang="ja-JP" sz="2000" b="1" i="1" dirty="0">
                <a:solidFill>
                  <a:srgbClr val="FF0000"/>
                </a:solidFill>
                <a:latin typeface="Times New Roman" pitchFamily="18" charset="0"/>
                <a:ea typeface="Times New Roman" pitchFamily="18" charset="0"/>
                <a:cs typeface="Times New Roman" pitchFamily="18" charset="0"/>
              </a:rPr>
              <a:t>a</a:t>
            </a:r>
            <a:r>
              <a:rPr lang="de-DE" altLang="ja-JP" sz="2000" b="1" i="1" baseline="-30000" dirty="0">
                <a:solidFill>
                  <a:srgbClr val="FF0000"/>
                </a:solidFill>
                <a:latin typeface="Times New Roman" pitchFamily="18" charset="0"/>
                <a:ea typeface="Times New Roman" pitchFamily="18" charset="0"/>
                <a:cs typeface="Times New Roman" pitchFamily="18" charset="0"/>
              </a:rPr>
              <a:t>31</a:t>
            </a:r>
            <a:r>
              <a:rPr lang="de-DE" altLang="ja-JP" sz="2000" b="1" i="1" dirty="0">
                <a:solidFill>
                  <a:srgbClr val="FF0000"/>
                </a:solidFill>
                <a:latin typeface="Times New Roman" pitchFamily="18" charset="0"/>
                <a:ea typeface="Times New Roman" pitchFamily="18" charset="0"/>
                <a:cs typeface="Times New Roman" pitchFamily="18" charset="0"/>
              </a:rPr>
              <a:t> = </a:t>
            </a:r>
            <a:r>
              <a:rPr lang="de-DE" altLang="ja-JP" sz="2000" b="1" dirty="0">
                <a:solidFill>
                  <a:srgbClr val="FF0000"/>
                </a:solidFill>
                <a:latin typeface="Times New Roman" pitchFamily="18" charset="0"/>
                <a:ea typeface="Times New Roman" pitchFamily="18" charset="0"/>
                <a:cs typeface="Times New Roman" pitchFamily="18" charset="0"/>
              </a:rPr>
              <a:t>{</a:t>
            </a:r>
            <a:r>
              <a:rPr lang="de-DE" altLang="ja-JP" sz="2000" b="1" i="1" dirty="0">
                <a:solidFill>
                  <a:srgbClr val="FF0000"/>
                </a:solidFill>
                <a:latin typeface="Times New Roman" pitchFamily="18" charset="0"/>
                <a:ea typeface="Times New Roman" pitchFamily="18" charset="0"/>
                <a:cs typeface="Times New Roman" pitchFamily="18" charset="0"/>
              </a:rPr>
              <a:t>kir</a:t>
            </a:r>
            <a:r>
              <a:rPr lang="de-DE" altLang="ja-JP" sz="2000" b="1" i="1" baseline="-30000" dirty="0">
                <a:solidFill>
                  <a:srgbClr val="FF0000"/>
                </a:solidFill>
                <a:latin typeface="Times New Roman" pitchFamily="18" charset="0"/>
                <a:ea typeface="Times New Roman" pitchFamily="18" charset="0"/>
                <a:cs typeface="Times New Roman" pitchFamily="18" charset="0"/>
              </a:rPr>
              <a:t>247</a:t>
            </a:r>
            <a:r>
              <a:rPr lang="de-DE" altLang="ja-JP" sz="2000" b="1" i="1" dirty="0">
                <a:solidFill>
                  <a:srgbClr val="FF0000"/>
                </a:solidFill>
                <a:latin typeface="Times New Roman" pitchFamily="18" charset="0"/>
                <a:ea typeface="Times New Roman" pitchFamily="18" charset="0"/>
                <a:cs typeface="Times New Roman" pitchFamily="18" charset="0"/>
              </a:rPr>
              <a:t>, kir</a:t>
            </a:r>
            <a:r>
              <a:rPr lang="de-DE" altLang="ja-JP" sz="2000" b="1" i="1" baseline="-30000" dirty="0">
                <a:solidFill>
                  <a:srgbClr val="FF0000"/>
                </a:solidFill>
                <a:latin typeface="Times New Roman" pitchFamily="18" charset="0"/>
                <a:ea typeface="Times New Roman" pitchFamily="18" charset="0"/>
                <a:cs typeface="Times New Roman" pitchFamily="18" charset="0"/>
              </a:rPr>
              <a:t>248</a:t>
            </a:r>
            <a:r>
              <a:rPr lang="de-DE" altLang="ja-JP" sz="2000" b="1" i="1" dirty="0">
                <a:solidFill>
                  <a:srgbClr val="FF0000"/>
                </a:solidFill>
                <a:latin typeface="Times New Roman" pitchFamily="18" charset="0"/>
                <a:ea typeface="Times New Roman" pitchFamily="18" charset="0"/>
                <a:cs typeface="Times New Roman" pitchFamily="18" charset="0"/>
              </a:rPr>
              <a:t>, ... kir</a:t>
            </a:r>
            <a:r>
              <a:rPr lang="de-DE" altLang="ja-JP" sz="2000" b="1" i="1" baseline="-30000" dirty="0">
                <a:solidFill>
                  <a:srgbClr val="FF0000"/>
                </a:solidFill>
                <a:latin typeface="Times New Roman" pitchFamily="18" charset="0"/>
                <a:ea typeface="Times New Roman" pitchFamily="18" charset="0"/>
                <a:cs typeface="Times New Roman" pitchFamily="18" charset="0"/>
              </a:rPr>
              <a:t>255</a:t>
            </a:r>
            <a:r>
              <a:rPr lang="de-DE" altLang="ja-JP" sz="2000" b="1" dirty="0">
                <a:solidFill>
                  <a:srgbClr val="FF0000"/>
                </a:solidFill>
                <a:latin typeface="Times New Roman" pitchFamily="18" charset="0"/>
                <a:ea typeface="Times New Roman" pitchFamily="18" charset="0"/>
                <a:cs typeface="Times New Roman" pitchFamily="18" charset="0"/>
              </a:rPr>
              <a:t>}</a:t>
            </a:r>
            <a:r>
              <a:rPr lang="de-DE" altLang="ja-JP" sz="2000" b="1" i="1" dirty="0">
                <a:solidFill>
                  <a:srgbClr val="FF0000"/>
                </a:solidFill>
                <a:latin typeface="Times New Roman" pitchFamily="18" charset="0"/>
                <a:ea typeface="Times New Roman" pitchFamily="18" charset="0"/>
                <a:cs typeface="Times New Roman" pitchFamily="18" charset="0"/>
              </a:rPr>
              <a:t>.</a:t>
            </a:r>
            <a:endParaRPr lang="uz-Cyrl-UZ" altLang="ja-JP" sz="2000" b="1" i="1" dirty="0">
              <a:solidFill>
                <a:srgbClr val="FF0000"/>
              </a:solidFill>
              <a:latin typeface="Times New Roman" pitchFamily="18" charset="0"/>
              <a:ea typeface="Times New Roman" pitchFamily="18" charset="0"/>
              <a:cs typeface="Times New Roman" pitchFamily="18" charset="0"/>
            </a:endParaRPr>
          </a:p>
          <a:p>
            <a:pPr marL="6350" lvl="5" indent="-6350" algn="just" eaLnBrk="0" hangingPunct="0">
              <a:defRPr/>
            </a:pPr>
            <a:endParaRPr lang="ru-RU" sz="200" b="1" dirty="0">
              <a:solidFill>
                <a:srgbClr val="C00000"/>
              </a:solidFill>
              <a:latin typeface="Times New Roman" pitchFamily="18" charset="0"/>
              <a:cs typeface="Times New Roman" pitchFamily="18" charset="0"/>
            </a:endParaRPr>
          </a:p>
          <a:p>
            <a:pPr marL="6350" lvl="5" indent="442913" algn="just" eaLnBrk="0" hangingPunct="0">
              <a:defRPr/>
            </a:pPr>
            <a:r>
              <a:rPr lang="ru-RU" sz="2000" b="1" dirty="0">
                <a:solidFill>
                  <a:srgbClr val="C00000"/>
                </a:solidFill>
                <a:latin typeface="Times New Roman" pitchFamily="18" charset="0"/>
                <a:cs typeface="Times New Roman" pitchFamily="18" charset="0"/>
              </a:rPr>
              <a:t>3.3. HOLAT МАССИВИ.</a:t>
            </a:r>
          </a:p>
          <a:p>
            <a:pPr indent="449263" algn="just">
              <a:defRPr/>
            </a:pPr>
            <a:r>
              <a:rPr lang="ru-RU" sz="2000" dirty="0">
                <a:latin typeface="Times New Roman" pitchFamily="18" charset="0"/>
                <a:cs typeface="Times New Roman" pitchFamily="18" charset="0"/>
              </a:rPr>
              <a:t>ХФ 1-алгоритмида </a:t>
            </a:r>
            <a:r>
              <a:rPr lang="ru-RU" sz="2000" dirty="0" err="1">
                <a:latin typeface="Times New Roman" pitchFamily="18" charset="0"/>
                <a:cs typeface="Times New Roman" pitchFamily="18" charset="0"/>
              </a:rPr>
              <a:t>маълумотларни</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қайта </a:t>
            </a:r>
            <a:r>
              <a:rPr lang="ru-RU" sz="2000" dirty="0">
                <a:latin typeface="Times New Roman" pitchFamily="18" charset="0"/>
                <a:cs typeface="Times New Roman" pitchFamily="18" charset="0"/>
              </a:rPr>
              <a:t>ишлаш </a:t>
            </a:r>
            <a:r>
              <a:rPr lang="ru-RU" sz="2000" dirty="0" err="1">
                <a:latin typeface="Times New Roman" pitchFamily="18" charset="0"/>
                <a:cs typeface="Times New Roman" pitchFamily="18" charset="0"/>
              </a:rPr>
              <a:t>жараёнини</a:t>
            </a:r>
            <a:r>
              <a:rPr lang="ru-RU" sz="2000" dirty="0">
                <a:latin typeface="Times New Roman" pitchFamily="18" charset="0"/>
                <a:cs typeface="Times New Roman" pitchFamily="18" charset="0"/>
              </a:rPr>
              <a:t> ярим </a:t>
            </a:r>
            <a:r>
              <a:rPr lang="ru-RU" sz="2000" dirty="0" err="1">
                <a:latin typeface="Times New Roman" pitchFamily="18" charset="0"/>
                <a:cs typeface="Times New Roman" pitchFamily="18" charset="0"/>
              </a:rPr>
              <a:t>байтлар</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байтлар</a:t>
            </a:r>
            <a:r>
              <a:rPr lang="ru-RU" sz="2000" dirty="0">
                <a:latin typeface="Times New Roman" pitchFamily="18" charset="0"/>
                <a:cs typeface="Times New Roman" pitchFamily="18" charset="0"/>
              </a:rPr>
              <a:t>)</a:t>
            </a:r>
            <a:r>
              <a:rPr lang="ru-RU" sz="2000" dirty="0" err="1">
                <a:latin typeface="Times New Roman" pitchFamily="18" charset="0"/>
                <a:cs typeface="Times New Roman" pitchFamily="18" charset="0"/>
              </a:rPr>
              <a:t>нинг</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икки</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ўлчамли</a:t>
            </a:r>
            <a:r>
              <a:rPr lang="ru-RU" sz="2000" dirty="0">
                <a:latin typeface="Times New Roman" pitchFamily="18" charset="0"/>
                <a:cs typeface="Times New Roman" pitchFamily="18" charset="0"/>
              </a:rPr>
              <a:t> </a:t>
            </a:r>
            <a:r>
              <a:rPr lang="en-US" sz="2000" b="1" i="1" dirty="0" err="1">
                <a:solidFill>
                  <a:srgbClr val="FF0000"/>
                </a:solidFill>
                <a:latin typeface="Times New Roman" pitchFamily="18" charset="0"/>
                <a:cs typeface="Times New Roman" pitchFamily="18" charset="0"/>
              </a:rPr>
              <a:t>holat</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массиви</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устида</a:t>
            </a:r>
            <a:r>
              <a:rPr lang="ru-RU" sz="2000" dirty="0">
                <a:latin typeface="Times New Roman" pitchFamily="18" charset="0"/>
                <a:cs typeface="Times New Roman" pitchFamily="18" charset="0"/>
              </a:rPr>
              <a:t> алгоритм </a:t>
            </a:r>
            <a:r>
              <a:rPr lang="ru-RU" sz="2000" dirty="0" err="1">
                <a:latin typeface="Times New Roman" pitchFamily="18" charset="0"/>
                <a:cs typeface="Times New Roman" pitchFamily="18" charset="0"/>
              </a:rPr>
              <a:t>амалларининг</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бажарилиши</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деб</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тушиниш</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мумкин</a:t>
            </a:r>
            <a:r>
              <a:rPr lang="ru-RU" sz="2000" dirty="0">
                <a:latin typeface="Times New Roman" pitchFamily="18" charset="0"/>
                <a:cs typeface="Times New Roman" pitchFamily="18" charset="0"/>
              </a:rPr>
              <a:t>.</a:t>
            </a:r>
          </a:p>
          <a:p>
            <a:pPr indent="444500" algn="just">
              <a:defRPr/>
            </a:pPr>
            <a:r>
              <a:rPr lang="en-US" sz="2000" b="1" i="1" dirty="0" err="1">
                <a:latin typeface="Times New Roman" pitchFamily="18" charset="0"/>
                <a:cs typeface="Times New Roman" pitchFamily="18" charset="0"/>
              </a:rPr>
              <a:t>holat</a:t>
            </a:r>
            <a:r>
              <a:rPr lang="ru-RU" sz="2000" b="1" dirty="0">
                <a:latin typeface="Times New Roman" pitchFamily="18" charset="0"/>
                <a:cs typeface="Times New Roman" pitchFamily="18" charset="0"/>
              </a:rPr>
              <a:t> </a:t>
            </a:r>
            <a:r>
              <a:rPr lang="ru-RU" sz="2000" dirty="0" err="1">
                <a:latin typeface="Times New Roman" pitchFamily="18" charset="0"/>
                <a:cs typeface="Times New Roman" pitchFamily="18" charset="0"/>
              </a:rPr>
              <a:t>массиви</a:t>
            </a:r>
            <a:r>
              <a:rPr lang="ru-RU" sz="2000" dirty="0">
                <a:latin typeface="Times New Roman" pitchFamily="18" charset="0"/>
                <a:cs typeface="Times New Roman" pitchFamily="18" charset="0"/>
              </a:rPr>
              <a:t> </a:t>
            </a:r>
            <a:r>
              <a:rPr lang="ru-RU" sz="2000" i="1" dirty="0" err="1">
                <a:latin typeface="Times New Roman" pitchFamily="18" charset="0"/>
                <a:cs typeface="Times New Roman" pitchFamily="18" charset="0"/>
              </a:rPr>
              <a:t>тўртта</a:t>
            </a:r>
            <a:r>
              <a:rPr lang="ru-RU" sz="2000" i="1" dirty="0">
                <a:latin typeface="Times New Roman" pitchFamily="18" charset="0"/>
                <a:cs typeface="Times New Roman" pitchFamily="18" charset="0"/>
              </a:rPr>
              <a:t> </a:t>
            </a:r>
            <a:r>
              <a:rPr lang="ru-RU" sz="2000" i="1" dirty="0" err="1">
                <a:latin typeface="Times New Roman" pitchFamily="18" charset="0"/>
                <a:cs typeface="Times New Roman" pitchFamily="18" charset="0"/>
              </a:rPr>
              <a:t>сатр</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(қатор</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ва</a:t>
            </a:r>
            <a:r>
              <a:rPr lang="ru-RU" sz="2000" dirty="0">
                <a:latin typeface="Times New Roman" pitchFamily="18" charset="0"/>
                <a:cs typeface="Times New Roman" pitchFamily="18" charset="0"/>
              </a:rPr>
              <a:t> </a:t>
            </a:r>
            <a:r>
              <a:rPr lang="ru-RU" sz="2000" i="1" dirty="0" err="1">
                <a:latin typeface="Times New Roman" pitchFamily="18" charset="0"/>
                <a:cs typeface="Times New Roman" pitchFamily="18" charset="0"/>
              </a:rPr>
              <a:t>саккизта</a:t>
            </a:r>
            <a:r>
              <a:rPr lang="ru-RU" sz="2000" i="1" dirty="0">
                <a:latin typeface="Times New Roman" pitchFamily="18" charset="0"/>
                <a:cs typeface="Times New Roman" pitchFamily="18" charset="0"/>
              </a:rPr>
              <a:t> </a:t>
            </a:r>
            <a:r>
              <a:rPr lang="ru-RU" sz="2000" i="1" dirty="0" err="1">
                <a:latin typeface="Times New Roman" pitchFamily="18" charset="0"/>
                <a:cs typeface="Times New Roman" pitchFamily="18" charset="0"/>
              </a:rPr>
              <a:t>устун</a:t>
            </a:r>
            <a:r>
              <a:rPr lang="ru-RU" sz="2000" dirty="0" err="1">
                <a:latin typeface="Times New Roman" pitchFamily="18" charset="0"/>
                <a:cs typeface="Times New Roman" pitchFamily="18" charset="0"/>
              </a:rPr>
              <a:t>да</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жойлашган</a:t>
            </a:r>
            <a:r>
              <a:rPr lang="ru-RU" sz="2000" dirty="0">
                <a:latin typeface="Times New Roman" pitchFamily="18" charset="0"/>
                <a:cs typeface="Times New Roman" pitchFamily="18" charset="0"/>
              </a:rPr>
              <a:t> ярим </a:t>
            </a:r>
            <a:r>
              <a:rPr lang="ru-RU" sz="2000" dirty="0" err="1">
                <a:latin typeface="Times New Roman" pitchFamily="18" charset="0"/>
                <a:cs typeface="Times New Roman" pitchFamily="18" charset="0"/>
              </a:rPr>
              <a:t>байтлардан</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байтлардан</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иборат</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1-жадвал)</a:t>
            </a:r>
            <a:r>
              <a:rPr lang="ru-RU" sz="2000" dirty="0">
                <a:latin typeface="Times New Roman" pitchFamily="18" charset="0"/>
                <a:cs typeface="Times New Roman" pitchFamily="18" charset="0"/>
              </a:rPr>
              <a:t>, бунда </a:t>
            </a:r>
            <a:r>
              <a:rPr lang="ru-RU" sz="2000" dirty="0" err="1">
                <a:latin typeface="Times New Roman" pitchFamily="18" charset="0"/>
                <a:cs typeface="Times New Roman" pitchFamily="18" charset="0"/>
              </a:rPr>
              <a:t>ҳар бир</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сатр</a:t>
            </a:r>
            <a:r>
              <a:rPr lang="ru-RU" sz="2000" dirty="0">
                <a:latin typeface="Times New Roman" pitchFamily="18" charset="0"/>
                <a:cs typeface="Times New Roman" pitchFamily="18" charset="0"/>
              </a:rPr>
              <a:t> </a:t>
            </a:r>
            <a:r>
              <a:rPr lang="ru-RU" sz="2000" b="1" i="1" dirty="0">
                <a:latin typeface="Times New Roman" pitchFamily="18" charset="0"/>
                <a:cs typeface="Times New Roman" pitchFamily="18" charset="0"/>
              </a:rPr>
              <a:t>32 </a:t>
            </a:r>
            <a:r>
              <a:rPr lang="ru-RU" sz="2000" i="1" dirty="0">
                <a:latin typeface="Times New Roman" pitchFamily="18" charset="0"/>
                <a:cs typeface="Times New Roman" pitchFamily="18" charset="0"/>
              </a:rPr>
              <a:t>(64)</a:t>
            </a:r>
            <a:r>
              <a:rPr lang="ru-RU" sz="2000" dirty="0">
                <a:latin typeface="Times New Roman" pitchFamily="18" charset="0"/>
                <a:cs typeface="Times New Roman" pitchFamily="18" charset="0"/>
              </a:rPr>
              <a:t> </a:t>
            </a:r>
            <a:r>
              <a:rPr lang="ru-RU" sz="2000" b="1" i="1" dirty="0" err="1">
                <a:latin typeface="Times New Roman" pitchFamily="18" charset="0"/>
                <a:cs typeface="Times New Roman" pitchFamily="18" charset="0"/>
              </a:rPr>
              <a:t>bit</a:t>
            </a:r>
            <a:r>
              <a:rPr lang="ru-RU" sz="2000" dirty="0">
                <a:latin typeface="Times New Roman" pitchFamily="18" charset="0"/>
                <a:cs typeface="Times New Roman" pitchFamily="18" charset="0"/>
              </a:rPr>
              <a:t> дан </a:t>
            </a:r>
            <a:r>
              <a:rPr lang="ru-RU" sz="2000" dirty="0" err="1">
                <a:latin typeface="Times New Roman" pitchFamily="18" charset="0"/>
                <a:cs typeface="Times New Roman" pitchFamily="18" charset="0"/>
              </a:rPr>
              <a:t>иборат</a:t>
            </a:r>
            <a:r>
              <a:rPr lang="ru-RU" sz="2000" dirty="0">
                <a:latin typeface="Times New Roman" pitchFamily="18" charset="0"/>
                <a:cs typeface="Times New Roman" pitchFamily="18" charset="0"/>
              </a:rPr>
              <a:t>.</a:t>
            </a:r>
          </a:p>
          <a:p>
            <a:pPr indent="444500" algn="just">
              <a:defRPr/>
            </a:pPr>
            <a:r>
              <a:rPr lang="en-US" sz="2000" b="1" i="1" dirty="0">
                <a:latin typeface="Times New Roman" pitchFamily="18" charset="0"/>
                <a:cs typeface="Times New Roman" pitchFamily="18" charset="0"/>
              </a:rPr>
              <a:t>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билан</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белгиланган</a:t>
            </a:r>
            <a:r>
              <a:rPr lang="ru-RU" sz="2000" dirty="0">
                <a:latin typeface="Times New Roman" pitchFamily="18" charset="0"/>
                <a:cs typeface="Times New Roman" pitchFamily="18" charset="0"/>
              </a:rPr>
              <a:t> </a:t>
            </a:r>
            <a:r>
              <a:rPr lang="en-US" sz="2000" b="1" i="1" dirty="0" err="1">
                <a:latin typeface="Times New Roman" pitchFamily="18" charset="0"/>
                <a:cs typeface="Times New Roman" pitchFamily="18" charset="0"/>
              </a:rPr>
              <a:t>holat</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массивида</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ҳар бир</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алоҳида </a:t>
            </a:r>
            <a:r>
              <a:rPr lang="ru-RU" sz="2000" dirty="0">
                <a:latin typeface="Times New Roman" pitchFamily="18" charset="0"/>
                <a:cs typeface="Times New Roman" pitchFamily="18" charset="0"/>
              </a:rPr>
              <a:t>ярим байт (</a:t>
            </a:r>
            <a:r>
              <a:rPr lang="ru-RU" sz="2000" dirty="0" err="1">
                <a:latin typeface="Times New Roman" pitchFamily="18" charset="0"/>
                <a:cs typeface="Times New Roman" pitchFamily="18" charset="0"/>
              </a:rPr>
              <a:t>байт</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иккита</a:t>
            </a:r>
            <a:r>
              <a:rPr lang="ru-RU" sz="2000" dirty="0">
                <a:latin typeface="Times New Roman" pitchFamily="18" charset="0"/>
                <a:cs typeface="Times New Roman" pitchFamily="18" charset="0"/>
              </a:rPr>
              <a:t> </a:t>
            </a:r>
            <a:r>
              <a:rPr lang="en-US" sz="2000" b="1" i="1" dirty="0">
                <a:latin typeface="Times New Roman" pitchFamily="18" charset="0"/>
                <a:cs typeface="Times New Roman" pitchFamily="18" charset="0"/>
              </a:rPr>
              <a:t>s </a:t>
            </a:r>
            <a:r>
              <a:rPr lang="ru-RU" sz="2000" dirty="0" err="1">
                <a:latin typeface="Times New Roman" pitchFamily="18" charset="0"/>
                <a:cs typeface="Times New Roman" pitchFamily="18" charset="0"/>
              </a:rPr>
              <a:t>ва</a:t>
            </a:r>
            <a:r>
              <a:rPr lang="ru-RU" sz="2000" b="1" i="1" dirty="0">
                <a:latin typeface="Times New Roman" pitchFamily="18" charset="0"/>
                <a:cs typeface="Times New Roman" pitchFamily="18" charset="0"/>
              </a:rPr>
              <a:t> </a:t>
            </a:r>
            <a:r>
              <a:rPr lang="en-US" sz="2000" b="1" i="1" dirty="0">
                <a:latin typeface="Times New Roman" pitchFamily="18" charset="0"/>
                <a:cs typeface="Times New Roman" pitchFamily="18" charset="0"/>
              </a:rPr>
              <a:t>u </a:t>
            </a:r>
            <a:r>
              <a:rPr lang="ru-RU" sz="2000" dirty="0" err="1">
                <a:latin typeface="Times New Roman" pitchFamily="18" charset="0"/>
                <a:cs typeface="Times New Roman" pitchFamily="18" charset="0"/>
              </a:rPr>
              <a:t>индексга</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эга</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бу</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ерда</a:t>
            </a:r>
            <a:r>
              <a:rPr lang="ru-RU" sz="2000" dirty="0">
                <a:latin typeface="Times New Roman" pitchFamily="18" charset="0"/>
                <a:cs typeface="Times New Roman" pitchFamily="18" charset="0"/>
              </a:rPr>
              <a:t>:</a:t>
            </a:r>
          </a:p>
          <a:p>
            <a:pPr indent="444500" algn="ctr">
              <a:buFontTx/>
              <a:buChar char="-"/>
              <a:defRPr/>
            </a:pPr>
            <a:r>
              <a:rPr lang="en-US" sz="2000" b="1" i="1" dirty="0">
                <a:latin typeface="Times New Roman" pitchFamily="18" charset="0"/>
                <a:cs typeface="Times New Roman" pitchFamily="18" charset="0"/>
              </a:rPr>
              <a:t>s</a:t>
            </a:r>
            <a:r>
              <a:rPr lang="uz-Cyrl-UZ" sz="2000" b="1" i="1" dirty="0">
                <a:latin typeface="Times New Roman" pitchFamily="18" charset="0"/>
                <a:cs typeface="Times New Roman" pitchFamily="18" charset="0"/>
              </a:rPr>
              <a:t> </a:t>
            </a:r>
            <a:r>
              <a:rPr lang="ru-RU" sz="2000" b="1" i="1" dirty="0">
                <a:latin typeface="Times New Roman" pitchFamily="18" charset="0"/>
                <a:cs typeface="Times New Roman" pitchFamily="18" charset="0"/>
              </a:rPr>
              <a:t>– </a:t>
            </a:r>
            <a:r>
              <a:rPr lang="ru-RU" sz="2000" dirty="0" err="1">
                <a:latin typeface="Times New Roman" pitchFamily="18" charset="0"/>
                <a:cs typeface="Times New Roman" pitchFamily="18" charset="0"/>
              </a:rPr>
              <a:t>массивнинг</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сатрини</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ифодалайди</a:t>
            </a:r>
            <a:r>
              <a:rPr lang="ru-RU" sz="2000" dirty="0">
                <a:latin typeface="Times New Roman" pitchFamily="18" charset="0"/>
                <a:cs typeface="Times New Roman" pitchFamily="18" charset="0"/>
              </a:rPr>
              <a:t> (</a:t>
            </a:r>
            <a:r>
              <a:rPr lang="ru-RU" sz="2000" b="1" i="1" dirty="0">
                <a:latin typeface="Times New Roman" pitchFamily="18" charset="0"/>
                <a:cs typeface="Times New Roman" pitchFamily="18" charset="0"/>
              </a:rPr>
              <a:t>0</a:t>
            </a:r>
            <a:r>
              <a:rPr lang="ru-RU" sz="2000" b="1" i="1" dirty="0">
                <a:latin typeface="Times New Roman" pitchFamily="18" charset="0"/>
                <a:cs typeface="Times New Roman" pitchFamily="18" charset="0"/>
                <a:sym typeface="Symbol"/>
              </a:rPr>
              <a:t></a:t>
            </a:r>
            <a:r>
              <a:rPr lang="en-US" sz="2000" b="1" i="1" dirty="0">
                <a:latin typeface="Times New Roman" pitchFamily="18" charset="0"/>
                <a:cs typeface="Times New Roman" pitchFamily="18" charset="0"/>
              </a:rPr>
              <a:t>s</a:t>
            </a:r>
            <a:r>
              <a:rPr lang="ru-RU" sz="2000" b="1" i="1" dirty="0">
                <a:latin typeface="Times New Roman" pitchFamily="18" charset="0"/>
                <a:cs typeface="Times New Roman" pitchFamily="18" charset="0"/>
              </a:rPr>
              <a:t>&lt;4)</a:t>
            </a:r>
            <a:r>
              <a:rPr lang="ru-RU" sz="2000" dirty="0">
                <a:latin typeface="Times New Roman" pitchFamily="18" charset="0"/>
                <a:cs typeface="Times New Roman" pitchFamily="18" charset="0"/>
              </a:rPr>
              <a:t>;</a:t>
            </a:r>
          </a:p>
          <a:p>
            <a:pPr indent="444500" algn="ctr">
              <a:buFontTx/>
              <a:buChar char="-"/>
              <a:defRPr/>
            </a:pPr>
            <a:r>
              <a:rPr lang="en-US" sz="2000" b="1" i="1" dirty="0">
                <a:latin typeface="Times New Roman" pitchFamily="18" charset="0"/>
                <a:cs typeface="Times New Roman" pitchFamily="18" charset="0"/>
              </a:rPr>
              <a:t>u</a:t>
            </a:r>
            <a:r>
              <a:rPr lang="uz-Cyrl-UZ" sz="2000" b="1" i="1" dirty="0">
                <a:latin typeface="Times New Roman" pitchFamily="18" charset="0"/>
                <a:cs typeface="Times New Roman" pitchFamily="18" charset="0"/>
              </a:rPr>
              <a:t> </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массивнинг</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устунини</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ифодалйди</a:t>
            </a:r>
            <a:r>
              <a:rPr lang="ru-RU" sz="2000" dirty="0">
                <a:latin typeface="Times New Roman" pitchFamily="18" charset="0"/>
                <a:cs typeface="Times New Roman" pitchFamily="18" charset="0"/>
              </a:rPr>
              <a:t> (</a:t>
            </a:r>
            <a:r>
              <a:rPr lang="ru-RU" sz="2000" b="1" i="1" dirty="0">
                <a:latin typeface="Times New Roman" pitchFamily="18" charset="0"/>
                <a:cs typeface="Times New Roman" pitchFamily="18" charset="0"/>
              </a:rPr>
              <a:t>0</a:t>
            </a:r>
            <a:r>
              <a:rPr lang="ru-RU" sz="2000" b="1" i="1" dirty="0">
                <a:latin typeface="Times New Roman" pitchFamily="18" charset="0"/>
                <a:cs typeface="Times New Roman" pitchFamily="18" charset="0"/>
                <a:sym typeface="Symbol"/>
              </a:rPr>
              <a:t></a:t>
            </a:r>
            <a:r>
              <a:rPr lang="en-US" sz="2000" b="1" i="1" dirty="0">
                <a:latin typeface="Times New Roman" pitchFamily="18" charset="0"/>
                <a:cs typeface="Times New Roman" pitchFamily="18" charset="0"/>
              </a:rPr>
              <a:t>u</a:t>
            </a:r>
            <a:r>
              <a:rPr lang="ru-RU" sz="2000" b="1" i="1" dirty="0">
                <a:latin typeface="Times New Roman" pitchFamily="18" charset="0"/>
                <a:cs typeface="Times New Roman" pitchFamily="18" charset="0"/>
              </a:rPr>
              <a:t>&lt;8)</a:t>
            </a:r>
          </a:p>
          <a:p>
            <a:pPr indent="444500" algn="just">
              <a:defRPr/>
            </a:pPr>
            <a:r>
              <a:rPr lang="uz-Cyrl-UZ" sz="2000" dirty="0">
                <a:latin typeface="Times New Roman" pitchFamily="18" charset="0"/>
                <a:cs typeface="Times New Roman" pitchFamily="18" charset="0"/>
              </a:rPr>
              <a:t>Демак </a:t>
            </a:r>
            <a:r>
              <a:rPr lang="ru-RU" sz="2000" dirty="0" err="1">
                <a:latin typeface="Times New Roman" pitchFamily="18" charset="0"/>
                <a:cs typeface="Times New Roman" pitchFamily="18" charset="0"/>
              </a:rPr>
              <a:t>массивининг</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ихтиёрий</a:t>
            </a:r>
            <a:r>
              <a:rPr lang="ru-RU" sz="2000" dirty="0">
                <a:latin typeface="Times New Roman" pitchFamily="18" charset="0"/>
                <a:cs typeface="Times New Roman" pitchFamily="18" charset="0"/>
              </a:rPr>
              <a:t> ярим </a:t>
            </a:r>
            <a:r>
              <a:rPr lang="ru-RU" sz="2000" dirty="0" err="1">
                <a:latin typeface="Times New Roman" pitchFamily="18" charset="0"/>
                <a:cs typeface="Times New Roman" pitchFamily="18" charset="0"/>
              </a:rPr>
              <a:t>байтига</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байтига</a:t>
            </a:r>
            <a:r>
              <a:rPr lang="ru-RU" sz="2000" dirty="0">
                <a:latin typeface="Times New Roman" pitchFamily="18" charset="0"/>
                <a:cs typeface="Times New Roman" pitchFamily="18" charset="0"/>
              </a:rPr>
              <a:t>) </a:t>
            </a:r>
            <a:r>
              <a:rPr lang="en-US" sz="2000" b="1" i="1" dirty="0">
                <a:latin typeface="Times New Roman" pitchFamily="18" charset="0"/>
                <a:cs typeface="Times New Roman" pitchFamily="18" charset="0"/>
              </a:rPr>
              <a:t>h</a:t>
            </a:r>
            <a:r>
              <a:rPr lang="ru-RU" sz="2000" b="1" i="1" dirty="0">
                <a:latin typeface="Times New Roman" pitchFamily="18" charset="0"/>
                <a:cs typeface="Times New Roman" pitchFamily="18" charset="0"/>
              </a:rPr>
              <a:t>[</a:t>
            </a:r>
            <a:r>
              <a:rPr lang="ru-RU" sz="2000" b="1" i="1" dirty="0" err="1">
                <a:latin typeface="Times New Roman" pitchFamily="18" charset="0"/>
                <a:cs typeface="Times New Roman" pitchFamily="18" charset="0"/>
              </a:rPr>
              <a:t>s,u</a:t>
            </a:r>
            <a:r>
              <a:rPr lang="ru-RU" sz="2000" b="1" i="1" dirty="0">
                <a:latin typeface="Times New Roman" pitchFamily="18" charset="0"/>
                <a:cs typeface="Times New Roman" pitchFamily="18" charset="0"/>
              </a:rPr>
              <a:t>]</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мос</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келади</a:t>
            </a:r>
            <a:r>
              <a:rPr lang="ru-RU" sz="2000" dirty="0">
                <a:latin typeface="Times New Roman" pitchFamily="18" charset="0"/>
                <a:cs typeface="Times New Roman" pitchFamily="18" charset="0"/>
              </a:rPr>
              <a:t>.</a:t>
            </a:r>
            <a:endParaRPr lang="de-DE" altLang="ja-JP" sz="2000" b="1"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Прямоугольник 3"/>
          <p:cNvSpPr>
            <a:spLocks noChangeArrowheads="1"/>
          </p:cNvSpPr>
          <p:nvPr/>
        </p:nvSpPr>
        <p:spPr bwMode="auto">
          <a:xfrm>
            <a:off x="214313" y="1857375"/>
            <a:ext cx="8786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355600" algn="ctr"/>
            <a:r>
              <a:rPr lang="uz-Cyrl-UZ" altLang="uz-Cyrl-UZ" sz="2000" b="1">
                <a:latin typeface="Times New Roman" pitchFamily="18" charset="0"/>
                <a:cs typeface="Times New Roman" pitchFamily="18" charset="0"/>
              </a:rPr>
              <a:t>1-жадвал.  </a:t>
            </a:r>
            <a:r>
              <a:rPr lang="en-US" altLang="uz-Cyrl-UZ" sz="2000" b="1" i="1">
                <a:latin typeface="Times New Roman" pitchFamily="18" charset="0"/>
                <a:cs typeface="Times New Roman" pitchFamily="18" charset="0"/>
              </a:rPr>
              <a:t>holat</a:t>
            </a:r>
            <a:r>
              <a:rPr lang="en-US" altLang="uz-Cyrl-UZ" sz="2000" b="1">
                <a:latin typeface="Times New Roman" pitchFamily="18" charset="0"/>
                <a:cs typeface="Times New Roman" pitchFamily="18" charset="0"/>
              </a:rPr>
              <a:t> </a:t>
            </a:r>
            <a:r>
              <a:rPr lang="ru-RU" altLang="uz-Cyrl-UZ" sz="2000" b="1">
                <a:latin typeface="Times New Roman" pitchFamily="18" charset="0"/>
                <a:cs typeface="Times New Roman" pitchFamily="18" charset="0"/>
              </a:rPr>
              <a:t>массиви</a:t>
            </a:r>
          </a:p>
        </p:txBody>
      </p:sp>
      <p:pic>
        <p:nvPicPr>
          <p:cNvPr id="8195" name="Picture 1"/>
          <p:cNvPicPr>
            <a:picLocks noChangeAspect="1" noChangeArrowheads="1"/>
          </p:cNvPicPr>
          <p:nvPr/>
        </p:nvPicPr>
        <p:blipFill>
          <a:blip r:embed="rId2">
            <a:extLst>
              <a:ext uri="{28A0092B-C50C-407E-A947-70E740481C1C}">
                <a14:useLocalDpi xmlns:a14="http://schemas.microsoft.com/office/drawing/2010/main" val="0"/>
              </a:ext>
            </a:extLst>
          </a:blip>
          <a:srcRect l="16277" t="42882" r="8855" b="33333"/>
          <a:stretch>
            <a:fillRect/>
          </a:stretch>
        </p:blipFill>
        <p:spPr bwMode="auto">
          <a:xfrm>
            <a:off x="1143000" y="114300"/>
            <a:ext cx="73025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Rectangle 2"/>
          <p:cNvSpPr>
            <a:spLocks noChangeArrowheads="1"/>
          </p:cNvSpPr>
          <p:nvPr/>
        </p:nvSpPr>
        <p:spPr bwMode="auto">
          <a:xfrm>
            <a:off x="157163" y="2224088"/>
            <a:ext cx="8843962"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0850" algn="just"/>
            <a:r>
              <a:rPr lang="uz-Cyrl-UZ" altLang="ja-JP" sz="2100">
                <a:latin typeface="Times New Roman" pitchFamily="18" charset="0"/>
                <a:cs typeface="Times New Roman" pitchFamily="18" charset="0"/>
              </a:rPr>
              <a:t>Матрицаларни кўпайтириш амалидан фойдаланишга асосланган ўзгартиришлардан олдин икки ўлчамли </a:t>
            </a:r>
            <a:r>
              <a:rPr lang="uz-Cyrl-UZ" altLang="ja-JP" sz="2100" b="1" i="1">
                <a:latin typeface="Times New Roman" pitchFamily="18" charset="0"/>
                <a:cs typeface="Times New Roman" pitchFamily="18" charset="0"/>
              </a:rPr>
              <a:t>holat[4,8]</a:t>
            </a:r>
            <a:r>
              <a:rPr lang="uz-Cyrl-UZ" altLang="ja-JP" sz="2100">
                <a:latin typeface="Times New Roman" pitchFamily="18" charset="0"/>
                <a:cs typeface="Times New Roman" pitchFamily="18" charset="0"/>
              </a:rPr>
              <a:t> массивини, 2-жадвалга мувофиқ, </a:t>
            </a:r>
            <a:r>
              <a:rPr lang="uz-Cyrl-UZ" altLang="ja-JP" sz="2100" b="1">
                <a:latin typeface="Times New Roman" pitchFamily="18" charset="0"/>
                <a:cs typeface="Times New Roman" pitchFamily="18" charset="0"/>
              </a:rPr>
              <a:t>чап </a:t>
            </a:r>
            <a:r>
              <a:rPr lang="uz-Cyrl-UZ" altLang="ja-JP" sz="2100">
                <a:latin typeface="Times New Roman" pitchFamily="18" charset="0"/>
                <a:cs typeface="Times New Roman" pitchFamily="18" charset="0"/>
              </a:rPr>
              <a:t>ва</a:t>
            </a:r>
            <a:r>
              <a:rPr lang="uz-Cyrl-UZ" altLang="ja-JP" sz="2100" b="1">
                <a:latin typeface="Times New Roman" pitchFamily="18" charset="0"/>
                <a:cs typeface="Times New Roman" pitchFamily="18" charset="0"/>
              </a:rPr>
              <a:t> ўнг</a:t>
            </a:r>
            <a:r>
              <a:rPr lang="uz-Cyrl-UZ" altLang="ja-JP" sz="2100">
                <a:latin typeface="Times New Roman" pitchFamily="18" charset="0"/>
                <a:cs typeface="Times New Roman" pitchFamily="18" charset="0"/>
              </a:rPr>
              <a:t> </a:t>
            </a:r>
            <a:r>
              <a:rPr lang="uz-Cyrl-UZ" altLang="ja-JP" sz="2100" b="1">
                <a:latin typeface="Times New Roman" pitchFamily="18" charset="0"/>
                <a:cs typeface="Times New Roman" pitchFamily="18" charset="0"/>
              </a:rPr>
              <a:t>қисм</a:t>
            </a:r>
            <a:r>
              <a:rPr lang="uz-Cyrl-UZ" altLang="ja-JP" sz="2100">
                <a:latin typeface="Times New Roman" pitchFamily="18" charset="0"/>
                <a:cs typeface="Times New Roman" pitchFamily="18" charset="0"/>
              </a:rPr>
              <a:t>ларга: </a:t>
            </a:r>
            <a:r>
              <a:rPr lang="uz-Cyrl-UZ" altLang="ja-JP" sz="2100" b="1" i="1">
                <a:latin typeface="Times New Roman" pitchFamily="18" charset="0"/>
                <a:cs typeface="Times New Roman" pitchFamily="18" charset="0"/>
              </a:rPr>
              <a:t>H</a:t>
            </a:r>
            <a:r>
              <a:rPr lang="uz-Cyrl-UZ" altLang="ja-JP" sz="2100" b="1" i="1" baseline="-30000">
                <a:latin typeface="Times New Roman" pitchFamily="18" charset="0"/>
                <a:cs typeface="Times New Roman" pitchFamily="18" charset="0"/>
              </a:rPr>
              <a:t>ch</a:t>
            </a:r>
            <a:r>
              <a:rPr lang="uz-Cyrl-UZ" altLang="ja-JP" sz="2100" b="1" i="1">
                <a:latin typeface="Times New Roman" pitchFamily="18" charset="0"/>
                <a:cs typeface="Times New Roman" pitchFamily="18" charset="0"/>
              </a:rPr>
              <a:t>[4,4] </a:t>
            </a:r>
            <a:r>
              <a:rPr lang="uz-Cyrl-UZ" altLang="ja-JP" sz="2100">
                <a:latin typeface="Times New Roman" pitchFamily="18" charset="0"/>
                <a:cs typeface="Times New Roman" pitchFamily="18" charset="0"/>
              </a:rPr>
              <a:t>ва </a:t>
            </a:r>
            <a:r>
              <a:rPr lang="uz-Cyrl-UZ" altLang="ja-JP" sz="2100" b="1" i="1">
                <a:latin typeface="Times New Roman" pitchFamily="18" charset="0"/>
                <a:cs typeface="Times New Roman" pitchFamily="18" charset="0"/>
              </a:rPr>
              <a:t>H</a:t>
            </a:r>
            <a:r>
              <a:rPr lang="uz-Cyrl-UZ" altLang="ja-JP" sz="2100" b="1" i="1" baseline="-30000">
                <a:latin typeface="Times New Roman" pitchFamily="18" charset="0"/>
                <a:cs typeface="Times New Roman" pitchFamily="18" charset="0"/>
              </a:rPr>
              <a:t>о</a:t>
            </a:r>
            <a:r>
              <a:rPr lang="uz-Cyrl-UZ" altLang="ja-JP" sz="2100" b="1" i="1">
                <a:latin typeface="Times New Roman" pitchFamily="18" charset="0"/>
                <a:cs typeface="Times New Roman" pitchFamily="18" charset="0"/>
              </a:rPr>
              <a:t>[4,4]</a:t>
            </a:r>
            <a:r>
              <a:rPr lang="uz-Cyrl-UZ" altLang="ja-JP" sz="2100">
                <a:latin typeface="Times New Roman" pitchFamily="18" charset="0"/>
                <a:cs typeface="Times New Roman" pitchFamily="18" charset="0"/>
              </a:rPr>
              <a:t> ажратиш лозимдир.</a:t>
            </a:r>
          </a:p>
          <a:p>
            <a:pPr indent="450850" algn="just"/>
            <a:endParaRPr lang="uz-Cyrl-UZ" altLang="ja-JP" sz="2100">
              <a:latin typeface="Times New Roman" pitchFamily="18" charset="0"/>
              <a:cs typeface="Times New Roman" pitchFamily="18" charset="0"/>
            </a:endParaRPr>
          </a:p>
          <a:p>
            <a:pPr indent="450850" algn="just"/>
            <a:endParaRPr lang="uz-Cyrl-UZ" altLang="ja-JP" sz="2100">
              <a:latin typeface="Times New Roman" pitchFamily="18" charset="0"/>
              <a:cs typeface="Times New Roman" pitchFamily="18" charset="0"/>
            </a:endParaRPr>
          </a:p>
          <a:p>
            <a:pPr indent="450850" algn="just"/>
            <a:endParaRPr lang="uz-Cyrl-UZ" altLang="ja-JP" sz="2100">
              <a:latin typeface="Times New Roman" pitchFamily="18" charset="0"/>
              <a:cs typeface="Times New Roman" pitchFamily="18" charset="0"/>
            </a:endParaRPr>
          </a:p>
          <a:p>
            <a:pPr indent="450850" algn="just"/>
            <a:endParaRPr lang="uz-Cyrl-UZ" altLang="ja-JP" sz="2100">
              <a:latin typeface="Times New Roman" pitchFamily="18" charset="0"/>
              <a:cs typeface="Times New Roman" pitchFamily="18" charset="0"/>
            </a:endParaRPr>
          </a:p>
          <a:p>
            <a:pPr indent="450850" algn="just"/>
            <a:endParaRPr lang="uz-Cyrl-UZ" altLang="ja-JP" sz="2100">
              <a:latin typeface="Times New Roman" pitchFamily="18" charset="0"/>
              <a:cs typeface="Times New Roman" pitchFamily="18" charset="0"/>
            </a:endParaRPr>
          </a:p>
          <a:p>
            <a:pPr indent="450850" algn="ctr"/>
            <a:r>
              <a:rPr lang="uz-Cyrl-UZ" altLang="uz-Cyrl-UZ" sz="2100" b="1">
                <a:latin typeface="Times New Roman" pitchFamily="18" charset="0"/>
                <a:ea typeface="ＭＳ Ｐゴシック" pitchFamily="34" charset="-128"/>
                <a:cs typeface="Times New Roman" pitchFamily="18" charset="0"/>
              </a:rPr>
              <a:t>2-жадвал.  </a:t>
            </a:r>
            <a:r>
              <a:rPr lang="ru-RU" altLang="uz-Cyrl-UZ" sz="2100" b="1" i="1">
                <a:latin typeface="Times New Roman" pitchFamily="18" charset="0"/>
                <a:ea typeface="ＭＳ Ｐゴシック" pitchFamily="34" charset="-128"/>
                <a:cs typeface="Times New Roman" pitchFamily="18" charset="0"/>
              </a:rPr>
              <a:t>H</a:t>
            </a:r>
            <a:r>
              <a:rPr lang="ru-RU" altLang="uz-Cyrl-UZ" sz="2100" b="1" i="1" baseline="-25000">
                <a:latin typeface="Times New Roman" pitchFamily="18" charset="0"/>
                <a:ea typeface="ＭＳ Ｐゴシック" pitchFamily="34" charset="-128"/>
                <a:cs typeface="Times New Roman" pitchFamily="18" charset="0"/>
              </a:rPr>
              <a:t>ch </a:t>
            </a:r>
            <a:r>
              <a:rPr lang="ru-RU" altLang="uz-Cyrl-UZ" sz="2100" b="1" i="1">
                <a:latin typeface="Times New Roman" pitchFamily="18" charset="0"/>
                <a:ea typeface="ＭＳ Ｐゴシック" pitchFamily="34" charset="-128"/>
                <a:cs typeface="Times New Roman" pitchFamily="18" charset="0"/>
              </a:rPr>
              <a:t>[4,4] </a:t>
            </a:r>
            <a:r>
              <a:rPr lang="ru-RU" altLang="uz-Cyrl-UZ" sz="2100" b="1">
                <a:latin typeface="Times New Roman" pitchFamily="18" charset="0"/>
                <a:ea typeface="ＭＳ Ｐゴシック" pitchFamily="34" charset="-128"/>
                <a:cs typeface="Times New Roman" pitchFamily="18" charset="0"/>
              </a:rPr>
              <a:t> ва </a:t>
            </a:r>
            <a:r>
              <a:rPr lang="ru-RU" altLang="uz-Cyrl-UZ" sz="2100" b="1" i="1">
                <a:latin typeface="Times New Roman" pitchFamily="18" charset="0"/>
                <a:ea typeface="ＭＳ Ｐゴシック" pitchFamily="34" charset="-128"/>
                <a:cs typeface="Times New Roman" pitchFamily="18" charset="0"/>
              </a:rPr>
              <a:t>H</a:t>
            </a:r>
            <a:r>
              <a:rPr lang="ru-RU" altLang="uz-Cyrl-UZ" sz="2100" b="1" i="1" baseline="-25000">
                <a:latin typeface="Times New Roman" pitchFamily="18" charset="0"/>
                <a:ea typeface="ＭＳ Ｐゴシック" pitchFamily="34" charset="-128"/>
                <a:cs typeface="Times New Roman" pitchFamily="18" charset="0"/>
              </a:rPr>
              <a:t>о</a:t>
            </a:r>
            <a:r>
              <a:rPr lang="ru-RU" altLang="uz-Cyrl-UZ" sz="2100" b="1">
                <a:latin typeface="Times New Roman" pitchFamily="18" charset="0"/>
                <a:ea typeface="ＭＳ Ｐゴシック" pitchFamily="34" charset="-128"/>
                <a:cs typeface="Times New Roman" pitchFamily="18" charset="0"/>
              </a:rPr>
              <a:t> </a:t>
            </a:r>
            <a:r>
              <a:rPr lang="ru-RU" altLang="uz-Cyrl-UZ" sz="2100" b="1" i="1">
                <a:latin typeface="Times New Roman" pitchFamily="18" charset="0"/>
                <a:ea typeface="ＭＳ Ｐゴシック" pitchFamily="34" charset="-128"/>
                <a:cs typeface="Times New Roman" pitchFamily="18" charset="0"/>
              </a:rPr>
              <a:t>[4,4]</a:t>
            </a:r>
            <a:r>
              <a:rPr lang="ru-RU" altLang="uz-Cyrl-UZ" sz="2100" b="1">
                <a:latin typeface="Times New Roman" pitchFamily="18" charset="0"/>
                <a:ea typeface="ＭＳ Ｐゴシック" pitchFamily="34" charset="-128"/>
                <a:cs typeface="Times New Roman" pitchFamily="18" charset="0"/>
              </a:rPr>
              <a:t> массиви.</a:t>
            </a:r>
          </a:p>
          <a:p>
            <a:pPr indent="450850" algn="just" eaLnBrk="0" hangingPunct="0"/>
            <a:endParaRPr lang="uz-Cyrl-UZ" altLang="ja-JP" sz="1000">
              <a:latin typeface="Times New Roman" pitchFamily="18" charset="0"/>
              <a:cs typeface="Times New Roman" pitchFamily="18" charset="0"/>
            </a:endParaRPr>
          </a:p>
          <a:p>
            <a:pPr indent="450850" algn="just" eaLnBrk="0" hangingPunct="0"/>
            <a:r>
              <a:rPr lang="uz-Cyrl-UZ" altLang="ja-JP" sz="2100">
                <a:latin typeface="Times New Roman" pitchFamily="18" charset="0"/>
                <a:cs typeface="Times New Roman" pitchFamily="18" charset="0"/>
              </a:rPr>
              <a:t>Ўзгартиришлар тугаганидан сўнг бу қисмларнинг нусхалари </a:t>
            </a:r>
            <a:r>
              <a:rPr lang="uz-Cyrl-UZ" altLang="ja-JP" sz="2100" b="1" i="1">
                <a:latin typeface="Times New Roman" pitchFamily="18" charset="0"/>
                <a:cs typeface="Times New Roman" pitchFamily="18" charset="0"/>
              </a:rPr>
              <a:t>holat</a:t>
            </a:r>
            <a:r>
              <a:rPr lang="uz-Cyrl-UZ" altLang="ja-JP" sz="2100">
                <a:latin typeface="Times New Roman" pitchFamily="18" charset="0"/>
                <a:cs typeface="Times New Roman" pitchFamily="18" charset="0"/>
              </a:rPr>
              <a:t> </a:t>
            </a:r>
            <a:r>
              <a:rPr lang="uz-Cyrl-UZ" altLang="ja-JP" sz="2100" b="1" i="1">
                <a:latin typeface="Times New Roman" pitchFamily="18" charset="0"/>
                <a:cs typeface="Times New Roman" pitchFamily="18" charset="0"/>
              </a:rPr>
              <a:t>[4,8] </a:t>
            </a:r>
            <a:r>
              <a:rPr lang="uz-Cyrl-UZ" altLang="ja-JP" sz="2100">
                <a:latin typeface="Times New Roman" pitchFamily="18" charset="0"/>
                <a:cs typeface="Times New Roman" pitchFamily="18" charset="0"/>
              </a:rPr>
              <a:t>массивига қайта кўчирилади.</a:t>
            </a:r>
          </a:p>
        </p:txBody>
      </p:sp>
      <p:pic>
        <p:nvPicPr>
          <p:cNvPr id="8197" name="Picture 3"/>
          <p:cNvPicPr>
            <a:picLocks noChangeAspect="1" noChangeArrowheads="1"/>
          </p:cNvPicPr>
          <p:nvPr/>
        </p:nvPicPr>
        <p:blipFill>
          <a:blip r:embed="rId3">
            <a:extLst>
              <a:ext uri="{28A0092B-C50C-407E-A947-70E740481C1C}">
                <a14:useLocalDpi xmlns:a14="http://schemas.microsoft.com/office/drawing/2010/main" val="0"/>
              </a:ext>
            </a:extLst>
          </a:blip>
          <a:srcRect l="2214" t="43750" r="8073" b="38194"/>
          <a:stretch>
            <a:fillRect/>
          </a:stretch>
        </p:blipFill>
        <p:spPr bwMode="auto">
          <a:xfrm>
            <a:off x="215900" y="3365500"/>
            <a:ext cx="87503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2844" y="99932"/>
            <a:ext cx="3737049" cy="400110"/>
          </a:xfrm>
          <a:prstGeom prst="rect">
            <a:avLst/>
          </a:prstGeom>
        </p:spPr>
        <p:txBody>
          <a:bodyPr wrap="none">
            <a:spAutoFit/>
          </a:bodyPr>
          <a:lstStyle/>
          <a:p>
            <a:pPr marL="6350" lvl="5" indent="442913" algn="just" eaLnBrk="0" hangingPunct="0">
              <a:defRPr/>
            </a:pPr>
            <a:r>
              <a:rPr lang="ru-RU" sz="2000" b="1" dirty="0">
                <a:solidFill>
                  <a:srgbClr val="C00000"/>
                </a:solidFill>
                <a:latin typeface="Times New Roman" pitchFamily="18" charset="0"/>
                <a:cs typeface="Times New Roman" pitchFamily="18" charset="0"/>
              </a:rPr>
              <a:t>3.4. </a:t>
            </a:r>
            <a:r>
              <a:rPr lang="en-US" sz="2000" b="1" dirty="0" err="1">
                <a:solidFill>
                  <a:srgbClr val="C00000"/>
                </a:solidFill>
                <a:latin typeface="Times New Roman" pitchFamily="18" charset="0"/>
                <a:cs typeface="Times New Roman" pitchFamily="18" charset="0"/>
              </a:rPr>
              <a:t>k</a:t>
            </a:r>
            <a:r>
              <a:rPr lang="en-US" sz="2000" b="1" baseline="-25000" dirty="0" err="1">
                <a:solidFill>
                  <a:srgbClr val="C00000"/>
                </a:solidFill>
                <a:latin typeface="Times New Roman" pitchFamily="18" charset="0"/>
                <a:cs typeface="Times New Roman" pitchFamily="18" charset="0"/>
              </a:rPr>
              <a:t>e</a:t>
            </a:r>
            <a:r>
              <a:rPr lang="en-US" sz="2000" b="1" baseline="-25000" dirty="0">
                <a:solidFill>
                  <a:srgbClr val="C00000"/>
                </a:solidFill>
                <a:latin typeface="Times New Roman" pitchFamily="18" charset="0"/>
                <a:cs typeface="Times New Roman" pitchFamily="18" charset="0"/>
              </a:rPr>
              <a:t> </a:t>
            </a:r>
            <a:r>
              <a:rPr lang="ru-RU" sz="2000" b="1" dirty="0">
                <a:solidFill>
                  <a:srgbClr val="C00000"/>
                </a:solidFill>
                <a:latin typeface="Times New Roman" pitchFamily="18" charset="0"/>
                <a:cs typeface="Times New Roman" pitchFamily="18" charset="0"/>
              </a:rPr>
              <a:t>БОСҚИЧ КАЛИТИ.</a:t>
            </a:r>
          </a:p>
        </p:txBody>
      </p:sp>
      <p:sp>
        <p:nvSpPr>
          <p:cNvPr id="9219" name="Rectangle 1"/>
          <p:cNvSpPr>
            <a:spLocks noChangeArrowheads="1"/>
          </p:cNvSpPr>
          <p:nvPr/>
        </p:nvSpPr>
        <p:spPr bwMode="auto">
          <a:xfrm>
            <a:off x="142875" y="449263"/>
            <a:ext cx="88519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0850" algn="just">
              <a:tabLst>
                <a:tab pos="449263" algn="r"/>
                <a:tab pos="2636838" algn="ctr"/>
                <a:tab pos="5273675" algn="r"/>
              </a:tabLst>
            </a:pPr>
            <a:r>
              <a:rPr lang="uz-Cyrl-UZ" altLang="ja-JP" sz="2000">
                <a:latin typeface="Times New Roman" pitchFamily="18" charset="0"/>
                <a:cs typeface="Times New Roman" pitchFamily="18" charset="0"/>
              </a:rPr>
              <a:t>Босқич калитининг массиви </a:t>
            </a:r>
            <a:r>
              <a:rPr lang="uz-Cyrl-UZ" altLang="ja-JP" sz="2000" b="1" i="1">
                <a:latin typeface="Times New Roman" pitchFamily="18" charset="0"/>
                <a:cs typeface="Times New Roman" pitchFamily="18" charset="0"/>
              </a:rPr>
              <a:t>k</a:t>
            </a:r>
            <a:r>
              <a:rPr lang="uz-Cyrl-UZ" altLang="ja-JP" sz="2000" b="1" i="1" baseline="-30000">
                <a:latin typeface="Times New Roman" pitchFamily="18" charset="0"/>
                <a:cs typeface="Times New Roman" pitchFamily="18" charset="0"/>
              </a:rPr>
              <a:t>e</a:t>
            </a:r>
            <a:r>
              <a:rPr lang="uz-Cyrl-UZ" altLang="ja-JP" sz="2000">
                <a:latin typeface="Times New Roman" pitchFamily="18" charset="0"/>
                <a:cs typeface="Times New Roman" pitchFamily="18" charset="0"/>
              </a:rPr>
              <a:t> ярим байтлар (байтлар)нинг тўртта сатри ва саккизта устунидан иборат.  Бу массивнинг ҳар бир алоҳида ярим байти (байти)ни </a:t>
            </a:r>
            <a:r>
              <a:rPr lang="uz-Cyrl-UZ" altLang="ja-JP" sz="2000" b="1" i="1">
                <a:latin typeface="Times New Roman" pitchFamily="18" charset="0"/>
                <a:cs typeface="Times New Roman" pitchFamily="18" charset="0"/>
              </a:rPr>
              <a:t>k</a:t>
            </a:r>
            <a:r>
              <a:rPr lang="uz-Cyrl-UZ" altLang="ja-JP" sz="2000" b="1" i="1" baseline="-30000">
                <a:latin typeface="Times New Roman" pitchFamily="18" charset="0"/>
                <a:cs typeface="Times New Roman" pitchFamily="18" charset="0"/>
              </a:rPr>
              <a:t>e</a:t>
            </a:r>
            <a:r>
              <a:rPr lang="uz-Cyrl-UZ" altLang="ja-JP" sz="2000" b="1" i="1">
                <a:latin typeface="Times New Roman" pitchFamily="18" charset="0"/>
                <a:cs typeface="Times New Roman" pitchFamily="18" charset="0"/>
              </a:rPr>
              <a:t>[s,u]</a:t>
            </a:r>
            <a:r>
              <a:rPr lang="uz-Cyrl-UZ" altLang="ja-JP" sz="2000">
                <a:latin typeface="Times New Roman" pitchFamily="18" charset="0"/>
                <a:cs typeface="Times New Roman" pitchFamily="18" charset="0"/>
              </a:rPr>
              <a:t>  ( </a:t>
            </a:r>
            <a:r>
              <a:rPr lang="ru-RU" altLang="uz-Cyrl-UZ" sz="2000">
                <a:latin typeface="Times New Roman" pitchFamily="18" charset="0"/>
                <a:ea typeface="ＭＳ Ｐゴシック" pitchFamily="34" charset="-128"/>
                <a:cs typeface="Times New Roman" pitchFamily="18" charset="0"/>
              </a:rPr>
              <a:t>(</a:t>
            </a:r>
            <a:r>
              <a:rPr lang="ru-RU" altLang="uz-Cyrl-UZ" sz="2000" b="1" i="1">
                <a:latin typeface="Times New Roman" pitchFamily="18" charset="0"/>
                <a:ea typeface="ＭＳ Ｐゴシック" pitchFamily="34" charset="-128"/>
                <a:cs typeface="Times New Roman" pitchFamily="18" charset="0"/>
              </a:rPr>
              <a:t>0</a:t>
            </a:r>
            <a:r>
              <a:rPr lang="ru-RU"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s</a:t>
            </a:r>
            <a:r>
              <a:rPr lang="ru-RU" altLang="uz-Cyrl-UZ" sz="2000" b="1" i="1">
                <a:latin typeface="Times New Roman" pitchFamily="18" charset="0"/>
                <a:ea typeface="ＭＳ Ｐゴシック" pitchFamily="34" charset="-128"/>
                <a:cs typeface="Times New Roman" pitchFamily="18" charset="0"/>
              </a:rPr>
              <a:t>&lt;4),  </a:t>
            </a:r>
            <a:r>
              <a:rPr lang="ru-RU" altLang="uz-Cyrl-UZ" sz="2000">
                <a:latin typeface="Times New Roman" pitchFamily="18" charset="0"/>
                <a:ea typeface="ＭＳ Ｐゴシック" pitchFamily="34" charset="-128"/>
                <a:cs typeface="Times New Roman" pitchFamily="18" charset="0"/>
              </a:rPr>
              <a:t>(</a:t>
            </a:r>
            <a:r>
              <a:rPr lang="ru-RU" altLang="uz-Cyrl-UZ" sz="2000" b="1" i="1">
                <a:latin typeface="Times New Roman" pitchFamily="18" charset="0"/>
                <a:ea typeface="ＭＳ Ｐゴシック" pitchFamily="34" charset="-128"/>
                <a:cs typeface="Times New Roman" pitchFamily="18" charset="0"/>
              </a:rPr>
              <a:t>0</a:t>
            </a:r>
            <a:r>
              <a:rPr lang="ru-RU"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u</a:t>
            </a:r>
            <a:r>
              <a:rPr lang="ru-RU" altLang="uz-Cyrl-UZ" sz="2000" b="1" i="1">
                <a:latin typeface="Times New Roman" pitchFamily="18" charset="0"/>
                <a:ea typeface="ＭＳ Ｐゴシック" pitchFamily="34" charset="-128"/>
                <a:cs typeface="Times New Roman" pitchFamily="18" charset="0"/>
              </a:rPr>
              <a:t>&lt;8) )</a:t>
            </a:r>
            <a:r>
              <a:rPr lang="ru-RU" altLang="uz-Cyrl-UZ" sz="2000">
                <a:latin typeface="Times New Roman" pitchFamily="18" charset="0"/>
                <a:ea typeface="ＭＳ Ｐゴシック" pitchFamily="34" charset="-128"/>
                <a:cs typeface="Times New Roman" pitchFamily="18" charset="0"/>
              </a:rPr>
              <a:t> </a:t>
            </a:r>
            <a:r>
              <a:rPr lang="uz-Cyrl-UZ" altLang="ja-JP" sz="2000">
                <a:latin typeface="Times New Roman" pitchFamily="18" charset="0"/>
                <a:cs typeface="Times New Roman" pitchFamily="18" charset="0"/>
              </a:rPr>
              <a:t>каби ифодалаш мумкин (3-жадвал).</a:t>
            </a:r>
          </a:p>
        </p:txBody>
      </p:sp>
      <p:pic>
        <p:nvPicPr>
          <p:cNvPr id="9220" name="Picture 2"/>
          <p:cNvPicPr>
            <a:picLocks noChangeAspect="1" noChangeArrowheads="1"/>
          </p:cNvPicPr>
          <p:nvPr/>
        </p:nvPicPr>
        <p:blipFill>
          <a:blip r:embed="rId2">
            <a:extLst>
              <a:ext uri="{28A0092B-C50C-407E-A947-70E740481C1C}">
                <a14:useLocalDpi xmlns:a14="http://schemas.microsoft.com/office/drawing/2010/main" val="0"/>
              </a:ext>
            </a:extLst>
          </a:blip>
          <a:srcRect l="16927" t="28299" r="12241" b="51041"/>
          <a:stretch>
            <a:fillRect/>
          </a:stretch>
        </p:blipFill>
        <p:spPr bwMode="auto">
          <a:xfrm>
            <a:off x="1214438" y="1571625"/>
            <a:ext cx="69088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Прямоугольник 6"/>
          <p:cNvSpPr>
            <a:spLocks noChangeArrowheads="1"/>
          </p:cNvSpPr>
          <p:nvPr/>
        </p:nvSpPr>
        <p:spPr bwMode="auto">
          <a:xfrm>
            <a:off x="214313" y="3071813"/>
            <a:ext cx="8786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355600" algn="ctr"/>
            <a:r>
              <a:rPr lang="uz-Cyrl-UZ" altLang="uz-Cyrl-UZ" sz="2000" b="1">
                <a:latin typeface="Times New Roman" pitchFamily="18" charset="0"/>
                <a:cs typeface="Times New Roman" pitchFamily="18" charset="0"/>
              </a:rPr>
              <a:t>3-жадвал.  </a:t>
            </a:r>
            <a:r>
              <a:rPr lang="en-US" altLang="uz-Cyrl-UZ" sz="2000" b="1" i="1">
                <a:latin typeface="Times New Roman" pitchFamily="18" charset="0"/>
                <a:cs typeface="Times New Roman" pitchFamily="18" charset="0"/>
              </a:rPr>
              <a:t>k</a:t>
            </a:r>
            <a:r>
              <a:rPr lang="en-US" altLang="uz-Cyrl-UZ" sz="2000" b="1" i="1" baseline="-25000">
                <a:latin typeface="Times New Roman" pitchFamily="18" charset="0"/>
                <a:cs typeface="Times New Roman" pitchFamily="18" charset="0"/>
              </a:rPr>
              <a:t>e</a:t>
            </a:r>
            <a:r>
              <a:rPr lang="en-US" altLang="uz-Cyrl-UZ" sz="2000" b="1" i="1">
                <a:latin typeface="Times New Roman" pitchFamily="18" charset="0"/>
                <a:cs typeface="Times New Roman" pitchFamily="18" charset="0"/>
              </a:rPr>
              <a:t>  </a:t>
            </a:r>
            <a:r>
              <a:rPr lang="uz-Cyrl-UZ" altLang="uz-Cyrl-UZ" sz="2000" b="1">
                <a:latin typeface="Times New Roman" pitchFamily="18" charset="0"/>
                <a:cs typeface="Times New Roman" pitchFamily="18" charset="0"/>
              </a:rPr>
              <a:t>босқич калит</a:t>
            </a:r>
            <a:r>
              <a:rPr lang="en-US" altLang="uz-Cyrl-UZ" sz="2000" b="1">
                <a:latin typeface="Times New Roman" pitchFamily="18" charset="0"/>
                <a:cs typeface="Times New Roman" pitchFamily="18" charset="0"/>
              </a:rPr>
              <a:t> </a:t>
            </a:r>
            <a:r>
              <a:rPr lang="ru-RU" altLang="uz-Cyrl-UZ" sz="2000" b="1">
                <a:latin typeface="Times New Roman" pitchFamily="18" charset="0"/>
                <a:cs typeface="Times New Roman" pitchFamily="18" charset="0"/>
              </a:rPr>
              <a:t>массиви</a:t>
            </a:r>
          </a:p>
        </p:txBody>
      </p:sp>
      <p:sp>
        <p:nvSpPr>
          <p:cNvPr id="9222" name="Rectangle 3"/>
          <p:cNvSpPr>
            <a:spLocks noChangeArrowheads="1"/>
          </p:cNvSpPr>
          <p:nvPr/>
        </p:nvSpPr>
        <p:spPr bwMode="auto">
          <a:xfrm>
            <a:off x="117475" y="3444875"/>
            <a:ext cx="88836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0850" algn="just"/>
            <a:r>
              <a:rPr lang="uz-Cyrl-UZ" altLang="ja-JP" sz="2000">
                <a:latin typeface="Times New Roman" pitchFamily="18" charset="0"/>
                <a:cs typeface="Times New Roman" pitchFamily="18" charset="0"/>
              </a:rPr>
              <a:t>Матрицаларни кўпайтириш амалидан фойдаланишга асосланган ўзгартиришлардан олдин икки ўлчамли </a:t>
            </a:r>
            <a:r>
              <a:rPr lang="uz-Cyrl-UZ" altLang="ja-JP" sz="2000" b="1" i="1">
                <a:latin typeface="Times New Roman" pitchFamily="18" charset="0"/>
                <a:cs typeface="Times New Roman" pitchFamily="18" charset="0"/>
              </a:rPr>
              <a:t>k</a:t>
            </a:r>
            <a:r>
              <a:rPr lang="uz-Cyrl-UZ" altLang="ja-JP" sz="2000" b="1" i="1" baseline="-30000">
                <a:latin typeface="Times New Roman" pitchFamily="18" charset="0"/>
                <a:cs typeface="Times New Roman" pitchFamily="18" charset="0"/>
              </a:rPr>
              <a:t>e</a:t>
            </a:r>
            <a:r>
              <a:rPr lang="uz-Cyrl-UZ" altLang="ja-JP" sz="2000" b="1" i="1">
                <a:latin typeface="Times New Roman" pitchFamily="18" charset="0"/>
                <a:cs typeface="Times New Roman" pitchFamily="18" charset="0"/>
              </a:rPr>
              <a:t>[4,8] </a:t>
            </a:r>
            <a:r>
              <a:rPr lang="uz-Cyrl-UZ" altLang="ja-JP" sz="2000">
                <a:latin typeface="Times New Roman" pitchFamily="18" charset="0"/>
                <a:cs typeface="Times New Roman" pitchFamily="18" charset="0"/>
              </a:rPr>
              <a:t>массивини </a:t>
            </a:r>
            <a:r>
              <a:rPr lang="uz-Cyrl-UZ" altLang="ja-JP" sz="2000" b="1">
                <a:latin typeface="Times New Roman" pitchFamily="18" charset="0"/>
                <a:cs typeface="Times New Roman" pitchFamily="18" charset="0"/>
              </a:rPr>
              <a:t>чап </a:t>
            </a:r>
            <a:r>
              <a:rPr lang="uz-Cyrl-UZ" altLang="ja-JP" sz="2000">
                <a:latin typeface="Times New Roman" pitchFamily="18" charset="0"/>
                <a:cs typeface="Times New Roman" pitchFamily="18" charset="0"/>
              </a:rPr>
              <a:t>ва </a:t>
            </a:r>
            <a:r>
              <a:rPr lang="uz-Cyrl-UZ" altLang="ja-JP" sz="2000" b="1">
                <a:latin typeface="Times New Roman" pitchFamily="18" charset="0"/>
                <a:cs typeface="Times New Roman" pitchFamily="18" charset="0"/>
              </a:rPr>
              <a:t>ўнг қисм</a:t>
            </a:r>
            <a:r>
              <a:rPr lang="uz-Cyrl-UZ" altLang="ja-JP" sz="2000">
                <a:latin typeface="Times New Roman" pitchFamily="18" charset="0"/>
                <a:cs typeface="Times New Roman" pitchFamily="18" charset="0"/>
              </a:rPr>
              <a:t>ларга: </a:t>
            </a:r>
            <a:r>
              <a:rPr lang="uz-Cyrl-UZ" altLang="ja-JP" sz="2000" b="1" i="1">
                <a:latin typeface="Times New Roman" pitchFamily="18" charset="0"/>
                <a:cs typeface="Times New Roman" pitchFamily="18" charset="0"/>
              </a:rPr>
              <a:t>k</a:t>
            </a:r>
            <a:r>
              <a:rPr lang="uz-Cyrl-UZ" altLang="ja-JP" sz="2000" b="1" i="1" baseline="-30000">
                <a:latin typeface="Times New Roman" pitchFamily="18" charset="0"/>
                <a:cs typeface="Times New Roman" pitchFamily="18" charset="0"/>
              </a:rPr>
              <a:t>ech</a:t>
            </a:r>
            <a:r>
              <a:rPr lang="uz-Cyrl-UZ" altLang="ja-JP" sz="2000" b="1" i="1">
                <a:latin typeface="Times New Roman" pitchFamily="18" charset="0"/>
                <a:cs typeface="Times New Roman" pitchFamily="18" charset="0"/>
              </a:rPr>
              <a:t>[4,4] </a:t>
            </a:r>
            <a:r>
              <a:rPr lang="uz-Cyrl-UZ" altLang="ja-JP" sz="2000">
                <a:latin typeface="Times New Roman" pitchFamily="18" charset="0"/>
                <a:cs typeface="Times New Roman" pitchFamily="18" charset="0"/>
              </a:rPr>
              <a:t>ва </a:t>
            </a:r>
            <a:r>
              <a:rPr lang="uz-Cyrl-UZ" altLang="ja-JP" sz="2000" b="1" i="1">
                <a:latin typeface="Times New Roman" pitchFamily="18" charset="0"/>
                <a:cs typeface="Times New Roman" pitchFamily="18" charset="0"/>
              </a:rPr>
              <a:t>k</a:t>
            </a:r>
            <a:r>
              <a:rPr lang="uz-Cyrl-UZ" altLang="ja-JP" sz="2000" b="1" i="1" baseline="-30000">
                <a:latin typeface="Times New Roman" pitchFamily="18" charset="0"/>
                <a:cs typeface="Times New Roman" pitchFamily="18" charset="0"/>
              </a:rPr>
              <a:t>eо</a:t>
            </a:r>
            <a:r>
              <a:rPr lang="uz-Cyrl-UZ" altLang="ja-JP" sz="2000" b="1" i="1">
                <a:latin typeface="Times New Roman" pitchFamily="18" charset="0"/>
                <a:cs typeface="Times New Roman" pitchFamily="18" charset="0"/>
              </a:rPr>
              <a:t>[4,4] </a:t>
            </a:r>
            <a:r>
              <a:rPr lang="uz-Cyrl-UZ" altLang="ja-JP" sz="2000">
                <a:latin typeface="Times New Roman" pitchFamily="18" charset="0"/>
                <a:cs typeface="Times New Roman" pitchFamily="18" charset="0"/>
              </a:rPr>
              <a:t>га ажратиш лозим (4-жадвал).</a:t>
            </a:r>
          </a:p>
        </p:txBody>
      </p:sp>
      <p:pic>
        <p:nvPicPr>
          <p:cNvPr id="9223" name="Picture 4"/>
          <p:cNvPicPr>
            <a:picLocks noChangeAspect="1" noChangeArrowheads="1"/>
          </p:cNvPicPr>
          <p:nvPr/>
        </p:nvPicPr>
        <p:blipFill>
          <a:blip r:embed="rId3">
            <a:extLst>
              <a:ext uri="{28A0092B-C50C-407E-A947-70E740481C1C}">
                <a14:useLocalDpi xmlns:a14="http://schemas.microsoft.com/office/drawing/2010/main" val="0"/>
              </a:ext>
            </a:extLst>
          </a:blip>
          <a:srcRect l="1563" t="30208" r="8984" b="52257"/>
          <a:stretch>
            <a:fillRect/>
          </a:stretch>
        </p:blipFill>
        <p:spPr bwMode="auto">
          <a:xfrm>
            <a:off x="152400" y="4500563"/>
            <a:ext cx="87249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Прямоугольник 9"/>
          <p:cNvSpPr>
            <a:spLocks noChangeArrowheads="1"/>
          </p:cNvSpPr>
          <p:nvPr/>
        </p:nvSpPr>
        <p:spPr bwMode="auto">
          <a:xfrm>
            <a:off x="142875" y="5807075"/>
            <a:ext cx="87868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355600" algn="ctr"/>
            <a:r>
              <a:rPr lang="uz-Cyrl-UZ" altLang="uz-Cyrl-UZ" sz="2000" b="1">
                <a:latin typeface="Times New Roman" pitchFamily="18" charset="0"/>
                <a:cs typeface="Times New Roman" pitchFamily="18" charset="0"/>
              </a:rPr>
              <a:t>4-жадвал. </a:t>
            </a:r>
            <a:r>
              <a:rPr lang="ru-RU" altLang="uz-Cyrl-UZ" sz="2000" b="1" i="1">
                <a:latin typeface="Times New Roman" pitchFamily="18" charset="0"/>
                <a:cs typeface="Times New Roman" pitchFamily="18" charset="0"/>
              </a:rPr>
              <a:t>k</a:t>
            </a:r>
            <a:r>
              <a:rPr lang="ru-RU" altLang="uz-Cyrl-UZ" sz="2000" b="1" i="1" baseline="-25000">
                <a:latin typeface="Times New Roman" pitchFamily="18" charset="0"/>
                <a:cs typeface="Times New Roman" pitchFamily="18" charset="0"/>
              </a:rPr>
              <a:t>ech</a:t>
            </a:r>
            <a:r>
              <a:rPr lang="ru-RU" altLang="uz-Cyrl-UZ" sz="2000" b="1">
                <a:latin typeface="Times New Roman" pitchFamily="18" charset="0"/>
                <a:cs typeface="Times New Roman" pitchFamily="18" charset="0"/>
              </a:rPr>
              <a:t> </a:t>
            </a:r>
            <a:r>
              <a:rPr lang="ru-RU" altLang="uz-Cyrl-UZ" sz="2000" b="1" i="1">
                <a:latin typeface="Times New Roman" pitchFamily="18" charset="0"/>
                <a:cs typeface="Times New Roman" pitchFamily="18" charset="0"/>
              </a:rPr>
              <a:t>[4,4] </a:t>
            </a:r>
            <a:r>
              <a:rPr lang="ru-RU" altLang="uz-Cyrl-UZ" sz="2000" b="1">
                <a:latin typeface="Times New Roman" pitchFamily="18" charset="0"/>
                <a:cs typeface="Times New Roman" pitchFamily="18" charset="0"/>
              </a:rPr>
              <a:t> ва  </a:t>
            </a:r>
            <a:r>
              <a:rPr lang="ru-RU" altLang="uz-Cyrl-UZ" sz="2000" b="1" i="1">
                <a:latin typeface="Times New Roman" pitchFamily="18" charset="0"/>
                <a:cs typeface="Times New Roman" pitchFamily="18" charset="0"/>
              </a:rPr>
              <a:t>k</a:t>
            </a:r>
            <a:r>
              <a:rPr lang="ru-RU" altLang="uz-Cyrl-UZ" sz="2000" b="1" i="1" baseline="-25000">
                <a:latin typeface="Times New Roman" pitchFamily="18" charset="0"/>
                <a:cs typeface="Times New Roman" pitchFamily="18" charset="0"/>
              </a:rPr>
              <a:t>eо</a:t>
            </a:r>
            <a:r>
              <a:rPr lang="ru-RU" altLang="uz-Cyrl-UZ" sz="2000" b="1">
                <a:latin typeface="Times New Roman" pitchFamily="18" charset="0"/>
                <a:cs typeface="Times New Roman" pitchFamily="18" charset="0"/>
              </a:rPr>
              <a:t> </a:t>
            </a:r>
            <a:r>
              <a:rPr lang="ru-RU" altLang="uz-Cyrl-UZ" sz="2000" b="1" i="1">
                <a:latin typeface="Times New Roman" pitchFamily="18" charset="0"/>
                <a:cs typeface="Times New Roman" pitchFamily="18" charset="0"/>
              </a:rPr>
              <a:t>[4,4]</a:t>
            </a:r>
            <a:r>
              <a:rPr lang="ru-RU" altLang="uz-Cyrl-UZ" sz="2000" b="1">
                <a:latin typeface="Times New Roman" pitchFamily="18" charset="0"/>
                <a:cs typeface="Times New Roman" pitchFamily="18" charset="0"/>
              </a:rPr>
              <a:t> массиви.</a:t>
            </a:r>
          </a:p>
          <a:p>
            <a:pPr indent="355600" algn="just"/>
            <a:r>
              <a:rPr lang="ru-RU" altLang="uz-Cyrl-UZ" sz="2000">
                <a:latin typeface="Times New Roman" pitchFamily="18" charset="0"/>
                <a:cs typeface="Times New Roman" pitchFamily="18" charset="0"/>
              </a:rPr>
              <a:t>Ўзгартиришлар </a:t>
            </a:r>
            <a:r>
              <a:rPr lang="uz-Cyrl-UZ" altLang="uz-Cyrl-UZ" sz="2000">
                <a:latin typeface="Times New Roman" pitchFamily="18" charset="0"/>
                <a:cs typeface="Times New Roman" pitchFamily="18" charset="0"/>
              </a:rPr>
              <a:t>тугаган</a:t>
            </a:r>
            <a:r>
              <a:rPr lang="ru-RU" altLang="uz-Cyrl-UZ" sz="2000">
                <a:latin typeface="Times New Roman" pitchFamily="18" charset="0"/>
                <a:cs typeface="Times New Roman" pitchFamily="18" charset="0"/>
              </a:rPr>
              <a:t>и</a:t>
            </a:r>
            <a:r>
              <a:rPr lang="uz-Cyrl-UZ" altLang="uz-Cyrl-UZ" sz="2000">
                <a:latin typeface="Times New Roman" pitchFamily="18" charset="0"/>
                <a:cs typeface="Times New Roman" pitchFamily="18" charset="0"/>
              </a:rPr>
              <a:t>дан </a:t>
            </a:r>
            <a:r>
              <a:rPr lang="ru-RU" altLang="uz-Cyrl-UZ" sz="2000">
                <a:latin typeface="Times New Roman" pitchFamily="18" charset="0"/>
                <a:cs typeface="Times New Roman" pitchFamily="18" charset="0"/>
              </a:rPr>
              <a:t>сўнг</a:t>
            </a:r>
            <a:r>
              <a:rPr lang="uz-Cyrl-UZ" altLang="uz-Cyrl-UZ" sz="2000">
                <a:latin typeface="Times New Roman" pitchFamily="18" charset="0"/>
                <a:cs typeface="Times New Roman" pitchFamily="18" charset="0"/>
              </a:rPr>
              <a:t> бу қисмлар </a:t>
            </a:r>
            <a:r>
              <a:rPr lang="ru-RU" altLang="uz-Cyrl-UZ" sz="2000">
                <a:latin typeface="Times New Roman" pitchFamily="18" charset="0"/>
                <a:cs typeface="Times New Roman" pitchFamily="18" charset="0"/>
              </a:rPr>
              <a:t>нусхаси </a:t>
            </a:r>
            <a:r>
              <a:rPr lang="uz-Cyrl-UZ" altLang="uz-Cyrl-UZ" sz="2000" b="1" i="1">
                <a:latin typeface="Times New Roman" pitchFamily="18" charset="0"/>
                <a:cs typeface="Times New Roman" pitchFamily="18" charset="0"/>
              </a:rPr>
              <a:t>k</a:t>
            </a:r>
            <a:r>
              <a:rPr lang="uz-Cyrl-UZ" altLang="uz-Cyrl-UZ" sz="2000" b="1" i="1" baseline="-25000">
                <a:latin typeface="Times New Roman" pitchFamily="18" charset="0"/>
                <a:cs typeface="Times New Roman" pitchFamily="18" charset="0"/>
              </a:rPr>
              <a:t>e</a:t>
            </a:r>
            <a:r>
              <a:rPr lang="uz-Cyrl-UZ" altLang="uz-Cyrl-UZ" sz="2000" b="1" i="1">
                <a:latin typeface="Times New Roman" pitchFamily="18" charset="0"/>
                <a:cs typeface="Times New Roman" pitchFamily="18" charset="0"/>
              </a:rPr>
              <a:t>[4,8]</a:t>
            </a:r>
            <a:r>
              <a:rPr lang="uz-Cyrl-UZ" altLang="uz-Cyrl-UZ" sz="2000">
                <a:latin typeface="Times New Roman" pitchFamily="18" charset="0"/>
                <a:cs typeface="Times New Roman" pitchFamily="18" charset="0"/>
              </a:rPr>
              <a:t> массивига </a:t>
            </a:r>
            <a:r>
              <a:rPr lang="ru-RU" altLang="uz-Cyrl-UZ" sz="2000">
                <a:latin typeface="Times New Roman" pitchFamily="18" charset="0"/>
                <a:cs typeface="Times New Roman" pitchFamily="18" charset="0"/>
              </a:rPr>
              <a:t>қайта </a:t>
            </a:r>
            <a:r>
              <a:rPr lang="uz-Cyrl-UZ" altLang="uz-Cyrl-UZ" sz="2000">
                <a:latin typeface="Times New Roman" pitchFamily="18" charset="0"/>
                <a:cs typeface="Times New Roman" pitchFamily="18" charset="0"/>
              </a:rPr>
              <a:t>кўчирилади.</a:t>
            </a:r>
            <a:endParaRPr lang="ru-RU" altLang="uz-Cyrl-UZ" sz="2000" b="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250825" y="71414"/>
            <a:ext cx="8642350" cy="49847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p>
            <a:pPr algn="ctr">
              <a:defRPr/>
            </a:pPr>
            <a:r>
              <a:rPr lang="en-US" sz="2600" b="1" dirty="0">
                <a:effectLst>
                  <a:glow rad="63500">
                    <a:schemeClr val="accent3">
                      <a:satMod val="175000"/>
                      <a:alpha val="40000"/>
                    </a:schemeClr>
                  </a:glow>
                </a:effectLst>
                <a:latin typeface="Times New Roman" pitchFamily="18" charset="0"/>
              </a:rPr>
              <a:t>4</a:t>
            </a:r>
            <a:r>
              <a:rPr lang="ru-RU" sz="2600" b="1" dirty="0">
                <a:effectLst>
                  <a:glow rad="63500">
                    <a:schemeClr val="accent3">
                      <a:satMod val="175000"/>
                      <a:alpha val="40000"/>
                    </a:schemeClr>
                  </a:glow>
                </a:effectLst>
                <a:latin typeface="Times New Roman" pitchFamily="18" charset="0"/>
              </a:rPr>
              <a:t>. </a:t>
            </a:r>
            <a:r>
              <a:rPr lang="uz-Cyrl-UZ" sz="2600" b="1" dirty="0">
                <a:effectLst>
                  <a:glow rad="63500">
                    <a:schemeClr val="accent3">
                      <a:satMod val="175000"/>
                      <a:alpha val="40000"/>
                    </a:schemeClr>
                  </a:glow>
                </a:effectLst>
                <a:latin typeface="Times New Roman" pitchFamily="18" charset="0"/>
              </a:rPr>
              <a:t>Хешлаш жараёни</a:t>
            </a:r>
            <a:r>
              <a:rPr lang="ru-RU" sz="2200" b="1" dirty="0">
                <a:effectLst>
                  <a:glow rad="63500">
                    <a:schemeClr val="accent3">
                      <a:satMod val="175000"/>
                      <a:alpha val="40000"/>
                    </a:schemeClr>
                  </a:glow>
                </a:effectLst>
                <a:latin typeface="Times New Roman" pitchFamily="18" charset="0"/>
              </a:rPr>
              <a:t>.</a:t>
            </a:r>
          </a:p>
        </p:txBody>
      </p:sp>
      <p:sp>
        <p:nvSpPr>
          <p:cNvPr id="10243" name="Rectangle 1"/>
          <p:cNvSpPr>
            <a:spLocks noChangeArrowheads="1"/>
          </p:cNvSpPr>
          <p:nvPr/>
        </p:nvSpPr>
        <p:spPr bwMode="auto">
          <a:xfrm>
            <a:off x="190500" y="668338"/>
            <a:ext cx="8788400" cy="618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algn="just">
              <a:buClr>
                <a:srgbClr val="FF0000"/>
              </a:buClr>
            </a:pPr>
            <a:r>
              <a:rPr lang="uz-Cyrl-UZ" altLang="ja-JP" sz="2000" b="1">
                <a:solidFill>
                  <a:srgbClr val="C00000"/>
                </a:solidFill>
                <a:latin typeface="Times New Roman" pitchFamily="18" charset="0"/>
                <a:cs typeface="Times New Roman" pitchFamily="18" charset="0"/>
              </a:rPr>
              <a:t>1-БОСҚИЧ: </a:t>
            </a:r>
            <a:r>
              <a:rPr lang="uz-Cyrl-UZ" altLang="ja-JP" sz="2000" b="1">
                <a:latin typeface="Times New Roman" pitchFamily="18" charset="0"/>
                <a:cs typeface="Times New Roman" pitchFamily="18" charset="0"/>
              </a:rPr>
              <a:t>Кириш маълумотларини тайёрлаш.</a:t>
            </a:r>
          </a:p>
          <a:p>
            <a:pPr indent="457200" algn="just">
              <a:buClr>
                <a:srgbClr val="FF0000"/>
              </a:buClr>
              <a:buFont typeface="Wingdings" pitchFamily="2" charset="2"/>
              <a:buChar char="Ø"/>
            </a:pPr>
            <a:r>
              <a:rPr lang="uz-Cyrl-UZ" altLang="ja-JP" sz="2000">
                <a:latin typeface="Times New Roman" pitchFamily="18" charset="0"/>
                <a:cs typeface="Times New Roman" pitchFamily="18" charset="0"/>
              </a:rPr>
              <a:t>Хэшланувчи хабар </a:t>
            </a:r>
            <a:r>
              <a:rPr lang="uz-Cyrl-UZ" altLang="ja-JP" sz="2000" b="1" i="1">
                <a:latin typeface="Times New Roman" pitchFamily="18" charset="0"/>
                <a:cs typeface="Times New Roman" pitchFamily="18" charset="0"/>
              </a:rPr>
              <a:t>128 </a:t>
            </a:r>
            <a:r>
              <a:rPr lang="uz-Cyrl-UZ" altLang="ja-JP" sz="2000" i="1">
                <a:latin typeface="Times New Roman" pitchFamily="18" charset="0"/>
                <a:cs typeface="Times New Roman" pitchFamily="18" charset="0"/>
              </a:rPr>
              <a:t>(256)</a:t>
            </a:r>
            <a:r>
              <a:rPr lang="uz-Cyrl-UZ" altLang="ja-JP" sz="2000">
                <a:latin typeface="Times New Roman" pitchFamily="18" charset="0"/>
                <a:cs typeface="Times New Roman" pitchFamily="18" charset="0"/>
              </a:rPr>
              <a:t> </a:t>
            </a:r>
            <a:r>
              <a:rPr lang="uz-Cyrl-UZ" altLang="ja-JP" sz="2000" b="1" i="1">
                <a:latin typeface="Times New Roman" pitchFamily="18" charset="0"/>
                <a:cs typeface="Times New Roman" pitchFamily="18" charset="0"/>
              </a:rPr>
              <a:t>bit</a:t>
            </a:r>
            <a:r>
              <a:rPr lang="uz-Cyrl-UZ" altLang="ja-JP" sz="2000">
                <a:latin typeface="Times New Roman" pitchFamily="18" charset="0"/>
                <a:cs typeface="Times New Roman" pitchFamily="18" charset="0"/>
              </a:rPr>
              <a:t> узунликдаги </a:t>
            </a:r>
            <a:r>
              <a:rPr lang="uz-Cyrl-UZ" altLang="ja-JP" sz="2000" b="1" i="1">
                <a:latin typeface="Times New Roman" pitchFamily="18" charset="0"/>
                <a:cs typeface="Times New Roman" pitchFamily="18" charset="0"/>
              </a:rPr>
              <a:t>b</a:t>
            </a:r>
            <a:r>
              <a:rPr lang="uz-Cyrl-UZ" altLang="ja-JP" sz="2000">
                <a:latin typeface="Times New Roman" pitchFamily="18" charset="0"/>
                <a:cs typeface="Times New Roman" pitchFamily="18" charset="0"/>
              </a:rPr>
              <a:t> блокларга, яъни ярим байт (байт) даражасидаги </a:t>
            </a:r>
            <a:r>
              <a:rPr lang="uz-Cyrl-UZ" altLang="ja-JP" sz="2000" b="1" i="1">
                <a:latin typeface="Times New Roman" pitchFamily="18" charset="0"/>
                <a:cs typeface="Times New Roman" pitchFamily="18" charset="0"/>
              </a:rPr>
              <a:t>1,…,b</a:t>
            </a:r>
            <a:r>
              <a:rPr lang="uz-Cyrl-UZ" altLang="ja-JP" sz="2000">
                <a:latin typeface="Times New Roman" pitchFamily="18" charset="0"/>
                <a:cs typeface="Times New Roman" pitchFamily="18" charset="0"/>
              </a:rPr>
              <a:t> блокларга ажратилади:</a:t>
            </a:r>
          </a:p>
          <a:p>
            <a:pPr indent="457200" algn="ctr">
              <a:buClr>
                <a:srgbClr val="FF0000"/>
              </a:buClr>
            </a:pPr>
            <a:r>
              <a:rPr lang="en-US" altLang="ja-JP" sz="2000" b="1" i="1">
                <a:latin typeface="Times New Roman" pitchFamily="18" charset="0"/>
                <a:cs typeface="Times New Roman" pitchFamily="18" charset="0"/>
              </a:rPr>
              <a:t>M={M</a:t>
            </a:r>
            <a:r>
              <a:rPr lang="en-US" altLang="ja-JP" sz="2000" b="1" i="1" baseline="-25000">
                <a:latin typeface="Times New Roman" pitchFamily="18" charset="0"/>
                <a:cs typeface="Times New Roman" pitchFamily="18" charset="0"/>
              </a:rPr>
              <a:t>1</a:t>
            </a:r>
            <a:r>
              <a:rPr lang="en-US" altLang="ja-JP" sz="2000" b="1" i="1">
                <a:latin typeface="Times New Roman" pitchFamily="18" charset="0"/>
                <a:cs typeface="Times New Roman" pitchFamily="18" charset="0"/>
              </a:rPr>
              <a:t>, M</a:t>
            </a:r>
            <a:r>
              <a:rPr lang="en-US" altLang="ja-JP" sz="2000" b="1" i="1" baseline="-25000">
                <a:latin typeface="Times New Roman" pitchFamily="18" charset="0"/>
                <a:cs typeface="Times New Roman" pitchFamily="18" charset="0"/>
              </a:rPr>
              <a:t>2</a:t>
            </a:r>
            <a:r>
              <a:rPr lang="en-US" altLang="ja-JP" sz="2000" b="1" i="1">
                <a:latin typeface="Times New Roman" pitchFamily="18" charset="0"/>
                <a:cs typeface="Times New Roman" pitchFamily="18" charset="0"/>
              </a:rPr>
              <a:t>, M</a:t>
            </a:r>
            <a:r>
              <a:rPr lang="en-US" altLang="ja-JP" sz="2000" b="1" i="1" baseline="-25000">
                <a:latin typeface="Times New Roman" pitchFamily="18" charset="0"/>
                <a:cs typeface="Times New Roman" pitchFamily="18" charset="0"/>
              </a:rPr>
              <a:t>3</a:t>
            </a:r>
            <a:r>
              <a:rPr lang="en-US" altLang="ja-JP" sz="2000" b="1" i="1">
                <a:latin typeface="Times New Roman" pitchFamily="18" charset="0"/>
                <a:cs typeface="Times New Roman" pitchFamily="18" charset="0"/>
              </a:rPr>
              <a:t>, …, M</a:t>
            </a:r>
            <a:r>
              <a:rPr lang="en-US" altLang="ja-JP" sz="2000" b="1" i="1" baseline="-25000">
                <a:latin typeface="Times New Roman" pitchFamily="18" charset="0"/>
                <a:cs typeface="Times New Roman" pitchFamily="18" charset="0"/>
              </a:rPr>
              <a:t>b</a:t>
            </a:r>
            <a:r>
              <a:rPr lang="en-US" altLang="ja-JP" sz="2000" b="1" i="1">
                <a:latin typeface="Times New Roman" pitchFamily="18" charset="0"/>
                <a:cs typeface="Times New Roman" pitchFamily="18" charset="0"/>
              </a:rPr>
              <a:t>}</a:t>
            </a:r>
          </a:p>
          <a:p>
            <a:pPr indent="457200" algn="just">
              <a:buClr>
                <a:srgbClr val="FF0000"/>
              </a:buClr>
              <a:buFont typeface="Wingdings" pitchFamily="2" charset="2"/>
              <a:buChar char="Ø"/>
            </a:pPr>
            <a:r>
              <a:rPr lang="ru-RU" altLang="ja-JP" sz="2000">
                <a:latin typeface="Times New Roman" pitchFamily="18" charset="0"/>
                <a:cs typeface="Times New Roman" pitchFamily="18" charset="0"/>
              </a:rPr>
              <a:t>О</a:t>
            </a:r>
            <a:r>
              <a:rPr lang="uz-Cyrl-UZ" altLang="ja-JP" sz="2000">
                <a:latin typeface="Times New Roman" pitchFamily="18" charset="0"/>
                <a:cs typeface="Times New Roman" pitchFamily="18" charset="0"/>
              </a:rPr>
              <a:t>хирги </a:t>
            </a:r>
            <a:r>
              <a:rPr lang="uz-Cyrl-UZ" altLang="ja-JP" sz="2000" b="1" i="1">
                <a:latin typeface="Times New Roman" pitchFamily="18" charset="0"/>
                <a:cs typeface="Times New Roman" pitchFamily="18" charset="0"/>
              </a:rPr>
              <a:t>М</a:t>
            </a:r>
            <a:r>
              <a:rPr lang="uz-Cyrl-UZ" altLang="ja-JP" sz="2000" b="1" i="1" baseline="-25000">
                <a:latin typeface="Times New Roman" pitchFamily="18" charset="0"/>
                <a:cs typeface="Times New Roman" pitchFamily="18" charset="0"/>
              </a:rPr>
              <a:t>b</a:t>
            </a:r>
            <a:r>
              <a:rPr lang="uz-Cyrl-UZ" altLang="ja-JP" sz="2000">
                <a:latin typeface="Times New Roman" pitchFamily="18" charset="0"/>
                <a:cs typeface="Times New Roman" pitchFamily="18" charset="0"/>
              </a:rPr>
              <a:t>-блокнинг етмай қолган қисми </a:t>
            </a:r>
            <a:r>
              <a:rPr lang="uz-Cyrl-UZ" altLang="ja-JP" sz="2000" b="1" i="1">
                <a:latin typeface="Times New Roman" pitchFamily="18" charset="0"/>
                <a:cs typeface="Times New Roman" pitchFamily="18" charset="0"/>
              </a:rPr>
              <a:t>“0” </a:t>
            </a:r>
            <a:r>
              <a:rPr lang="uz-Cyrl-UZ" altLang="ja-JP" sz="2000">
                <a:latin typeface="Times New Roman" pitchFamily="18" charset="0"/>
                <a:cs typeface="Times New Roman" pitchFamily="18" charset="0"/>
              </a:rPr>
              <a:t>лардан иборат ярим байт (байт) кетма-кетлиги билан тўлдирилади:</a:t>
            </a:r>
          </a:p>
          <a:p>
            <a:pPr indent="457200" algn="ctr">
              <a:buClr>
                <a:srgbClr val="FF0000"/>
              </a:buClr>
            </a:pPr>
            <a:r>
              <a:rPr lang="en-US" altLang="ja-JP" sz="2000" b="1" i="1">
                <a:latin typeface="Times New Roman" pitchFamily="18" charset="0"/>
                <a:cs typeface="Times New Roman" pitchFamily="18" charset="0"/>
              </a:rPr>
              <a:t>M</a:t>
            </a:r>
            <a:r>
              <a:rPr lang="en-US" altLang="ja-JP" sz="2000" b="1" i="1" baseline="-25000">
                <a:latin typeface="Times New Roman" pitchFamily="18" charset="0"/>
                <a:cs typeface="Times New Roman" pitchFamily="18" charset="0"/>
              </a:rPr>
              <a:t>b</a:t>
            </a:r>
            <a:r>
              <a:rPr lang="ru-RU" altLang="ja-JP" sz="2000" b="1" i="1">
                <a:latin typeface="Times New Roman" pitchFamily="18" charset="0"/>
                <a:cs typeface="Times New Roman" pitchFamily="18" charset="0"/>
              </a:rPr>
              <a:t>=</a:t>
            </a:r>
            <a:r>
              <a:rPr lang="en-US" altLang="ja-JP" sz="2000" b="1" i="1">
                <a:latin typeface="Times New Roman" pitchFamily="18" charset="0"/>
                <a:cs typeface="Times New Roman" pitchFamily="18" charset="0"/>
              </a:rPr>
              <a:t>M</a:t>
            </a:r>
            <a:r>
              <a:rPr lang="en-US" altLang="ja-JP" sz="2000" b="1" i="1" baseline="-25000">
                <a:latin typeface="Times New Roman" pitchFamily="18" charset="0"/>
                <a:cs typeface="Times New Roman" pitchFamily="18" charset="0"/>
              </a:rPr>
              <a:t>b</a:t>
            </a:r>
            <a:r>
              <a:rPr lang="ru-RU" altLang="ja-JP" sz="2000" b="1" i="1">
                <a:latin typeface="Times New Roman" pitchFamily="18" charset="0"/>
                <a:cs typeface="Times New Roman" pitchFamily="18" charset="0"/>
              </a:rPr>
              <a:t>+0</a:t>
            </a:r>
            <a:endParaRPr lang="en-US" altLang="ja-JP" sz="2000" b="1" i="1" baseline="-25000">
              <a:latin typeface="Times New Roman" pitchFamily="18" charset="0"/>
              <a:cs typeface="Times New Roman" pitchFamily="18" charset="0"/>
            </a:endParaRPr>
          </a:p>
          <a:p>
            <a:pPr indent="457200" algn="just">
              <a:buClr>
                <a:srgbClr val="FF0000"/>
              </a:buClr>
              <a:buFont typeface="Wingdings" pitchFamily="2" charset="2"/>
              <a:buChar char="Ø"/>
            </a:pPr>
            <a:r>
              <a:rPr lang="uz-Cyrl-UZ" altLang="ja-JP" sz="2000">
                <a:latin typeface="Times New Roman" pitchFamily="18" charset="0"/>
                <a:cs typeface="Times New Roman" pitchFamily="18" charset="0"/>
              </a:rPr>
              <a:t>Асосий қисмнинг умумий узунлиги </a:t>
            </a:r>
            <a:r>
              <a:rPr lang="uz-Cyrl-UZ" altLang="ja-JP" sz="2000" b="1" i="1">
                <a:latin typeface="Times New Roman" pitchFamily="18" charset="0"/>
                <a:cs typeface="Times New Roman" pitchFamily="18" charset="0"/>
              </a:rPr>
              <a:t>2</a:t>
            </a:r>
            <a:r>
              <a:rPr lang="en-US" altLang="ja-JP" sz="2000" b="1" i="1" baseline="30000">
                <a:latin typeface="Times New Roman" pitchFamily="18" charset="0"/>
                <a:cs typeface="Times New Roman" pitchFamily="18" charset="0"/>
              </a:rPr>
              <a:t>128</a:t>
            </a:r>
            <a:r>
              <a:rPr lang="uz-Cyrl-UZ" altLang="ja-JP" sz="2000" b="1" i="1" baseline="30000">
                <a:latin typeface="Times New Roman" pitchFamily="18" charset="0"/>
                <a:cs typeface="Times New Roman" pitchFamily="18" charset="0"/>
              </a:rPr>
              <a:t> </a:t>
            </a:r>
            <a:r>
              <a:rPr lang="en-US" altLang="ja-JP" sz="2000" i="1">
                <a:latin typeface="Times New Roman" pitchFamily="18" charset="0"/>
                <a:cs typeface="Times New Roman" pitchFamily="18" charset="0"/>
              </a:rPr>
              <a:t>(</a:t>
            </a:r>
            <a:r>
              <a:rPr lang="uz-Cyrl-UZ" altLang="ja-JP" sz="2000" i="1">
                <a:latin typeface="Times New Roman" pitchFamily="18" charset="0"/>
                <a:cs typeface="Times New Roman" pitchFamily="18" charset="0"/>
              </a:rPr>
              <a:t>2</a:t>
            </a:r>
            <a:r>
              <a:rPr lang="uz-Cyrl-UZ" altLang="ja-JP" sz="2000" i="1" baseline="30000">
                <a:latin typeface="Times New Roman" pitchFamily="18" charset="0"/>
                <a:cs typeface="Times New Roman" pitchFamily="18" charset="0"/>
              </a:rPr>
              <a:t>256</a:t>
            </a:r>
            <a:r>
              <a:rPr lang="en-US" altLang="ja-JP" sz="2000" i="1">
                <a:latin typeface="Times New Roman" pitchFamily="18" charset="0"/>
                <a:cs typeface="Times New Roman" pitchFamily="18" charset="0"/>
              </a:rPr>
              <a:t>)</a:t>
            </a:r>
            <a:r>
              <a:rPr lang="uz-Cyrl-UZ" altLang="ja-JP" sz="2000">
                <a:latin typeface="Times New Roman" pitchFamily="18" charset="0"/>
                <a:cs typeface="Times New Roman" pitchFamily="18" charset="0"/>
              </a:rPr>
              <a:t> модуль бўйича битларда аниқланади, бу қисм </a:t>
            </a:r>
            <a:r>
              <a:rPr lang="en-US" altLang="ja-JP" sz="2000" b="1" i="1">
                <a:latin typeface="Times New Roman" pitchFamily="18" charset="0"/>
                <a:cs typeface="Times New Roman" pitchFamily="18" charset="0"/>
              </a:rPr>
              <a:t>128 </a:t>
            </a:r>
            <a:r>
              <a:rPr lang="en-US" altLang="ja-JP" sz="2000" i="1">
                <a:latin typeface="Times New Roman" pitchFamily="18" charset="0"/>
                <a:cs typeface="Times New Roman" pitchFamily="18" charset="0"/>
              </a:rPr>
              <a:t>(</a:t>
            </a:r>
            <a:r>
              <a:rPr lang="uz-Cyrl-UZ" altLang="ja-JP" sz="2000" i="1">
                <a:latin typeface="Times New Roman" pitchFamily="18" charset="0"/>
                <a:cs typeface="Times New Roman" pitchFamily="18" charset="0"/>
              </a:rPr>
              <a:t>256</a:t>
            </a:r>
            <a:r>
              <a:rPr lang="en-US" altLang="ja-JP" sz="2000" i="1">
                <a:latin typeface="Times New Roman" pitchFamily="18" charset="0"/>
                <a:cs typeface="Times New Roman" pitchFamily="18" charset="0"/>
              </a:rPr>
              <a:t>)</a:t>
            </a:r>
            <a:r>
              <a:rPr lang="uz-Cyrl-UZ" altLang="ja-JP" sz="2000">
                <a:latin typeface="Times New Roman" pitchFamily="18" charset="0"/>
                <a:cs typeface="Times New Roman" pitchFamily="18" charset="0"/>
              </a:rPr>
              <a:t> </a:t>
            </a:r>
            <a:r>
              <a:rPr lang="uz-Cyrl-UZ" altLang="ja-JP" sz="2000" b="1" i="1">
                <a:latin typeface="Times New Roman" pitchFamily="18" charset="0"/>
                <a:cs typeface="Times New Roman" pitchFamily="18" charset="0"/>
              </a:rPr>
              <a:t>bit</a:t>
            </a:r>
            <a:r>
              <a:rPr lang="uz-Cyrl-UZ" altLang="ja-JP" sz="2000">
                <a:latin typeface="Times New Roman" pitchFamily="18" charset="0"/>
                <a:cs typeface="Times New Roman" pitchFamily="18" charset="0"/>
              </a:rPr>
              <a:t> узунликдаги </a:t>
            </a:r>
            <a:r>
              <a:rPr lang="uz-Cyrl-UZ" altLang="ja-JP" sz="2000" b="1" i="1">
                <a:latin typeface="Times New Roman" pitchFamily="18" charset="0"/>
                <a:cs typeface="Times New Roman" pitchFamily="18" charset="0"/>
              </a:rPr>
              <a:t>uzunlik</a:t>
            </a:r>
            <a:r>
              <a:rPr lang="uz-Cyrl-UZ" altLang="ja-JP" sz="2000">
                <a:latin typeface="Times New Roman" pitchFamily="18" charset="0"/>
                <a:cs typeface="Times New Roman" pitchFamily="18" charset="0"/>
              </a:rPr>
              <a:t> блокидан иборат: </a:t>
            </a:r>
          </a:p>
          <a:p>
            <a:pPr indent="457200" algn="ctr">
              <a:buClr>
                <a:srgbClr val="FF0000"/>
              </a:buClr>
            </a:pPr>
            <a:r>
              <a:rPr lang="en-US" altLang="ja-JP" sz="2000" b="1" i="1">
                <a:latin typeface="Times New Roman" pitchFamily="18" charset="0"/>
                <a:cs typeface="Times New Roman" pitchFamily="18" charset="0"/>
              </a:rPr>
              <a:t>M</a:t>
            </a:r>
            <a:r>
              <a:rPr lang="en-US" altLang="ja-JP" sz="2000" b="1" i="1" baseline="-25000">
                <a:latin typeface="Times New Roman" pitchFamily="18" charset="0"/>
                <a:cs typeface="Times New Roman" pitchFamily="18" charset="0"/>
              </a:rPr>
              <a:t>b+1</a:t>
            </a:r>
            <a:r>
              <a:rPr lang="ru-RU" altLang="ja-JP" sz="2000" b="1" i="1">
                <a:latin typeface="Times New Roman" pitchFamily="18" charset="0"/>
                <a:cs typeface="Times New Roman" pitchFamily="18" charset="0"/>
              </a:rPr>
              <a:t>=</a:t>
            </a:r>
            <a:r>
              <a:rPr lang="en-US" altLang="ja-JP" sz="2000" b="1" i="1">
                <a:latin typeface="Times New Roman" pitchFamily="18" charset="0"/>
                <a:cs typeface="Times New Roman" pitchFamily="18" charset="0"/>
              </a:rPr>
              <a:t>u</a:t>
            </a:r>
            <a:r>
              <a:rPr lang="uz-Cyrl-UZ" altLang="ja-JP" sz="2000" b="1" i="1">
                <a:latin typeface="Times New Roman" pitchFamily="18" charset="0"/>
                <a:cs typeface="Times New Roman" pitchFamily="18" charset="0"/>
              </a:rPr>
              <a:t>zunlik</a:t>
            </a:r>
            <a:r>
              <a:rPr lang="en-US" altLang="ja-JP" sz="2000" b="1" i="1">
                <a:latin typeface="Times New Roman" pitchFamily="18" charset="0"/>
                <a:cs typeface="Times New Roman" pitchFamily="18" charset="0"/>
              </a:rPr>
              <a:t>=len(M)</a:t>
            </a:r>
            <a:endParaRPr lang="uz-Cyrl-UZ" altLang="ja-JP" sz="2000">
              <a:latin typeface="Times New Roman" pitchFamily="18" charset="0"/>
              <a:cs typeface="Times New Roman" pitchFamily="18" charset="0"/>
            </a:endParaRPr>
          </a:p>
          <a:p>
            <a:pPr indent="457200" algn="just">
              <a:buClr>
                <a:srgbClr val="FF0000"/>
              </a:buClr>
              <a:buFont typeface="Wingdings" pitchFamily="2" charset="2"/>
              <a:buChar char="Ø"/>
            </a:pPr>
            <a:r>
              <a:rPr lang="uz-Cyrl-UZ" altLang="ja-JP" sz="2000">
                <a:latin typeface="Times New Roman" pitchFamily="18" charset="0"/>
                <a:cs typeface="Times New Roman" pitchFamily="18" charset="0"/>
              </a:rPr>
              <a:t>Асосий қисм блоклари қийматларининг суммаси ҳисобланади, у </a:t>
            </a:r>
            <a:r>
              <a:rPr lang="en-US" altLang="ja-JP" sz="2000" b="1" i="1">
                <a:latin typeface="Times New Roman" pitchFamily="18" charset="0"/>
                <a:cs typeface="Times New Roman" pitchFamily="18" charset="0"/>
              </a:rPr>
              <a:t>128 </a:t>
            </a:r>
            <a:r>
              <a:rPr lang="en-US" altLang="ja-JP" sz="2000" i="1">
                <a:latin typeface="Times New Roman" pitchFamily="18" charset="0"/>
                <a:cs typeface="Times New Roman" pitchFamily="18" charset="0"/>
              </a:rPr>
              <a:t>(</a:t>
            </a:r>
            <a:r>
              <a:rPr lang="uz-Cyrl-UZ" altLang="ja-JP" sz="2000" i="1">
                <a:latin typeface="Times New Roman" pitchFamily="18" charset="0"/>
                <a:cs typeface="Times New Roman" pitchFamily="18" charset="0"/>
              </a:rPr>
              <a:t>256</a:t>
            </a:r>
            <a:r>
              <a:rPr lang="en-US" altLang="ja-JP" sz="2000" i="1">
                <a:latin typeface="Times New Roman" pitchFamily="18" charset="0"/>
                <a:cs typeface="Times New Roman" pitchFamily="18" charset="0"/>
              </a:rPr>
              <a:t>)</a:t>
            </a:r>
            <a:r>
              <a:rPr lang="uz-Cyrl-UZ" altLang="ja-JP" sz="2000">
                <a:latin typeface="Times New Roman" pitchFamily="18" charset="0"/>
                <a:cs typeface="Times New Roman" pitchFamily="18" charset="0"/>
              </a:rPr>
              <a:t> </a:t>
            </a:r>
            <a:r>
              <a:rPr lang="uz-Cyrl-UZ" altLang="ja-JP" sz="2000" b="1" i="1">
                <a:latin typeface="Times New Roman" pitchFamily="18" charset="0"/>
                <a:cs typeface="Times New Roman" pitchFamily="18" charset="0"/>
              </a:rPr>
              <a:t>bit </a:t>
            </a:r>
            <a:r>
              <a:rPr lang="uz-Cyrl-UZ" altLang="ja-JP" sz="2000">
                <a:latin typeface="Times New Roman" pitchFamily="18" charset="0"/>
                <a:cs typeface="Times New Roman" pitchFamily="18" charset="0"/>
              </a:rPr>
              <a:t>узунликдаги </a:t>
            </a:r>
            <a:r>
              <a:rPr lang="uz-Cyrl-UZ" altLang="ja-JP" sz="2000" b="1" i="1">
                <a:latin typeface="Times New Roman" pitchFamily="18" charset="0"/>
                <a:cs typeface="Times New Roman" pitchFamily="18" charset="0"/>
              </a:rPr>
              <a:t>назорат суммасининг</a:t>
            </a:r>
            <a:r>
              <a:rPr lang="uz-Cyrl-UZ" altLang="ja-JP" sz="2000">
                <a:latin typeface="Times New Roman" pitchFamily="18" charset="0"/>
                <a:cs typeface="Times New Roman" pitchFamily="18" charset="0"/>
              </a:rPr>
              <a:t> блокидан (</a:t>
            </a:r>
            <a:r>
              <a:rPr lang="uz-Cyrl-UZ" altLang="ja-JP" sz="2000" b="1" i="1">
                <a:latin typeface="Times New Roman" pitchFamily="18" charset="0"/>
                <a:cs typeface="Times New Roman" pitchFamily="18" charset="0"/>
              </a:rPr>
              <a:t>NY)</a:t>
            </a:r>
            <a:r>
              <a:rPr lang="uz-Cyrl-UZ" altLang="ja-JP" sz="2000">
                <a:latin typeface="Times New Roman" pitchFamily="18" charset="0"/>
                <a:cs typeface="Times New Roman" pitchFamily="18" charset="0"/>
              </a:rPr>
              <a:t> иборат:</a:t>
            </a:r>
            <a:endParaRPr lang="en-US" altLang="ja-JP" sz="2000">
              <a:latin typeface="Times New Roman" pitchFamily="18" charset="0"/>
              <a:cs typeface="Times New Roman" pitchFamily="18" charset="0"/>
            </a:endParaRPr>
          </a:p>
          <a:p>
            <a:pPr indent="457200" algn="ctr">
              <a:buClr>
                <a:srgbClr val="FF0000"/>
              </a:buClr>
            </a:pPr>
            <a:r>
              <a:rPr lang="en-US" altLang="ja-JP" sz="2000" b="1" i="1">
                <a:latin typeface="Times New Roman" pitchFamily="18" charset="0"/>
                <a:cs typeface="Times New Roman" pitchFamily="18" charset="0"/>
              </a:rPr>
              <a:t>M</a:t>
            </a:r>
            <a:r>
              <a:rPr lang="en-US" altLang="ja-JP" sz="2000" b="1" i="1" baseline="-25000">
                <a:latin typeface="Times New Roman" pitchFamily="18" charset="0"/>
                <a:cs typeface="Times New Roman" pitchFamily="18" charset="0"/>
              </a:rPr>
              <a:t>b+2</a:t>
            </a:r>
            <a:r>
              <a:rPr lang="ru-RU" altLang="ja-JP" sz="2000" b="1" i="1">
                <a:latin typeface="Times New Roman" pitchFamily="18" charset="0"/>
                <a:cs typeface="Times New Roman" pitchFamily="18" charset="0"/>
              </a:rPr>
              <a:t>=</a:t>
            </a:r>
            <a:r>
              <a:rPr lang="en-US" altLang="ja-JP" sz="2000" b="1" i="1">
                <a:latin typeface="Times New Roman" pitchFamily="18" charset="0"/>
                <a:cs typeface="Times New Roman" pitchFamily="18" charset="0"/>
              </a:rPr>
              <a:t>NY=(M</a:t>
            </a:r>
            <a:r>
              <a:rPr lang="en-US" altLang="ja-JP" sz="2000" b="1" i="1" baseline="-25000">
                <a:latin typeface="Times New Roman" pitchFamily="18" charset="0"/>
                <a:cs typeface="Times New Roman" pitchFamily="18" charset="0"/>
              </a:rPr>
              <a:t>1</a:t>
            </a:r>
            <a:r>
              <a:rPr lang="en-US" altLang="ja-JP" sz="2000" b="1" i="1">
                <a:latin typeface="Times New Roman" pitchFamily="18" charset="0"/>
                <a:cs typeface="Times New Roman" pitchFamily="18" charset="0"/>
              </a:rPr>
              <a:t>+M</a:t>
            </a:r>
            <a:r>
              <a:rPr lang="en-US" altLang="ja-JP" sz="2000" b="1" i="1" baseline="-25000">
                <a:latin typeface="Times New Roman" pitchFamily="18" charset="0"/>
                <a:cs typeface="Times New Roman" pitchFamily="18" charset="0"/>
              </a:rPr>
              <a:t>2</a:t>
            </a:r>
            <a:r>
              <a:rPr lang="en-US" altLang="ja-JP" sz="2000" b="1" i="1">
                <a:latin typeface="Times New Roman" pitchFamily="18" charset="0"/>
                <a:cs typeface="Times New Roman" pitchFamily="18" charset="0"/>
              </a:rPr>
              <a:t>+M</a:t>
            </a:r>
            <a:r>
              <a:rPr lang="en-US" altLang="ja-JP" sz="2000" b="1" i="1" baseline="-25000">
                <a:latin typeface="Times New Roman" pitchFamily="18" charset="0"/>
                <a:cs typeface="Times New Roman" pitchFamily="18" charset="0"/>
              </a:rPr>
              <a:t>3</a:t>
            </a:r>
            <a:r>
              <a:rPr lang="en-US" altLang="ja-JP" sz="2000" b="1" i="1">
                <a:latin typeface="Times New Roman" pitchFamily="18" charset="0"/>
                <a:cs typeface="Times New Roman" pitchFamily="18" charset="0"/>
              </a:rPr>
              <a:t>+, … , +M</a:t>
            </a:r>
            <a:r>
              <a:rPr lang="en-US" altLang="ja-JP" sz="2000" b="1" i="1" baseline="-25000">
                <a:latin typeface="Times New Roman" pitchFamily="18" charset="0"/>
                <a:cs typeface="Times New Roman" pitchFamily="18" charset="0"/>
              </a:rPr>
              <a:t>b</a:t>
            </a:r>
            <a:r>
              <a:rPr lang="en-US" altLang="ja-JP" sz="2000" b="1" i="1">
                <a:latin typeface="Times New Roman" pitchFamily="18" charset="0"/>
                <a:cs typeface="Times New Roman" pitchFamily="18" charset="0"/>
              </a:rPr>
              <a:t>)</a:t>
            </a:r>
            <a:endParaRPr lang="uz-Cyrl-UZ" altLang="ja-JP" sz="2000" b="1" i="1">
              <a:latin typeface="Times New Roman" pitchFamily="18" charset="0"/>
              <a:cs typeface="Times New Roman" pitchFamily="18" charset="0"/>
            </a:endParaRPr>
          </a:p>
          <a:p>
            <a:pPr indent="457200" algn="just">
              <a:buClr>
                <a:srgbClr val="FF0000"/>
              </a:buClr>
              <a:buFont typeface="Wingdings" pitchFamily="2" charset="2"/>
              <a:buChar char="Ø"/>
            </a:pPr>
            <a:r>
              <a:rPr lang="uz-Cyrl-UZ" altLang="uz-Cyrl-UZ" sz="2000">
                <a:latin typeface="Times New Roman" pitchFamily="18" charset="0"/>
                <a:ea typeface="ＭＳ Ｐゴシック" pitchFamily="34" charset="-128"/>
                <a:cs typeface="Times New Roman" pitchFamily="18" charset="0"/>
              </a:rPr>
              <a:t>Дастлабки </a:t>
            </a:r>
            <a:r>
              <a:rPr lang="uz-Cyrl-UZ" altLang="uz-Cyrl-UZ" sz="2000" b="1" i="1">
                <a:latin typeface="Times New Roman" pitchFamily="18" charset="0"/>
                <a:ea typeface="ＭＳ Ｐゴシック" pitchFamily="34" charset="-128"/>
                <a:cs typeface="Times New Roman" pitchFamily="18" charset="0"/>
              </a:rPr>
              <a:t>k</a:t>
            </a:r>
            <a:r>
              <a:rPr lang="uz-Cyrl-UZ" altLang="uz-Cyrl-UZ" sz="2000" b="1" i="1" baseline="-25000">
                <a:latin typeface="Times New Roman" pitchFamily="18" charset="0"/>
                <a:ea typeface="ＭＳ Ｐゴシック" pitchFamily="34" charset="-128"/>
                <a:cs typeface="Times New Roman" pitchFamily="18" charset="0"/>
              </a:rPr>
              <a:t>е </a:t>
            </a:r>
            <a:r>
              <a:rPr lang="uz-Cyrl-UZ" altLang="uz-Cyrl-UZ" sz="2000">
                <a:latin typeface="Times New Roman" pitchFamily="18" charset="0"/>
                <a:ea typeface="ＭＳ Ｐゴシック" pitchFamily="34" charset="-128"/>
                <a:cs typeface="Times New Roman" pitchFamily="18" charset="0"/>
              </a:rPr>
              <a:t>босқич </a:t>
            </a:r>
            <a:r>
              <a:rPr lang="ru-RU" altLang="uz-Cyrl-UZ" sz="2000">
                <a:latin typeface="Times New Roman" pitchFamily="18" charset="0"/>
                <a:ea typeface="ＭＳ Ｐゴシック" pitchFamily="34" charset="-128"/>
                <a:cs typeface="Times New Roman" pitchFamily="18" charset="0"/>
              </a:rPr>
              <a:t>калит массиви </a:t>
            </a:r>
            <a:r>
              <a:rPr lang="uz-Cyrl-UZ" altLang="uz-Cyrl-UZ" sz="2000" b="1" i="1">
                <a:latin typeface="Times New Roman" pitchFamily="18" charset="0"/>
                <a:ea typeface="ＭＳ Ｐゴシック" pitchFamily="34" charset="-128"/>
                <a:cs typeface="Times New Roman" pitchFamily="18" charset="0"/>
              </a:rPr>
              <a:t>128 </a:t>
            </a:r>
            <a:r>
              <a:rPr lang="uz-Cyrl-UZ" altLang="uz-Cyrl-UZ" sz="2000" i="1">
                <a:latin typeface="Times New Roman" pitchFamily="18" charset="0"/>
                <a:ea typeface="ＭＳ Ｐゴシック" pitchFamily="34" charset="-128"/>
                <a:cs typeface="Times New Roman" pitchFamily="18" charset="0"/>
              </a:rPr>
              <a:t>(256)</a:t>
            </a:r>
            <a:r>
              <a:rPr lang="uz-Cyrl-UZ" altLang="uz-Cyrl-UZ" sz="2000">
                <a:latin typeface="Times New Roman" pitchFamily="18" charset="0"/>
                <a:ea typeface="ＭＳ Ｐゴシック" pitchFamily="34" charset="-128"/>
                <a:cs typeface="Times New Roman" pitchFamily="18" charset="0"/>
              </a:rPr>
              <a:t> </a:t>
            </a:r>
            <a:r>
              <a:rPr lang="en-US" altLang="uz-Cyrl-UZ" sz="2000" b="1" i="1">
                <a:latin typeface="Times New Roman" pitchFamily="18" charset="0"/>
                <a:ea typeface="ＭＳ Ｐゴシック" pitchFamily="34" charset="-128"/>
                <a:cs typeface="Times New Roman" pitchFamily="18" charset="0"/>
              </a:rPr>
              <a:t>bit</a:t>
            </a:r>
            <a:r>
              <a:rPr lang="uz-Cyrl-UZ" altLang="uz-Cyrl-UZ" sz="2000">
                <a:latin typeface="Times New Roman" pitchFamily="18" charset="0"/>
                <a:ea typeface="ＭＳ Ｐゴシック" pitchFamily="34" charset="-128"/>
                <a:cs typeface="Times New Roman" pitchFamily="18" charset="0"/>
              </a:rPr>
              <a:t> узунликдаги </a:t>
            </a:r>
            <a:r>
              <a:rPr lang="uz-Cyrl-UZ" altLang="uz-Cyrl-UZ" sz="2000" b="1" i="1">
                <a:latin typeface="Times New Roman" pitchFamily="18" charset="0"/>
                <a:ea typeface="ＭＳ Ｐゴシック" pitchFamily="34" charset="-128"/>
                <a:cs typeface="Times New Roman" pitchFamily="18" charset="0"/>
              </a:rPr>
              <a:t>k</a:t>
            </a:r>
            <a:r>
              <a:rPr lang="uz-Cyrl-UZ" altLang="uz-Cyrl-UZ" sz="2000">
                <a:latin typeface="Times New Roman" pitchFamily="18" charset="0"/>
                <a:ea typeface="ＭＳ Ｐゴシック" pitchFamily="34" charset="-128"/>
                <a:cs typeface="Times New Roman" pitchFamily="18" charset="0"/>
              </a:rPr>
              <a:t> хэшлаш калити</a:t>
            </a:r>
            <a:r>
              <a:rPr lang="ru-RU" altLang="uz-Cyrl-UZ" sz="2000">
                <a:latin typeface="Times New Roman" pitchFamily="18" charset="0"/>
                <a:ea typeface="ＭＳ Ｐゴシック" pitchFamily="34" charset="-128"/>
                <a:cs typeface="Times New Roman" pitchFamily="18" charset="0"/>
              </a:rPr>
              <a:t>дан иборат</a:t>
            </a:r>
            <a:r>
              <a:rPr lang="en-US" altLang="uz-Cyrl-UZ" sz="2000">
                <a:latin typeface="Times New Roman" pitchFamily="18" charset="0"/>
                <a:ea typeface="ＭＳ Ｐゴシック" pitchFamily="34" charset="-128"/>
                <a:cs typeface="Times New Roman" pitchFamily="18" charset="0"/>
              </a:rPr>
              <a:t>:</a:t>
            </a:r>
            <a:r>
              <a:rPr lang="uz-Cyrl-UZ" altLang="uz-Cyrl-UZ" sz="2000">
                <a:latin typeface="Times New Roman" pitchFamily="18" charset="0"/>
                <a:ea typeface="ＭＳ Ｐゴシック" pitchFamily="34" charset="-128"/>
                <a:cs typeface="Times New Roman" pitchFamily="18" charset="0"/>
              </a:rPr>
              <a:t>	</a:t>
            </a:r>
            <a:r>
              <a:rPr lang="uz-Cyrl-UZ" altLang="uz-Cyrl-UZ" sz="2000" b="1" i="1">
                <a:latin typeface="Times New Roman" pitchFamily="18" charset="0"/>
                <a:ea typeface="ＭＳ Ｐゴシック" pitchFamily="34" charset="-128"/>
                <a:cs typeface="Times New Roman" pitchFamily="18" charset="0"/>
              </a:rPr>
              <a:t>k</a:t>
            </a:r>
            <a:r>
              <a:rPr lang="uz-Cyrl-UZ" altLang="uz-Cyrl-UZ" sz="2000" b="1" i="1" baseline="-25000">
                <a:latin typeface="Times New Roman" pitchFamily="18" charset="0"/>
                <a:ea typeface="ＭＳ Ｐゴシック" pitchFamily="34" charset="-128"/>
                <a:cs typeface="Times New Roman" pitchFamily="18" charset="0"/>
              </a:rPr>
              <a:t>е </a:t>
            </a:r>
            <a:r>
              <a:rPr lang="uz-Cyrl-UZ" altLang="ja-JP" sz="2000" b="1" i="1">
                <a:latin typeface="Times New Roman" pitchFamily="18" charset="0"/>
                <a:cs typeface="Times New Roman" pitchFamily="18" charset="0"/>
              </a:rPr>
              <a:t>=</a:t>
            </a:r>
            <a:r>
              <a:rPr lang="en-US" altLang="ja-JP" sz="2000" b="1" i="1">
                <a:latin typeface="Times New Roman" pitchFamily="18" charset="0"/>
                <a:cs typeface="Times New Roman" pitchFamily="18" charset="0"/>
              </a:rPr>
              <a:t>k</a:t>
            </a:r>
            <a:r>
              <a:rPr lang="uz-Cyrl-UZ" altLang="ja-JP" sz="2000" b="1" i="1">
                <a:latin typeface="Times New Roman" pitchFamily="18" charset="0"/>
                <a:cs typeface="Times New Roman" pitchFamily="18" charset="0"/>
              </a:rPr>
              <a:t>.</a:t>
            </a:r>
          </a:p>
          <a:p>
            <a:pPr indent="457200" algn="just">
              <a:buClr>
                <a:srgbClr val="FF0000"/>
              </a:buClr>
            </a:pPr>
            <a:endParaRPr lang="uz-Cyrl-UZ" altLang="ja-JP" sz="800" b="1" i="1">
              <a:latin typeface="Times New Roman" pitchFamily="18" charset="0"/>
              <a:cs typeface="Times New Roman" pitchFamily="18" charset="0"/>
            </a:endParaRPr>
          </a:p>
          <a:p>
            <a:pPr indent="457200" algn="just">
              <a:buClr>
                <a:srgbClr val="FF0000"/>
              </a:buClr>
            </a:pPr>
            <a:endParaRPr lang="uz-Cyrl-UZ" altLang="ja-JP" sz="800" b="1" i="1">
              <a:latin typeface="Times New Roman" pitchFamily="18" charset="0"/>
              <a:cs typeface="Times New Roman" pitchFamily="18" charset="0"/>
            </a:endParaRPr>
          </a:p>
          <a:p>
            <a:pPr indent="457200" algn="just">
              <a:buClr>
                <a:srgbClr val="FF0000"/>
              </a:buClr>
            </a:pPr>
            <a:r>
              <a:rPr lang="uz-Cyrl-UZ" altLang="ja-JP" sz="2000" b="1">
                <a:solidFill>
                  <a:srgbClr val="C00000"/>
                </a:solidFill>
                <a:latin typeface="Times New Roman" pitchFamily="18" charset="0"/>
                <a:cs typeface="Times New Roman" pitchFamily="18" charset="0"/>
              </a:rPr>
              <a:t>2-БОСҚИЧ: </a:t>
            </a:r>
            <a:r>
              <a:rPr lang="uz-Cyrl-UZ" altLang="ja-JP" sz="2000" b="1">
                <a:latin typeface="Times New Roman" pitchFamily="18" charset="0"/>
                <a:cs typeface="Times New Roman" pitchFamily="18" charset="0"/>
              </a:rPr>
              <a:t>Хэш қийматни шакиллантириш кетма-кетлиги.</a:t>
            </a:r>
          </a:p>
          <a:p>
            <a:pPr indent="457200" algn="just">
              <a:buClr>
                <a:srgbClr val="FF0000"/>
              </a:buClr>
            </a:pPr>
            <a:r>
              <a:rPr lang="uz-Cyrl-UZ" altLang="ja-JP" sz="2000">
                <a:latin typeface="Times New Roman" pitchFamily="18" charset="0"/>
                <a:cs typeface="Times New Roman" pitchFamily="18" charset="0"/>
              </a:rPr>
              <a:t>Хэш қийматни шакиллантириш жараёнини қуйидагича 1-2-расмда ифодаланган 2 хил кўринишдаги алгоритмлар орқали тушиниш мумкин:</a:t>
            </a:r>
          </a:p>
          <a:p>
            <a:pPr indent="457200" algn="just">
              <a:buClr>
                <a:srgbClr val="FF0000"/>
              </a:buClr>
            </a:pPr>
            <a:endParaRPr lang="uz-Cyrl-UZ" altLang="ja-JP" sz="2000" b="1" i="1">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77"/>
          <p:cNvSpPr>
            <a:spLocks noChangeArrowheads="1"/>
          </p:cNvSpPr>
          <p:nvPr/>
        </p:nvSpPr>
        <p:spPr bwMode="auto">
          <a:xfrm>
            <a:off x="1109663" y="6423025"/>
            <a:ext cx="7548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tabLst>
                <a:tab pos="4143375" algn="l"/>
              </a:tabLst>
            </a:pPr>
            <a:r>
              <a:rPr lang="uz-Cyrl-UZ" altLang="uz-Cyrl-UZ" sz="2000" b="1">
                <a:latin typeface="Times New Roman" pitchFamily="18" charset="0"/>
                <a:cs typeface="Times New Roman" pitchFamily="18" charset="0"/>
              </a:rPr>
              <a:t>1-расм. </a:t>
            </a:r>
            <a:r>
              <a:rPr lang="en-US" altLang="uz-Cyrl-UZ" sz="2000" b="1">
                <a:latin typeface="Times New Roman" pitchFamily="18" charset="0"/>
                <a:cs typeface="Times New Roman" pitchFamily="18" charset="0"/>
              </a:rPr>
              <a:t>O’zDSt 1106:2009 </a:t>
            </a:r>
            <a:r>
              <a:rPr lang="uz-Cyrl-UZ" altLang="uz-Cyrl-UZ" sz="2000" b="1">
                <a:latin typeface="Times New Roman" pitchFamily="18" charset="0"/>
                <a:cs typeface="Times New Roman" pitchFamily="18" charset="0"/>
              </a:rPr>
              <a:t>хэшлаш алгоритмининг блок схемаси.</a:t>
            </a:r>
          </a:p>
        </p:txBody>
      </p:sp>
      <p:pic>
        <p:nvPicPr>
          <p:cNvPr id="11267" name="Picture 9"/>
          <p:cNvPicPr>
            <a:picLocks noChangeAspect="1" noChangeArrowheads="1"/>
          </p:cNvPicPr>
          <p:nvPr/>
        </p:nvPicPr>
        <p:blipFill>
          <a:blip r:embed="rId2">
            <a:extLst>
              <a:ext uri="{28A0092B-C50C-407E-A947-70E740481C1C}">
                <a14:useLocalDpi xmlns:a14="http://schemas.microsoft.com/office/drawing/2010/main" val="0"/>
              </a:ext>
            </a:extLst>
          </a:blip>
          <a:srcRect l="13524" t="13748" r="20639" b="15260"/>
          <a:stretch>
            <a:fillRect/>
          </a:stretch>
        </p:blipFill>
        <p:spPr bwMode="auto">
          <a:xfrm>
            <a:off x="2071688" y="44450"/>
            <a:ext cx="5021262" cy="338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10"/>
          <p:cNvPicPr>
            <a:picLocks noChangeAspect="1" noChangeArrowheads="1"/>
          </p:cNvPicPr>
          <p:nvPr/>
        </p:nvPicPr>
        <p:blipFill>
          <a:blip r:embed="rId3">
            <a:extLst>
              <a:ext uri="{28A0092B-C50C-407E-A947-70E740481C1C}">
                <a14:useLocalDpi xmlns:a14="http://schemas.microsoft.com/office/drawing/2010/main" val="0"/>
              </a:ext>
            </a:extLst>
          </a:blip>
          <a:srcRect l="13376" t="18283" r="20522" b="18283"/>
          <a:stretch>
            <a:fillRect/>
          </a:stretch>
        </p:blipFill>
        <p:spPr bwMode="auto">
          <a:xfrm>
            <a:off x="2066925" y="3419475"/>
            <a:ext cx="5040313"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77"/>
          <p:cNvSpPr>
            <a:spLocks noChangeArrowheads="1"/>
          </p:cNvSpPr>
          <p:nvPr/>
        </p:nvSpPr>
        <p:spPr bwMode="auto">
          <a:xfrm>
            <a:off x="415925" y="6551613"/>
            <a:ext cx="84978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tabLst>
                <a:tab pos="4143375" algn="l"/>
              </a:tabLst>
            </a:pPr>
            <a:r>
              <a:rPr lang="uz-Cyrl-UZ" altLang="uz-Cyrl-UZ" b="1">
                <a:latin typeface="Times New Roman" pitchFamily="18" charset="0"/>
                <a:cs typeface="Times New Roman" pitchFamily="18" charset="0"/>
              </a:rPr>
              <a:t>2-расм. </a:t>
            </a:r>
            <a:r>
              <a:rPr lang="en-US" altLang="uz-Cyrl-UZ" b="1">
                <a:latin typeface="Times New Roman" pitchFamily="18" charset="0"/>
                <a:cs typeface="Times New Roman" pitchFamily="18" charset="0"/>
              </a:rPr>
              <a:t>O’zDST 1106:2009 </a:t>
            </a:r>
            <a:r>
              <a:rPr lang="uz-Cyrl-UZ" altLang="uz-Cyrl-UZ" b="1">
                <a:latin typeface="Times New Roman" pitchFamily="18" charset="0"/>
                <a:cs typeface="Times New Roman" pitchFamily="18" charset="0"/>
              </a:rPr>
              <a:t>хэшлаш алгоритмининг </a:t>
            </a:r>
            <a:r>
              <a:rPr lang="en-US" altLang="uz-Cyrl-UZ" b="1">
                <a:latin typeface="Times New Roman" pitchFamily="18" charset="0"/>
                <a:cs typeface="Times New Roman" pitchFamily="18" charset="0"/>
              </a:rPr>
              <a:t>SP </a:t>
            </a:r>
            <a:r>
              <a:rPr lang="uz-Cyrl-UZ" altLang="uz-Cyrl-UZ" b="1">
                <a:latin typeface="Times New Roman" pitchFamily="18" charset="0"/>
                <a:cs typeface="Times New Roman" pitchFamily="18" charset="0"/>
              </a:rPr>
              <a:t>тармоғида ифодаланиши.</a:t>
            </a:r>
          </a:p>
        </p:txBody>
      </p:sp>
      <p:pic>
        <p:nvPicPr>
          <p:cNvPr id="12291" name="Picture 12"/>
          <p:cNvPicPr>
            <a:picLocks noChangeAspect="1" noChangeArrowheads="1"/>
          </p:cNvPicPr>
          <p:nvPr/>
        </p:nvPicPr>
        <p:blipFill>
          <a:blip r:embed="rId2">
            <a:extLst>
              <a:ext uri="{28A0092B-C50C-407E-A947-70E740481C1C}">
                <a14:useLocalDpi xmlns:a14="http://schemas.microsoft.com/office/drawing/2010/main" val="0"/>
              </a:ext>
            </a:extLst>
          </a:blip>
          <a:srcRect l="11368" t="10536" r="11958" b="8882"/>
          <a:stretch>
            <a:fillRect/>
          </a:stretch>
        </p:blipFill>
        <p:spPr bwMode="auto">
          <a:xfrm>
            <a:off x="2005013" y="53975"/>
            <a:ext cx="5119687"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13"/>
          <p:cNvPicPr>
            <a:picLocks noChangeAspect="1" noChangeArrowheads="1"/>
          </p:cNvPicPr>
          <p:nvPr/>
        </p:nvPicPr>
        <p:blipFill>
          <a:blip r:embed="rId3">
            <a:extLst>
              <a:ext uri="{28A0092B-C50C-407E-A947-70E740481C1C}">
                <a14:useLocalDpi xmlns:a14="http://schemas.microsoft.com/office/drawing/2010/main" val="0"/>
              </a:ext>
            </a:extLst>
          </a:blip>
          <a:srcRect l="11131" t="12047" r="28967" b="10582"/>
          <a:stretch>
            <a:fillRect/>
          </a:stretch>
        </p:blipFill>
        <p:spPr bwMode="auto">
          <a:xfrm>
            <a:off x="1985963" y="3405188"/>
            <a:ext cx="3998912" cy="317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250825" y="71414"/>
            <a:ext cx="8642350" cy="49847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p>
            <a:pPr algn="ctr">
              <a:defRPr/>
            </a:pPr>
            <a:r>
              <a:rPr lang="uz-Cyrl-UZ" sz="2600" b="1" dirty="0">
                <a:effectLst>
                  <a:glow rad="63500">
                    <a:schemeClr val="accent3">
                      <a:satMod val="175000"/>
                      <a:alpha val="40000"/>
                    </a:schemeClr>
                  </a:glow>
                </a:effectLst>
                <a:latin typeface="Times New Roman" pitchFamily="18" charset="0"/>
              </a:rPr>
              <a:t>5</a:t>
            </a:r>
            <a:r>
              <a:rPr lang="ru-RU" sz="2600" b="1" dirty="0">
                <a:effectLst>
                  <a:glow rad="63500">
                    <a:schemeClr val="accent3">
                      <a:satMod val="175000"/>
                      <a:alpha val="40000"/>
                    </a:schemeClr>
                  </a:glow>
                </a:effectLst>
                <a:latin typeface="Times New Roman" pitchFamily="18" charset="0"/>
              </a:rPr>
              <a:t>. </a:t>
            </a:r>
            <a:r>
              <a:rPr lang="ru-RU" sz="2600" b="1" dirty="0" err="1">
                <a:effectLst>
                  <a:glow rad="63500">
                    <a:schemeClr val="accent3">
                      <a:satMod val="175000"/>
                      <a:alpha val="40000"/>
                    </a:schemeClr>
                  </a:glow>
                </a:effectLst>
                <a:latin typeface="Times New Roman" pitchFamily="18" charset="0"/>
              </a:rPr>
              <a:t>Хэшлаш</a:t>
            </a:r>
            <a:r>
              <a:rPr lang="ru-RU" sz="2600" b="1" dirty="0">
                <a:effectLst>
                  <a:glow rad="63500">
                    <a:schemeClr val="accent3">
                      <a:satMod val="175000"/>
                      <a:alpha val="40000"/>
                    </a:schemeClr>
                  </a:glow>
                </a:effectLst>
                <a:latin typeface="Times New Roman" pitchFamily="18" charset="0"/>
              </a:rPr>
              <a:t> </a:t>
            </a:r>
            <a:r>
              <a:rPr lang="ru-RU" sz="2600" b="1" dirty="0" err="1">
                <a:effectLst>
                  <a:glow rad="63500">
                    <a:schemeClr val="accent3">
                      <a:satMod val="175000"/>
                      <a:alpha val="40000"/>
                    </a:schemeClr>
                  </a:glow>
                </a:effectLst>
                <a:latin typeface="Times New Roman" pitchFamily="18" charset="0"/>
              </a:rPr>
              <a:t>жараёнидаги</a:t>
            </a:r>
            <a:r>
              <a:rPr lang="ru-RU" sz="2600" b="1" dirty="0">
                <a:effectLst>
                  <a:glow rad="63500">
                    <a:schemeClr val="accent3">
                      <a:satMod val="175000"/>
                      <a:alpha val="40000"/>
                    </a:schemeClr>
                  </a:glow>
                </a:effectLst>
                <a:latin typeface="Times New Roman" pitchFamily="18" charset="0"/>
              </a:rPr>
              <a:t> а</a:t>
            </a:r>
            <a:r>
              <a:rPr lang="uz-Cyrl-UZ" sz="2600" b="1" dirty="0">
                <a:effectLst>
                  <a:glow rad="63500">
                    <a:schemeClr val="accent3">
                      <a:satMod val="175000"/>
                      <a:alpha val="40000"/>
                    </a:schemeClr>
                  </a:glow>
                </a:effectLst>
                <a:latin typeface="Times New Roman" pitchFamily="18" charset="0"/>
              </a:rPr>
              <a:t>кслантиришлар.</a:t>
            </a:r>
            <a:endParaRPr lang="ru-RU" sz="2200" b="1" dirty="0">
              <a:effectLst>
                <a:glow rad="63500">
                  <a:schemeClr val="accent3">
                    <a:satMod val="175000"/>
                    <a:alpha val="40000"/>
                  </a:schemeClr>
                </a:glow>
              </a:effectLst>
              <a:latin typeface="Times New Roman" pitchFamily="18" charset="0"/>
            </a:endParaRPr>
          </a:p>
        </p:txBody>
      </p:sp>
      <p:sp>
        <p:nvSpPr>
          <p:cNvPr id="13315" name="Rectangle 1"/>
          <p:cNvSpPr>
            <a:spLocks noChangeArrowheads="1"/>
          </p:cNvSpPr>
          <p:nvPr/>
        </p:nvSpPr>
        <p:spPr bwMode="auto">
          <a:xfrm>
            <a:off x="163513" y="571500"/>
            <a:ext cx="8766175"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algn="just">
              <a:spcBef>
                <a:spcPts val="600"/>
              </a:spcBef>
              <a:spcAft>
                <a:spcPts val="600"/>
              </a:spcAft>
              <a:tabLst>
                <a:tab pos="2636838" algn="ctr"/>
                <a:tab pos="5273675" algn="r"/>
              </a:tabLst>
            </a:pPr>
            <a:r>
              <a:rPr lang="uz-Cyrl-UZ" altLang="ja-JP" sz="2000" b="1">
                <a:solidFill>
                  <a:srgbClr val="C00000"/>
                </a:solidFill>
                <a:latin typeface="Times New Roman" pitchFamily="18" charset="0"/>
                <a:cs typeface="Times New Roman" pitchFamily="18" charset="0"/>
              </a:rPr>
              <a:t>5.1</a:t>
            </a:r>
            <a:r>
              <a:rPr lang="uz-Cyrl-UZ" altLang="ja-JP" sz="2000" b="1" i="1">
                <a:solidFill>
                  <a:srgbClr val="C00000"/>
                </a:solidFill>
                <a:latin typeface="Times New Roman" pitchFamily="18" charset="0"/>
                <a:cs typeface="Times New Roman" pitchFamily="18" charset="0"/>
              </a:rPr>
              <a:t>. Qo’sh(holat, holatn, R)</a:t>
            </a:r>
            <a:r>
              <a:rPr lang="uz-Cyrl-UZ" altLang="ja-JP" sz="2000" b="1">
                <a:solidFill>
                  <a:srgbClr val="C00000"/>
                </a:solidFill>
                <a:latin typeface="Times New Roman" pitchFamily="18" charset="0"/>
                <a:cs typeface="Times New Roman" pitchFamily="18" charset="0"/>
              </a:rPr>
              <a:t> акслантириш (ўзгартириш):</a:t>
            </a:r>
            <a:endParaRPr lang="ru-RU" altLang="ja-JP" sz="2000" b="1">
              <a:solidFill>
                <a:srgbClr val="C00000"/>
              </a:solidFill>
              <a:latin typeface="Times New Roman" pitchFamily="18" charset="0"/>
              <a:cs typeface="Times New Roman" pitchFamily="18" charset="0"/>
            </a:endParaRPr>
          </a:p>
          <a:p>
            <a:pPr indent="457200" algn="just" eaLnBrk="0" hangingPunct="0">
              <a:spcBef>
                <a:spcPts val="600"/>
              </a:spcBef>
              <a:spcAft>
                <a:spcPts val="600"/>
              </a:spcAft>
              <a:tabLst>
                <a:tab pos="2636838" algn="ctr"/>
                <a:tab pos="5273675" algn="r"/>
              </a:tabLst>
            </a:pPr>
            <a:r>
              <a:rPr lang="uz-Cyrl-UZ" altLang="ja-JP" sz="2000" b="1" i="1">
                <a:latin typeface="Times New Roman" pitchFamily="18" charset="0"/>
                <a:cs typeface="Times New Roman" pitchFamily="18" charset="0"/>
              </a:rPr>
              <a:t>Qo’sh(holat, holatn, R) </a:t>
            </a:r>
            <a:r>
              <a:rPr lang="uz-Cyrl-UZ" altLang="ja-JP" sz="2000">
                <a:latin typeface="Times New Roman" pitchFamily="18" charset="0"/>
                <a:cs typeface="Times New Roman" pitchFamily="18" charset="0"/>
              </a:rPr>
              <a:t>ўзгартиришда </a:t>
            </a:r>
            <a:r>
              <a:rPr lang="nl-NL" altLang="ja-JP" sz="2000" b="1" i="1">
                <a:latin typeface="Times New Roman" pitchFamily="18" charset="0"/>
                <a:cs typeface="Times New Roman" pitchFamily="18" charset="0"/>
              </a:rPr>
              <a:t>holat</a:t>
            </a:r>
            <a:r>
              <a:rPr lang="nl-NL" altLang="ja-JP" sz="2000">
                <a:latin typeface="Times New Roman" pitchFamily="18" charset="0"/>
                <a:cs typeface="Times New Roman" pitchFamily="18" charset="0"/>
              </a:rPr>
              <a:t> </a:t>
            </a:r>
            <a:r>
              <a:rPr lang="uz-Cyrl-UZ" altLang="ja-JP" sz="2000">
                <a:latin typeface="Times New Roman" pitchFamily="18" charset="0"/>
                <a:cs typeface="Times New Roman" pitchFamily="18" charset="0"/>
              </a:rPr>
              <a:t>ва</a:t>
            </a:r>
            <a:r>
              <a:rPr lang="nl-NL" altLang="ja-JP" sz="2000" b="1" i="1">
                <a:latin typeface="Times New Roman" pitchFamily="18" charset="0"/>
                <a:cs typeface="Times New Roman" pitchFamily="18" charset="0"/>
              </a:rPr>
              <a:t> holatn</a:t>
            </a:r>
            <a:r>
              <a:rPr lang="uz-Cyrl-UZ" altLang="ja-JP" sz="2000">
                <a:latin typeface="Times New Roman" pitchFamily="18" charset="0"/>
                <a:cs typeface="Times New Roman" pitchFamily="18" charset="0"/>
              </a:rPr>
              <a:t> массивларининг ҳар бир ярим байти </a:t>
            </a:r>
            <a:r>
              <a:rPr lang="nl-NL" altLang="ja-JP" sz="2000">
                <a:latin typeface="Times New Roman" pitchFamily="18" charset="0"/>
                <a:cs typeface="Times New Roman" pitchFamily="18" charset="0"/>
              </a:rPr>
              <a:t>(</a:t>
            </a:r>
            <a:r>
              <a:rPr lang="uz-Cyrl-UZ" altLang="ja-JP" sz="2000">
                <a:latin typeface="Times New Roman" pitchFamily="18" charset="0"/>
                <a:cs typeface="Times New Roman" pitchFamily="18" charset="0"/>
              </a:rPr>
              <a:t>байти</a:t>
            </a:r>
            <a:r>
              <a:rPr lang="nl-NL" altLang="ja-JP" sz="2000">
                <a:latin typeface="Times New Roman" pitchFamily="18" charset="0"/>
                <a:cs typeface="Times New Roman" pitchFamily="18" charset="0"/>
              </a:rPr>
              <a:t>) </a:t>
            </a:r>
            <a:r>
              <a:rPr lang="nl-NL" altLang="ja-JP" sz="2000" b="1" i="1">
                <a:latin typeface="Times New Roman" pitchFamily="18" charset="0"/>
                <a:cs typeface="Times New Roman" pitchFamily="18" charset="0"/>
              </a:rPr>
              <a:t>R </a:t>
            </a:r>
            <a:r>
              <a:rPr lang="en-US" altLang="ja-JP" sz="2000" b="1" i="1">
                <a:latin typeface="Times New Roman" pitchFamily="18" charset="0"/>
                <a:cs typeface="Times New Roman" pitchFamily="18" charset="0"/>
                <a:sym typeface="Symbol" pitchFamily="18" charset="2"/>
              </a:rPr>
              <a:t></a:t>
            </a:r>
            <a:r>
              <a:rPr lang="en-US" altLang="ja-JP" sz="2000" b="1" i="1">
                <a:latin typeface="Times New Roman" pitchFamily="18" charset="0"/>
                <a:cs typeface="Times New Roman" pitchFamily="18" charset="0"/>
              </a:rPr>
              <a:t> </a:t>
            </a:r>
            <a:r>
              <a:rPr lang="nl-NL" altLang="ja-JP" sz="2000" b="1" i="1">
                <a:latin typeface="Times New Roman" pitchFamily="18" charset="0"/>
                <a:cs typeface="Times New Roman" pitchFamily="18" charset="0"/>
                <a:sym typeface="Symbol" pitchFamily="18" charset="2"/>
              </a:rPr>
              <a:t>k[1] </a:t>
            </a:r>
            <a:r>
              <a:rPr lang="uz-Cyrl-UZ" altLang="ja-JP" sz="2000">
                <a:latin typeface="Times New Roman" pitchFamily="18" charset="0"/>
                <a:cs typeface="Times New Roman" pitchFamily="18" charset="0"/>
                <a:sym typeface="Symbol" pitchFamily="18" charset="2"/>
              </a:rPr>
              <a:t>бўлганда</a:t>
            </a:r>
            <a:r>
              <a:rPr lang="uz-Cyrl-UZ" altLang="ja-JP" sz="2000" b="1" i="1">
                <a:latin typeface="Times New Roman" pitchFamily="18" charset="0"/>
                <a:cs typeface="Times New Roman" pitchFamily="18" charset="0"/>
                <a:sym typeface="Symbol" pitchFamily="18" charset="2"/>
              </a:rPr>
              <a:t> (A, B, R) </a:t>
            </a:r>
            <a:r>
              <a:rPr lang="uz-Cyrl-UZ" altLang="ja-JP" sz="2000">
                <a:latin typeface="Times New Roman" pitchFamily="18" charset="0"/>
                <a:cs typeface="Times New Roman" pitchFamily="18" charset="0"/>
                <a:sym typeface="Symbol" pitchFamily="18" charset="2"/>
              </a:rPr>
              <a:t>параметр</a:t>
            </a:r>
            <a:r>
              <a:rPr lang="uz-Cyrl-UZ" altLang="ja-JP" sz="2000" b="1" i="1">
                <a:latin typeface="Times New Roman" pitchFamily="18" charset="0"/>
                <a:cs typeface="Times New Roman" pitchFamily="18" charset="0"/>
                <a:sym typeface="Symbol" pitchFamily="18" charset="2"/>
              </a:rPr>
              <a:t> </a:t>
            </a:r>
            <a:r>
              <a:rPr lang="uz-Cyrl-UZ" altLang="ja-JP" sz="2000">
                <a:latin typeface="Times New Roman" pitchFamily="18" charset="0"/>
                <a:cs typeface="Times New Roman" pitchFamily="18" charset="0"/>
                <a:sym typeface="Symbol" pitchFamily="18" charset="2"/>
              </a:rPr>
              <a:t>билан даражага кўтариш амали асосида</a:t>
            </a:r>
            <a:r>
              <a:rPr lang="uz-Cyrl-UZ" altLang="ja-JP" sz="2000" b="1" i="1">
                <a:latin typeface="Times New Roman" pitchFamily="18" charset="0"/>
                <a:cs typeface="Times New Roman" pitchFamily="18" charset="0"/>
                <a:sym typeface="Symbol" pitchFamily="18" charset="2"/>
              </a:rPr>
              <a:t> р</a:t>
            </a:r>
            <a:r>
              <a:rPr lang="uz-Cyrl-UZ" altLang="ja-JP" sz="2000">
                <a:latin typeface="Times New Roman" pitchFamily="18" charset="0"/>
                <a:cs typeface="Times New Roman" pitchFamily="18" charset="0"/>
                <a:sym typeface="Symbol" pitchFamily="18" charset="2"/>
              </a:rPr>
              <a:t> модуль бўйича унинг </a:t>
            </a:r>
            <a:r>
              <a:rPr lang="nl-NL" altLang="ja-JP" sz="2000" b="1" i="1">
                <a:latin typeface="Times New Roman" pitchFamily="18" charset="0"/>
                <a:cs typeface="Times New Roman" pitchFamily="18" charset="0"/>
                <a:sym typeface="Symbol" pitchFamily="18" charset="2"/>
              </a:rPr>
              <a:t>x=-3</a:t>
            </a:r>
            <a:r>
              <a:rPr lang="nl-NL" altLang="ja-JP" sz="2000">
                <a:latin typeface="Times New Roman" pitchFamily="18" charset="0"/>
                <a:cs typeface="Times New Roman" pitchFamily="18" charset="0"/>
                <a:sym typeface="Symbol" pitchFamily="18" charset="2"/>
              </a:rPr>
              <a:t> </a:t>
            </a:r>
            <a:r>
              <a:rPr lang="uz-Cyrl-UZ" altLang="ja-JP" sz="2000" b="1" i="1">
                <a:latin typeface="Times New Roman" pitchFamily="18" charset="0"/>
                <a:cs typeface="Times New Roman" pitchFamily="18" charset="0"/>
                <a:sym typeface="Symbol" pitchFamily="18" charset="2"/>
              </a:rPr>
              <a:t>даражасига алмаштирилади. </a:t>
            </a:r>
            <a:endParaRPr lang="ru-RU" altLang="ja-JP" sz="2000" b="1" i="1">
              <a:latin typeface="Times New Roman" pitchFamily="18" charset="0"/>
              <a:cs typeface="Times New Roman" pitchFamily="18" charset="0"/>
              <a:sym typeface="Symbol" pitchFamily="18" charset="2"/>
            </a:endParaRPr>
          </a:p>
          <a:p>
            <a:pPr indent="457200" algn="ctr" eaLnBrk="0" hangingPunct="0">
              <a:spcBef>
                <a:spcPts val="600"/>
              </a:spcBef>
              <a:spcAft>
                <a:spcPts val="600"/>
              </a:spcAft>
              <a:tabLst>
                <a:tab pos="2636838" algn="ctr"/>
                <a:tab pos="5273675" algn="r"/>
              </a:tabLst>
            </a:pPr>
            <a:r>
              <a:rPr lang="nl-NL" altLang="ja-JP" sz="2000" b="1" i="1" u="sng">
                <a:latin typeface="Times New Roman" pitchFamily="18" charset="0"/>
                <a:cs typeface="Times New Roman" pitchFamily="18" charset="0"/>
                <a:sym typeface="Symbol" pitchFamily="18" charset="2"/>
              </a:rPr>
              <a:t>holat</a:t>
            </a:r>
            <a:r>
              <a:rPr lang="nl-NL" altLang="ja-JP" sz="2000" u="sng">
                <a:latin typeface="Times New Roman" pitchFamily="18" charset="0"/>
                <a:cs typeface="Times New Roman" pitchFamily="18" charset="0"/>
                <a:sym typeface="Symbol" pitchFamily="18" charset="2"/>
              </a:rPr>
              <a:t> </a:t>
            </a:r>
            <a:r>
              <a:rPr lang="uz-Cyrl-UZ" altLang="ja-JP" sz="2000" b="1" i="1" u="sng">
                <a:latin typeface="Times New Roman" pitchFamily="18" charset="0"/>
                <a:cs typeface="Times New Roman" pitchFamily="18" charset="0"/>
                <a:sym typeface="Symbol" pitchFamily="18" charset="2"/>
              </a:rPr>
              <a:t>ва</a:t>
            </a:r>
            <a:r>
              <a:rPr lang="nl-NL" altLang="ja-JP" sz="2000" b="1" i="1" u="sng">
                <a:latin typeface="Times New Roman" pitchFamily="18" charset="0"/>
                <a:cs typeface="Times New Roman" pitchFamily="18" charset="0"/>
                <a:sym typeface="Symbol" pitchFamily="18" charset="2"/>
              </a:rPr>
              <a:t> holatn</a:t>
            </a:r>
            <a:r>
              <a:rPr lang="uz-Cyrl-UZ" altLang="ja-JP" sz="2000" u="sng">
                <a:latin typeface="Times New Roman" pitchFamily="18" charset="0"/>
                <a:cs typeface="Times New Roman" pitchFamily="18" charset="0"/>
                <a:sym typeface="Symbol" pitchFamily="18" charset="2"/>
              </a:rPr>
              <a:t> массивларининг ҳар бир </a:t>
            </a:r>
            <a:r>
              <a:rPr lang="uz-Cyrl-UZ" altLang="ja-JP" sz="2000" b="1" i="1" u="sng">
                <a:latin typeface="Times New Roman" pitchFamily="18" charset="0"/>
                <a:cs typeface="Times New Roman" pitchFamily="18" charset="0"/>
                <a:sym typeface="Symbol" pitchFamily="18" charset="2"/>
              </a:rPr>
              <a:t>ярим байти</a:t>
            </a:r>
            <a:r>
              <a:rPr lang="nl-NL" altLang="ja-JP" sz="2000" b="1" i="1" u="sng">
                <a:latin typeface="Times New Roman" pitchFamily="18" charset="0"/>
                <a:cs typeface="Times New Roman" pitchFamily="18" charset="0"/>
                <a:sym typeface="Symbol" pitchFamily="18" charset="2"/>
              </a:rPr>
              <a:t> </a:t>
            </a:r>
            <a:r>
              <a:rPr lang="nl-NL" altLang="ja-JP" sz="2000" i="1" u="sng">
                <a:latin typeface="Times New Roman" pitchFamily="18" charset="0"/>
                <a:cs typeface="Times New Roman" pitchFamily="18" charset="0"/>
                <a:sym typeface="Symbol" pitchFamily="18" charset="2"/>
              </a:rPr>
              <a:t>(</a:t>
            </a:r>
            <a:r>
              <a:rPr lang="uz-Cyrl-UZ" altLang="ja-JP" sz="2000" i="1" u="sng">
                <a:latin typeface="Times New Roman" pitchFamily="18" charset="0"/>
                <a:cs typeface="Times New Roman" pitchFamily="18" charset="0"/>
                <a:sym typeface="Symbol" pitchFamily="18" charset="2"/>
              </a:rPr>
              <a:t>байти</a:t>
            </a:r>
            <a:r>
              <a:rPr lang="nl-NL" altLang="ja-JP" sz="2000" i="1" u="sng">
                <a:latin typeface="Times New Roman" pitchFamily="18" charset="0"/>
                <a:cs typeface="Times New Roman" pitchFamily="18" charset="0"/>
                <a:sym typeface="Symbol" pitchFamily="18" charset="2"/>
              </a:rPr>
              <a:t>)</a:t>
            </a:r>
            <a:r>
              <a:rPr lang="uz-Cyrl-UZ" altLang="ja-JP" sz="2000" i="1" u="sng">
                <a:latin typeface="Times New Roman" pitchFamily="18" charset="0"/>
                <a:cs typeface="Times New Roman" pitchFamily="18" charset="0"/>
                <a:sym typeface="Symbol" pitchFamily="18" charset="2"/>
              </a:rPr>
              <a:t> </a:t>
            </a:r>
            <a:r>
              <a:rPr lang="uz-Cyrl-UZ" altLang="ja-JP" sz="2000" b="1" i="1" u="sng">
                <a:latin typeface="Times New Roman" pitchFamily="18" charset="0"/>
                <a:cs typeface="Times New Roman" pitchFamily="18" charset="0"/>
                <a:sym typeface="Symbol" pitchFamily="18" charset="2"/>
              </a:rPr>
              <a:t> </a:t>
            </a:r>
            <a:r>
              <a:rPr lang="uz-Cyrl-UZ" altLang="ja-JP" sz="2000" u="sng">
                <a:latin typeface="Times New Roman" pitchFamily="18" charset="0"/>
                <a:cs typeface="Times New Roman" pitchFamily="18" charset="0"/>
                <a:sym typeface="Symbol" pitchFamily="18" charset="2"/>
              </a:rPr>
              <a:t>устида</a:t>
            </a:r>
            <a:r>
              <a:rPr lang="uz-Cyrl-UZ" altLang="ja-JP" sz="2000" b="1" i="1" u="sng">
                <a:latin typeface="Times New Roman" pitchFamily="18" charset="0"/>
                <a:cs typeface="Times New Roman" pitchFamily="18" charset="0"/>
                <a:sym typeface="Symbol" pitchFamily="18" charset="2"/>
              </a:rPr>
              <a:t> </a:t>
            </a:r>
            <a:r>
              <a:rPr lang="uz-Cyrl-UZ" altLang="ja-JP" sz="2000" u="sng">
                <a:latin typeface="Times New Roman" pitchFamily="18" charset="0"/>
                <a:cs typeface="Times New Roman" pitchFamily="18" charset="0"/>
                <a:sym typeface="Symbol" pitchFamily="18" charset="2"/>
              </a:rPr>
              <a:t>қуйидаги ўзгартиришлар амалга оширилади:</a:t>
            </a:r>
            <a:endParaRPr lang="ru-RU" altLang="ja-JP" sz="2000" u="sng">
              <a:latin typeface="Times New Roman" pitchFamily="18" charset="0"/>
              <a:cs typeface="Times New Roman" pitchFamily="18" charset="0"/>
              <a:sym typeface="Symbol" pitchFamily="18" charset="2"/>
            </a:endParaRPr>
          </a:p>
          <a:p>
            <a:pPr indent="457200" algn="just" eaLnBrk="0" hangingPunct="0">
              <a:spcBef>
                <a:spcPts val="600"/>
              </a:spcBef>
              <a:spcAft>
                <a:spcPts val="600"/>
              </a:spcAft>
              <a:tabLst>
                <a:tab pos="2636838" algn="ctr"/>
                <a:tab pos="5273675" algn="r"/>
              </a:tabLst>
            </a:pPr>
            <a:r>
              <a:rPr lang="nl-NL" altLang="ja-JP" sz="2000" i="1">
                <a:latin typeface="Times New Roman" pitchFamily="18" charset="0"/>
                <a:cs typeface="Times New Roman" pitchFamily="18" charset="0"/>
                <a:sym typeface="Symbol" pitchFamily="18" charset="2"/>
              </a:rPr>
              <a:t>0 </a:t>
            </a:r>
            <a:r>
              <a:rPr lang="ru-RU" altLang="ja-JP" sz="2000" i="1">
                <a:latin typeface="Times New Roman" pitchFamily="18" charset="0"/>
                <a:cs typeface="Times New Roman" pitchFamily="18" charset="0"/>
                <a:sym typeface="Symbol" pitchFamily="18" charset="2"/>
              </a:rPr>
              <a:t></a:t>
            </a:r>
            <a:r>
              <a:rPr lang="nl-NL" altLang="ja-JP" sz="2000" i="1">
                <a:latin typeface="Times New Roman" pitchFamily="18" charset="0"/>
                <a:cs typeface="Times New Roman" pitchFamily="18" charset="0"/>
              </a:rPr>
              <a:t>  </a:t>
            </a:r>
            <a:r>
              <a:rPr lang="nl-NL" altLang="ja-JP" sz="2000" i="1">
                <a:latin typeface="Times New Roman" pitchFamily="18" charset="0"/>
                <a:cs typeface="Times New Roman" pitchFamily="18" charset="0"/>
                <a:sym typeface="Symbol" pitchFamily="18" charset="2"/>
              </a:rPr>
              <a:t>s &lt; 4, 0</a:t>
            </a:r>
            <a:r>
              <a:rPr lang="uz-Cyrl-UZ" altLang="ja-JP" sz="2000" i="1">
                <a:latin typeface="Times New Roman" pitchFamily="18" charset="0"/>
                <a:cs typeface="Times New Roman" pitchFamily="18" charset="0"/>
                <a:sym typeface="Symbol" pitchFamily="18" charset="2"/>
              </a:rPr>
              <a:t> </a:t>
            </a:r>
            <a:r>
              <a:rPr lang="ru-RU" altLang="ja-JP" sz="2000" i="1">
                <a:latin typeface="Times New Roman" pitchFamily="18" charset="0"/>
                <a:cs typeface="Times New Roman" pitchFamily="18" charset="0"/>
                <a:sym typeface="Symbol" pitchFamily="18" charset="2"/>
              </a:rPr>
              <a:t> </a:t>
            </a:r>
            <a:r>
              <a:rPr lang="nl-NL" altLang="ja-JP" sz="2000" i="1">
                <a:latin typeface="Times New Roman" pitchFamily="18" charset="0"/>
                <a:cs typeface="Times New Roman" pitchFamily="18" charset="0"/>
                <a:sym typeface="Symbol" pitchFamily="18" charset="2"/>
              </a:rPr>
              <a:t>u</a:t>
            </a:r>
            <a:r>
              <a:rPr lang="uz-Cyrl-UZ" altLang="ja-JP" sz="2000" i="1">
                <a:latin typeface="Times New Roman" pitchFamily="18" charset="0"/>
                <a:cs typeface="Times New Roman" pitchFamily="18" charset="0"/>
                <a:sym typeface="Symbol" pitchFamily="18" charset="2"/>
              </a:rPr>
              <a:t> </a:t>
            </a:r>
            <a:r>
              <a:rPr lang="nl-NL" altLang="ja-JP" sz="2000" i="1">
                <a:latin typeface="Times New Roman" pitchFamily="18" charset="0"/>
                <a:cs typeface="Times New Roman" pitchFamily="18" charset="0"/>
                <a:sym typeface="Symbol" pitchFamily="18" charset="2"/>
              </a:rPr>
              <a:t>&lt;</a:t>
            </a:r>
            <a:r>
              <a:rPr lang="uz-Cyrl-UZ" altLang="ja-JP" sz="2000" i="1">
                <a:latin typeface="Times New Roman" pitchFamily="18" charset="0"/>
                <a:cs typeface="Times New Roman" pitchFamily="18" charset="0"/>
                <a:sym typeface="Symbol" pitchFamily="18" charset="2"/>
              </a:rPr>
              <a:t> </a:t>
            </a:r>
            <a:r>
              <a:rPr lang="nl-NL" altLang="ja-JP" sz="2000" i="1">
                <a:latin typeface="Times New Roman" pitchFamily="18" charset="0"/>
                <a:cs typeface="Times New Roman" pitchFamily="18" charset="0"/>
                <a:sym typeface="Symbol" pitchFamily="18" charset="2"/>
              </a:rPr>
              <a:t>8 </a:t>
            </a:r>
            <a:r>
              <a:rPr lang="nl-NL" altLang="ja-JP" sz="2000">
                <a:latin typeface="Times New Roman" pitchFamily="18" charset="0"/>
                <a:cs typeface="Times New Roman" pitchFamily="18" charset="0"/>
                <a:sym typeface="Symbol" pitchFamily="18" charset="2"/>
              </a:rPr>
              <a:t>учун</a:t>
            </a:r>
            <a:r>
              <a:rPr lang="uz-Cyrl-UZ" altLang="ja-JP" sz="2000" i="1">
                <a:latin typeface="Times New Roman" pitchFamily="18" charset="0"/>
                <a:cs typeface="Times New Roman" pitchFamily="18" charset="0"/>
                <a:sym typeface="Symbol" pitchFamily="18" charset="2"/>
              </a:rPr>
              <a:t>,</a:t>
            </a:r>
            <a:endParaRPr lang="ru-RU" altLang="ja-JP" sz="2000">
              <a:latin typeface="Times New Roman" pitchFamily="18" charset="0"/>
              <a:cs typeface="Times New Roman" pitchFamily="18" charset="0"/>
              <a:sym typeface="Symbol" pitchFamily="18" charset="2"/>
            </a:endParaRPr>
          </a:p>
          <a:p>
            <a:pPr marL="1277938" lvl="2" indent="457200" algn="just" eaLnBrk="0" hangingPunct="0">
              <a:spcBef>
                <a:spcPts val="600"/>
              </a:spcBef>
              <a:spcAft>
                <a:spcPts val="600"/>
              </a:spcAft>
              <a:buFont typeface="Arial" charset="0"/>
              <a:buChar char="•"/>
              <a:tabLst>
                <a:tab pos="2636838" algn="ctr"/>
                <a:tab pos="5273675" algn="r"/>
              </a:tabLst>
            </a:pPr>
            <a:r>
              <a:rPr lang="nl-NL" altLang="ja-JP" sz="2000" b="1" i="1">
                <a:latin typeface="Times New Roman" pitchFamily="18" charset="0"/>
                <a:sym typeface="Symbol" pitchFamily="18" charset="2"/>
              </a:rPr>
              <a:t>h[s,u]</a:t>
            </a:r>
            <a:r>
              <a:rPr lang="nl-NL" altLang="ja-JP" sz="2000" b="1" i="1" baseline="30000">
                <a:latin typeface="Times New Roman" pitchFamily="18" charset="0"/>
                <a:sym typeface="Symbol" pitchFamily="18" charset="2"/>
              </a:rPr>
              <a:t> \-1</a:t>
            </a:r>
            <a:r>
              <a:rPr lang="nl-NL" altLang="ja-JP" sz="2000" b="1" i="1">
                <a:latin typeface="Times New Roman" pitchFamily="18" charset="0"/>
                <a:sym typeface="Symbol" pitchFamily="18" charset="2"/>
              </a:rPr>
              <a:t> </a:t>
            </a:r>
            <a:r>
              <a:rPr lang="en-US" altLang="ja-JP" sz="2000" b="1" i="1">
                <a:latin typeface="Times New Roman" pitchFamily="18" charset="0"/>
                <a:sym typeface="Symbol" pitchFamily="18" charset="2"/>
              </a:rPr>
              <a:t></a:t>
            </a:r>
            <a:r>
              <a:rPr lang="nl-NL" altLang="ja-JP" sz="2000" b="1" i="1">
                <a:latin typeface="Times New Roman" pitchFamily="18" charset="0"/>
              </a:rPr>
              <a:t>  </a:t>
            </a:r>
            <a:r>
              <a:rPr lang="uz-Cyrl-UZ" altLang="ja-JP" sz="2000" b="1" i="1">
                <a:latin typeface="Times New Roman" pitchFamily="18" charset="0"/>
                <a:sym typeface="Symbol" pitchFamily="18" charset="2"/>
              </a:rPr>
              <a:t>-</a:t>
            </a:r>
            <a:r>
              <a:rPr lang="nl-NL" altLang="ja-JP" sz="2000" b="1" i="1">
                <a:latin typeface="Times New Roman" pitchFamily="18" charset="0"/>
                <a:sym typeface="Symbol" pitchFamily="18" charset="2"/>
              </a:rPr>
              <a:t> A</a:t>
            </a:r>
            <a:r>
              <a:rPr lang="nl-NL" altLang="ja-JP" sz="2000" b="1" i="1" baseline="-30000">
                <a:latin typeface="Times New Roman" pitchFamily="18" charset="0"/>
                <a:sym typeface="Symbol" pitchFamily="18" charset="2"/>
              </a:rPr>
              <a:t>1h </a:t>
            </a:r>
            <a:r>
              <a:rPr lang="nl-NL" altLang="ja-JP" sz="2000" b="1" i="1">
                <a:latin typeface="Times New Roman" pitchFamily="18" charset="0"/>
                <a:sym typeface="Symbol" pitchFamily="18" charset="2"/>
              </a:rPr>
              <a:t>h[s,u]</a:t>
            </a:r>
            <a:r>
              <a:rPr lang="uz-Cyrl-UZ" altLang="ja-JP" sz="2000" b="1" i="1">
                <a:latin typeface="Times New Roman" pitchFamily="18" charset="0"/>
                <a:sym typeface="Symbol" pitchFamily="18" charset="2"/>
              </a:rPr>
              <a:t>(</a:t>
            </a:r>
            <a:r>
              <a:rPr lang="nl-NL" altLang="ja-JP" sz="2000" b="1" i="1">
                <a:latin typeface="Times New Roman" pitchFamily="18" charset="0"/>
                <a:sym typeface="Symbol" pitchFamily="18" charset="2"/>
              </a:rPr>
              <a:t>B</a:t>
            </a:r>
            <a:r>
              <a:rPr lang="nl-NL" altLang="ja-JP" sz="2000" b="1" i="1" baseline="-30000">
                <a:latin typeface="Times New Roman" pitchFamily="18" charset="0"/>
                <a:sym typeface="Symbol" pitchFamily="18" charset="2"/>
              </a:rPr>
              <a:t>1h</a:t>
            </a:r>
            <a:r>
              <a:rPr lang="uz-Cyrl-UZ" altLang="ja-JP" sz="2000" b="1" i="1">
                <a:latin typeface="Times New Roman" pitchFamily="18" charset="0"/>
                <a:sym typeface="Symbol" pitchFamily="18" charset="2"/>
              </a:rPr>
              <a:t> +</a:t>
            </a:r>
            <a:r>
              <a:rPr lang="nl-NL" altLang="ja-JP" sz="2000" b="1" i="1">
                <a:latin typeface="Times New Roman" pitchFamily="18" charset="0"/>
                <a:sym typeface="Symbol" pitchFamily="18" charset="2"/>
              </a:rPr>
              <a:t> Rh[s,u]</a:t>
            </a:r>
            <a:r>
              <a:rPr lang="uz-Cyrl-UZ" altLang="ja-JP" sz="2000" b="1" i="1">
                <a:latin typeface="Times New Roman" pitchFamily="18" charset="0"/>
                <a:sym typeface="Symbol" pitchFamily="18" charset="2"/>
              </a:rPr>
              <a:t>)</a:t>
            </a:r>
            <a:r>
              <a:rPr lang="nl-NL" altLang="ja-JP" sz="2000" b="1" i="1" baseline="30000">
                <a:latin typeface="Times New Roman" pitchFamily="18" charset="0"/>
                <a:sym typeface="Symbol" pitchFamily="18" charset="2"/>
              </a:rPr>
              <a:t> -1</a:t>
            </a:r>
            <a:r>
              <a:rPr lang="nl-NL" altLang="ja-JP" sz="2000" b="1" i="1">
                <a:latin typeface="Times New Roman" pitchFamily="18" charset="0"/>
                <a:sym typeface="Symbol" pitchFamily="18" charset="2"/>
              </a:rPr>
              <a:t>(mod </a:t>
            </a:r>
            <a:r>
              <a:rPr lang="ru-RU" altLang="ja-JP" sz="2000" b="1" i="1">
                <a:latin typeface="Times New Roman" pitchFamily="18" charset="0"/>
                <a:sym typeface="Symbol" pitchFamily="18" charset="2"/>
              </a:rPr>
              <a:t>р</a:t>
            </a:r>
            <a:r>
              <a:rPr lang="nl-NL" altLang="ja-JP" sz="2000" b="1" i="1">
                <a:latin typeface="Times New Roman" pitchFamily="18" charset="0"/>
                <a:sym typeface="Symbol" pitchFamily="18" charset="2"/>
              </a:rPr>
              <a:t>)</a:t>
            </a:r>
            <a:r>
              <a:rPr lang="nl-NL" altLang="ja-JP" sz="2000">
                <a:latin typeface="Times New Roman" pitchFamily="18" charset="0"/>
                <a:sym typeface="Symbol" pitchFamily="18" charset="2"/>
              </a:rPr>
              <a:t>, </a:t>
            </a:r>
            <a:endParaRPr lang="ru-RU" altLang="ja-JP" sz="2000" b="1" i="1">
              <a:latin typeface="Times New Roman" pitchFamily="18" charset="0"/>
              <a:sym typeface="Symbol" pitchFamily="18" charset="2"/>
            </a:endParaRPr>
          </a:p>
          <a:p>
            <a:pPr marL="1277938" lvl="2" indent="457200" algn="just" eaLnBrk="0" hangingPunct="0">
              <a:spcBef>
                <a:spcPts val="600"/>
              </a:spcBef>
              <a:spcAft>
                <a:spcPts val="600"/>
              </a:spcAft>
              <a:buFont typeface="Arial" charset="0"/>
              <a:buChar char="•"/>
              <a:tabLst>
                <a:tab pos="2636838" algn="ctr"/>
                <a:tab pos="5273675" algn="r"/>
              </a:tabLst>
            </a:pPr>
            <a:r>
              <a:rPr lang="nl-NL" altLang="ja-JP" sz="2000" b="1" i="1">
                <a:latin typeface="Times New Roman" pitchFamily="18" charset="0"/>
                <a:sym typeface="Symbol" pitchFamily="18" charset="2"/>
              </a:rPr>
              <a:t>hn[s,u]</a:t>
            </a:r>
            <a:r>
              <a:rPr lang="nl-NL" altLang="ja-JP" sz="2000" b="1" i="1" baseline="30000">
                <a:latin typeface="Times New Roman" pitchFamily="18" charset="0"/>
                <a:sym typeface="Symbol" pitchFamily="18" charset="2"/>
              </a:rPr>
              <a:t> \-1</a:t>
            </a:r>
            <a:r>
              <a:rPr lang="nl-NL" altLang="ja-JP" sz="2000" b="1" i="1">
                <a:latin typeface="Times New Roman" pitchFamily="18" charset="0"/>
                <a:sym typeface="Symbol" pitchFamily="18" charset="2"/>
              </a:rPr>
              <a:t> </a:t>
            </a:r>
            <a:r>
              <a:rPr lang="en-US" altLang="ja-JP" sz="2000" b="1" i="1">
                <a:latin typeface="Times New Roman" pitchFamily="18" charset="0"/>
                <a:sym typeface="Symbol" pitchFamily="18" charset="2"/>
              </a:rPr>
              <a:t></a:t>
            </a:r>
            <a:r>
              <a:rPr lang="nl-NL" altLang="ja-JP" sz="2000" b="1" i="1">
                <a:latin typeface="Times New Roman" pitchFamily="18" charset="0"/>
              </a:rPr>
              <a:t>  </a:t>
            </a:r>
            <a:r>
              <a:rPr lang="uz-Cyrl-UZ" altLang="ja-JP" sz="2000" b="1" i="1">
                <a:latin typeface="Times New Roman" pitchFamily="18" charset="0"/>
                <a:sym typeface="Symbol" pitchFamily="18" charset="2"/>
              </a:rPr>
              <a:t>-</a:t>
            </a:r>
            <a:r>
              <a:rPr lang="nl-NL" altLang="ja-JP" sz="2000" b="1" i="1">
                <a:latin typeface="Times New Roman" pitchFamily="18" charset="0"/>
                <a:sym typeface="Symbol" pitchFamily="18" charset="2"/>
              </a:rPr>
              <a:t> A</a:t>
            </a:r>
            <a:r>
              <a:rPr lang="nl-NL" altLang="ja-JP" sz="2000" b="1" i="1" baseline="-30000">
                <a:latin typeface="Times New Roman" pitchFamily="18" charset="0"/>
                <a:sym typeface="Symbol" pitchFamily="18" charset="2"/>
              </a:rPr>
              <a:t>1h</a:t>
            </a:r>
            <a:r>
              <a:rPr lang="en-US" altLang="ja-JP" sz="2000" b="1" i="1" baseline="-30000">
                <a:latin typeface="Times New Roman" pitchFamily="18" charset="0"/>
                <a:sym typeface="Symbol" pitchFamily="18" charset="2"/>
              </a:rPr>
              <a:t>n</a:t>
            </a:r>
            <a:r>
              <a:rPr lang="nl-NL" altLang="ja-JP" sz="2000" b="1" i="1">
                <a:latin typeface="Times New Roman" pitchFamily="18" charset="0"/>
                <a:sym typeface="Symbol" pitchFamily="18" charset="2"/>
              </a:rPr>
              <a:t>hn [s,u]</a:t>
            </a:r>
            <a:r>
              <a:rPr lang="uz-Cyrl-UZ" altLang="ja-JP" sz="2000" b="1" i="1">
                <a:latin typeface="Times New Roman" pitchFamily="18" charset="0"/>
                <a:sym typeface="Symbol" pitchFamily="18" charset="2"/>
              </a:rPr>
              <a:t>(</a:t>
            </a:r>
            <a:r>
              <a:rPr lang="nl-NL" altLang="ja-JP" sz="2000" b="1" i="1">
                <a:latin typeface="Times New Roman" pitchFamily="18" charset="0"/>
                <a:sym typeface="Symbol" pitchFamily="18" charset="2"/>
              </a:rPr>
              <a:t> B</a:t>
            </a:r>
            <a:r>
              <a:rPr lang="nl-NL" altLang="ja-JP" sz="2000" b="1" i="1" baseline="-30000">
                <a:latin typeface="Times New Roman" pitchFamily="18" charset="0"/>
                <a:sym typeface="Symbol" pitchFamily="18" charset="2"/>
              </a:rPr>
              <a:t>1hn</a:t>
            </a:r>
            <a:r>
              <a:rPr lang="uz-Cyrl-UZ" altLang="ja-JP" sz="2000" b="1" i="1">
                <a:latin typeface="Times New Roman" pitchFamily="18" charset="0"/>
                <a:sym typeface="Symbol" pitchFamily="18" charset="2"/>
              </a:rPr>
              <a:t> +</a:t>
            </a:r>
            <a:r>
              <a:rPr lang="nl-NL" altLang="ja-JP" sz="2000" b="1" i="1">
                <a:latin typeface="Times New Roman" pitchFamily="18" charset="0"/>
                <a:sym typeface="Symbol" pitchFamily="18" charset="2"/>
              </a:rPr>
              <a:t> Rhn[s,u]</a:t>
            </a:r>
            <a:r>
              <a:rPr lang="uz-Cyrl-UZ" altLang="ja-JP" sz="2000" b="1" i="1">
                <a:latin typeface="Times New Roman" pitchFamily="18" charset="0"/>
                <a:sym typeface="Symbol" pitchFamily="18" charset="2"/>
              </a:rPr>
              <a:t>)</a:t>
            </a:r>
            <a:r>
              <a:rPr lang="nl-NL" altLang="ja-JP" sz="2000" b="1" i="1" baseline="30000">
                <a:latin typeface="Times New Roman" pitchFamily="18" charset="0"/>
                <a:sym typeface="Symbol" pitchFamily="18" charset="2"/>
              </a:rPr>
              <a:t> -1</a:t>
            </a:r>
            <a:r>
              <a:rPr lang="nl-NL" altLang="ja-JP" sz="2000" b="1" i="1">
                <a:latin typeface="Times New Roman" pitchFamily="18" charset="0"/>
                <a:sym typeface="Symbol" pitchFamily="18" charset="2"/>
              </a:rPr>
              <a:t>(mod </a:t>
            </a:r>
            <a:r>
              <a:rPr lang="ru-RU" altLang="ja-JP" sz="2000" b="1" i="1">
                <a:latin typeface="Times New Roman" pitchFamily="18" charset="0"/>
                <a:sym typeface="Symbol" pitchFamily="18" charset="2"/>
              </a:rPr>
              <a:t>р</a:t>
            </a:r>
            <a:r>
              <a:rPr lang="nl-NL" altLang="ja-JP" sz="2000" b="1" i="1">
                <a:latin typeface="Times New Roman" pitchFamily="18" charset="0"/>
                <a:sym typeface="Symbol" pitchFamily="18" charset="2"/>
              </a:rPr>
              <a:t>)</a:t>
            </a:r>
            <a:r>
              <a:rPr lang="nl-NL" altLang="ja-JP" sz="2000">
                <a:latin typeface="Times New Roman" pitchFamily="18" charset="0"/>
                <a:sym typeface="Symbol" pitchFamily="18" charset="2"/>
              </a:rPr>
              <a:t>,</a:t>
            </a:r>
            <a:r>
              <a:rPr lang="nl-NL" altLang="ja-JP" sz="2000" b="1" i="1">
                <a:latin typeface="Times New Roman" pitchFamily="18" charset="0"/>
                <a:sym typeface="Symbol" pitchFamily="18" charset="2"/>
              </a:rPr>
              <a:t>                 </a:t>
            </a:r>
            <a:endParaRPr lang="ru-RU" altLang="ja-JP" sz="2000" b="1" i="1">
              <a:latin typeface="Times New Roman" pitchFamily="18" charset="0"/>
              <a:sym typeface="Symbol" pitchFamily="18" charset="2"/>
            </a:endParaRPr>
          </a:p>
          <a:p>
            <a:pPr indent="457200" algn="just" eaLnBrk="0" hangingPunct="0">
              <a:spcBef>
                <a:spcPts val="600"/>
              </a:spcBef>
              <a:spcAft>
                <a:spcPts val="600"/>
              </a:spcAft>
              <a:tabLst>
                <a:tab pos="2636838" algn="ctr"/>
                <a:tab pos="5273675" algn="r"/>
              </a:tabLst>
            </a:pPr>
            <a:r>
              <a:rPr lang="uz-Cyrl-UZ" altLang="ja-JP" sz="2000" i="1">
                <a:latin typeface="Times New Roman" pitchFamily="18" charset="0"/>
                <a:sym typeface="Symbol" pitchFamily="18" charset="2"/>
              </a:rPr>
              <a:t>бу ерда</a:t>
            </a:r>
            <a:r>
              <a:rPr lang="en-US" altLang="ja-JP" sz="2000" i="1">
                <a:latin typeface="Times New Roman" pitchFamily="18" charset="0"/>
                <a:sym typeface="Symbol" pitchFamily="18" charset="2"/>
              </a:rPr>
              <a:t>: </a:t>
            </a:r>
            <a:endParaRPr lang="ru-RU" altLang="ja-JP" sz="2000">
              <a:latin typeface="Times New Roman" pitchFamily="18" charset="0"/>
              <a:sym typeface="Symbol" pitchFamily="18" charset="2"/>
            </a:endParaRPr>
          </a:p>
          <a:p>
            <a:pPr indent="457200" algn="just" eaLnBrk="0" hangingPunct="0">
              <a:spcBef>
                <a:spcPts val="600"/>
              </a:spcBef>
              <a:spcAft>
                <a:spcPts val="600"/>
              </a:spcAft>
              <a:tabLst>
                <a:tab pos="2636838" algn="ctr"/>
                <a:tab pos="5273675" algn="r"/>
              </a:tabLst>
            </a:pPr>
            <a:r>
              <a:rPr lang="nl-NL" altLang="ja-JP" sz="2000" i="1">
                <a:latin typeface="Times New Roman" pitchFamily="18" charset="0"/>
                <a:sym typeface="Symbol" pitchFamily="18" charset="2"/>
              </a:rPr>
              <a:t>A</a:t>
            </a:r>
            <a:r>
              <a:rPr lang="nl-NL" altLang="ja-JP" sz="2000" i="1" baseline="-30000">
                <a:latin typeface="Times New Roman" pitchFamily="18" charset="0"/>
                <a:sym typeface="Symbol" pitchFamily="18" charset="2"/>
              </a:rPr>
              <a:t>1h</a:t>
            </a:r>
            <a:r>
              <a:rPr lang="nl-NL" altLang="ja-JP" sz="2000">
                <a:latin typeface="Times New Roman" pitchFamily="18" charset="0"/>
                <a:sym typeface="Symbol" pitchFamily="18" charset="2"/>
              </a:rPr>
              <a:t> </a:t>
            </a:r>
            <a:r>
              <a:rPr lang="en-US" altLang="ja-JP" sz="2000" i="1">
                <a:latin typeface="Times New Roman" pitchFamily="18" charset="0"/>
                <a:sym typeface="Symbol" pitchFamily="18" charset="2"/>
              </a:rPr>
              <a:t></a:t>
            </a:r>
            <a:r>
              <a:rPr lang="nl-NL" altLang="ja-JP" sz="2000" i="1">
                <a:latin typeface="Times New Roman" pitchFamily="18" charset="0"/>
              </a:rPr>
              <a:t> J</a:t>
            </a:r>
            <a:r>
              <a:rPr lang="nl-NL" altLang="ja-JP" sz="2000" i="1" baseline="-30000">
                <a:latin typeface="Times New Roman" pitchFamily="18" charset="0"/>
                <a:sym typeface="Symbol" pitchFamily="18" charset="2"/>
              </a:rPr>
              <a:t>1hn</a:t>
            </a:r>
            <a:r>
              <a:rPr lang="nl-NL" altLang="ja-JP" sz="2000" i="1">
                <a:latin typeface="Times New Roman" pitchFamily="18" charset="0"/>
                <a:sym typeface="Symbol" pitchFamily="18" charset="2"/>
              </a:rPr>
              <a:t> + 2hn[s,u]+Δ (mod </a:t>
            </a:r>
            <a:r>
              <a:rPr lang="ru-RU" altLang="ja-JP" sz="2000" i="1">
                <a:latin typeface="Times New Roman" pitchFamily="18" charset="0"/>
                <a:sym typeface="Symbol" pitchFamily="18" charset="2"/>
              </a:rPr>
              <a:t>р</a:t>
            </a:r>
            <a:r>
              <a:rPr lang="nl-NL" altLang="ja-JP" sz="2000" i="1">
                <a:latin typeface="Times New Roman" pitchFamily="18" charset="0"/>
                <a:sym typeface="Symbol" pitchFamily="18" charset="2"/>
              </a:rPr>
              <a:t>)</a:t>
            </a:r>
            <a:r>
              <a:rPr lang="nl-NL" altLang="ja-JP" sz="2000">
                <a:latin typeface="Times New Roman" pitchFamily="18" charset="0"/>
                <a:sym typeface="Symbol" pitchFamily="18" charset="2"/>
              </a:rPr>
              <a:t>, </a:t>
            </a:r>
            <a:r>
              <a:rPr lang="uz-Cyrl-UZ" altLang="ja-JP" sz="2000">
                <a:latin typeface="Times New Roman" pitchFamily="18" charset="0"/>
                <a:sym typeface="Symbol" pitchFamily="18" charset="2"/>
              </a:rPr>
              <a:t>         </a:t>
            </a:r>
            <a:r>
              <a:rPr lang="nl-NL" altLang="ja-JP" sz="2000" i="1">
                <a:latin typeface="Times New Roman" pitchFamily="18" charset="0"/>
                <a:sym typeface="Symbol" pitchFamily="18" charset="2"/>
              </a:rPr>
              <a:t>A</a:t>
            </a:r>
            <a:r>
              <a:rPr lang="nl-NL" altLang="ja-JP" sz="2000" i="1" baseline="-30000">
                <a:latin typeface="Times New Roman" pitchFamily="18" charset="0"/>
                <a:sym typeface="Symbol" pitchFamily="18" charset="2"/>
              </a:rPr>
              <a:t>1h</a:t>
            </a:r>
            <a:r>
              <a:rPr lang="en-US" altLang="ja-JP" sz="2000" i="1" baseline="-30000">
                <a:latin typeface="Times New Roman" pitchFamily="18" charset="0"/>
                <a:sym typeface="Symbol" pitchFamily="18" charset="2"/>
              </a:rPr>
              <a:t>n</a:t>
            </a:r>
            <a:r>
              <a:rPr lang="en-US" altLang="ja-JP" sz="2000">
                <a:latin typeface="Times New Roman" pitchFamily="18" charset="0"/>
                <a:sym typeface="Symbol" pitchFamily="18" charset="2"/>
              </a:rPr>
              <a:t> </a:t>
            </a:r>
            <a:r>
              <a:rPr lang="en-US" altLang="ja-JP" sz="2000" i="1">
                <a:latin typeface="Times New Roman" pitchFamily="18" charset="0"/>
                <a:sym typeface="Symbol" pitchFamily="18" charset="2"/>
              </a:rPr>
              <a:t></a:t>
            </a:r>
            <a:r>
              <a:rPr lang="nl-NL" altLang="ja-JP" sz="2000" i="1">
                <a:latin typeface="Times New Roman" pitchFamily="18" charset="0"/>
              </a:rPr>
              <a:t> J</a:t>
            </a:r>
            <a:r>
              <a:rPr lang="nl-NL" altLang="ja-JP" sz="2000" i="1" baseline="-30000">
                <a:latin typeface="Times New Roman" pitchFamily="18" charset="0"/>
                <a:sym typeface="Symbol" pitchFamily="18" charset="2"/>
              </a:rPr>
              <a:t>1h</a:t>
            </a:r>
            <a:r>
              <a:rPr lang="nl-NL" altLang="ja-JP" sz="2000" i="1">
                <a:latin typeface="Times New Roman" pitchFamily="18" charset="0"/>
                <a:sym typeface="Symbol" pitchFamily="18" charset="2"/>
              </a:rPr>
              <a:t> + 2h[s,u]+Δ (mod </a:t>
            </a:r>
            <a:r>
              <a:rPr lang="ru-RU" altLang="ja-JP" sz="2000" i="1">
                <a:latin typeface="Times New Roman" pitchFamily="18" charset="0"/>
                <a:sym typeface="Symbol" pitchFamily="18" charset="2"/>
              </a:rPr>
              <a:t>р</a:t>
            </a:r>
            <a:r>
              <a:rPr lang="nl-NL" altLang="ja-JP" sz="2000" i="1">
                <a:latin typeface="Times New Roman" pitchFamily="18" charset="0"/>
                <a:sym typeface="Symbol" pitchFamily="18" charset="2"/>
              </a:rPr>
              <a:t>)</a:t>
            </a:r>
            <a:r>
              <a:rPr lang="nl-NL" altLang="ja-JP" sz="2000">
                <a:latin typeface="Times New Roman" pitchFamily="18" charset="0"/>
                <a:sym typeface="Symbol" pitchFamily="18" charset="2"/>
              </a:rPr>
              <a:t>,</a:t>
            </a:r>
            <a:endParaRPr lang="ru-RU" altLang="ja-JP" sz="2000" i="1">
              <a:latin typeface="Times New Roman" pitchFamily="18" charset="0"/>
              <a:sym typeface="Symbol" pitchFamily="18" charset="2"/>
            </a:endParaRPr>
          </a:p>
          <a:p>
            <a:pPr indent="457200" algn="just" eaLnBrk="0" hangingPunct="0">
              <a:spcBef>
                <a:spcPts val="600"/>
              </a:spcBef>
              <a:spcAft>
                <a:spcPts val="600"/>
              </a:spcAft>
              <a:tabLst>
                <a:tab pos="2636838" algn="ctr"/>
                <a:tab pos="5273675" algn="r"/>
              </a:tabLst>
            </a:pPr>
            <a:r>
              <a:rPr lang="nl-NL" altLang="ja-JP" sz="2000" i="1">
                <a:latin typeface="Times New Roman" pitchFamily="18" charset="0"/>
                <a:sym typeface="Symbol" pitchFamily="18" charset="2"/>
              </a:rPr>
              <a:t>B</a:t>
            </a:r>
            <a:r>
              <a:rPr lang="nl-NL" altLang="ja-JP" sz="2000" i="1" baseline="-30000">
                <a:latin typeface="Times New Roman" pitchFamily="18" charset="0"/>
                <a:sym typeface="Symbol" pitchFamily="18" charset="2"/>
              </a:rPr>
              <a:t>1h</a:t>
            </a:r>
            <a:r>
              <a:rPr lang="en-US" altLang="ja-JP" sz="2000" i="1">
                <a:latin typeface="Times New Roman" pitchFamily="18" charset="0"/>
                <a:sym typeface="Symbol" pitchFamily="18" charset="2"/>
              </a:rPr>
              <a:t></a:t>
            </a:r>
            <a:r>
              <a:rPr lang="nl-NL" altLang="ja-JP" sz="2000" i="1">
                <a:latin typeface="Times New Roman" pitchFamily="18" charset="0"/>
              </a:rPr>
              <a:t> K</a:t>
            </a:r>
            <a:r>
              <a:rPr lang="nl-NL" altLang="ja-JP" sz="2000" i="1" baseline="-30000">
                <a:latin typeface="Times New Roman" pitchFamily="18" charset="0"/>
                <a:sym typeface="Symbol" pitchFamily="18" charset="2"/>
              </a:rPr>
              <a:t>1h</a:t>
            </a:r>
            <a:r>
              <a:rPr lang="nl-NL" altLang="ja-JP" sz="2000" i="1">
                <a:latin typeface="Times New Roman" pitchFamily="18" charset="0"/>
                <a:sym typeface="Symbol" pitchFamily="18" charset="2"/>
              </a:rPr>
              <a:t> - 2h[s,u]  (mod </a:t>
            </a:r>
            <a:r>
              <a:rPr lang="ru-RU" altLang="ja-JP" sz="2000" i="1">
                <a:latin typeface="Times New Roman" pitchFamily="18" charset="0"/>
                <a:sym typeface="Symbol" pitchFamily="18" charset="2"/>
              </a:rPr>
              <a:t>р</a:t>
            </a:r>
            <a:r>
              <a:rPr lang="nl-NL" altLang="ja-JP" sz="2000" i="1">
                <a:latin typeface="Times New Roman" pitchFamily="18" charset="0"/>
                <a:sym typeface="Symbol" pitchFamily="18" charset="2"/>
              </a:rPr>
              <a:t>)</a:t>
            </a:r>
            <a:r>
              <a:rPr lang="nl-NL" altLang="ja-JP" sz="2000">
                <a:latin typeface="Times New Roman" pitchFamily="18" charset="0"/>
                <a:sym typeface="Symbol" pitchFamily="18" charset="2"/>
              </a:rPr>
              <a:t>,</a:t>
            </a:r>
            <a:r>
              <a:rPr lang="uz-Cyrl-UZ" altLang="ja-JP" sz="2000">
                <a:latin typeface="Times New Roman" pitchFamily="18" charset="0"/>
                <a:sym typeface="Symbol" pitchFamily="18" charset="2"/>
              </a:rPr>
              <a:t>                  </a:t>
            </a:r>
            <a:r>
              <a:rPr lang="nl-NL" altLang="ja-JP" sz="2000" i="1">
                <a:latin typeface="Times New Roman" pitchFamily="18" charset="0"/>
                <a:sym typeface="Symbol" pitchFamily="18" charset="2"/>
              </a:rPr>
              <a:t>B</a:t>
            </a:r>
            <a:r>
              <a:rPr lang="nl-NL" altLang="ja-JP" sz="2000" i="1" baseline="-30000">
                <a:latin typeface="Times New Roman" pitchFamily="18" charset="0"/>
                <a:sym typeface="Symbol" pitchFamily="18" charset="2"/>
              </a:rPr>
              <a:t>1hn</a:t>
            </a:r>
            <a:r>
              <a:rPr lang="en-US" altLang="ja-JP" sz="2000" i="1">
                <a:latin typeface="Times New Roman" pitchFamily="18" charset="0"/>
                <a:sym typeface="Symbol" pitchFamily="18" charset="2"/>
              </a:rPr>
              <a:t></a:t>
            </a:r>
            <a:r>
              <a:rPr lang="nl-NL" altLang="ja-JP" sz="2000" i="1">
                <a:latin typeface="Times New Roman" pitchFamily="18" charset="0"/>
              </a:rPr>
              <a:t> K</a:t>
            </a:r>
            <a:r>
              <a:rPr lang="nl-NL" altLang="ja-JP" sz="2000" i="1" baseline="-30000">
                <a:latin typeface="Times New Roman" pitchFamily="18" charset="0"/>
                <a:sym typeface="Symbol" pitchFamily="18" charset="2"/>
              </a:rPr>
              <a:t>1hn</a:t>
            </a:r>
            <a:r>
              <a:rPr lang="nl-NL" altLang="ja-JP" sz="2000" i="1">
                <a:latin typeface="Times New Roman" pitchFamily="18" charset="0"/>
                <a:sym typeface="Symbol" pitchFamily="18" charset="2"/>
              </a:rPr>
              <a:t> - 2hn[s,u]  (mod </a:t>
            </a:r>
            <a:r>
              <a:rPr lang="ru-RU" altLang="ja-JP" sz="2000" i="1">
                <a:latin typeface="Times New Roman" pitchFamily="18" charset="0"/>
                <a:sym typeface="Symbol" pitchFamily="18" charset="2"/>
              </a:rPr>
              <a:t>р</a:t>
            </a:r>
            <a:r>
              <a:rPr lang="nl-NL" altLang="ja-JP" sz="2000" i="1">
                <a:latin typeface="Times New Roman" pitchFamily="18" charset="0"/>
                <a:sym typeface="Symbol" pitchFamily="18" charset="2"/>
              </a:rPr>
              <a:t>)</a:t>
            </a:r>
            <a:r>
              <a:rPr lang="nl-NL" altLang="ja-JP" sz="2000">
                <a:latin typeface="Times New Roman" pitchFamily="18" charset="0"/>
                <a:sym typeface="Symbol" pitchFamily="18" charset="2"/>
              </a:rPr>
              <a:t>,</a:t>
            </a:r>
            <a:endParaRPr lang="ru-RU" altLang="ja-JP" sz="2000" i="1">
              <a:latin typeface="Times New Roman" pitchFamily="18" charset="0"/>
              <a:sym typeface="Symbol" pitchFamily="18" charset="2"/>
            </a:endParaRPr>
          </a:p>
          <a:p>
            <a:pPr indent="457200" algn="just" eaLnBrk="0" hangingPunct="0">
              <a:spcBef>
                <a:spcPts val="600"/>
              </a:spcBef>
              <a:spcAft>
                <a:spcPts val="600"/>
              </a:spcAft>
              <a:tabLst>
                <a:tab pos="2636838" algn="ctr"/>
                <a:tab pos="5273675" algn="r"/>
              </a:tabLst>
            </a:pPr>
            <a:r>
              <a:rPr lang="nl-NL" altLang="ja-JP" sz="2000" i="1">
                <a:latin typeface="Times New Roman" pitchFamily="18" charset="0"/>
                <a:sym typeface="Symbol" pitchFamily="18" charset="2"/>
              </a:rPr>
              <a:t>J</a:t>
            </a:r>
            <a:r>
              <a:rPr lang="nl-NL" altLang="ja-JP" sz="2000" i="1" baseline="-30000">
                <a:latin typeface="Times New Roman" pitchFamily="18" charset="0"/>
                <a:sym typeface="Symbol" pitchFamily="18" charset="2"/>
              </a:rPr>
              <a:t>1h</a:t>
            </a:r>
            <a:r>
              <a:rPr lang="en-US" altLang="ja-JP" sz="2000" i="1">
                <a:latin typeface="Times New Roman" pitchFamily="18" charset="0"/>
                <a:sym typeface="Symbol" pitchFamily="18" charset="2"/>
              </a:rPr>
              <a:t></a:t>
            </a:r>
            <a:r>
              <a:rPr lang="en-US" altLang="ja-JP" sz="2000" i="1">
                <a:latin typeface="Times New Roman" pitchFamily="18" charset="0"/>
              </a:rPr>
              <a:t> </a:t>
            </a:r>
            <a:r>
              <a:rPr lang="nl-NL" altLang="ja-JP" sz="2000" i="1" baseline="30000">
                <a:latin typeface="Times New Roman" pitchFamily="18" charset="0"/>
                <a:sym typeface="Symbol" pitchFamily="18" charset="2"/>
              </a:rPr>
              <a:t>s=3,u=7 </a:t>
            </a:r>
            <a:r>
              <a:rPr lang="nl-NL" altLang="ja-JP" sz="2000" i="1" baseline="-30000">
                <a:latin typeface="Times New Roman" pitchFamily="18" charset="0"/>
                <a:sym typeface="Symbol" pitchFamily="18" charset="2"/>
              </a:rPr>
              <a:t>s=0,u=0 </a:t>
            </a:r>
            <a:r>
              <a:rPr lang="nl-NL" altLang="ja-JP" sz="2000" i="1">
                <a:latin typeface="Times New Roman" pitchFamily="18" charset="0"/>
                <a:sym typeface="Symbol" pitchFamily="18" charset="2"/>
              </a:rPr>
              <a:t>h[s,u] (mod </a:t>
            </a:r>
            <a:r>
              <a:rPr lang="ru-RU" altLang="ja-JP" sz="2000" i="1">
                <a:latin typeface="Times New Roman" pitchFamily="18" charset="0"/>
                <a:sym typeface="Symbol" pitchFamily="18" charset="2"/>
              </a:rPr>
              <a:t>р</a:t>
            </a:r>
            <a:r>
              <a:rPr lang="nl-NL" altLang="ja-JP" sz="2000" i="1">
                <a:latin typeface="Times New Roman" pitchFamily="18" charset="0"/>
                <a:sym typeface="Symbol" pitchFamily="18" charset="2"/>
              </a:rPr>
              <a:t>)</a:t>
            </a:r>
            <a:r>
              <a:rPr lang="nl-NL" altLang="ja-JP" sz="2000">
                <a:latin typeface="Times New Roman" pitchFamily="18" charset="0"/>
                <a:sym typeface="Symbol" pitchFamily="18" charset="2"/>
              </a:rPr>
              <a:t>,</a:t>
            </a:r>
            <a:r>
              <a:rPr lang="uz-Cyrl-UZ" altLang="ja-JP" sz="2000">
                <a:latin typeface="Times New Roman" pitchFamily="18" charset="0"/>
                <a:sym typeface="Symbol" pitchFamily="18" charset="2"/>
              </a:rPr>
              <a:t>        </a:t>
            </a:r>
            <a:r>
              <a:rPr lang="nl-NL" altLang="ja-JP" sz="2000" i="1">
                <a:latin typeface="Times New Roman" pitchFamily="18" charset="0"/>
                <a:sym typeface="Symbol" pitchFamily="18" charset="2"/>
              </a:rPr>
              <a:t>K</a:t>
            </a:r>
            <a:r>
              <a:rPr lang="nl-NL" altLang="ja-JP" sz="2000" i="1" baseline="-30000">
                <a:latin typeface="Times New Roman" pitchFamily="18" charset="0"/>
                <a:sym typeface="Symbol" pitchFamily="18" charset="2"/>
              </a:rPr>
              <a:t>1h</a:t>
            </a:r>
            <a:r>
              <a:rPr lang="en-US" altLang="ja-JP" sz="2000" i="1">
                <a:latin typeface="Times New Roman" pitchFamily="18" charset="0"/>
                <a:sym typeface="Symbol" pitchFamily="18" charset="2"/>
              </a:rPr>
              <a:t></a:t>
            </a:r>
            <a:r>
              <a:rPr lang="en-US" altLang="ja-JP" sz="2000" i="1">
                <a:latin typeface="Times New Roman" pitchFamily="18" charset="0"/>
              </a:rPr>
              <a:t> </a:t>
            </a:r>
            <a:r>
              <a:rPr lang="nl-NL" altLang="ja-JP" sz="2000" i="1" baseline="30000">
                <a:latin typeface="Times New Roman" pitchFamily="18" charset="0"/>
                <a:sym typeface="Symbol" pitchFamily="18" charset="2"/>
              </a:rPr>
              <a:t>s=3,u=7 </a:t>
            </a:r>
            <a:r>
              <a:rPr lang="nl-NL" altLang="ja-JP" sz="2000" i="1" baseline="-30000">
                <a:latin typeface="Times New Roman" pitchFamily="18" charset="0"/>
                <a:sym typeface="Symbol" pitchFamily="18" charset="2"/>
              </a:rPr>
              <a:t>s=0,u=0 </a:t>
            </a:r>
            <a:r>
              <a:rPr lang="nl-NL" altLang="ja-JP" sz="2000" i="1">
                <a:latin typeface="Times New Roman" pitchFamily="18" charset="0"/>
                <a:sym typeface="Symbol" pitchFamily="18" charset="2"/>
              </a:rPr>
              <a:t>h[s,u]+Δ (mod </a:t>
            </a:r>
            <a:r>
              <a:rPr lang="ru-RU" altLang="ja-JP" sz="2000" i="1">
                <a:latin typeface="Times New Roman" pitchFamily="18" charset="0"/>
                <a:sym typeface="Symbol" pitchFamily="18" charset="2"/>
              </a:rPr>
              <a:t>р</a:t>
            </a:r>
            <a:r>
              <a:rPr lang="nl-NL" altLang="ja-JP" sz="2000" i="1">
                <a:latin typeface="Times New Roman" pitchFamily="18" charset="0"/>
                <a:sym typeface="Symbol" pitchFamily="18" charset="2"/>
              </a:rPr>
              <a:t>)</a:t>
            </a:r>
            <a:r>
              <a:rPr lang="nl-NL" altLang="ja-JP" sz="2000">
                <a:latin typeface="Times New Roman" pitchFamily="18" charset="0"/>
                <a:sym typeface="Symbol" pitchFamily="18" charset="2"/>
              </a:rPr>
              <a:t>,</a:t>
            </a:r>
            <a:endParaRPr lang="ru-RU" altLang="ja-JP" sz="2000" i="1">
              <a:latin typeface="Times New Roman" pitchFamily="18" charset="0"/>
              <a:sym typeface="Symbol" pitchFamily="18" charset="2"/>
            </a:endParaRPr>
          </a:p>
          <a:p>
            <a:pPr indent="457200" algn="just" eaLnBrk="0" hangingPunct="0">
              <a:spcBef>
                <a:spcPts val="600"/>
              </a:spcBef>
              <a:spcAft>
                <a:spcPts val="600"/>
              </a:spcAft>
              <a:tabLst>
                <a:tab pos="2636838" algn="ctr"/>
                <a:tab pos="5273675" algn="r"/>
              </a:tabLst>
            </a:pPr>
            <a:r>
              <a:rPr lang="nl-NL" altLang="ja-JP" sz="2000" i="1">
                <a:latin typeface="Times New Roman" pitchFamily="18" charset="0"/>
                <a:sym typeface="Symbol" pitchFamily="18" charset="2"/>
              </a:rPr>
              <a:t>J</a:t>
            </a:r>
            <a:r>
              <a:rPr lang="nl-NL" altLang="ja-JP" sz="2000" i="1" baseline="-30000">
                <a:latin typeface="Times New Roman" pitchFamily="18" charset="0"/>
                <a:sym typeface="Symbol" pitchFamily="18" charset="2"/>
              </a:rPr>
              <a:t>1hn</a:t>
            </a:r>
            <a:r>
              <a:rPr lang="en-US" altLang="ja-JP" sz="2000" i="1">
                <a:latin typeface="Times New Roman" pitchFamily="18" charset="0"/>
                <a:sym typeface="Symbol" pitchFamily="18" charset="2"/>
              </a:rPr>
              <a:t></a:t>
            </a:r>
            <a:r>
              <a:rPr lang="en-US" altLang="ja-JP" sz="2000" i="1">
                <a:latin typeface="Times New Roman" pitchFamily="18" charset="0"/>
              </a:rPr>
              <a:t> </a:t>
            </a:r>
            <a:r>
              <a:rPr lang="nl-NL" altLang="ja-JP" sz="2000" i="1" baseline="30000">
                <a:latin typeface="Times New Roman" pitchFamily="18" charset="0"/>
                <a:sym typeface="Symbol" pitchFamily="18" charset="2"/>
              </a:rPr>
              <a:t>s=3,u=7 </a:t>
            </a:r>
            <a:r>
              <a:rPr lang="nl-NL" altLang="ja-JP" sz="2000" i="1" baseline="-30000">
                <a:latin typeface="Times New Roman" pitchFamily="18" charset="0"/>
                <a:sym typeface="Symbol" pitchFamily="18" charset="2"/>
              </a:rPr>
              <a:t>s=0,u=0 </a:t>
            </a:r>
            <a:r>
              <a:rPr lang="nl-NL" altLang="ja-JP" sz="2000" i="1">
                <a:latin typeface="Times New Roman" pitchFamily="18" charset="0"/>
                <a:sym typeface="Symbol" pitchFamily="18" charset="2"/>
              </a:rPr>
              <a:t>hn[s,u] (mod </a:t>
            </a:r>
            <a:r>
              <a:rPr lang="ru-RU" altLang="ja-JP" sz="2000" i="1">
                <a:latin typeface="Times New Roman" pitchFamily="18" charset="0"/>
                <a:sym typeface="Symbol" pitchFamily="18" charset="2"/>
              </a:rPr>
              <a:t>р</a:t>
            </a:r>
            <a:r>
              <a:rPr lang="nl-NL" altLang="ja-JP" sz="2000" i="1">
                <a:latin typeface="Times New Roman" pitchFamily="18" charset="0"/>
                <a:sym typeface="Symbol" pitchFamily="18" charset="2"/>
              </a:rPr>
              <a:t>)</a:t>
            </a:r>
            <a:r>
              <a:rPr lang="nl-NL" altLang="ja-JP" sz="2000">
                <a:latin typeface="Times New Roman" pitchFamily="18" charset="0"/>
                <a:sym typeface="Symbol" pitchFamily="18" charset="2"/>
              </a:rPr>
              <a:t>,</a:t>
            </a:r>
            <a:r>
              <a:rPr lang="uz-Cyrl-UZ" altLang="ja-JP" sz="2000">
                <a:latin typeface="Times New Roman" pitchFamily="18" charset="0"/>
                <a:sym typeface="Symbol" pitchFamily="18" charset="2"/>
              </a:rPr>
              <a:t>    </a:t>
            </a:r>
            <a:r>
              <a:rPr lang="nl-NL" altLang="ja-JP" sz="2000" i="1">
                <a:latin typeface="Times New Roman" pitchFamily="18" charset="0"/>
                <a:sym typeface="Symbol" pitchFamily="18" charset="2"/>
              </a:rPr>
              <a:t>K</a:t>
            </a:r>
            <a:r>
              <a:rPr lang="nl-NL" altLang="ja-JP" sz="2000" i="1" baseline="-30000">
                <a:latin typeface="Times New Roman" pitchFamily="18" charset="0"/>
                <a:sym typeface="Symbol" pitchFamily="18" charset="2"/>
              </a:rPr>
              <a:t>1hn</a:t>
            </a:r>
            <a:r>
              <a:rPr lang="en-US" altLang="ja-JP" sz="2000" i="1">
                <a:latin typeface="Times New Roman" pitchFamily="18" charset="0"/>
                <a:sym typeface="Symbol" pitchFamily="18" charset="2"/>
              </a:rPr>
              <a:t></a:t>
            </a:r>
            <a:r>
              <a:rPr lang="en-US" altLang="ja-JP" sz="2000" i="1">
                <a:latin typeface="Times New Roman" pitchFamily="18" charset="0"/>
              </a:rPr>
              <a:t> </a:t>
            </a:r>
            <a:r>
              <a:rPr lang="nl-NL" altLang="ja-JP" sz="2000" i="1" baseline="30000">
                <a:latin typeface="Times New Roman" pitchFamily="18" charset="0"/>
                <a:sym typeface="Symbol" pitchFamily="18" charset="2"/>
              </a:rPr>
              <a:t>s=3,u=7 </a:t>
            </a:r>
            <a:r>
              <a:rPr lang="nl-NL" altLang="ja-JP" sz="2000" i="1" baseline="-30000">
                <a:latin typeface="Times New Roman" pitchFamily="18" charset="0"/>
                <a:sym typeface="Symbol" pitchFamily="18" charset="2"/>
              </a:rPr>
              <a:t>s=0,u=0 </a:t>
            </a:r>
            <a:r>
              <a:rPr lang="nl-NL" altLang="ja-JP" sz="2000" i="1">
                <a:latin typeface="Times New Roman" pitchFamily="18" charset="0"/>
                <a:sym typeface="Symbol" pitchFamily="18" charset="2"/>
              </a:rPr>
              <a:t>hn[s,u]+Δ (mod </a:t>
            </a:r>
            <a:r>
              <a:rPr lang="ru-RU" altLang="ja-JP" sz="2000" i="1">
                <a:latin typeface="Times New Roman" pitchFamily="18" charset="0"/>
                <a:sym typeface="Symbol" pitchFamily="18" charset="2"/>
              </a:rPr>
              <a:t>р</a:t>
            </a:r>
            <a:r>
              <a:rPr lang="nl-NL" altLang="ja-JP" sz="2000" i="1">
                <a:latin typeface="Times New Roman" pitchFamily="18" charset="0"/>
                <a:sym typeface="Symbol" pitchFamily="18" charset="2"/>
              </a:rPr>
              <a:t>)</a:t>
            </a:r>
            <a:r>
              <a:rPr lang="nl-NL" altLang="ja-JP" sz="2000">
                <a:latin typeface="Times New Roman" pitchFamily="18" charset="0"/>
                <a:sym typeface="Symbol" pitchFamily="18" charset="2"/>
              </a:rPr>
              <a:t>;</a:t>
            </a:r>
            <a:endParaRPr lang="nl-NL" altLang="ja-JP" sz="2000" i="1">
              <a:latin typeface="Times New Roman" pitchFamily="18" charset="0"/>
              <a:sym typeface="Symbol" pitchFamily="18" charset="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1"/>
          <p:cNvSpPr>
            <a:spLocks noChangeArrowheads="1"/>
          </p:cNvSpPr>
          <p:nvPr/>
        </p:nvSpPr>
        <p:spPr bwMode="auto">
          <a:xfrm>
            <a:off x="160338" y="0"/>
            <a:ext cx="8823325" cy="701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algn="just">
              <a:spcBef>
                <a:spcPts val="600"/>
              </a:spcBef>
              <a:spcAft>
                <a:spcPts val="600"/>
              </a:spcAft>
              <a:tabLst>
                <a:tab pos="536575" algn="l"/>
                <a:tab pos="812800" algn="l"/>
              </a:tabLst>
            </a:pPr>
            <a:r>
              <a:rPr lang="uz-Cyrl-UZ" altLang="ja-JP" sz="1900" b="1">
                <a:latin typeface="Times New Roman" pitchFamily="18" charset="0"/>
                <a:cs typeface="Times New Roman" pitchFamily="18" charset="0"/>
              </a:rPr>
              <a:t>Юқорида келтирилган ифодаларда, агар</a:t>
            </a:r>
            <a:r>
              <a:rPr lang="en-US" altLang="ja-JP" sz="1900" b="1">
                <a:latin typeface="Times New Roman" pitchFamily="18" charset="0"/>
                <a:cs typeface="Times New Roman" pitchFamily="18" charset="0"/>
              </a:rPr>
              <a:t>:</a:t>
            </a:r>
            <a:endParaRPr lang="ru-RU" altLang="ja-JP" sz="1900" b="1">
              <a:latin typeface="Times New Roman" pitchFamily="18" charset="0"/>
              <a:cs typeface="Times New Roman" pitchFamily="18" charset="0"/>
            </a:endParaRPr>
          </a:p>
          <a:p>
            <a:pPr indent="457200" algn="just" eaLnBrk="0" hangingPunct="0">
              <a:spcBef>
                <a:spcPts val="600"/>
              </a:spcBef>
              <a:spcAft>
                <a:spcPts val="600"/>
              </a:spcAft>
              <a:buFontTx/>
              <a:buChar char="•"/>
              <a:tabLst>
                <a:tab pos="536575" algn="l"/>
                <a:tab pos="812800" algn="l"/>
              </a:tabLst>
            </a:pPr>
            <a:r>
              <a:rPr lang="nl-NL" altLang="ja-JP" sz="1900" b="1" i="1">
                <a:latin typeface="Times New Roman" pitchFamily="18" charset="0"/>
                <a:cs typeface="Times New Roman" pitchFamily="18" charset="0"/>
              </a:rPr>
              <a:t>A</a:t>
            </a:r>
            <a:r>
              <a:rPr lang="uz-Cyrl-UZ" altLang="ja-JP" sz="1900" b="1" i="1" baseline="-30000">
                <a:latin typeface="Times New Roman" pitchFamily="18" charset="0"/>
                <a:cs typeface="Times New Roman" pitchFamily="18" charset="0"/>
              </a:rPr>
              <a:t>1h </a:t>
            </a:r>
            <a:r>
              <a:rPr lang="uz-Cyrl-UZ" altLang="ja-JP" sz="1900" b="1" i="1">
                <a:latin typeface="Times New Roman" pitchFamily="18" charset="0"/>
                <a:cs typeface="Times New Roman" pitchFamily="18" charset="0"/>
              </a:rPr>
              <a:t> </a:t>
            </a:r>
            <a:r>
              <a:rPr lang="uz-Cyrl-UZ" altLang="ja-JP" sz="1900">
                <a:latin typeface="Times New Roman" pitchFamily="18" charset="0"/>
                <a:cs typeface="Times New Roman" pitchFamily="18" charset="0"/>
              </a:rPr>
              <a:t>учун</a:t>
            </a:r>
            <a:r>
              <a:rPr lang="uz-Cyrl-UZ" altLang="ja-JP" sz="1900" b="1" i="1">
                <a:latin typeface="Times New Roman" pitchFamily="18" charset="0"/>
                <a:cs typeface="Times New Roman" pitchFamily="18" charset="0"/>
              </a:rPr>
              <a:t> </a:t>
            </a:r>
            <a:r>
              <a:rPr lang="nl-NL" altLang="ja-JP" sz="1900" b="1" i="1">
                <a:latin typeface="Times New Roman" pitchFamily="18" charset="0"/>
                <a:cs typeface="Times New Roman" pitchFamily="18" charset="0"/>
              </a:rPr>
              <a:t>J</a:t>
            </a:r>
            <a:r>
              <a:rPr lang="uz-Cyrl-UZ" altLang="ja-JP" sz="1900" b="1" i="1" baseline="-30000">
                <a:latin typeface="Times New Roman" pitchFamily="18" charset="0"/>
                <a:cs typeface="Times New Roman" pitchFamily="18" charset="0"/>
              </a:rPr>
              <a:t>1hn </a:t>
            </a:r>
            <a:r>
              <a:rPr lang="uz-Cyrl-UZ" altLang="ja-JP" sz="1900" b="1" i="1">
                <a:latin typeface="Times New Roman" pitchFamily="18" charset="0"/>
                <a:cs typeface="Times New Roman" pitchFamily="18" charset="0"/>
              </a:rPr>
              <a:t>(</a:t>
            </a:r>
            <a:r>
              <a:rPr lang="nl-NL" altLang="ja-JP" sz="1900" b="1" i="1">
                <a:latin typeface="Times New Roman" pitchFamily="18" charset="0"/>
                <a:cs typeface="Times New Roman" pitchFamily="18" charset="0"/>
              </a:rPr>
              <a:t>mod</a:t>
            </a:r>
            <a:r>
              <a:rPr lang="uz-Cyrl-UZ" altLang="ja-JP" sz="1900" b="1" i="1">
                <a:latin typeface="Times New Roman" pitchFamily="18" charset="0"/>
                <a:cs typeface="Times New Roman" pitchFamily="18" charset="0"/>
              </a:rPr>
              <a:t> 2)</a:t>
            </a:r>
            <a:r>
              <a:rPr lang="en-US" altLang="ja-JP" sz="1900" b="1" i="1">
                <a:latin typeface="Times New Roman" pitchFamily="18" charset="0"/>
                <a:cs typeface="Times New Roman" pitchFamily="18" charset="0"/>
                <a:sym typeface="Symbol" pitchFamily="18" charset="2"/>
              </a:rPr>
              <a:t></a:t>
            </a:r>
            <a:r>
              <a:rPr lang="uz-Cyrl-UZ" altLang="ja-JP" sz="1900" b="1" i="1">
                <a:latin typeface="Times New Roman" pitchFamily="18" charset="0"/>
                <a:cs typeface="Times New Roman" pitchFamily="18" charset="0"/>
              </a:rPr>
              <a:t>1</a:t>
            </a:r>
            <a:r>
              <a:rPr lang="uz-Cyrl-UZ" altLang="ja-JP" sz="1900">
                <a:latin typeface="Times New Roman" pitchFamily="18" charset="0"/>
                <a:cs typeface="Times New Roman" pitchFamily="18" charset="0"/>
                <a:sym typeface="Symbol" pitchFamily="18" charset="2"/>
              </a:rPr>
              <a:t> ёки </a:t>
            </a:r>
            <a:r>
              <a:rPr lang="nl-NL" altLang="ja-JP" sz="1900" b="1" i="1">
                <a:latin typeface="Times New Roman" pitchFamily="18" charset="0"/>
                <a:cs typeface="Times New Roman" pitchFamily="18" charset="0"/>
                <a:sym typeface="Symbol" pitchFamily="18" charset="2"/>
              </a:rPr>
              <a:t>A</a:t>
            </a:r>
            <a:r>
              <a:rPr lang="uz-Cyrl-UZ" altLang="ja-JP" sz="1900" b="1" i="1" baseline="-30000">
                <a:latin typeface="Times New Roman" pitchFamily="18" charset="0"/>
                <a:cs typeface="Times New Roman" pitchFamily="18" charset="0"/>
                <a:sym typeface="Symbol" pitchFamily="18" charset="2"/>
              </a:rPr>
              <a:t>1hn</a:t>
            </a:r>
            <a:r>
              <a:rPr lang="uz-Cyrl-UZ" altLang="ja-JP" sz="1900" b="1" i="1">
                <a:latin typeface="Times New Roman" pitchFamily="18" charset="0"/>
                <a:cs typeface="Times New Roman" pitchFamily="18" charset="0"/>
                <a:sym typeface="Symbol" pitchFamily="18" charset="2"/>
              </a:rPr>
              <a:t> </a:t>
            </a:r>
            <a:r>
              <a:rPr lang="uz-Cyrl-UZ" altLang="ja-JP" sz="1900">
                <a:latin typeface="Times New Roman" pitchFamily="18" charset="0"/>
                <a:cs typeface="Times New Roman" pitchFamily="18" charset="0"/>
                <a:sym typeface="Symbol" pitchFamily="18" charset="2"/>
              </a:rPr>
              <a:t>учун</a:t>
            </a:r>
            <a:r>
              <a:rPr lang="uz-Cyrl-UZ" altLang="ja-JP" sz="1900" b="1" i="1">
                <a:latin typeface="Times New Roman" pitchFamily="18" charset="0"/>
                <a:cs typeface="Times New Roman" pitchFamily="18" charset="0"/>
                <a:sym typeface="Symbol" pitchFamily="18" charset="2"/>
              </a:rPr>
              <a:t> J</a:t>
            </a:r>
            <a:r>
              <a:rPr lang="uz-Cyrl-UZ" altLang="ja-JP" sz="1900" b="1" i="1" baseline="-30000">
                <a:latin typeface="Times New Roman" pitchFamily="18" charset="0"/>
                <a:cs typeface="Times New Roman" pitchFamily="18" charset="0"/>
                <a:sym typeface="Symbol" pitchFamily="18" charset="2"/>
              </a:rPr>
              <a:t>1h </a:t>
            </a:r>
            <a:r>
              <a:rPr lang="uz-Cyrl-UZ" altLang="ja-JP" sz="1900" b="1" i="1">
                <a:latin typeface="Times New Roman" pitchFamily="18" charset="0"/>
                <a:cs typeface="Times New Roman" pitchFamily="18" charset="0"/>
                <a:sym typeface="Symbol" pitchFamily="18" charset="2"/>
              </a:rPr>
              <a:t>(mod 2)</a:t>
            </a:r>
            <a:r>
              <a:rPr lang="uz-Cyrl-UZ" altLang="ja-JP" sz="1900" b="1" i="1">
                <a:latin typeface="Times New Roman" pitchFamily="18" charset="0"/>
                <a:cs typeface="Times New Roman" pitchFamily="18" charset="0"/>
              </a:rPr>
              <a:t>1 </a:t>
            </a:r>
            <a:r>
              <a:rPr lang="uz-Cyrl-UZ" altLang="ja-JP" sz="1900">
                <a:latin typeface="Times New Roman" pitchFamily="18" charset="0"/>
                <a:cs typeface="Times New Roman" pitchFamily="18" charset="0"/>
                <a:sym typeface="Symbol" pitchFamily="18" charset="2"/>
              </a:rPr>
              <a:t>бўлса,</a:t>
            </a:r>
            <a:r>
              <a:rPr lang="uz-Cyrl-UZ" altLang="ja-JP" sz="1900" b="1" i="1">
                <a:latin typeface="Times New Roman" pitchFamily="18" charset="0"/>
                <a:cs typeface="Times New Roman" pitchFamily="18" charset="0"/>
                <a:sym typeface="Symbol" pitchFamily="18" charset="2"/>
              </a:rPr>
              <a:t>  </a:t>
            </a:r>
            <a:r>
              <a:rPr lang="nl-NL" altLang="ja-JP" sz="1900" b="1" i="1">
                <a:latin typeface="Times New Roman" pitchFamily="18" charset="0"/>
                <a:cs typeface="Times New Roman" pitchFamily="18" charset="0"/>
                <a:sym typeface="Symbol" pitchFamily="18" charset="2"/>
              </a:rPr>
              <a:t>Δ=0 </a:t>
            </a:r>
            <a:r>
              <a:rPr lang="uz-Cyrl-UZ" altLang="ja-JP" sz="1900">
                <a:latin typeface="Times New Roman" pitchFamily="18" charset="0"/>
                <a:cs typeface="Times New Roman" pitchFamily="18" charset="0"/>
                <a:sym typeface="Symbol" pitchFamily="18" charset="2"/>
              </a:rPr>
              <a:t>деб қабул қилинади</a:t>
            </a:r>
            <a:r>
              <a:rPr lang="uz-Cyrl-UZ" altLang="ja-JP" sz="1900" b="1" i="1">
                <a:latin typeface="Times New Roman" pitchFamily="18" charset="0"/>
                <a:cs typeface="Times New Roman" pitchFamily="18" charset="0"/>
                <a:sym typeface="Symbol" pitchFamily="18" charset="2"/>
              </a:rPr>
              <a:t>, </a:t>
            </a:r>
            <a:r>
              <a:rPr lang="uz-Cyrl-UZ" altLang="ja-JP" sz="1900">
                <a:latin typeface="Times New Roman" pitchFamily="18" charset="0"/>
                <a:cs typeface="Times New Roman" pitchFamily="18" charset="0"/>
                <a:sym typeface="Symbol" pitchFamily="18" charset="2"/>
              </a:rPr>
              <a:t>акс</a:t>
            </a:r>
            <a:r>
              <a:rPr lang="uz-Cyrl-UZ" altLang="ja-JP" sz="1900" b="1" i="1">
                <a:latin typeface="Times New Roman" pitchFamily="18" charset="0"/>
                <a:cs typeface="Times New Roman" pitchFamily="18" charset="0"/>
                <a:sym typeface="Symbol" pitchFamily="18" charset="2"/>
              </a:rPr>
              <a:t> ҳолда </a:t>
            </a:r>
            <a:r>
              <a:rPr lang="nl-NL" altLang="ja-JP" sz="1900" b="1" i="1">
                <a:latin typeface="Times New Roman" pitchFamily="18" charset="0"/>
                <a:cs typeface="Times New Roman" pitchFamily="18" charset="0"/>
                <a:sym typeface="Symbol" pitchFamily="18" charset="2"/>
              </a:rPr>
              <a:t> Δ=1</a:t>
            </a:r>
            <a:r>
              <a:rPr lang="uz-Cyrl-UZ" altLang="ja-JP" sz="1900">
                <a:latin typeface="Times New Roman" pitchFamily="18" charset="0"/>
                <a:cs typeface="Times New Roman" pitchFamily="18" charset="0"/>
                <a:sym typeface="Symbol" pitchFamily="18" charset="2"/>
              </a:rPr>
              <a:t> қабул қилинади</a:t>
            </a:r>
            <a:r>
              <a:rPr lang="nl-NL" altLang="ja-JP" sz="1900" b="1" i="1">
                <a:latin typeface="Times New Roman" pitchFamily="18" charset="0"/>
                <a:cs typeface="Times New Roman" pitchFamily="18" charset="0"/>
                <a:sym typeface="Symbol" pitchFamily="18" charset="2"/>
              </a:rPr>
              <a:t>;</a:t>
            </a:r>
            <a:endParaRPr lang="uz-Cyrl-UZ" altLang="ja-JP" sz="1900" b="1" i="1">
              <a:latin typeface="Times New Roman" pitchFamily="18" charset="0"/>
              <a:cs typeface="Times New Roman" pitchFamily="18" charset="0"/>
              <a:sym typeface="Symbol" pitchFamily="18" charset="2"/>
            </a:endParaRPr>
          </a:p>
          <a:p>
            <a:pPr indent="457200" algn="just">
              <a:spcBef>
                <a:spcPts val="600"/>
              </a:spcBef>
              <a:spcAft>
                <a:spcPts val="600"/>
              </a:spcAft>
              <a:buFont typeface="Arial" charset="0"/>
              <a:buChar char="•"/>
              <a:tabLst>
                <a:tab pos="536575" algn="l"/>
                <a:tab pos="812800" algn="l"/>
              </a:tabLst>
            </a:pPr>
            <a:r>
              <a:rPr lang="nl-NL" altLang="uz-Cyrl-UZ" sz="1900" b="1" i="1">
                <a:latin typeface="Times New Roman" pitchFamily="18" charset="0"/>
                <a:ea typeface="ＭＳ Ｐゴシック" pitchFamily="34" charset="-128"/>
                <a:cs typeface="Times New Roman" pitchFamily="18" charset="0"/>
              </a:rPr>
              <a:t>K</a:t>
            </a:r>
            <a:r>
              <a:rPr lang="nl-NL" altLang="uz-Cyrl-UZ" sz="1900" b="1" i="1" baseline="-25000">
                <a:latin typeface="Times New Roman" pitchFamily="18" charset="0"/>
                <a:ea typeface="ＭＳ Ｐゴシック" pitchFamily="34" charset="-128"/>
                <a:cs typeface="Times New Roman" pitchFamily="18" charset="0"/>
              </a:rPr>
              <a:t>1h   </a:t>
            </a:r>
            <a:r>
              <a:rPr lang="uz-Cyrl-UZ" altLang="uz-Cyrl-UZ" sz="1900">
                <a:latin typeface="Times New Roman" pitchFamily="18" charset="0"/>
                <a:ea typeface="ＭＳ Ｐゴシック" pitchFamily="34" charset="-128"/>
                <a:cs typeface="Times New Roman" pitchFamily="18" charset="0"/>
              </a:rPr>
              <a:t>учун</a:t>
            </a:r>
            <a:r>
              <a:rPr lang="uz-Cyrl-UZ" altLang="uz-Cyrl-UZ" sz="1900" b="1" i="1">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h[s,u] (mod 2)</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0,</a:t>
            </a:r>
            <a:r>
              <a:rPr lang="nl-NL" altLang="uz-Cyrl-UZ" sz="1900">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ёки </a:t>
            </a:r>
            <a:r>
              <a:rPr lang="nl-NL" altLang="uz-Cyrl-UZ" sz="1900" b="1" i="1">
                <a:latin typeface="Times New Roman" pitchFamily="18" charset="0"/>
                <a:ea typeface="ＭＳ Ｐゴシック" pitchFamily="34" charset="-128"/>
                <a:cs typeface="Times New Roman" pitchFamily="18" charset="0"/>
              </a:rPr>
              <a:t>K</a:t>
            </a:r>
            <a:r>
              <a:rPr lang="nl-NL" altLang="uz-Cyrl-UZ" sz="1900" b="1" i="1" baseline="-25000">
                <a:latin typeface="Times New Roman" pitchFamily="18" charset="0"/>
                <a:ea typeface="ＭＳ Ｐゴシック" pitchFamily="34" charset="-128"/>
                <a:cs typeface="Times New Roman" pitchFamily="18" charset="0"/>
              </a:rPr>
              <a:t>1hn</a:t>
            </a:r>
            <a:r>
              <a:rPr lang="nl-NL" altLang="uz-Cyrl-UZ" sz="1900" b="1" i="1">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учун</a:t>
            </a:r>
            <a:r>
              <a:rPr lang="uz-Cyrl-UZ" altLang="uz-Cyrl-UZ" sz="1900" b="1" i="1">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hn[s,u] (mod 2)</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0 </a:t>
            </a:r>
            <a:r>
              <a:rPr lang="uz-Cyrl-UZ" altLang="uz-Cyrl-UZ" sz="1900">
                <a:latin typeface="Times New Roman" pitchFamily="18" charset="0"/>
                <a:ea typeface="ＭＳ Ｐゴシック" pitchFamily="34" charset="-128"/>
                <a:cs typeface="Times New Roman" pitchFamily="18" charset="0"/>
              </a:rPr>
              <a:t>бўлса</a:t>
            </a:r>
            <a:r>
              <a:rPr lang="nl-NL" altLang="uz-Cyrl-UZ" sz="1900">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мос равишда</a:t>
            </a:r>
            <a:r>
              <a:rPr lang="nl-NL" altLang="uz-Cyrl-UZ" sz="1900" b="1" i="1">
                <a:latin typeface="Times New Roman" pitchFamily="18" charset="0"/>
                <a:ea typeface="ＭＳ Ｐゴシック" pitchFamily="34" charset="-128"/>
                <a:cs typeface="Times New Roman" pitchFamily="18" charset="0"/>
              </a:rPr>
              <a:t> h[s,u]</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 h[s,u]+1</a:t>
            </a:r>
            <a:r>
              <a:rPr lang="nl-NL" altLang="uz-Cyrl-UZ" sz="1900">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(mod </a:t>
            </a:r>
            <a:r>
              <a:rPr lang="uz-Cyrl-UZ"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ва</a:t>
            </a:r>
            <a:r>
              <a:rPr lang="nl-NL" altLang="uz-Cyrl-UZ" sz="1900" b="1" i="1">
                <a:latin typeface="Times New Roman" pitchFamily="18" charset="0"/>
                <a:ea typeface="ＭＳ Ｐゴシック" pitchFamily="34" charset="-128"/>
                <a:cs typeface="Times New Roman" pitchFamily="18" charset="0"/>
              </a:rPr>
              <a:t> hn[s,u]</a:t>
            </a:r>
            <a:r>
              <a:rPr lang="nl-NL" altLang="uz-Cyrl-UZ" sz="1900" b="1" i="1" baseline="30000">
                <a:latin typeface="Times New Roman" pitchFamily="18" charset="0"/>
                <a:ea typeface="ＭＳ Ｐゴシック" pitchFamily="34" charset="-128"/>
                <a:cs typeface="Times New Roman" pitchFamily="18" charset="0"/>
              </a:rPr>
              <a:t>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 hn[s,u] +1</a:t>
            </a:r>
            <a:r>
              <a:rPr lang="nl-NL" altLang="uz-Cyrl-UZ" sz="1900">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(mod </a:t>
            </a:r>
            <a:r>
              <a:rPr lang="uz-Cyrl-UZ"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деб</a:t>
            </a:r>
            <a:r>
              <a:rPr lang="uz-Cyrl-UZ" altLang="uz-Cyrl-UZ" sz="1900" b="1" i="1">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қабул қилинади</a:t>
            </a:r>
            <a:r>
              <a:rPr lang="nl-NL" altLang="uz-Cyrl-UZ" sz="1900">
                <a:latin typeface="Times New Roman" pitchFamily="18" charset="0"/>
                <a:ea typeface="ＭＳ Ｐゴシック" pitchFamily="34" charset="-128"/>
                <a:cs typeface="Times New Roman" pitchFamily="18" charset="0"/>
              </a:rPr>
              <a:t>;</a:t>
            </a:r>
            <a:r>
              <a:rPr lang="nl-NL" altLang="uz-Cyrl-UZ" sz="1900" b="1" i="1">
                <a:latin typeface="Times New Roman" pitchFamily="18" charset="0"/>
                <a:ea typeface="ＭＳ Ｐゴシック" pitchFamily="34" charset="-128"/>
                <a:cs typeface="Times New Roman" pitchFamily="18" charset="0"/>
              </a:rPr>
              <a:t> </a:t>
            </a:r>
            <a:endParaRPr lang="ru-RU" altLang="uz-Cyrl-UZ" sz="1900">
              <a:latin typeface="Times New Roman" pitchFamily="18" charset="0"/>
              <a:ea typeface="ＭＳ Ｐゴシック" pitchFamily="34" charset="-128"/>
              <a:cs typeface="Times New Roman" pitchFamily="18" charset="0"/>
            </a:endParaRPr>
          </a:p>
          <a:p>
            <a:pPr indent="457200" algn="just">
              <a:spcBef>
                <a:spcPts val="600"/>
              </a:spcBef>
              <a:spcAft>
                <a:spcPts val="600"/>
              </a:spcAft>
              <a:buFont typeface="Arial" charset="0"/>
              <a:buChar char="•"/>
              <a:tabLst>
                <a:tab pos="536575" algn="l"/>
                <a:tab pos="812800" algn="l"/>
              </a:tabLst>
            </a:pPr>
            <a:r>
              <a:rPr lang="nl-NL" altLang="uz-Cyrl-UZ" sz="1900" b="1" i="1">
                <a:latin typeface="Times New Roman" pitchFamily="18" charset="0"/>
                <a:ea typeface="ＭＳ Ｐゴシック" pitchFamily="34" charset="-128"/>
                <a:cs typeface="Times New Roman" pitchFamily="18" charset="0"/>
              </a:rPr>
              <a:t>K</a:t>
            </a:r>
            <a:r>
              <a:rPr lang="nl-NL" altLang="uz-Cyrl-UZ" sz="1900" b="1" i="1" baseline="-25000">
                <a:latin typeface="Times New Roman" pitchFamily="18" charset="0"/>
                <a:ea typeface="ＭＳ Ｐゴシック" pitchFamily="34" charset="-128"/>
                <a:cs typeface="Times New Roman" pitchFamily="18" charset="0"/>
              </a:rPr>
              <a:t>1h  </a:t>
            </a:r>
            <a:r>
              <a:rPr lang="uz-Cyrl-UZ" altLang="uz-Cyrl-UZ" sz="1900">
                <a:latin typeface="Times New Roman" pitchFamily="18" charset="0"/>
                <a:ea typeface="ＭＳ Ｐゴシック" pitchFamily="34" charset="-128"/>
                <a:cs typeface="Times New Roman" pitchFamily="18" charset="0"/>
              </a:rPr>
              <a:t>учун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en-US" altLang="uz-Cyrl-UZ" sz="1900" b="1" i="1">
                <a:latin typeface="Times New Roman" pitchFamily="18" charset="0"/>
                <a:ea typeface="ＭＳ Ｐゴシック" pitchFamily="34" charset="-128"/>
                <a:cs typeface="Times New Roman" pitchFamily="18" charset="0"/>
              </a:rPr>
              <a:t> </a:t>
            </a:r>
            <a:r>
              <a:rPr lang="nl-NL" altLang="uz-Cyrl-UZ" sz="1900" b="1" i="1" baseline="30000">
                <a:latin typeface="Times New Roman" pitchFamily="18" charset="0"/>
                <a:ea typeface="ＭＳ Ｐゴシック" pitchFamily="34" charset="-128"/>
                <a:cs typeface="Times New Roman" pitchFamily="18" charset="0"/>
              </a:rPr>
              <a:t>s=3,u=7</a:t>
            </a:r>
            <a:r>
              <a:rPr lang="nl-NL" altLang="uz-Cyrl-UZ" sz="1900" b="1" i="1" baseline="-25000">
                <a:latin typeface="Times New Roman" pitchFamily="18" charset="0"/>
                <a:ea typeface="ＭＳ Ｐゴシック" pitchFamily="34" charset="-128"/>
                <a:cs typeface="Times New Roman" pitchFamily="18" charset="0"/>
              </a:rPr>
              <a:t>s=0,u=0 </a:t>
            </a:r>
            <a:r>
              <a:rPr lang="nl-NL" altLang="uz-Cyrl-UZ" sz="1900" b="1" i="1">
                <a:latin typeface="Times New Roman" pitchFamily="18" charset="0"/>
                <a:ea typeface="ＭＳ Ｐゴシック" pitchFamily="34" charset="-128"/>
                <a:cs typeface="Times New Roman" pitchFamily="18" charset="0"/>
              </a:rPr>
              <a:t>h[s,u]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en-US" altLang="uz-Cyrl-UZ" sz="1900" b="1" i="1">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(J</a:t>
            </a:r>
            <a:r>
              <a:rPr lang="nl-NL" altLang="uz-Cyrl-UZ" sz="1900" b="1" i="1" baseline="-25000">
                <a:latin typeface="Times New Roman" pitchFamily="18" charset="0"/>
                <a:ea typeface="ＭＳ Ｐゴシック" pitchFamily="34" charset="-128"/>
                <a:cs typeface="Times New Roman" pitchFamily="18" charset="0"/>
              </a:rPr>
              <a:t>1hn</a:t>
            </a:r>
            <a:r>
              <a:rPr lang="nl-NL" altLang="uz-Cyrl-UZ" sz="1900" b="1" i="1">
                <a:latin typeface="Times New Roman" pitchFamily="18" charset="0"/>
                <a:ea typeface="ＭＳ Ｐゴシック" pitchFamily="34" charset="-128"/>
                <a:cs typeface="Times New Roman" pitchFamily="18" charset="0"/>
              </a:rPr>
              <a:t>+1)(mod </a:t>
            </a:r>
            <a:r>
              <a:rPr lang="uz-Cyrl-UZ"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 </a:t>
            </a:r>
            <a:r>
              <a:rPr lang="nl-NL" altLang="uz-Cyrl-UZ" sz="1900">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ёки</a:t>
            </a:r>
            <a:r>
              <a:rPr lang="nl-NL" altLang="uz-Cyrl-UZ" sz="1900" b="1" i="1">
                <a:latin typeface="Times New Roman" pitchFamily="18" charset="0"/>
                <a:ea typeface="ＭＳ Ｐゴシック" pitchFamily="34" charset="-128"/>
                <a:cs typeface="Times New Roman" pitchFamily="18" charset="0"/>
              </a:rPr>
              <a:t> K</a:t>
            </a:r>
            <a:r>
              <a:rPr lang="nl-NL" altLang="uz-Cyrl-UZ" sz="1900" b="1" i="1" baseline="-25000">
                <a:latin typeface="Times New Roman" pitchFamily="18" charset="0"/>
                <a:ea typeface="ＭＳ Ｐゴシック" pitchFamily="34" charset="-128"/>
                <a:cs typeface="Times New Roman" pitchFamily="18" charset="0"/>
              </a:rPr>
              <a:t>1hn</a:t>
            </a:r>
            <a:r>
              <a:rPr lang="nl-NL" altLang="uz-Cyrl-UZ" sz="1900" b="1" i="1">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учун</a:t>
            </a:r>
            <a:r>
              <a:rPr lang="nl-NL" altLang="uz-Cyrl-UZ" sz="1900">
                <a:latin typeface="Times New Roman" pitchFamily="18" charset="0"/>
                <a:ea typeface="ＭＳ Ｐゴシック" pitchFamily="34" charset="-128"/>
                <a:cs typeface="Times New Roman" pitchFamily="18" charset="0"/>
              </a:rPr>
              <a:t> </a:t>
            </a:r>
            <a:endParaRPr lang="uz-Cyrl-UZ" altLang="uz-Cyrl-UZ" sz="1900">
              <a:latin typeface="Times New Roman" pitchFamily="18" charset="0"/>
              <a:ea typeface="ＭＳ Ｐゴシック" pitchFamily="34" charset="-128"/>
              <a:cs typeface="Times New Roman" pitchFamily="18" charset="0"/>
            </a:endParaRPr>
          </a:p>
          <a:p>
            <a:pPr indent="457200" algn="just">
              <a:spcBef>
                <a:spcPts val="600"/>
              </a:spcBef>
              <a:spcAft>
                <a:spcPts val="600"/>
              </a:spcAft>
              <a:tabLst>
                <a:tab pos="536575" algn="l"/>
                <a:tab pos="812800" algn="l"/>
              </a:tabLst>
            </a:pP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en-US" altLang="uz-Cyrl-UZ" sz="1900" b="1" i="1">
                <a:latin typeface="Times New Roman" pitchFamily="18" charset="0"/>
                <a:ea typeface="ＭＳ Ｐゴシック" pitchFamily="34" charset="-128"/>
                <a:cs typeface="Times New Roman" pitchFamily="18" charset="0"/>
              </a:rPr>
              <a:t> </a:t>
            </a:r>
            <a:r>
              <a:rPr lang="nl-NL" altLang="uz-Cyrl-UZ" sz="1900" b="1" i="1" baseline="30000">
                <a:latin typeface="Times New Roman" pitchFamily="18" charset="0"/>
                <a:ea typeface="ＭＳ Ｐゴシック" pitchFamily="34" charset="-128"/>
                <a:cs typeface="Times New Roman" pitchFamily="18" charset="0"/>
              </a:rPr>
              <a:t>s=3,u=7 </a:t>
            </a:r>
            <a:r>
              <a:rPr lang="nl-NL" altLang="uz-Cyrl-UZ" sz="1900" b="1" i="1" baseline="-25000">
                <a:latin typeface="Times New Roman" pitchFamily="18" charset="0"/>
                <a:ea typeface="ＭＳ Ｐゴシック" pitchFamily="34" charset="-128"/>
                <a:cs typeface="Times New Roman" pitchFamily="18" charset="0"/>
              </a:rPr>
              <a:t>s=0,u=0 </a:t>
            </a:r>
            <a:r>
              <a:rPr lang="nl-NL" altLang="uz-Cyrl-UZ" sz="1900" b="1" i="1">
                <a:latin typeface="Times New Roman" pitchFamily="18" charset="0"/>
                <a:ea typeface="ＭＳ Ｐゴシック" pitchFamily="34" charset="-128"/>
                <a:cs typeface="Times New Roman" pitchFamily="18" charset="0"/>
              </a:rPr>
              <a:t>hn[s,u]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en-US" altLang="uz-Cyrl-UZ" sz="1900" b="1" i="1">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(J</a:t>
            </a:r>
            <a:r>
              <a:rPr lang="nl-NL" altLang="uz-Cyrl-UZ" sz="1900" b="1" i="1" baseline="-25000">
                <a:latin typeface="Times New Roman" pitchFamily="18" charset="0"/>
                <a:ea typeface="ＭＳ Ｐゴシック" pitchFamily="34" charset="-128"/>
                <a:cs typeface="Times New Roman" pitchFamily="18" charset="0"/>
              </a:rPr>
              <a:t>1h</a:t>
            </a:r>
            <a:r>
              <a:rPr lang="nl-NL" altLang="uz-Cyrl-UZ" sz="1900" b="1" i="1">
                <a:latin typeface="Times New Roman" pitchFamily="18" charset="0"/>
                <a:ea typeface="ＭＳ Ｐゴシック" pitchFamily="34" charset="-128"/>
                <a:cs typeface="Times New Roman" pitchFamily="18" charset="0"/>
              </a:rPr>
              <a:t> +1</a:t>
            </a:r>
            <a:r>
              <a:rPr lang="nl-NL" altLang="uz-Cyrl-UZ" sz="1900">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(mod </a:t>
            </a:r>
            <a:r>
              <a:rPr lang="uz-Cyrl-UZ"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a:t>
            </a:r>
            <a:r>
              <a:rPr lang="uz-Cyrl-UZ" altLang="uz-Cyrl-UZ" sz="1900">
                <a:latin typeface="Times New Roman" pitchFamily="18" charset="0"/>
                <a:ea typeface="ＭＳ Ｐゴシック" pitchFamily="34" charset="-128"/>
                <a:cs typeface="Times New Roman" pitchFamily="18" charset="0"/>
              </a:rPr>
              <a:t> бўлса</a:t>
            </a:r>
            <a:r>
              <a:rPr lang="nl-NL" altLang="uz-Cyrl-UZ" sz="1900" b="1" i="1">
                <a:latin typeface="Times New Roman" pitchFamily="18" charset="0"/>
                <a:ea typeface="ＭＳ Ｐゴシック" pitchFamily="34" charset="-128"/>
                <a:cs typeface="Times New Roman" pitchFamily="18" charset="0"/>
              </a:rPr>
              <a:t>,</a:t>
            </a:r>
            <a:r>
              <a:rPr lang="nl-NL" altLang="uz-Cyrl-UZ" sz="1900">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Δ=0 </a:t>
            </a:r>
            <a:r>
              <a:rPr lang="ru-RU" altLang="uz-Cyrl-UZ" sz="1900">
                <a:latin typeface="Times New Roman" pitchFamily="18" charset="0"/>
                <a:ea typeface="ＭＳ Ｐゴシック" pitchFamily="34" charset="-128"/>
                <a:cs typeface="Times New Roman" pitchFamily="18" charset="0"/>
              </a:rPr>
              <a:t>деб қабул қилинади</a:t>
            </a:r>
            <a:r>
              <a:rPr lang="uz-Cyrl-UZ" altLang="uz-Cyrl-UZ" sz="1900">
                <a:latin typeface="Times New Roman" pitchFamily="18" charset="0"/>
                <a:ea typeface="ＭＳ Ｐゴシック" pitchFamily="34" charset="-128"/>
                <a:cs typeface="Times New Roman" pitchFamily="18" charset="0"/>
              </a:rPr>
              <a:t>,</a:t>
            </a:r>
            <a:r>
              <a:rPr lang="uz-Cyrl-UZ" altLang="uz-Cyrl-UZ" sz="1900" b="1" i="1">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акс ҳолда </a:t>
            </a:r>
            <a:r>
              <a:rPr lang="nl-NL" altLang="uz-Cyrl-UZ" sz="1900" b="1" i="1">
                <a:latin typeface="Times New Roman" pitchFamily="18" charset="0"/>
                <a:ea typeface="ＭＳ Ｐゴシック" pitchFamily="34" charset="-128"/>
                <a:cs typeface="Times New Roman" pitchFamily="18" charset="0"/>
              </a:rPr>
              <a:t> Δ=10</a:t>
            </a:r>
            <a:r>
              <a:rPr lang="uz-Cyrl-UZ" altLang="uz-Cyrl-UZ" sz="1900">
                <a:latin typeface="Times New Roman" pitchFamily="18" charset="0"/>
                <a:ea typeface="ＭＳ Ｐゴシック" pitchFamily="34" charset="-128"/>
                <a:cs typeface="Times New Roman" pitchFamily="18" charset="0"/>
              </a:rPr>
              <a:t> қабул қилинади</a:t>
            </a:r>
            <a:r>
              <a:rPr lang="nl-NL" altLang="uz-Cyrl-UZ" sz="1900">
                <a:latin typeface="Times New Roman" pitchFamily="18" charset="0"/>
                <a:ea typeface="ＭＳ Ｐゴシック" pitchFamily="34" charset="-128"/>
                <a:cs typeface="Times New Roman" pitchFamily="18" charset="0"/>
              </a:rPr>
              <a:t>;</a:t>
            </a:r>
            <a:endParaRPr lang="uz-Cyrl-UZ" altLang="uz-Cyrl-UZ" sz="1900">
              <a:latin typeface="Times New Roman" pitchFamily="18" charset="0"/>
              <a:ea typeface="ＭＳ Ｐゴシック" pitchFamily="34" charset="-128"/>
              <a:cs typeface="Times New Roman" pitchFamily="18" charset="0"/>
            </a:endParaRPr>
          </a:p>
          <a:p>
            <a:pPr indent="457200" algn="just">
              <a:spcBef>
                <a:spcPts val="600"/>
              </a:spcBef>
              <a:spcAft>
                <a:spcPts val="600"/>
              </a:spcAft>
              <a:tabLst>
                <a:tab pos="536575" algn="l"/>
                <a:tab pos="812800" algn="l"/>
              </a:tabLst>
            </a:pPr>
            <a:r>
              <a:rPr lang="uz-Cyrl-UZ" altLang="uz-Cyrl-UZ" sz="1900">
                <a:latin typeface="Times New Roman" pitchFamily="18" charset="0"/>
                <a:ea typeface="ＭＳ Ｐゴシック" pitchFamily="34" charset="-128"/>
                <a:cs typeface="Times New Roman" pitchFamily="18" charset="0"/>
              </a:rPr>
              <a:t>бу ерда</a:t>
            </a:r>
            <a:r>
              <a:rPr lang="nl-NL" altLang="uz-Cyrl-UZ" sz="1900">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h</a:t>
            </a:r>
            <a:r>
              <a:rPr lang="nl-NL" altLang="uz-Cyrl-UZ" sz="1900">
                <a:latin typeface="Times New Roman" pitchFamily="18" charset="0"/>
                <a:ea typeface="ＭＳ Ｐゴシック" pitchFamily="34" charset="-128"/>
                <a:cs typeface="Times New Roman" pitchFamily="18" charset="0"/>
              </a:rPr>
              <a:t> – </a:t>
            </a:r>
            <a:r>
              <a:rPr lang="nl-NL" altLang="uz-Cyrl-UZ" sz="1900" b="1" i="1">
                <a:latin typeface="Times New Roman" pitchFamily="18" charset="0"/>
                <a:ea typeface="ＭＳ Ｐゴシック" pitchFamily="34" charset="-128"/>
                <a:cs typeface="Times New Roman" pitchFamily="18" charset="0"/>
              </a:rPr>
              <a:t>holat </a:t>
            </a:r>
            <a:r>
              <a:rPr lang="uz-Cyrl-UZ" altLang="uz-Cyrl-UZ" sz="1900">
                <a:latin typeface="Times New Roman" pitchFamily="18" charset="0"/>
                <a:ea typeface="ＭＳ Ｐゴシック" pitchFamily="34" charset="-128"/>
                <a:cs typeface="Times New Roman" pitchFamily="18" charset="0"/>
              </a:rPr>
              <a:t>массиви</a:t>
            </a:r>
            <a:r>
              <a:rPr lang="ru-RU" altLang="uz-Cyrl-UZ" sz="1900">
                <a:latin typeface="Times New Roman" pitchFamily="18" charset="0"/>
                <a:ea typeface="ＭＳ Ｐゴシック" pitchFamily="34" charset="-128"/>
                <a:cs typeface="Times New Roman" pitchFamily="18" charset="0"/>
              </a:rPr>
              <a:t>нинг элемент</a:t>
            </a:r>
            <a:r>
              <a:rPr lang="uz-Cyrl-UZ" altLang="uz-Cyrl-UZ" sz="1900">
                <a:latin typeface="Times New Roman" pitchFamily="18" charset="0"/>
                <a:ea typeface="ＭＳ Ｐゴシック" pitchFamily="34" charset="-128"/>
                <a:cs typeface="Times New Roman" pitchFamily="18" charset="0"/>
              </a:rPr>
              <a:t>и</a:t>
            </a:r>
            <a:r>
              <a:rPr lang="nl-NL" altLang="uz-Cyrl-UZ" sz="1900">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hn</a:t>
            </a:r>
            <a:r>
              <a:rPr lang="nl-NL" altLang="uz-Cyrl-UZ" sz="1900">
                <a:latin typeface="Times New Roman" pitchFamily="18" charset="0"/>
                <a:ea typeface="ＭＳ Ｐゴシック" pitchFamily="34" charset="-128"/>
                <a:cs typeface="Times New Roman" pitchFamily="18" charset="0"/>
              </a:rPr>
              <a:t> – </a:t>
            </a:r>
            <a:r>
              <a:rPr lang="nl-NL" altLang="uz-Cyrl-UZ" sz="1900" b="1" i="1">
                <a:latin typeface="Times New Roman" pitchFamily="18" charset="0"/>
                <a:ea typeface="ＭＳ Ｐゴシック" pitchFamily="34" charset="-128"/>
                <a:cs typeface="Times New Roman" pitchFamily="18" charset="0"/>
              </a:rPr>
              <a:t>holatn </a:t>
            </a:r>
            <a:r>
              <a:rPr lang="uz-Cyrl-UZ" altLang="uz-Cyrl-UZ" sz="1900">
                <a:latin typeface="Times New Roman" pitchFamily="18" charset="0"/>
                <a:ea typeface="ＭＳ Ｐゴシック" pitchFamily="34" charset="-128"/>
                <a:cs typeface="Times New Roman" pitchFamily="18" charset="0"/>
              </a:rPr>
              <a:t>массиви</a:t>
            </a:r>
            <a:r>
              <a:rPr lang="ru-RU" altLang="uz-Cyrl-UZ" sz="1900">
                <a:latin typeface="Times New Roman" pitchFamily="18" charset="0"/>
                <a:ea typeface="ＭＳ Ｐゴシック" pitchFamily="34" charset="-128"/>
                <a:cs typeface="Times New Roman" pitchFamily="18" charset="0"/>
              </a:rPr>
              <a:t>нинг элемент</a:t>
            </a:r>
            <a:r>
              <a:rPr lang="uz-Cyrl-UZ" altLang="uz-Cyrl-UZ" sz="1900">
                <a:latin typeface="Times New Roman" pitchFamily="18" charset="0"/>
                <a:ea typeface="ＭＳ Ｐゴシック" pitchFamily="34" charset="-128"/>
                <a:cs typeface="Times New Roman" pitchFamily="18" charset="0"/>
              </a:rPr>
              <a:t>и</a:t>
            </a:r>
            <a:r>
              <a:rPr lang="nl-NL" altLang="uz-Cyrl-UZ" sz="1900">
                <a:latin typeface="Times New Roman" pitchFamily="18" charset="0"/>
                <a:ea typeface="ＭＳ Ｐゴシック" pitchFamily="34" charset="-128"/>
                <a:cs typeface="Times New Roman" pitchFamily="18" charset="0"/>
              </a:rPr>
              <a:t>.  </a:t>
            </a:r>
            <a:endParaRPr lang="uz-Cyrl-UZ" altLang="uz-Cyrl-UZ" sz="1900">
              <a:latin typeface="Times New Roman" pitchFamily="18" charset="0"/>
              <a:ea typeface="ＭＳ Ｐゴシック" pitchFamily="34" charset="-128"/>
              <a:cs typeface="Times New Roman" pitchFamily="18" charset="0"/>
            </a:endParaRPr>
          </a:p>
          <a:p>
            <a:pPr indent="457200" algn="just">
              <a:spcBef>
                <a:spcPts val="600"/>
              </a:spcBef>
              <a:spcAft>
                <a:spcPts val="600"/>
              </a:spcAft>
              <a:buFont typeface="Arial" charset="0"/>
              <a:buChar char="•"/>
              <a:tabLst>
                <a:tab pos="536575" algn="l"/>
                <a:tab pos="812800" algn="l"/>
              </a:tabLst>
            </a:pPr>
            <a:r>
              <a:rPr lang="nl-NL" altLang="uz-Cyrl-UZ" sz="1900" b="1" i="1">
                <a:latin typeface="Times New Roman" pitchFamily="18" charset="0"/>
                <a:ea typeface="ＭＳ Ｐゴシック" pitchFamily="34" charset="-128"/>
                <a:cs typeface="Times New Roman" pitchFamily="18" charset="0"/>
              </a:rPr>
              <a:t>h[s,u]</a:t>
            </a:r>
            <a:r>
              <a:rPr lang="nl-NL" altLang="uz-Cyrl-UZ" sz="1900" b="1" i="1" baseline="30000">
                <a:latin typeface="Times New Roman" pitchFamily="18" charset="0"/>
                <a:ea typeface="ＭＳ Ｐゴシック" pitchFamily="34" charset="-128"/>
                <a:cs typeface="Times New Roman" pitchFamily="18" charset="0"/>
              </a:rPr>
              <a:t> \-2</a:t>
            </a:r>
            <a:r>
              <a:rPr lang="nl-NL" altLang="uz-Cyrl-UZ" sz="1900" b="1" i="1">
                <a:latin typeface="Times New Roman" pitchFamily="18" charset="0"/>
                <a:ea typeface="ＭＳ Ｐゴシック" pitchFamily="34" charset="-128"/>
                <a:cs typeface="Times New Roman" pitchFamily="18" charset="0"/>
              </a:rPr>
              <a:t>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  </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a:latin typeface="Times New Roman" pitchFamily="18" charset="0"/>
                <a:ea typeface="ＭＳ Ｐゴシック" pitchFamily="34" charset="-128"/>
                <a:cs typeface="Times New Roman" pitchFamily="18" charset="0"/>
              </a:rPr>
              <a:t> A</a:t>
            </a:r>
            <a:r>
              <a:rPr lang="nl-NL" altLang="uz-Cyrl-UZ" sz="1900" b="1" i="1" baseline="-25000">
                <a:latin typeface="Times New Roman" pitchFamily="18" charset="0"/>
                <a:ea typeface="ＭＳ Ｐゴシック" pitchFamily="34" charset="-128"/>
                <a:cs typeface="Times New Roman" pitchFamily="18" charset="0"/>
              </a:rPr>
              <a:t>2h</a:t>
            </a:r>
            <a:r>
              <a:rPr lang="nl-NL" altLang="uz-Cyrl-UZ" sz="1900" b="1" i="1">
                <a:latin typeface="Times New Roman" pitchFamily="18" charset="0"/>
                <a:ea typeface="ＭＳ Ｐゴシック" pitchFamily="34" charset="-128"/>
                <a:cs typeface="Times New Roman" pitchFamily="18" charset="0"/>
              </a:rPr>
              <a:t>h[s,u]</a:t>
            </a:r>
            <a:r>
              <a:rPr lang="nl-NL" altLang="uz-Cyrl-UZ" sz="1900" b="1" i="1" baseline="30000">
                <a:latin typeface="Times New Roman" pitchFamily="18" charset="0"/>
                <a:ea typeface="ＭＳ Ｐゴシック" pitchFamily="34" charset="-128"/>
                <a:cs typeface="Times New Roman" pitchFamily="18" charset="0"/>
              </a:rPr>
              <a:t> \-1</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a:latin typeface="Times New Roman" pitchFamily="18" charset="0"/>
                <a:ea typeface="ＭＳ Ｐゴシック" pitchFamily="34" charset="-128"/>
                <a:cs typeface="Times New Roman" pitchFamily="18" charset="0"/>
              </a:rPr>
              <a:t>B</a:t>
            </a:r>
            <a:r>
              <a:rPr lang="nl-NL" altLang="uz-Cyrl-UZ" sz="1900" b="1" i="1" baseline="-25000">
                <a:latin typeface="Times New Roman" pitchFamily="18" charset="0"/>
                <a:ea typeface="ＭＳ Ｐゴシック" pitchFamily="34" charset="-128"/>
                <a:cs typeface="Times New Roman" pitchFamily="18" charset="0"/>
              </a:rPr>
              <a:t>2h</a:t>
            </a:r>
            <a:r>
              <a:rPr lang="uz-Cyrl-UZ" altLang="uz-Cyrl-UZ" sz="1900" b="1" i="1">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 Rh[s,u]</a:t>
            </a:r>
            <a:r>
              <a:rPr lang="nl-NL" altLang="uz-Cyrl-UZ" sz="1900" b="1" i="1" baseline="30000">
                <a:latin typeface="Times New Roman" pitchFamily="18" charset="0"/>
                <a:ea typeface="ＭＳ Ｐゴシック" pitchFamily="34" charset="-128"/>
                <a:cs typeface="Times New Roman" pitchFamily="18" charset="0"/>
              </a:rPr>
              <a:t> \-1</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baseline="30000">
                <a:latin typeface="Times New Roman" pitchFamily="18" charset="0"/>
                <a:ea typeface="ＭＳ Ｐゴシック" pitchFamily="34" charset="-128"/>
                <a:cs typeface="Times New Roman" pitchFamily="18" charset="0"/>
              </a:rPr>
              <a:t> -1</a:t>
            </a:r>
            <a:r>
              <a:rPr lang="nl-NL" altLang="uz-Cyrl-UZ" sz="1900" b="1" i="1">
                <a:latin typeface="Times New Roman" pitchFamily="18" charset="0"/>
                <a:ea typeface="ＭＳ Ｐゴシック" pitchFamily="34" charset="-128"/>
                <a:cs typeface="Times New Roman" pitchFamily="18" charset="0"/>
              </a:rPr>
              <a:t>(mod </a:t>
            </a:r>
            <a:r>
              <a:rPr lang="ru-RU"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a:t>
            </a:r>
            <a:r>
              <a:rPr lang="en-US" altLang="uz-Cyrl-UZ" sz="1900" b="1" i="1">
                <a:latin typeface="Times New Roman" pitchFamily="18" charset="0"/>
                <a:ea typeface="ＭＳ Ｐゴシック" pitchFamily="34" charset="-128"/>
                <a:cs typeface="Times New Roman" pitchFamily="18" charset="0"/>
              </a:rPr>
              <a:t>,</a:t>
            </a:r>
            <a:r>
              <a:rPr lang="en-US" altLang="uz-Cyrl-UZ" sz="1900">
                <a:latin typeface="Times New Roman" pitchFamily="18" charset="0"/>
                <a:ea typeface="ＭＳ Ｐゴシック" pitchFamily="34" charset="-128"/>
                <a:cs typeface="Times New Roman" pitchFamily="18" charset="0"/>
              </a:rPr>
              <a:t> </a:t>
            </a:r>
            <a:endParaRPr lang="ru-RU" altLang="uz-Cyrl-UZ" sz="1900">
              <a:latin typeface="Times New Roman" pitchFamily="18" charset="0"/>
              <a:ea typeface="ＭＳ Ｐゴシック" pitchFamily="34" charset="-128"/>
              <a:cs typeface="Times New Roman" pitchFamily="18" charset="0"/>
            </a:endParaRPr>
          </a:p>
          <a:p>
            <a:pPr indent="457200" algn="just">
              <a:spcBef>
                <a:spcPts val="600"/>
              </a:spcBef>
              <a:spcAft>
                <a:spcPts val="600"/>
              </a:spcAft>
              <a:tabLst>
                <a:tab pos="536575" algn="l"/>
                <a:tab pos="812800" algn="l"/>
              </a:tabLst>
            </a:pPr>
            <a:r>
              <a:rPr lang="uz-Cyrl-UZ" altLang="uz-Cyrl-UZ" sz="1900">
                <a:latin typeface="Times New Roman" pitchFamily="18" charset="0"/>
                <a:ea typeface="ＭＳ Ｐゴシック" pitchFamily="34" charset="-128"/>
                <a:cs typeface="Times New Roman" pitchFamily="18" charset="0"/>
              </a:rPr>
              <a:t>агар</a:t>
            </a:r>
            <a:r>
              <a:rPr lang="nl-NL" altLang="uz-Cyrl-UZ" sz="1900" b="1" i="1">
                <a:latin typeface="Times New Roman" pitchFamily="18" charset="0"/>
                <a:ea typeface="ＭＳ Ｐゴシック" pitchFamily="34" charset="-128"/>
                <a:cs typeface="Times New Roman" pitchFamily="18" charset="0"/>
              </a:rPr>
              <a:t> h[s,u]</a:t>
            </a:r>
            <a:r>
              <a:rPr lang="nl-NL" altLang="uz-Cyrl-UZ" sz="1900" b="1" i="1" baseline="30000">
                <a:latin typeface="Times New Roman" pitchFamily="18" charset="0"/>
                <a:ea typeface="ＭＳ Ｐゴシック" pitchFamily="34" charset="-128"/>
                <a:cs typeface="Times New Roman" pitchFamily="18" charset="0"/>
              </a:rPr>
              <a:t>\-2</a:t>
            </a:r>
            <a:r>
              <a:rPr lang="nl-NL" altLang="uz-Cyrl-UZ" sz="1900" b="1" i="1">
                <a:latin typeface="Times New Roman" pitchFamily="18" charset="0"/>
                <a:ea typeface="ＭＳ Ｐゴシック" pitchFamily="34" charset="-128"/>
                <a:cs typeface="Times New Roman" pitchFamily="18" charset="0"/>
              </a:rPr>
              <a:t>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 0 (mod </a:t>
            </a:r>
            <a:r>
              <a:rPr lang="uz-Cyrl-UZ"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a:t>
            </a:r>
            <a:r>
              <a:rPr lang="uz-Cyrl-UZ" altLang="uz-Cyrl-UZ" sz="1900">
                <a:latin typeface="Times New Roman" pitchFamily="18" charset="0"/>
                <a:ea typeface="ＭＳ Ｐゴシック" pitchFamily="34" charset="-128"/>
                <a:cs typeface="Times New Roman" pitchFamily="18" charset="0"/>
              </a:rPr>
              <a:t> бўлса</a:t>
            </a:r>
            <a:r>
              <a:rPr lang="nl-NL" altLang="uz-Cyrl-UZ" sz="1900">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у ҳолда</a:t>
            </a:r>
            <a:r>
              <a:rPr lang="nl-NL" altLang="uz-Cyrl-UZ" sz="1900" b="1" i="1">
                <a:latin typeface="Times New Roman" pitchFamily="18" charset="0"/>
                <a:ea typeface="ＭＳ Ｐゴシック" pitchFamily="34" charset="-128"/>
                <a:cs typeface="Times New Roman" pitchFamily="18" charset="0"/>
              </a:rPr>
              <a:t> h[s,u]</a:t>
            </a:r>
            <a:r>
              <a:rPr lang="nl-NL" altLang="uz-Cyrl-UZ" sz="1900" b="1" i="1" baseline="30000">
                <a:latin typeface="Times New Roman" pitchFamily="18" charset="0"/>
                <a:ea typeface="ＭＳ Ｐゴシック" pitchFamily="34" charset="-128"/>
                <a:cs typeface="Times New Roman" pitchFamily="18" charset="0"/>
              </a:rPr>
              <a:t>\-2</a:t>
            </a:r>
            <a:r>
              <a:rPr lang="nl-NL" altLang="uz-Cyrl-UZ" sz="1900" b="1" i="1">
                <a:latin typeface="Times New Roman" pitchFamily="18" charset="0"/>
                <a:ea typeface="ＭＳ Ｐゴシック" pitchFamily="34" charset="-128"/>
                <a:cs typeface="Times New Roman" pitchFamily="18" charset="0"/>
              </a:rPr>
              <a:t>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 A</a:t>
            </a:r>
            <a:r>
              <a:rPr lang="nl-NL" altLang="uz-Cyrl-UZ" sz="1900" b="1" i="1" baseline="-25000">
                <a:latin typeface="Times New Roman" pitchFamily="18" charset="0"/>
                <a:ea typeface="ＭＳ Ｐゴシック" pitchFamily="34" charset="-128"/>
                <a:cs typeface="Times New Roman" pitchFamily="18" charset="0"/>
              </a:rPr>
              <a:t>2h</a:t>
            </a:r>
            <a:r>
              <a:rPr lang="nl-NL" altLang="uz-Cyrl-UZ" sz="1900" b="1" i="1">
                <a:latin typeface="Times New Roman" pitchFamily="18" charset="0"/>
                <a:ea typeface="ＭＳ Ｐゴシック" pitchFamily="34" charset="-128"/>
                <a:cs typeface="Times New Roman" pitchFamily="18" charset="0"/>
              </a:rPr>
              <a:t>+ B</a:t>
            </a:r>
            <a:r>
              <a:rPr lang="nl-NL" altLang="uz-Cyrl-UZ" sz="1900" b="1" i="1" baseline="-25000">
                <a:latin typeface="Times New Roman" pitchFamily="18" charset="0"/>
                <a:ea typeface="ＭＳ Ｐゴシック" pitchFamily="34" charset="-128"/>
                <a:cs typeface="Times New Roman" pitchFamily="18" charset="0"/>
              </a:rPr>
              <a:t>2h </a:t>
            </a:r>
            <a:r>
              <a:rPr lang="nl-NL" altLang="uz-Cyrl-UZ" sz="1900" b="1" i="1">
                <a:latin typeface="Times New Roman" pitchFamily="18" charset="0"/>
                <a:ea typeface="ＭＳ Ｐゴシック" pitchFamily="34" charset="-128"/>
                <a:cs typeface="Times New Roman" pitchFamily="18" charset="0"/>
              </a:rPr>
              <a:t>(mod </a:t>
            </a:r>
            <a:r>
              <a:rPr lang="uz-Cyrl-UZ"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ҳисобланади</a:t>
            </a:r>
            <a:r>
              <a:rPr lang="nl-NL" altLang="uz-Cyrl-UZ" sz="1900">
                <a:latin typeface="Times New Roman" pitchFamily="18" charset="0"/>
                <a:ea typeface="ＭＳ Ｐゴシック" pitchFamily="34" charset="-128"/>
                <a:cs typeface="Times New Roman" pitchFamily="18" charset="0"/>
              </a:rPr>
              <a:t>,</a:t>
            </a:r>
            <a:endParaRPr lang="uz-Cyrl-UZ" altLang="uz-Cyrl-UZ" sz="1900">
              <a:latin typeface="Times New Roman" pitchFamily="18" charset="0"/>
              <a:ea typeface="ＭＳ Ｐゴシック" pitchFamily="34" charset="-128"/>
              <a:cs typeface="Times New Roman" pitchFamily="18" charset="0"/>
            </a:endParaRPr>
          </a:p>
          <a:p>
            <a:pPr indent="457200" algn="just">
              <a:spcBef>
                <a:spcPts val="600"/>
              </a:spcBef>
              <a:spcAft>
                <a:spcPts val="600"/>
              </a:spcAft>
              <a:buFont typeface="Arial" charset="0"/>
              <a:buChar char="•"/>
              <a:tabLst>
                <a:tab pos="536575" algn="l"/>
                <a:tab pos="812800" algn="l"/>
              </a:tabLst>
            </a:pPr>
            <a:r>
              <a:rPr lang="nl-NL" altLang="uz-Cyrl-UZ" sz="1900" b="1" i="1">
                <a:latin typeface="Times New Roman" pitchFamily="18" charset="0"/>
                <a:ea typeface="ＭＳ Ｐゴシック" pitchFamily="34" charset="-128"/>
                <a:cs typeface="Times New Roman" pitchFamily="18" charset="0"/>
              </a:rPr>
              <a:t>hn[s,u]</a:t>
            </a:r>
            <a:r>
              <a:rPr lang="nl-NL" altLang="uz-Cyrl-UZ" sz="1900" b="1" i="1" baseline="30000">
                <a:latin typeface="Times New Roman" pitchFamily="18" charset="0"/>
                <a:ea typeface="ＭＳ Ｐゴシック" pitchFamily="34" charset="-128"/>
                <a:cs typeface="Times New Roman" pitchFamily="18" charset="0"/>
              </a:rPr>
              <a:t> \-2</a:t>
            </a:r>
            <a:r>
              <a:rPr lang="nl-NL" altLang="uz-Cyrl-UZ" sz="1900" b="1" i="1">
                <a:latin typeface="Times New Roman" pitchFamily="18" charset="0"/>
                <a:ea typeface="ＭＳ Ｐゴシック" pitchFamily="34" charset="-128"/>
                <a:cs typeface="Times New Roman" pitchFamily="18" charset="0"/>
              </a:rPr>
              <a:t>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  </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a:latin typeface="Times New Roman" pitchFamily="18" charset="0"/>
                <a:ea typeface="ＭＳ Ｐゴシック" pitchFamily="34" charset="-128"/>
                <a:cs typeface="Times New Roman" pitchFamily="18" charset="0"/>
              </a:rPr>
              <a:t> A</a:t>
            </a:r>
            <a:r>
              <a:rPr lang="nl-NL" altLang="uz-Cyrl-UZ" sz="1900" b="1" i="1" baseline="-25000">
                <a:latin typeface="Times New Roman" pitchFamily="18" charset="0"/>
                <a:ea typeface="ＭＳ Ｐゴシック" pitchFamily="34" charset="-128"/>
                <a:cs typeface="Times New Roman" pitchFamily="18" charset="0"/>
              </a:rPr>
              <a:t>2hn</a:t>
            </a:r>
            <a:r>
              <a:rPr lang="nl-NL" altLang="uz-Cyrl-UZ" sz="1900" b="1" i="1">
                <a:latin typeface="Times New Roman" pitchFamily="18" charset="0"/>
                <a:ea typeface="ＭＳ Ｐゴシック" pitchFamily="34" charset="-128"/>
                <a:cs typeface="Times New Roman" pitchFamily="18" charset="0"/>
              </a:rPr>
              <a:t>hn[s,u]</a:t>
            </a:r>
            <a:r>
              <a:rPr lang="nl-NL" altLang="uz-Cyrl-UZ" sz="1900" b="1" i="1" baseline="30000">
                <a:latin typeface="Times New Roman" pitchFamily="18" charset="0"/>
                <a:ea typeface="ＭＳ Ｐゴシック" pitchFamily="34" charset="-128"/>
                <a:cs typeface="Times New Roman" pitchFamily="18" charset="0"/>
              </a:rPr>
              <a:t> \-1</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a:latin typeface="Times New Roman" pitchFamily="18" charset="0"/>
                <a:ea typeface="ＭＳ Ｐゴシック" pitchFamily="34" charset="-128"/>
                <a:cs typeface="Times New Roman" pitchFamily="18" charset="0"/>
              </a:rPr>
              <a:t>B</a:t>
            </a:r>
            <a:r>
              <a:rPr lang="nl-NL" altLang="uz-Cyrl-UZ" sz="1900" b="1" i="1" baseline="-25000">
                <a:latin typeface="Times New Roman" pitchFamily="18" charset="0"/>
                <a:ea typeface="ＭＳ Ｐゴシック" pitchFamily="34" charset="-128"/>
                <a:cs typeface="Times New Roman" pitchFamily="18" charset="0"/>
              </a:rPr>
              <a:t>2hn</a:t>
            </a:r>
            <a:r>
              <a:rPr lang="uz-Cyrl-UZ" altLang="uz-Cyrl-UZ" sz="1900" b="1" i="1">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 Rhn[s,u]</a:t>
            </a:r>
            <a:r>
              <a:rPr lang="nl-NL" altLang="uz-Cyrl-UZ" sz="1900" b="1" i="1" baseline="30000">
                <a:latin typeface="Times New Roman" pitchFamily="18" charset="0"/>
                <a:ea typeface="ＭＳ Ｐゴシック" pitchFamily="34" charset="-128"/>
                <a:cs typeface="Times New Roman" pitchFamily="18" charset="0"/>
              </a:rPr>
              <a:t> \-1</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baseline="30000">
                <a:latin typeface="Times New Roman" pitchFamily="18" charset="0"/>
                <a:ea typeface="ＭＳ Ｐゴシック" pitchFamily="34" charset="-128"/>
                <a:cs typeface="Times New Roman" pitchFamily="18" charset="0"/>
              </a:rPr>
              <a:t> -1</a:t>
            </a:r>
            <a:r>
              <a:rPr lang="nl-NL" altLang="uz-Cyrl-UZ" sz="1900" b="1" i="1">
                <a:latin typeface="Times New Roman" pitchFamily="18" charset="0"/>
                <a:ea typeface="ＭＳ Ｐゴシック" pitchFamily="34" charset="-128"/>
                <a:cs typeface="Times New Roman" pitchFamily="18" charset="0"/>
              </a:rPr>
              <a:t>(mod </a:t>
            </a:r>
            <a:r>
              <a:rPr lang="ru-RU"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a:t>
            </a:r>
            <a:r>
              <a:rPr lang="en-US" altLang="uz-Cyrl-UZ" sz="1900" b="1" i="1">
                <a:latin typeface="Times New Roman" pitchFamily="18" charset="0"/>
                <a:ea typeface="ＭＳ Ｐゴシック" pitchFamily="34" charset="-128"/>
                <a:cs typeface="Times New Roman" pitchFamily="18" charset="0"/>
              </a:rPr>
              <a:t>,</a:t>
            </a:r>
            <a:endParaRPr lang="ru-RU" altLang="uz-Cyrl-UZ" sz="1900">
              <a:latin typeface="Times New Roman" pitchFamily="18" charset="0"/>
              <a:ea typeface="ＭＳ Ｐゴシック" pitchFamily="34" charset="-128"/>
              <a:cs typeface="Times New Roman" pitchFamily="18" charset="0"/>
            </a:endParaRPr>
          </a:p>
          <a:p>
            <a:pPr indent="457200" algn="just">
              <a:spcBef>
                <a:spcPts val="600"/>
              </a:spcBef>
              <a:spcAft>
                <a:spcPts val="600"/>
              </a:spcAft>
              <a:tabLst>
                <a:tab pos="536575" algn="l"/>
                <a:tab pos="812800" algn="l"/>
              </a:tabLst>
            </a:pPr>
            <a:r>
              <a:rPr lang="uz-Cyrl-UZ" altLang="uz-Cyrl-UZ" sz="1900">
                <a:latin typeface="Times New Roman" pitchFamily="18" charset="0"/>
                <a:ea typeface="ＭＳ Ｐゴシック" pitchFamily="34" charset="-128"/>
                <a:cs typeface="Times New Roman" pitchFamily="18" charset="0"/>
              </a:rPr>
              <a:t>агар </a:t>
            </a:r>
            <a:r>
              <a:rPr lang="nl-NL" altLang="uz-Cyrl-UZ" sz="1900" b="1" i="1">
                <a:latin typeface="Times New Roman" pitchFamily="18" charset="0"/>
                <a:ea typeface="ＭＳ Ｐゴシック" pitchFamily="34" charset="-128"/>
                <a:cs typeface="Times New Roman" pitchFamily="18" charset="0"/>
              </a:rPr>
              <a:t>hn[s,u]</a:t>
            </a:r>
            <a:r>
              <a:rPr lang="nl-NL" altLang="uz-Cyrl-UZ" sz="1900" b="1" i="1" baseline="30000">
                <a:latin typeface="Times New Roman" pitchFamily="18" charset="0"/>
                <a:ea typeface="ＭＳ Ｐゴシック" pitchFamily="34" charset="-128"/>
                <a:cs typeface="Times New Roman" pitchFamily="18" charset="0"/>
              </a:rPr>
              <a:t> \-2</a:t>
            </a:r>
            <a:r>
              <a:rPr lang="nl-NL" altLang="uz-Cyrl-UZ" sz="1900" b="1" i="1">
                <a:latin typeface="Times New Roman" pitchFamily="18" charset="0"/>
                <a:ea typeface="ＭＳ Ｐゴシック" pitchFamily="34" charset="-128"/>
                <a:cs typeface="Times New Roman" pitchFamily="18" charset="0"/>
              </a:rPr>
              <a:t>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 0 (mod </a:t>
            </a:r>
            <a:r>
              <a:rPr lang="uz-Cyrl-UZ"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a:t>
            </a:r>
            <a:r>
              <a:rPr lang="uz-Cyrl-UZ" altLang="uz-Cyrl-UZ" sz="1900">
                <a:latin typeface="Times New Roman" pitchFamily="18" charset="0"/>
                <a:ea typeface="ＭＳ Ｐゴシック" pitchFamily="34" charset="-128"/>
                <a:cs typeface="Times New Roman" pitchFamily="18" charset="0"/>
              </a:rPr>
              <a:t> бўлса</a:t>
            </a:r>
            <a:r>
              <a:rPr lang="nl-NL" altLang="uz-Cyrl-UZ" sz="1900">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у ҳолда</a:t>
            </a:r>
            <a:r>
              <a:rPr lang="nl-NL" altLang="uz-Cyrl-UZ" sz="1900" b="1" i="1">
                <a:latin typeface="Times New Roman" pitchFamily="18" charset="0"/>
                <a:ea typeface="ＭＳ Ｐゴシック" pitchFamily="34" charset="-128"/>
                <a:cs typeface="Times New Roman" pitchFamily="18" charset="0"/>
              </a:rPr>
              <a:t> hn[s,u]</a:t>
            </a:r>
            <a:r>
              <a:rPr lang="nl-NL" altLang="uz-Cyrl-UZ" sz="1900" b="1" i="1" baseline="30000">
                <a:latin typeface="Times New Roman" pitchFamily="18" charset="0"/>
                <a:ea typeface="ＭＳ Ｐゴシック" pitchFamily="34" charset="-128"/>
                <a:cs typeface="Times New Roman" pitchFamily="18" charset="0"/>
              </a:rPr>
              <a:t> \-2</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en-US" altLang="uz-Cyrl-UZ" sz="1900">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A</a:t>
            </a:r>
            <a:r>
              <a:rPr lang="nl-NL" altLang="uz-Cyrl-UZ" sz="1900" b="1" i="1" baseline="-25000">
                <a:latin typeface="Times New Roman" pitchFamily="18" charset="0"/>
                <a:ea typeface="ＭＳ Ｐゴシック" pitchFamily="34" charset="-128"/>
                <a:cs typeface="Times New Roman" pitchFamily="18" charset="0"/>
              </a:rPr>
              <a:t>2hn</a:t>
            </a:r>
            <a:r>
              <a:rPr lang="nl-NL" altLang="uz-Cyrl-UZ" sz="1900" b="1" i="1">
                <a:latin typeface="Times New Roman" pitchFamily="18" charset="0"/>
                <a:ea typeface="ＭＳ Ｐゴシック" pitchFamily="34" charset="-128"/>
                <a:cs typeface="Times New Roman" pitchFamily="18" charset="0"/>
              </a:rPr>
              <a:t> + B</a:t>
            </a:r>
            <a:r>
              <a:rPr lang="nl-NL" altLang="uz-Cyrl-UZ" sz="1900" b="1" i="1" baseline="-25000">
                <a:latin typeface="Times New Roman" pitchFamily="18" charset="0"/>
                <a:ea typeface="ＭＳ Ｐゴシック" pitchFamily="34" charset="-128"/>
                <a:cs typeface="Times New Roman" pitchFamily="18" charset="0"/>
              </a:rPr>
              <a:t>2hn </a:t>
            </a:r>
            <a:r>
              <a:rPr lang="nl-NL" altLang="uz-Cyrl-UZ" sz="1900" b="1" i="1">
                <a:latin typeface="Times New Roman" pitchFamily="18" charset="0"/>
                <a:ea typeface="ＭＳ Ｐゴシック" pitchFamily="34" charset="-128"/>
                <a:cs typeface="Times New Roman" pitchFamily="18" charset="0"/>
              </a:rPr>
              <a:t>(mod </a:t>
            </a:r>
            <a:r>
              <a:rPr lang="uz-Cyrl-UZ"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 </a:t>
            </a:r>
            <a:r>
              <a:rPr lang="uz-Cyrl-UZ" altLang="uz-Cyrl-UZ" sz="1900">
                <a:latin typeface="Times New Roman" pitchFamily="18" charset="0"/>
                <a:ea typeface="ＭＳ Ｐゴシック" pitchFamily="34" charset="-128"/>
                <a:cs typeface="Times New Roman" pitchFamily="18" charset="0"/>
              </a:rPr>
              <a:t>ҳисобланади</a:t>
            </a:r>
            <a:r>
              <a:rPr lang="en-US" altLang="uz-Cyrl-UZ" sz="1900">
                <a:latin typeface="Times New Roman" pitchFamily="18" charset="0"/>
                <a:ea typeface="ＭＳ Ｐゴシック" pitchFamily="34" charset="-128"/>
                <a:cs typeface="Times New Roman" pitchFamily="18" charset="0"/>
              </a:rPr>
              <a:t>.</a:t>
            </a:r>
            <a:endParaRPr lang="ru-RU" altLang="uz-Cyrl-UZ" sz="1900">
              <a:latin typeface="Times New Roman" pitchFamily="18" charset="0"/>
              <a:ea typeface="ＭＳ Ｐゴシック" pitchFamily="34" charset="-128"/>
              <a:cs typeface="Times New Roman" pitchFamily="18" charset="0"/>
            </a:endParaRPr>
          </a:p>
          <a:p>
            <a:pPr indent="457200" algn="just">
              <a:spcBef>
                <a:spcPts val="600"/>
              </a:spcBef>
              <a:spcAft>
                <a:spcPts val="600"/>
              </a:spcAft>
              <a:buFont typeface="Arial" charset="0"/>
              <a:buChar char="•"/>
              <a:tabLst>
                <a:tab pos="536575" algn="l"/>
                <a:tab pos="812800" algn="l"/>
              </a:tabLst>
            </a:pPr>
            <a:r>
              <a:rPr lang="nl-NL" altLang="uz-Cyrl-UZ" sz="1900" b="1" i="1">
                <a:latin typeface="Times New Roman" pitchFamily="18" charset="0"/>
                <a:ea typeface="ＭＳ Ｐゴシック" pitchFamily="34" charset="-128"/>
                <a:cs typeface="Times New Roman" pitchFamily="18" charset="0"/>
              </a:rPr>
              <a:t>h[s,u]</a:t>
            </a:r>
            <a:r>
              <a:rPr lang="nl-NL" altLang="uz-Cyrl-UZ" sz="1900" b="1" i="1" baseline="30000">
                <a:latin typeface="Times New Roman" pitchFamily="18" charset="0"/>
                <a:ea typeface="ＭＳ Ｐゴシック" pitchFamily="34" charset="-128"/>
                <a:cs typeface="Times New Roman" pitchFamily="18" charset="0"/>
              </a:rPr>
              <a:t> \-3</a:t>
            </a:r>
            <a:r>
              <a:rPr lang="nl-NL" altLang="uz-Cyrl-UZ" sz="1900" b="1" i="1">
                <a:latin typeface="Times New Roman" pitchFamily="18" charset="0"/>
                <a:ea typeface="ＭＳ Ｐゴシック" pitchFamily="34" charset="-128"/>
                <a:cs typeface="Times New Roman" pitchFamily="18" charset="0"/>
              </a:rPr>
              <a:t>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  </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a:latin typeface="Times New Roman" pitchFamily="18" charset="0"/>
                <a:ea typeface="ＭＳ Ｐゴシック" pitchFamily="34" charset="-128"/>
                <a:cs typeface="Times New Roman" pitchFamily="18" charset="0"/>
              </a:rPr>
              <a:t> A</a:t>
            </a:r>
            <a:r>
              <a:rPr lang="nl-NL" altLang="uz-Cyrl-UZ" sz="1900" b="1" i="1" baseline="-25000">
                <a:latin typeface="Times New Roman" pitchFamily="18" charset="0"/>
                <a:ea typeface="ＭＳ Ｐゴシック" pitchFamily="34" charset="-128"/>
                <a:cs typeface="Times New Roman" pitchFamily="18" charset="0"/>
              </a:rPr>
              <a:t>2h</a:t>
            </a:r>
            <a:r>
              <a:rPr lang="nl-NL" altLang="uz-Cyrl-UZ" sz="1900" b="1" i="1">
                <a:latin typeface="Times New Roman" pitchFamily="18" charset="0"/>
                <a:ea typeface="ＭＳ Ｐゴシック" pitchFamily="34" charset="-128"/>
                <a:cs typeface="Times New Roman" pitchFamily="18" charset="0"/>
              </a:rPr>
              <a:t>h[s,u]</a:t>
            </a:r>
            <a:r>
              <a:rPr lang="nl-NL" altLang="uz-Cyrl-UZ" sz="1900" b="1" i="1" baseline="30000">
                <a:latin typeface="Times New Roman" pitchFamily="18" charset="0"/>
                <a:ea typeface="ＭＳ Ｐゴシック" pitchFamily="34" charset="-128"/>
                <a:cs typeface="Times New Roman" pitchFamily="18" charset="0"/>
              </a:rPr>
              <a:t> \-2</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a:latin typeface="Times New Roman" pitchFamily="18" charset="0"/>
                <a:ea typeface="ＭＳ Ｐゴシック" pitchFamily="34" charset="-128"/>
                <a:cs typeface="Times New Roman" pitchFamily="18" charset="0"/>
              </a:rPr>
              <a:t>B</a:t>
            </a:r>
            <a:r>
              <a:rPr lang="nl-NL" altLang="uz-Cyrl-UZ" sz="1900" b="1" i="1" baseline="-25000">
                <a:latin typeface="Times New Roman" pitchFamily="18" charset="0"/>
                <a:ea typeface="ＭＳ Ｐゴシック" pitchFamily="34" charset="-128"/>
                <a:cs typeface="Times New Roman" pitchFamily="18" charset="0"/>
              </a:rPr>
              <a:t>2h</a:t>
            </a:r>
            <a:r>
              <a:rPr lang="uz-Cyrl-UZ" altLang="uz-Cyrl-UZ" sz="1900" b="1" i="1">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 Rh[s,u]</a:t>
            </a:r>
            <a:r>
              <a:rPr lang="nl-NL" altLang="uz-Cyrl-UZ" sz="1900" b="1" i="1" baseline="30000">
                <a:latin typeface="Times New Roman" pitchFamily="18" charset="0"/>
                <a:ea typeface="ＭＳ Ｐゴシック" pitchFamily="34" charset="-128"/>
                <a:cs typeface="Times New Roman" pitchFamily="18" charset="0"/>
              </a:rPr>
              <a:t> \-2</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baseline="30000">
                <a:latin typeface="Times New Roman" pitchFamily="18" charset="0"/>
                <a:ea typeface="ＭＳ Ｐゴシック" pitchFamily="34" charset="-128"/>
                <a:cs typeface="Times New Roman" pitchFamily="18" charset="0"/>
              </a:rPr>
              <a:t> -1 </a:t>
            </a:r>
            <a:r>
              <a:rPr lang="nl-NL" altLang="uz-Cyrl-UZ" sz="1900" b="1" i="1">
                <a:latin typeface="Times New Roman" pitchFamily="18" charset="0"/>
                <a:ea typeface="ＭＳ Ｐゴシック" pitchFamily="34" charset="-128"/>
                <a:cs typeface="Times New Roman" pitchFamily="18" charset="0"/>
              </a:rPr>
              <a:t>(mod </a:t>
            </a:r>
            <a:r>
              <a:rPr lang="ru-RU"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a:t>
            </a:r>
            <a:r>
              <a:rPr lang="nl-NL" altLang="uz-Cyrl-UZ" sz="1900">
                <a:latin typeface="Times New Roman" pitchFamily="18" charset="0"/>
                <a:ea typeface="ＭＳ Ｐゴシック" pitchFamily="34" charset="-128"/>
                <a:cs typeface="Times New Roman" pitchFamily="18" charset="0"/>
              </a:rPr>
              <a:t>,</a:t>
            </a:r>
            <a:endParaRPr lang="ru-RU" altLang="uz-Cyrl-UZ" sz="1900">
              <a:latin typeface="Times New Roman" pitchFamily="18" charset="0"/>
              <a:ea typeface="ＭＳ Ｐゴシック" pitchFamily="34" charset="-128"/>
              <a:cs typeface="Times New Roman" pitchFamily="18" charset="0"/>
            </a:endParaRPr>
          </a:p>
          <a:p>
            <a:pPr indent="457200" algn="just">
              <a:spcBef>
                <a:spcPts val="600"/>
              </a:spcBef>
              <a:spcAft>
                <a:spcPts val="600"/>
              </a:spcAft>
              <a:buFont typeface="Arial" charset="0"/>
              <a:buChar char="•"/>
              <a:tabLst>
                <a:tab pos="536575" algn="l"/>
                <a:tab pos="812800" algn="l"/>
              </a:tabLst>
            </a:pPr>
            <a:r>
              <a:rPr lang="nl-NL" altLang="uz-Cyrl-UZ" sz="1900" b="1" i="1">
                <a:latin typeface="Times New Roman" pitchFamily="18" charset="0"/>
                <a:ea typeface="ＭＳ Ｐゴシック" pitchFamily="34" charset="-128"/>
                <a:cs typeface="Times New Roman" pitchFamily="18" charset="0"/>
              </a:rPr>
              <a:t>hn[s,u]</a:t>
            </a:r>
            <a:r>
              <a:rPr lang="nl-NL" altLang="uz-Cyrl-UZ" sz="1900" b="1" i="1" baseline="30000">
                <a:latin typeface="Times New Roman" pitchFamily="18" charset="0"/>
                <a:ea typeface="ＭＳ Ｐゴシック" pitchFamily="34" charset="-128"/>
                <a:cs typeface="Times New Roman" pitchFamily="18" charset="0"/>
              </a:rPr>
              <a:t> \-3</a:t>
            </a:r>
            <a:r>
              <a:rPr lang="nl-NL" altLang="uz-Cyrl-UZ" sz="1900" b="1" i="1">
                <a:latin typeface="Times New Roman" pitchFamily="18" charset="0"/>
                <a:ea typeface="ＭＳ Ｐゴシック" pitchFamily="34" charset="-128"/>
                <a:cs typeface="Times New Roman" pitchFamily="18" charset="0"/>
              </a:rPr>
              <a:t> </a:t>
            </a:r>
            <a:r>
              <a:rPr lang="en-US" altLang="uz-Cyrl-UZ" sz="1900" b="1" i="1">
                <a:latin typeface="Times New Roman" pitchFamily="18" charset="0"/>
                <a:ea typeface="ＭＳ Ｐゴシック" pitchFamily="34" charset="-128"/>
                <a:cs typeface="Times New Roman" pitchFamily="18" charset="0"/>
                <a:sym typeface="Symbol" pitchFamily="18" charset="2"/>
              </a:rPr>
              <a:t></a:t>
            </a:r>
            <a:r>
              <a:rPr lang="nl-NL" altLang="uz-Cyrl-UZ" sz="1900" b="1" i="1">
                <a:latin typeface="Times New Roman" pitchFamily="18" charset="0"/>
                <a:ea typeface="ＭＳ Ｐゴシック" pitchFamily="34" charset="-128"/>
                <a:cs typeface="Times New Roman" pitchFamily="18" charset="0"/>
              </a:rPr>
              <a:t>  </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a:latin typeface="Times New Roman" pitchFamily="18" charset="0"/>
                <a:ea typeface="ＭＳ Ｐゴシック" pitchFamily="34" charset="-128"/>
                <a:cs typeface="Times New Roman" pitchFamily="18" charset="0"/>
              </a:rPr>
              <a:t> A</a:t>
            </a:r>
            <a:r>
              <a:rPr lang="nl-NL" altLang="uz-Cyrl-UZ" sz="1900" b="1" i="1" baseline="-25000">
                <a:latin typeface="Times New Roman" pitchFamily="18" charset="0"/>
                <a:ea typeface="ＭＳ Ｐゴシック" pitchFamily="34" charset="-128"/>
                <a:cs typeface="Times New Roman" pitchFamily="18" charset="0"/>
              </a:rPr>
              <a:t>2hn</a:t>
            </a:r>
            <a:r>
              <a:rPr lang="nl-NL" altLang="uz-Cyrl-UZ" sz="1900" b="1" i="1">
                <a:latin typeface="Times New Roman" pitchFamily="18" charset="0"/>
                <a:ea typeface="ＭＳ Ｐゴシック" pitchFamily="34" charset="-128"/>
                <a:cs typeface="Times New Roman" pitchFamily="18" charset="0"/>
              </a:rPr>
              <a:t>hn[s,u]</a:t>
            </a:r>
            <a:r>
              <a:rPr lang="nl-NL" altLang="uz-Cyrl-UZ" sz="1900" b="1" i="1" baseline="30000">
                <a:latin typeface="Times New Roman" pitchFamily="18" charset="0"/>
                <a:ea typeface="ＭＳ Ｐゴシック" pitchFamily="34" charset="-128"/>
                <a:cs typeface="Times New Roman" pitchFamily="18" charset="0"/>
              </a:rPr>
              <a:t> \-2</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a:latin typeface="Times New Roman" pitchFamily="18" charset="0"/>
                <a:ea typeface="ＭＳ Ｐゴシック" pitchFamily="34" charset="-128"/>
                <a:cs typeface="Times New Roman" pitchFamily="18" charset="0"/>
              </a:rPr>
              <a:t>B</a:t>
            </a:r>
            <a:r>
              <a:rPr lang="nl-NL" altLang="uz-Cyrl-UZ" sz="1900" b="1" i="1" baseline="-25000">
                <a:latin typeface="Times New Roman" pitchFamily="18" charset="0"/>
                <a:ea typeface="ＭＳ Ｐゴシック" pitchFamily="34" charset="-128"/>
                <a:cs typeface="Times New Roman" pitchFamily="18" charset="0"/>
              </a:rPr>
              <a:t>2hn</a:t>
            </a:r>
            <a:r>
              <a:rPr lang="uz-Cyrl-UZ" altLang="uz-Cyrl-UZ" sz="1900" b="1" i="1">
                <a:latin typeface="Times New Roman" pitchFamily="18" charset="0"/>
                <a:ea typeface="ＭＳ Ｐゴシック" pitchFamily="34" charset="-128"/>
                <a:cs typeface="Times New Roman" pitchFamily="18" charset="0"/>
              </a:rPr>
              <a:t> +</a:t>
            </a:r>
            <a:r>
              <a:rPr lang="nl-NL" altLang="uz-Cyrl-UZ" sz="1900" b="1" i="1">
                <a:latin typeface="Times New Roman" pitchFamily="18" charset="0"/>
                <a:ea typeface="ＭＳ Ｐゴシック" pitchFamily="34" charset="-128"/>
                <a:cs typeface="Times New Roman" pitchFamily="18" charset="0"/>
              </a:rPr>
              <a:t> Rhn[s,u]</a:t>
            </a:r>
            <a:r>
              <a:rPr lang="nl-NL" altLang="uz-Cyrl-UZ" sz="1900" b="1" i="1" baseline="30000">
                <a:latin typeface="Times New Roman" pitchFamily="18" charset="0"/>
                <a:ea typeface="ＭＳ Ｐゴシック" pitchFamily="34" charset="-128"/>
                <a:cs typeface="Times New Roman" pitchFamily="18" charset="0"/>
              </a:rPr>
              <a:t> \-2</a:t>
            </a:r>
            <a:r>
              <a:rPr lang="uz-Cyrl-UZ" altLang="uz-Cyrl-UZ" sz="1900" b="1" i="1">
                <a:latin typeface="Times New Roman" pitchFamily="18" charset="0"/>
                <a:ea typeface="ＭＳ Ｐゴシック" pitchFamily="34" charset="-128"/>
                <a:cs typeface="Times New Roman" pitchFamily="18" charset="0"/>
              </a:rPr>
              <a:t>)</a:t>
            </a:r>
            <a:r>
              <a:rPr lang="nl-NL" altLang="uz-Cyrl-UZ" sz="1900" b="1" i="1" baseline="30000">
                <a:latin typeface="Times New Roman" pitchFamily="18" charset="0"/>
                <a:ea typeface="ＭＳ Ｐゴシック" pitchFamily="34" charset="-128"/>
                <a:cs typeface="Times New Roman" pitchFamily="18" charset="0"/>
              </a:rPr>
              <a:t> - 1</a:t>
            </a:r>
            <a:r>
              <a:rPr lang="nl-NL" altLang="uz-Cyrl-UZ" sz="1900" b="1" i="1">
                <a:latin typeface="Times New Roman" pitchFamily="18" charset="0"/>
                <a:ea typeface="ＭＳ Ｐゴシック" pitchFamily="34" charset="-128"/>
                <a:cs typeface="Times New Roman" pitchFamily="18" charset="0"/>
              </a:rPr>
              <a:t>(mod </a:t>
            </a:r>
            <a:r>
              <a:rPr lang="ru-RU" altLang="uz-Cyrl-UZ" sz="1900" b="1" i="1">
                <a:latin typeface="Times New Roman" pitchFamily="18" charset="0"/>
                <a:ea typeface="ＭＳ Ｐゴシック" pitchFamily="34" charset="-128"/>
                <a:cs typeface="Times New Roman" pitchFamily="18" charset="0"/>
              </a:rPr>
              <a:t>р</a:t>
            </a:r>
            <a:r>
              <a:rPr lang="nl-NL" altLang="uz-Cyrl-UZ" sz="1900" b="1" i="1">
                <a:latin typeface="Times New Roman" pitchFamily="18" charset="0"/>
                <a:ea typeface="ＭＳ Ｐゴシック" pitchFamily="34" charset="-128"/>
                <a:cs typeface="Times New Roman" pitchFamily="18" charset="0"/>
              </a:rPr>
              <a:t>)</a:t>
            </a:r>
            <a:r>
              <a:rPr lang="nl-NL" altLang="uz-Cyrl-UZ" sz="1900">
                <a:latin typeface="Times New Roman" pitchFamily="18" charset="0"/>
                <a:ea typeface="ＭＳ Ｐゴシック" pitchFamily="34" charset="-128"/>
                <a:cs typeface="Times New Roman" pitchFamily="18" charset="0"/>
              </a:rPr>
              <a:t>,</a:t>
            </a:r>
            <a:endParaRPr lang="nl-NL" altLang="ja-JP" sz="1900" b="1" i="1">
              <a:latin typeface="Times New Roman" pitchFamily="18" charset="0"/>
              <a:cs typeface="Times New Roman" pitchFamily="18" charset="0"/>
              <a:sym typeface="Symbol" pitchFamily="18" charset="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ChangeArrowheads="1"/>
          </p:cNvSpPr>
          <p:nvPr/>
        </p:nvSpPr>
        <p:spPr bwMode="auto">
          <a:xfrm>
            <a:off x="231775" y="0"/>
            <a:ext cx="8767763"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363538" algn="just"/>
            <a:r>
              <a:rPr lang="uz-Cyrl-UZ" altLang="ja-JP" sz="2000">
                <a:latin typeface="Times New Roman" pitchFamily="18" charset="0"/>
                <a:cs typeface="Times New Roman" pitchFamily="18" charset="0"/>
              </a:rPr>
              <a:t>бу ерда</a:t>
            </a:r>
            <a:r>
              <a:rPr lang="nl-NL" altLang="ja-JP" sz="2000">
                <a:latin typeface="Times New Roman" pitchFamily="18" charset="0"/>
                <a:cs typeface="Times New Roman" pitchFamily="18" charset="0"/>
              </a:rPr>
              <a:t>:</a:t>
            </a:r>
            <a:r>
              <a:rPr lang="nl-NL" altLang="ja-JP" sz="2000" b="1" i="1">
                <a:latin typeface="Times New Roman" pitchFamily="18" charset="0"/>
                <a:cs typeface="Times New Roman" pitchFamily="18" charset="0"/>
              </a:rPr>
              <a:t> </a:t>
            </a:r>
            <a:endParaRPr lang="ru-RU" altLang="ja-JP" sz="2000">
              <a:latin typeface="Times New Roman" pitchFamily="18" charset="0"/>
              <a:cs typeface="Times New Roman" pitchFamily="18" charset="0"/>
            </a:endParaRPr>
          </a:p>
          <a:p>
            <a:pPr indent="363538" algn="just" eaLnBrk="0" hangingPunct="0">
              <a:buFont typeface="Arial" charset="0"/>
              <a:buChar char="•"/>
            </a:pPr>
            <a:r>
              <a:rPr lang="nl-NL" altLang="ja-JP" sz="2000" b="1" i="1">
                <a:latin typeface="Times New Roman" pitchFamily="18" charset="0"/>
                <a:cs typeface="Times New Roman" pitchFamily="18" charset="0"/>
              </a:rPr>
              <a:t>A</a:t>
            </a:r>
            <a:r>
              <a:rPr lang="nl-NL" altLang="ja-JP" sz="2000" b="1" i="1" baseline="-30000">
                <a:latin typeface="Times New Roman" pitchFamily="18" charset="0"/>
                <a:cs typeface="Times New Roman" pitchFamily="18" charset="0"/>
              </a:rPr>
              <a:t>2h</a:t>
            </a:r>
            <a:r>
              <a:rPr lang="nl-NL" altLang="ja-JP" sz="2000">
                <a:latin typeface="Times New Roman" pitchFamily="18" charset="0"/>
                <a:cs typeface="Times New Roman" pitchFamily="18" charset="0"/>
              </a:rPr>
              <a:t> </a:t>
            </a:r>
            <a:r>
              <a:rPr lang="en-US" altLang="ja-JP" sz="2000" b="1" i="1">
                <a:latin typeface="Times New Roman" pitchFamily="18" charset="0"/>
                <a:cs typeface="Times New Roman" pitchFamily="18" charset="0"/>
                <a:sym typeface="Symbol" pitchFamily="18" charset="2"/>
              </a:rPr>
              <a:t></a:t>
            </a:r>
            <a:r>
              <a:rPr lang="nl-NL" altLang="ja-JP" sz="2000" b="1" i="1">
                <a:latin typeface="Times New Roman" pitchFamily="18" charset="0"/>
                <a:cs typeface="Times New Roman" pitchFamily="18" charset="0"/>
              </a:rPr>
              <a:t>J</a:t>
            </a:r>
            <a:r>
              <a:rPr lang="nl-NL" altLang="ja-JP" sz="2000" b="1" i="1" baseline="-30000">
                <a:latin typeface="Times New Roman" pitchFamily="18" charset="0"/>
                <a:cs typeface="Times New Roman" pitchFamily="18" charset="0"/>
                <a:sym typeface="Symbol" pitchFamily="18" charset="2"/>
              </a:rPr>
              <a:t>1hn</a:t>
            </a:r>
            <a:r>
              <a:rPr lang="nl-NL" altLang="ja-JP" sz="2000" b="1" i="1">
                <a:latin typeface="Times New Roman" pitchFamily="18" charset="0"/>
                <a:cs typeface="Times New Roman" pitchFamily="18" charset="0"/>
                <a:sym typeface="Symbol" pitchFamily="18" charset="2"/>
              </a:rPr>
              <a:t>+ J</a:t>
            </a:r>
            <a:r>
              <a:rPr lang="nl-NL" altLang="ja-JP" sz="2000" b="1" i="1" baseline="-30000">
                <a:latin typeface="Times New Roman" pitchFamily="18" charset="0"/>
                <a:cs typeface="Times New Roman" pitchFamily="18" charset="0"/>
                <a:sym typeface="Symbol" pitchFamily="18" charset="2"/>
              </a:rPr>
              <a:t>2hn</a:t>
            </a:r>
            <a:r>
              <a:rPr lang="nl-NL" altLang="ja-JP" sz="2000" b="1" i="1">
                <a:latin typeface="Times New Roman" pitchFamily="18" charset="0"/>
                <a:cs typeface="Times New Roman" pitchFamily="18" charset="0"/>
                <a:sym typeface="Symbol" pitchFamily="18" charset="2"/>
              </a:rPr>
              <a:t>+ 2hn[s,u]</a:t>
            </a:r>
            <a:r>
              <a:rPr lang="nl-NL" altLang="ja-JP" sz="2000" b="1" i="1" baseline="30000">
                <a:latin typeface="Times New Roman" pitchFamily="18" charset="0"/>
                <a:cs typeface="Times New Roman" pitchFamily="18" charset="0"/>
                <a:sym typeface="Symbol" pitchFamily="18" charset="2"/>
              </a:rPr>
              <a:t> \-1</a:t>
            </a:r>
            <a:r>
              <a:rPr lang="nl-NL" altLang="ja-JP" sz="2000" b="1" i="1">
                <a:latin typeface="Times New Roman" pitchFamily="18" charset="0"/>
                <a:cs typeface="Times New Roman" pitchFamily="18" charset="0"/>
                <a:sym typeface="Symbol" pitchFamily="18" charset="2"/>
              </a:rPr>
              <a:t> + Δ (mod </a:t>
            </a:r>
            <a:r>
              <a:rPr lang="ru-RU" altLang="ja-JP" sz="2000" b="1" i="1">
                <a:latin typeface="Times New Roman" pitchFamily="18" charset="0"/>
                <a:cs typeface="Times New Roman" pitchFamily="18" charset="0"/>
                <a:sym typeface="Symbol" pitchFamily="18" charset="2"/>
              </a:rPr>
              <a:t>р</a:t>
            </a:r>
            <a:r>
              <a:rPr lang="nl-NL" altLang="ja-JP" sz="2000" b="1" i="1">
                <a:latin typeface="Times New Roman" pitchFamily="18" charset="0"/>
                <a:cs typeface="Times New Roman" pitchFamily="18" charset="0"/>
                <a:sym typeface="Symbol" pitchFamily="18" charset="2"/>
              </a:rPr>
              <a:t>) </a:t>
            </a:r>
            <a:endParaRPr lang="ru-RU" altLang="ja-JP" sz="2000">
              <a:latin typeface="Times New Roman" pitchFamily="18" charset="0"/>
              <a:cs typeface="Times New Roman" pitchFamily="18" charset="0"/>
              <a:sym typeface="Symbol" pitchFamily="18" charset="2"/>
            </a:endParaRPr>
          </a:p>
          <a:p>
            <a:pPr indent="363538" algn="just" eaLnBrk="0" hangingPunct="0"/>
            <a:r>
              <a:rPr lang="uz-Cyrl-UZ" altLang="ja-JP" sz="2000">
                <a:latin typeface="Times New Roman" pitchFamily="18" charset="0"/>
                <a:cs typeface="Times New Roman" pitchFamily="18" charset="0"/>
                <a:sym typeface="Symbol" pitchFamily="18" charset="2"/>
              </a:rPr>
              <a:t>агар </a:t>
            </a:r>
            <a:r>
              <a:rPr lang="nl-NL" altLang="ja-JP" sz="2000" b="1" i="1">
                <a:latin typeface="Times New Roman" pitchFamily="18" charset="0"/>
                <a:cs typeface="Times New Roman" pitchFamily="18" charset="0"/>
                <a:sym typeface="Symbol" pitchFamily="18" charset="2"/>
              </a:rPr>
              <a:t>A</a:t>
            </a:r>
            <a:r>
              <a:rPr lang="nl-NL" altLang="ja-JP" sz="2000" b="1" i="1" baseline="-30000">
                <a:latin typeface="Times New Roman" pitchFamily="18" charset="0"/>
                <a:cs typeface="Times New Roman" pitchFamily="18" charset="0"/>
                <a:sym typeface="Symbol" pitchFamily="18" charset="2"/>
              </a:rPr>
              <a:t>2h</a:t>
            </a:r>
            <a:r>
              <a:rPr lang="nl-NL" altLang="ja-JP" sz="2000" b="1" i="1">
                <a:latin typeface="Times New Roman" pitchFamily="18" charset="0"/>
                <a:cs typeface="Times New Roman" pitchFamily="18" charset="0"/>
                <a:sym typeface="Symbol" pitchFamily="18" charset="2"/>
              </a:rPr>
              <a:t> </a:t>
            </a:r>
            <a:r>
              <a:rPr lang="en-US" altLang="ja-JP" sz="2000" b="1" i="1">
                <a:latin typeface="Times New Roman" pitchFamily="18" charset="0"/>
                <a:cs typeface="Times New Roman" pitchFamily="18" charset="0"/>
                <a:sym typeface="Symbol" pitchFamily="18" charset="2"/>
              </a:rPr>
              <a:t></a:t>
            </a:r>
            <a:r>
              <a:rPr lang="nl-NL" altLang="ja-JP" sz="2000" b="1" i="1">
                <a:latin typeface="Times New Roman" pitchFamily="18" charset="0"/>
                <a:cs typeface="Times New Roman" pitchFamily="18" charset="0"/>
              </a:rPr>
              <a:t> 0 (mod </a:t>
            </a:r>
            <a:r>
              <a:rPr lang="ru-RU" altLang="ja-JP" sz="2000" b="1" i="1">
                <a:latin typeface="Times New Roman" pitchFamily="18" charset="0"/>
                <a:cs typeface="Times New Roman" pitchFamily="18" charset="0"/>
                <a:sym typeface="Symbol" pitchFamily="18" charset="2"/>
              </a:rPr>
              <a:t>р</a:t>
            </a:r>
            <a:r>
              <a:rPr lang="nl-NL" altLang="ja-JP" sz="2000" b="1" i="1">
                <a:latin typeface="Times New Roman" pitchFamily="18" charset="0"/>
                <a:cs typeface="Times New Roman" pitchFamily="18" charset="0"/>
                <a:sym typeface="Symbol" pitchFamily="18" charset="2"/>
              </a:rPr>
              <a:t>)</a:t>
            </a:r>
            <a:r>
              <a:rPr lang="uz-Cyrl-UZ" altLang="ja-JP" sz="2000">
                <a:latin typeface="Times New Roman" pitchFamily="18" charset="0"/>
                <a:cs typeface="Times New Roman" pitchFamily="18" charset="0"/>
                <a:sym typeface="Symbol" pitchFamily="18" charset="2"/>
              </a:rPr>
              <a:t> бўлса</a:t>
            </a:r>
            <a:r>
              <a:rPr lang="nl-NL" altLang="ja-JP" sz="2000" b="1" i="1">
                <a:latin typeface="Times New Roman" pitchFamily="18" charset="0"/>
                <a:cs typeface="Times New Roman" pitchFamily="18" charset="0"/>
                <a:sym typeface="Symbol" pitchFamily="18" charset="2"/>
              </a:rPr>
              <a:t>, </a:t>
            </a:r>
            <a:r>
              <a:rPr lang="uz-Cyrl-UZ" altLang="ja-JP" sz="2000" b="1" i="1">
                <a:latin typeface="Times New Roman" pitchFamily="18" charset="0"/>
                <a:cs typeface="Times New Roman" pitchFamily="18" charset="0"/>
                <a:sym typeface="Symbol" pitchFamily="18" charset="2"/>
              </a:rPr>
              <a:t>у ҳолда</a:t>
            </a:r>
            <a:r>
              <a:rPr lang="nl-NL" altLang="ja-JP" sz="2000" b="1" i="1">
                <a:latin typeface="Times New Roman" pitchFamily="18" charset="0"/>
                <a:cs typeface="Times New Roman" pitchFamily="18" charset="0"/>
                <a:sym typeface="Symbol" pitchFamily="18" charset="2"/>
              </a:rPr>
              <a:t> A</a:t>
            </a:r>
            <a:r>
              <a:rPr lang="nl-NL" altLang="ja-JP" sz="2000" b="1" i="1" baseline="-30000">
                <a:latin typeface="Times New Roman" pitchFamily="18" charset="0"/>
                <a:cs typeface="Times New Roman" pitchFamily="18" charset="0"/>
                <a:sym typeface="Symbol" pitchFamily="18" charset="2"/>
              </a:rPr>
              <a:t>2h</a:t>
            </a:r>
            <a:r>
              <a:rPr lang="nl-NL" altLang="ja-JP" sz="2000">
                <a:latin typeface="Times New Roman" pitchFamily="18" charset="0"/>
                <a:cs typeface="Times New Roman" pitchFamily="18" charset="0"/>
                <a:sym typeface="Symbol" pitchFamily="18" charset="2"/>
              </a:rPr>
              <a:t> </a:t>
            </a:r>
            <a:r>
              <a:rPr lang="nl-NL" altLang="ja-JP" sz="2000" b="1" i="1">
                <a:latin typeface="Times New Roman" pitchFamily="18" charset="0"/>
                <a:cs typeface="Times New Roman" pitchFamily="18" charset="0"/>
                <a:sym typeface="Symbol" pitchFamily="18" charset="2"/>
              </a:rPr>
              <a:t>=</a:t>
            </a:r>
            <a:r>
              <a:rPr lang="nl-NL" altLang="ja-JP" sz="2000">
                <a:latin typeface="Times New Roman" pitchFamily="18" charset="0"/>
                <a:cs typeface="Times New Roman" pitchFamily="18" charset="0"/>
                <a:sym typeface="Symbol" pitchFamily="18" charset="2"/>
              </a:rPr>
              <a:t> </a:t>
            </a:r>
            <a:r>
              <a:rPr lang="nl-NL" altLang="ja-JP" sz="2000" b="1" i="1">
                <a:latin typeface="Times New Roman" pitchFamily="18" charset="0"/>
                <a:cs typeface="Times New Roman" pitchFamily="18" charset="0"/>
                <a:sym typeface="Symbol" pitchFamily="18" charset="2"/>
              </a:rPr>
              <a:t>1 </a:t>
            </a:r>
            <a:r>
              <a:rPr lang="ru-RU" altLang="ja-JP" sz="2000">
                <a:latin typeface="Times New Roman" pitchFamily="18" charset="0"/>
                <a:cs typeface="Times New Roman" pitchFamily="18" charset="0"/>
                <a:sym typeface="Symbol" pitchFamily="18" charset="2"/>
              </a:rPr>
              <a:t>деб</a:t>
            </a:r>
            <a:r>
              <a:rPr lang="nl-NL" altLang="ja-JP" sz="2000" b="1" i="1">
                <a:latin typeface="Times New Roman" pitchFamily="18" charset="0"/>
                <a:cs typeface="Times New Roman" pitchFamily="18" charset="0"/>
                <a:sym typeface="Symbol" pitchFamily="18" charset="2"/>
              </a:rPr>
              <a:t> </a:t>
            </a:r>
            <a:r>
              <a:rPr lang="uz-Cyrl-UZ" altLang="ja-JP" sz="2000">
                <a:latin typeface="Times New Roman" pitchFamily="18" charset="0"/>
                <a:cs typeface="Times New Roman" pitchFamily="18" charset="0"/>
                <a:sym typeface="Symbol" pitchFamily="18" charset="2"/>
              </a:rPr>
              <a:t>қабул қилинади</a:t>
            </a:r>
            <a:r>
              <a:rPr lang="nl-NL" altLang="ja-JP" sz="2000" b="1" i="1">
                <a:latin typeface="Times New Roman" pitchFamily="18" charset="0"/>
                <a:cs typeface="Times New Roman" pitchFamily="18" charset="0"/>
                <a:sym typeface="Symbol" pitchFamily="18" charset="2"/>
              </a:rPr>
              <a:t>,</a:t>
            </a:r>
            <a:endParaRPr lang="ru-RU" altLang="ja-JP" sz="2000" b="1" i="1">
              <a:latin typeface="Times New Roman" pitchFamily="18" charset="0"/>
              <a:cs typeface="Times New Roman" pitchFamily="18" charset="0"/>
              <a:sym typeface="Symbol" pitchFamily="18" charset="2"/>
            </a:endParaRPr>
          </a:p>
          <a:p>
            <a:pPr indent="363538" algn="just" eaLnBrk="0" hangingPunct="0">
              <a:buFont typeface="Arial" charset="0"/>
              <a:buChar char="•"/>
            </a:pPr>
            <a:r>
              <a:rPr lang="nl-NL" altLang="ja-JP" sz="2000" b="1" i="1">
                <a:latin typeface="Times New Roman" pitchFamily="18" charset="0"/>
                <a:cs typeface="Times New Roman" pitchFamily="18" charset="0"/>
                <a:sym typeface="Symbol" pitchFamily="18" charset="2"/>
              </a:rPr>
              <a:t>A</a:t>
            </a:r>
            <a:r>
              <a:rPr lang="nl-NL" altLang="ja-JP" sz="2000" b="1" i="1" baseline="-30000">
                <a:latin typeface="Times New Roman" pitchFamily="18" charset="0"/>
                <a:cs typeface="Times New Roman" pitchFamily="18" charset="0"/>
                <a:sym typeface="Symbol" pitchFamily="18" charset="2"/>
              </a:rPr>
              <a:t>2hn</a:t>
            </a:r>
            <a:r>
              <a:rPr lang="nl-NL" altLang="ja-JP" sz="2000">
                <a:latin typeface="Times New Roman" pitchFamily="18" charset="0"/>
                <a:cs typeface="Times New Roman" pitchFamily="18" charset="0"/>
                <a:sym typeface="Symbol" pitchFamily="18" charset="2"/>
              </a:rPr>
              <a:t> </a:t>
            </a:r>
            <a:r>
              <a:rPr lang="en-US" altLang="ja-JP" sz="2000" b="1" i="1">
                <a:latin typeface="Times New Roman" pitchFamily="18" charset="0"/>
                <a:cs typeface="Times New Roman" pitchFamily="18" charset="0"/>
                <a:sym typeface="Symbol" pitchFamily="18" charset="2"/>
              </a:rPr>
              <a:t></a:t>
            </a:r>
            <a:r>
              <a:rPr lang="nl-NL" altLang="ja-JP" sz="2000" b="1" i="1">
                <a:latin typeface="Times New Roman" pitchFamily="18" charset="0"/>
                <a:cs typeface="Times New Roman" pitchFamily="18" charset="0"/>
              </a:rPr>
              <a:t>J</a:t>
            </a:r>
            <a:r>
              <a:rPr lang="nl-NL" altLang="ja-JP" sz="2000" b="1" i="1" baseline="-30000">
                <a:latin typeface="Times New Roman" pitchFamily="18" charset="0"/>
                <a:cs typeface="Times New Roman" pitchFamily="18" charset="0"/>
                <a:sym typeface="Symbol" pitchFamily="18" charset="2"/>
              </a:rPr>
              <a:t>1h</a:t>
            </a:r>
            <a:r>
              <a:rPr lang="nl-NL" altLang="ja-JP" sz="2000" b="1" i="1">
                <a:latin typeface="Times New Roman" pitchFamily="18" charset="0"/>
                <a:cs typeface="Times New Roman" pitchFamily="18" charset="0"/>
                <a:sym typeface="Symbol" pitchFamily="18" charset="2"/>
              </a:rPr>
              <a:t>+ J</a:t>
            </a:r>
            <a:r>
              <a:rPr lang="nl-NL" altLang="ja-JP" sz="2000" b="1" i="1" baseline="-30000">
                <a:latin typeface="Times New Roman" pitchFamily="18" charset="0"/>
                <a:cs typeface="Times New Roman" pitchFamily="18" charset="0"/>
                <a:sym typeface="Symbol" pitchFamily="18" charset="2"/>
              </a:rPr>
              <a:t>2h</a:t>
            </a:r>
            <a:r>
              <a:rPr lang="nl-NL" altLang="ja-JP" sz="2000" b="1" i="1">
                <a:latin typeface="Times New Roman" pitchFamily="18" charset="0"/>
                <a:cs typeface="Times New Roman" pitchFamily="18" charset="0"/>
                <a:sym typeface="Symbol" pitchFamily="18" charset="2"/>
              </a:rPr>
              <a:t>+ 2h[s,u]</a:t>
            </a:r>
            <a:r>
              <a:rPr lang="nl-NL" altLang="ja-JP" sz="2000" b="1" i="1" baseline="30000">
                <a:latin typeface="Times New Roman" pitchFamily="18" charset="0"/>
                <a:cs typeface="Times New Roman" pitchFamily="18" charset="0"/>
                <a:sym typeface="Symbol" pitchFamily="18" charset="2"/>
              </a:rPr>
              <a:t> \-1</a:t>
            </a:r>
            <a:r>
              <a:rPr lang="nl-NL" altLang="ja-JP" sz="2000" b="1" i="1">
                <a:latin typeface="Times New Roman" pitchFamily="18" charset="0"/>
                <a:cs typeface="Times New Roman" pitchFamily="18" charset="0"/>
                <a:sym typeface="Symbol" pitchFamily="18" charset="2"/>
              </a:rPr>
              <a:t> + Δ (mod </a:t>
            </a:r>
            <a:r>
              <a:rPr lang="ru-RU" altLang="ja-JP" sz="2000" b="1" i="1">
                <a:latin typeface="Times New Roman" pitchFamily="18" charset="0"/>
                <a:cs typeface="Times New Roman" pitchFamily="18" charset="0"/>
                <a:sym typeface="Symbol" pitchFamily="18" charset="2"/>
              </a:rPr>
              <a:t>р</a:t>
            </a:r>
            <a:r>
              <a:rPr lang="nl-NL" altLang="ja-JP" sz="2000" b="1" i="1">
                <a:latin typeface="Times New Roman" pitchFamily="18" charset="0"/>
                <a:cs typeface="Times New Roman" pitchFamily="18" charset="0"/>
                <a:sym typeface="Symbol" pitchFamily="18" charset="2"/>
              </a:rPr>
              <a:t>)</a:t>
            </a:r>
            <a:endParaRPr lang="uz-Cyrl-UZ" altLang="ja-JP" sz="2000" b="1" i="1">
              <a:latin typeface="Times New Roman" pitchFamily="18" charset="0"/>
              <a:cs typeface="Times New Roman" pitchFamily="18" charset="0"/>
              <a:sym typeface="Symbol" pitchFamily="18" charset="2"/>
            </a:endParaRPr>
          </a:p>
          <a:p>
            <a:pPr indent="363538" algn="just"/>
            <a:r>
              <a:rPr lang="uz-Cyrl-UZ" altLang="uz-Cyrl-UZ" sz="2000">
                <a:latin typeface="Times New Roman" pitchFamily="18" charset="0"/>
                <a:ea typeface="ＭＳ Ｐゴシック" pitchFamily="34" charset="-128"/>
                <a:cs typeface="Times New Roman" pitchFamily="18" charset="0"/>
              </a:rPr>
              <a:t>агар </a:t>
            </a:r>
            <a:r>
              <a:rPr lang="nl-NL" altLang="uz-Cyrl-UZ" sz="2000" b="1" i="1">
                <a:latin typeface="Times New Roman" pitchFamily="18" charset="0"/>
                <a:ea typeface="ＭＳ Ｐゴシック" pitchFamily="34" charset="-128"/>
                <a:cs typeface="Times New Roman" pitchFamily="18" charset="0"/>
              </a:rPr>
              <a:t>A</a:t>
            </a:r>
            <a:r>
              <a:rPr lang="nl-NL" altLang="uz-Cyrl-UZ" sz="2000" b="1" i="1" baseline="-25000">
                <a:latin typeface="Times New Roman" pitchFamily="18" charset="0"/>
                <a:ea typeface="ＭＳ Ｐゴシック" pitchFamily="34" charset="-128"/>
                <a:cs typeface="Times New Roman" pitchFamily="18" charset="0"/>
              </a:rPr>
              <a:t>2hn</a:t>
            </a:r>
            <a:r>
              <a:rPr lang="nl-NL" altLang="uz-Cyrl-UZ" sz="2000" b="1" i="1">
                <a:latin typeface="Times New Roman" pitchFamily="18" charset="0"/>
                <a:ea typeface="ＭＳ Ｐゴシック" pitchFamily="34" charset="-128"/>
                <a:cs typeface="Times New Roman" pitchFamily="18" charset="0"/>
              </a:rPr>
              <a:t> </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nl-NL" altLang="uz-Cyrl-UZ" sz="2000" b="1" i="1">
                <a:latin typeface="Times New Roman" pitchFamily="18" charset="0"/>
                <a:ea typeface="ＭＳ Ｐゴシック" pitchFamily="34" charset="-128"/>
                <a:cs typeface="Times New Roman" pitchFamily="18" charset="0"/>
              </a:rPr>
              <a:t>  0 (mod </a:t>
            </a:r>
            <a:r>
              <a:rPr lang="uz-Cyrl-UZ"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uz-Cyrl-UZ" altLang="uz-Cyrl-UZ" sz="2000">
                <a:latin typeface="Times New Roman" pitchFamily="18" charset="0"/>
                <a:ea typeface="ＭＳ Ｐゴシック" pitchFamily="34" charset="-128"/>
                <a:cs typeface="Times New Roman" pitchFamily="18" charset="0"/>
              </a:rPr>
              <a:t> бўлса</a:t>
            </a:r>
            <a:r>
              <a:rPr lang="nl-NL" altLang="uz-Cyrl-UZ" sz="2000">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у ҳолда</a:t>
            </a:r>
            <a:r>
              <a:rPr lang="nl-NL" altLang="uz-Cyrl-UZ" sz="2000" b="1" i="1">
                <a:latin typeface="Times New Roman" pitchFamily="18" charset="0"/>
                <a:ea typeface="ＭＳ Ｐゴシック" pitchFamily="34" charset="-128"/>
                <a:cs typeface="Times New Roman" pitchFamily="18" charset="0"/>
              </a:rPr>
              <a:t> A</a:t>
            </a:r>
            <a:r>
              <a:rPr lang="nl-NL" altLang="uz-Cyrl-UZ" sz="2000" b="1" i="1" baseline="-25000">
                <a:latin typeface="Times New Roman" pitchFamily="18" charset="0"/>
                <a:ea typeface="ＭＳ Ｐゴシック" pitchFamily="34" charset="-128"/>
                <a:cs typeface="Times New Roman" pitchFamily="18" charset="0"/>
              </a:rPr>
              <a:t>2hn</a:t>
            </a:r>
            <a:r>
              <a:rPr lang="nl-NL" altLang="uz-Cyrl-UZ" sz="2000">
                <a:latin typeface="Times New Roman" pitchFamily="18" charset="0"/>
                <a:ea typeface="ＭＳ Ｐゴシック" pitchFamily="34" charset="-128"/>
                <a:cs typeface="Times New Roman" pitchFamily="18" charset="0"/>
              </a:rPr>
              <a:t> </a:t>
            </a:r>
            <a:r>
              <a:rPr lang="nl-NL" altLang="uz-Cyrl-UZ" sz="2000" b="1" i="1">
                <a:latin typeface="Times New Roman" pitchFamily="18" charset="0"/>
                <a:ea typeface="ＭＳ Ｐゴシック" pitchFamily="34" charset="-128"/>
                <a:cs typeface="Times New Roman" pitchFamily="18" charset="0"/>
              </a:rPr>
              <a:t>= 1</a:t>
            </a:r>
            <a:r>
              <a:rPr lang="uz-Cyrl-UZ" altLang="uz-Cyrl-UZ" sz="2000">
                <a:latin typeface="Times New Roman" pitchFamily="18" charset="0"/>
                <a:ea typeface="ＭＳ Ｐゴシック" pitchFamily="34" charset="-128"/>
                <a:cs typeface="Times New Roman" pitchFamily="18" charset="0"/>
              </a:rPr>
              <a:t> деб қабул қилинади</a:t>
            </a:r>
            <a:r>
              <a:rPr lang="nl-NL" altLang="uz-Cyrl-UZ" sz="2000">
                <a:latin typeface="Times New Roman" pitchFamily="18" charset="0"/>
                <a:ea typeface="ＭＳ Ｐゴシック" pitchFamily="34" charset="-128"/>
                <a:cs typeface="Times New Roman" pitchFamily="18" charset="0"/>
              </a:rPr>
              <a:t>,</a:t>
            </a:r>
            <a:endParaRPr lang="ru-RU" altLang="uz-Cyrl-UZ" sz="2000">
              <a:latin typeface="Times New Roman" pitchFamily="18" charset="0"/>
              <a:ea typeface="ＭＳ Ｐゴシック" pitchFamily="34" charset="-128"/>
              <a:cs typeface="Times New Roman" pitchFamily="18" charset="0"/>
            </a:endParaRPr>
          </a:p>
          <a:p>
            <a:pPr indent="363538" algn="just">
              <a:buFont typeface="Arial" charset="0"/>
              <a:buChar char="•"/>
            </a:pPr>
            <a:r>
              <a:rPr lang="nl-NL" altLang="uz-Cyrl-UZ" sz="2000" b="1" i="1">
                <a:latin typeface="Times New Roman" pitchFamily="18" charset="0"/>
                <a:ea typeface="ＭＳ Ｐゴシック" pitchFamily="34" charset="-128"/>
                <a:cs typeface="Times New Roman" pitchFamily="18" charset="0"/>
              </a:rPr>
              <a:t>B</a:t>
            </a:r>
            <a:r>
              <a:rPr lang="nl-NL" altLang="uz-Cyrl-UZ" sz="2000" b="1" i="1" baseline="-25000">
                <a:latin typeface="Times New Roman" pitchFamily="18" charset="0"/>
                <a:ea typeface="ＭＳ Ｐゴシック" pitchFamily="34" charset="-128"/>
                <a:cs typeface="Times New Roman" pitchFamily="18" charset="0"/>
              </a:rPr>
              <a:t>2h</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nl-NL" altLang="uz-Cyrl-UZ" sz="2000" b="1" i="1">
                <a:latin typeface="Times New Roman" pitchFamily="18" charset="0"/>
                <a:ea typeface="ＭＳ Ｐゴシック" pitchFamily="34" charset="-128"/>
                <a:cs typeface="Times New Roman" pitchFamily="18" charset="0"/>
              </a:rPr>
              <a:t> K</a:t>
            </a:r>
            <a:r>
              <a:rPr lang="nl-NL" altLang="uz-Cyrl-UZ" sz="2000" b="1" i="1" baseline="-25000">
                <a:latin typeface="Times New Roman" pitchFamily="18" charset="0"/>
                <a:ea typeface="ＭＳ Ｐゴシック" pitchFamily="34" charset="-128"/>
                <a:cs typeface="Times New Roman" pitchFamily="18" charset="0"/>
              </a:rPr>
              <a:t>1h</a:t>
            </a:r>
            <a:r>
              <a:rPr lang="nl-NL" altLang="uz-Cyrl-UZ" sz="2000" b="1" i="1">
                <a:latin typeface="Times New Roman" pitchFamily="18" charset="0"/>
                <a:ea typeface="ＭＳ Ｐゴシック" pitchFamily="34" charset="-128"/>
                <a:cs typeface="Times New Roman" pitchFamily="18" charset="0"/>
              </a:rPr>
              <a:t>K</a:t>
            </a:r>
            <a:r>
              <a:rPr lang="nl-NL" altLang="uz-Cyrl-UZ" sz="2000" b="1" i="1" baseline="-25000">
                <a:latin typeface="Times New Roman" pitchFamily="18" charset="0"/>
                <a:ea typeface="ＭＳ Ｐゴシック" pitchFamily="34" charset="-128"/>
                <a:cs typeface="Times New Roman" pitchFamily="18" charset="0"/>
              </a:rPr>
              <a:t>2h</a:t>
            </a:r>
            <a:r>
              <a:rPr lang="nl-NL" altLang="uz-Cyrl-UZ" sz="2000" b="1" i="1">
                <a:latin typeface="Times New Roman" pitchFamily="18" charset="0"/>
                <a:ea typeface="ＭＳ Ｐゴシック" pitchFamily="34" charset="-128"/>
                <a:cs typeface="Times New Roman" pitchFamily="18" charset="0"/>
              </a:rPr>
              <a:t>- 2h[s,u]</a:t>
            </a:r>
            <a:r>
              <a:rPr lang="nl-NL" altLang="uz-Cyrl-UZ" sz="2000" b="1" i="1" baseline="30000">
                <a:latin typeface="Times New Roman" pitchFamily="18" charset="0"/>
                <a:ea typeface="ＭＳ Ｐゴシック" pitchFamily="34" charset="-128"/>
                <a:cs typeface="Times New Roman" pitchFamily="18" charset="0"/>
              </a:rPr>
              <a:t> \-1</a:t>
            </a:r>
            <a:r>
              <a:rPr lang="nl-NL" altLang="uz-Cyrl-UZ" sz="2000" b="1" i="1">
                <a:latin typeface="Times New Roman" pitchFamily="18" charset="0"/>
                <a:ea typeface="ＭＳ Ｐゴシック" pitchFamily="34" charset="-128"/>
                <a:cs typeface="Times New Roman" pitchFamily="18" charset="0"/>
              </a:rPr>
              <a:t> (mod </a:t>
            </a:r>
            <a:r>
              <a:rPr lang="ru-RU"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nl-NL" altLang="uz-Cyrl-UZ" sz="2000">
                <a:latin typeface="Times New Roman" pitchFamily="18" charset="0"/>
                <a:ea typeface="ＭＳ Ｐゴシック" pitchFamily="34" charset="-128"/>
                <a:cs typeface="Times New Roman" pitchFamily="18" charset="0"/>
              </a:rPr>
              <a:t>,</a:t>
            </a:r>
            <a:endParaRPr lang="ru-RU" altLang="uz-Cyrl-UZ" sz="2000">
              <a:latin typeface="Times New Roman" pitchFamily="18" charset="0"/>
              <a:ea typeface="ＭＳ Ｐゴシック" pitchFamily="34" charset="-128"/>
              <a:cs typeface="Times New Roman" pitchFamily="18" charset="0"/>
            </a:endParaRPr>
          </a:p>
          <a:p>
            <a:pPr indent="363538" algn="just">
              <a:buFont typeface="Arial" charset="0"/>
              <a:buChar char="•"/>
            </a:pPr>
            <a:r>
              <a:rPr lang="nl-NL" altLang="uz-Cyrl-UZ" sz="2000" b="1" i="1">
                <a:latin typeface="Times New Roman" pitchFamily="18" charset="0"/>
                <a:ea typeface="ＭＳ Ｐゴシック" pitchFamily="34" charset="-128"/>
                <a:cs typeface="Times New Roman" pitchFamily="18" charset="0"/>
              </a:rPr>
              <a:t>B</a:t>
            </a:r>
            <a:r>
              <a:rPr lang="nl-NL" altLang="uz-Cyrl-UZ" sz="2000" b="1" i="1" baseline="-25000">
                <a:latin typeface="Times New Roman" pitchFamily="18" charset="0"/>
                <a:ea typeface="ＭＳ Ｐゴシック" pitchFamily="34" charset="-128"/>
                <a:cs typeface="Times New Roman" pitchFamily="18" charset="0"/>
              </a:rPr>
              <a:t>2hn</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nl-NL" altLang="uz-Cyrl-UZ" sz="2000" b="1" i="1">
                <a:latin typeface="Times New Roman" pitchFamily="18" charset="0"/>
                <a:ea typeface="ＭＳ Ｐゴシック" pitchFamily="34" charset="-128"/>
                <a:cs typeface="Times New Roman" pitchFamily="18" charset="0"/>
              </a:rPr>
              <a:t> K</a:t>
            </a:r>
            <a:r>
              <a:rPr lang="nl-NL" altLang="uz-Cyrl-UZ" sz="2000" b="1" i="1" baseline="-25000">
                <a:latin typeface="Times New Roman" pitchFamily="18" charset="0"/>
                <a:ea typeface="ＭＳ Ｐゴシック" pitchFamily="34" charset="-128"/>
                <a:cs typeface="Times New Roman" pitchFamily="18" charset="0"/>
              </a:rPr>
              <a:t>1hn</a:t>
            </a:r>
            <a:r>
              <a:rPr lang="nl-NL" altLang="uz-Cyrl-UZ" sz="2000" b="1" i="1">
                <a:latin typeface="Times New Roman" pitchFamily="18" charset="0"/>
                <a:ea typeface="ＭＳ Ｐゴシック" pitchFamily="34" charset="-128"/>
                <a:cs typeface="Times New Roman" pitchFamily="18" charset="0"/>
              </a:rPr>
              <a:t>K</a:t>
            </a:r>
            <a:r>
              <a:rPr lang="nl-NL" altLang="uz-Cyrl-UZ" sz="2000" b="1" i="1" baseline="-25000">
                <a:latin typeface="Times New Roman" pitchFamily="18" charset="0"/>
                <a:ea typeface="ＭＳ Ｐゴシック" pitchFamily="34" charset="-128"/>
                <a:cs typeface="Times New Roman" pitchFamily="18" charset="0"/>
              </a:rPr>
              <a:t>2hn</a:t>
            </a:r>
            <a:r>
              <a:rPr lang="nl-NL" altLang="uz-Cyrl-UZ" sz="2000" b="1" i="1">
                <a:latin typeface="Times New Roman" pitchFamily="18" charset="0"/>
                <a:ea typeface="ＭＳ Ｐゴシック" pitchFamily="34" charset="-128"/>
                <a:cs typeface="Times New Roman" pitchFamily="18" charset="0"/>
              </a:rPr>
              <a:t>- 2hn[s,u]</a:t>
            </a:r>
            <a:r>
              <a:rPr lang="nl-NL" altLang="uz-Cyrl-UZ" sz="2000" b="1" i="1" baseline="30000">
                <a:latin typeface="Times New Roman" pitchFamily="18" charset="0"/>
                <a:ea typeface="ＭＳ Ｐゴシック" pitchFamily="34" charset="-128"/>
                <a:cs typeface="Times New Roman" pitchFamily="18" charset="0"/>
              </a:rPr>
              <a:t> \-1</a:t>
            </a:r>
            <a:r>
              <a:rPr lang="nl-NL" altLang="uz-Cyrl-UZ" sz="2000" b="1" i="1">
                <a:latin typeface="Times New Roman" pitchFamily="18" charset="0"/>
                <a:ea typeface="ＭＳ Ｐゴシック" pitchFamily="34" charset="-128"/>
                <a:cs typeface="Times New Roman" pitchFamily="18" charset="0"/>
              </a:rPr>
              <a:t> (mod </a:t>
            </a:r>
            <a:r>
              <a:rPr lang="ru-RU"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nl-NL" altLang="uz-Cyrl-UZ" sz="2000">
                <a:latin typeface="Times New Roman" pitchFamily="18" charset="0"/>
                <a:ea typeface="ＭＳ Ｐゴシック" pitchFamily="34" charset="-128"/>
                <a:cs typeface="Times New Roman" pitchFamily="18" charset="0"/>
              </a:rPr>
              <a:t>,</a:t>
            </a:r>
            <a:endParaRPr lang="ru-RU" altLang="uz-Cyrl-UZ" sz="2000">
              <a:latin typeface="Times New Roman" pitchFamily="18" charset="0"/>
              <a:ea typeface="ＭＳ Ｐゴシック" pitchFamily="34" charset="-128"/>
              <a:cs typeface="Times New Roman" pitchFamily="18" charset="0"/>
            </a:endParaRPr>
          </a:p>
          <a:p>
            <a:pPr indent="363538" algn="just">
              <a:buFont typeface="Arial" charset="0"/>
              <a:buChar char="•"/>
            </a:pPr>
            <a:r>
              <a:rPr lang="nl-NL" altLang="uz-Cyrl-UZ" sz="2000" b="1" i="1">
                <a:latin typeface="Times New Roman" pitchFamily="18" charset="0"/>
                <a:ea typeface="ＭＳ Ｐゴシック" pitchFamily="34" charset="-128"/>
                <a:cs typeface="Times New Roman" pitchFamily="18" charset="0"/>
              </a:rPr>
              <a:t>J</a:t>
            </a:r>
            <a:r>
              <a:rPr lang="nl-NL" altLang="uz-Cyrl-UZ" sz="2000" b="1" i="1" baseline="-25000">
                <a:latin typeface="Times New Roman" pitchFamily="18" charset="0"/>
                <a:ea typeface="ＭＳ Ｐゴシック" pitchFamily="34" charset="-128"/>
                <a:cs typeface="Times New Roman" pitchFamily="18" charset="0"/>
              </a:rPr>
              <a:t>2h</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 </a:t>
            </a:r>
            <a:r>
              <a:rPr lang="nl-NL" altLang="uz-Cyrl-UZ" sz="2000" b="1" i="1" baseline="30000">
                <a:latin typeface="Times New Roman" pitchFamily="18" charset="0"/>
                <a:ea typeface="ＭＳ Ｐゴシック" pitchFamily="34" charset="-128"/>
                <a:cs typeface="Times New Roman" pitchFamily="18" charset="0"/>
              </a:rPr>
              <a:t>s=3,u=7 </a:t>
            </a:r>
            <a:r>
              <a:rPr lang="nl-NL" altLang="uz-Cyrl-UZ" sz="2000" b="1" i="1" baseline="-25000">
                <a:latin typeface="Times New Roman" pitchFamily="18" charset="0"/>
                <a:ea typeface="ＭＳ Ｐゴシック" pitchFamily="34" charset="-128"/>
                <a:cs typeface="Times New Roman" pitchFamily="18" charset="0"/>
              </a:rPr>
              <a:t>s=0,u=0 </a:t>
            </a:r>
            <a:r>
              <a:rPr lang="nl-NL" altLang="uz-Cyrl-UZ" sz="2000" b="1" i="1">
                <a:latin typeface="Times New Roman" pitchFamily="18" charset="0"/>
                <a:ea typeface="ＭＳ Ｐゴシック" pitchFamily="34" charset="-128"/>
                <a:cs typeface="Times New Roman" pitchFamily="18" charset="0"/>
              </a:rPr>
              <a:t>h[s,u]</a:t>
            </a:r>
            <a:r>
              <a:rPr lang="nl-NL" altLang="uz-Cyrl-UZ" sz="2000" b="1" i="1" baseline="30000">
                <a:latin typeface="Times New Roman" pitchFamily="18" charset="0"/>
                <a:ea typeface="ＭＳ Ｐゴシック" pitchFamily="34" charset="-128"/>
                <a:cs typeface="Times New Roman" pitchFamily="18" charset="0"/>
              </a:rPr>
              <a:t> \-1</a:t>
            </a:r>
            <a:r>
              <a:rPr lang="nl-NL" altLang="uz-Cyrl-UZ" sz="2000" b="1" i="1">
                <a:latin typeface="Times New Roman" pitchFamily="18" charset="0"/>
                <a:ea typeface="ＭＳ Ｐゴシック" pitchFamily="34" charset="-128"/>
                <a:cs typeface="Times New Roman" pitchFamily="18" charset="0"/>
              </a:rPr>
              <a:t> (mod </a:t>
            </a:r>
            <a:r>
              <a:rPr lang="ru-RU"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nl-NL" altLang="uz-Cyrl-UZ" sz="2000">
                <a:latin typeface="Times New Roman" pitchFamily="18" charset="0"/>
                <a:ea typeface="ＭＳ Ｐゴシック" pitchFamily="34" charset="-128"/>
                <a:cs typeface="Times New Roman" pitchFamily="18" charset="0"/>
              </a:rPr>
              <a:t>,</a:t>
            </a:r>
            <a:endParaRPr lang="ru-RU" altLang="uz-Cyrl-UZ" sz="2000">
              <a:latin typeface="Times New Roman" pitchFamily="18" charset="0"/>
              <a:ea typeface="ＭＳ Ｐゴシック" pitchFamily="34" charset="-128"/>
              <a:cs typeface="Times New Roman" pitchFamily="18" charset="0"/>
            </a:endParaRPr>
          </a:p>
          <a:p>
            <a:pPr indent="363538" algn="just">
              <a:buFont typeface="Arial" charset="0"/>
              <a:buChar char="•"/>
            </a:pPr>
            <a:r>
              <a:rPr lang="nl-NL" altLang="uz-Cyrl-UZ" sz="2000" b="1" i="1">
                <a:latin typeface="Times New Roman" pitchFamily="18" charset="0"/>
                <a:ea typeface="ＭＳ Ｐゴシック" pitchFamily="34" charset="-128"/>
                <a:cs typeface="Times New Roman" pitchFamily="18" charset="0"/>
              </a:rPr>
              <a:t>K</a:t>
            </a:r>
            <a:r>
              <a:rPr lang="nl-NL" altLang="uz-Cyrl-UZ" sz="2000" b="1" i="1" baseline="-25000">
                <a:latin typeface="Times New Roman" pitchFamily="18" charset="0"/>
                <a:ea typeface="ＭＳ Ｐゴシック" pitchFamily="34" charset="-128"/>
                <a:cs typeface="Times New Roman" pitchFamily="18" charset="0"/>
              </a:rPr>
              <a:t>2h</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 </a:t>
            </a:r>
            <a:r>
              <a:rPr lang="nl-NL" altLang="uz-Cyrl-UZ" sz="2000" b="1" i="1" baseline="30000">
                <a:latin typeface="Times New Roman" pitchFamily="18" charset="0"/>
                <a:ea typeface="ＭＳ Ｐゴシック" pitchFamily="34" charset="-128"/>
                <a:cs typeface="Times New Roman" pitchFamily="18" charset="0"/>
              </a:rPr>
              <a:t>s=3,u=7 </a:t>
            </a:r>
            <a:r>
              <a:rPr lang="nl-NL" altLang="uz-Cyrl-UZ" sz="2000" b="1" i="1" baseline="-25000">
                <a:latin typeface="Times New Roman" pitchFamily="18" charset="0"/>
                <a:ea typeface="ＭＳ Ｐゴシック" pitchFamily="34" charset="-128"/>
                <a:cs typeface="Times New Roman" pitchFamily="18" charset="0"/>
              </a:rPr>
              <a:t>s=0,u=0 </a:t>
            </a:r>
            <a:r>
              <a:rPr lang="nl-NL" altLang="uz-Cyrl-UZ" sz="2000" b="1" i="1">
                <a:latin typeface="Times New Roman" pitchFamily="18" charset="0"/>
                <a:ea typeface="ＭＳ Ｐゴシック" pitchFamily="34" charset="-128"/>
                <a:cs typeface="Times New Roman" pitchFamily="18" charset="0"/>
              </a:rPr>
              <a:t>h[s,u]</a:t>
            </a:r>
            <a:r>
              <a:rPr lang="nl-NL" altLang="uz-Cyrl-UZ" sz="2000" b="1" i="1" baseline="30000">
                <a:latin typeface="Times New Roman" pitchFamily="18" charset="0"/>
                <a:ea typeface="ＭＳ Ｐゴシック" pitchFamily="34" charset="-128"/>
                <a:cs typeface="Times New Roman" pitchFamily="18" charset="0"/>
              </a:rPr>
              <a:t> \-1</a:t>
            </a:r>
            <a:r>
              <a:rPr lang="nl-NL" altLang="uz-Cyrl-UZ" sz="2000" b="1" i="1">
                <a:latin typeface="Times New Roman" pitchFamily="18" charset="0"/>
                <a:ea typeface="ＭＳ Ｐゴシック" pitchFamily="34" charset="-128"/>
                <a:cs typeface="Times New Roman" pitchFamily="18" charset="0"/>
              </a:rPr>
              <a:t> + Δ (mod </a:t>
            </a:r>
            <a:r>
              <a:rPr lang="ru-RU"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en-US" altLang="uz-Cyrl-UZ" sz="2000">
                <a:latin typeface="Times New Roman" pitchFamily="18" charset="0"/>
                <a:ea typeface="ＭＳ Ｐゴシック" pitchFamily="34" charset="-128"/>
                <a:cs typeface="Times New Roman" pitchFamily="18" charset="0"/>
              </a:rPr>
              <a:t>,</a:t>
            </a:r>
            <a:endParaRPr lang="ru-RU" altLang="uz-Cyrl-UZ" sz="2000">
              <a:latin typeface="Times New Roman" pitchFamily="18" charset="0"/>
              <a:ea typeface="ＭＳ Ｐゴシック" pitchFamily="34" charset="-128"/>
              <a:cs typeface="Times New Roman" pitchFamily="18" charset="0"/>
            </a:endParaRPr>
          </a:p>
          <a:p>
            <a:pPr indent="363538" algn="just">
              <a:buFont typeface="Arial" charset="0"/>
              <a:buChar char="•"/>
            </a:pPr>
            <a:r>
              <a:rPr lang="nl-NL" altLang="uz-Cyrl-UZ" sz="2000" b="1" i="1">
                <a:latin typeface="Times New Roman" pitchFamily="18" charset="0"/>
                <a:ea typeface="ＭＳ Ｐゴシック" pitchFamily="34" charset="-128"/>
                <a:cs typeface="Times New Roman" pitchFamily="18" charset="0"/>
              </a:rPr>
              <a:t>J</a:t>
            </a:r>
            <a:r>
              <a:rPr lang="nl-NL" altLang="uz-Cyrl-UZ" sz="2000" b="1" i="1" baseline="-25000">
                <a:latin typeface="Times New Roman" pitchFamily="18" charset="0"/>
                <a:ea typeface="ＭＳ Ｐゴシック" pitchFamily="34" charset="-128"/>
                <a:cs typeface="Times New Roman" pitchFamily="18" charset="0"/>
              </a:rPr>
              <a:t>2hn</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 </a:t>
            </a:r>
            <a:r>
              <a:rPr lang="nl-NL" altLang="uz-Cyrl-UZ" sz="2000" b="1" i="1" baseline="30000">
                <a:latin typeface="Times New Roman" pitchFamily="18" charset="0"/>
                <a:ea typeface="ＭＳ Ｐゴシック" pitchFamily="34" charset="-128"/>
                <a:cs typeface="Times New Roman" pitchFamily="18" charset="0"/>
              </a:rPr>
              <a:t>s=3,u=7 </a:t>
            </a:r>
            <a:r>
              <a:rPr lang="nl-NL" altLang="uz-Cyrl-UZ" sz="2000" b="1" i="1" baseline="-25000">
                <a:latin typeface="Times New Roman" pitchFamily="18" charset="0"/>
                <a:ea typeface="ＭＳ Ｐゴシック" pitchFamily="34" charset="-128"/>
                <a:cs typeface="Times New Roman" pitchFamily="18" charset="0"/>
              </a:rPr>
              <a:t>s=0,u=0 </a:t>
            </a:r>
            <a:r>
              <a:rPr lang="nl-NL" altLang="uz-Cyrl-UZ" sz="2000" b="1" i="1">
                <a:latin typeface="Times New Roman" pitchFamily="18" charset="0"/>
                <a:ea typeface="ＭＳ Ｐゴシック" pitchFamily="34" charset="-128"/>
                <a:cs typeface="Times New Roman" pitchFamily="18" charset="0"/>
              </a:rPr>
              <a:t>hn[s,u]</a:t>
            </a:r>
            <a:r>
              <a:rPr lang="nl-NL" altLang="uz-Cyrl-UZ" sz="2000" b="1" i="1" baseline="30000">
                <a:latin typeface="Times New Roman" pitchFamily="18" charset="0"/>
                <a:ea typeface="ＭＳ Ｐゴシック" pitchFamily="34" charset="-128"/>
                <a:cs typeface="Times New Roman" pitchFamily="18" charset="0"/>
              </a:rPr>
              <a:t> \-1</a:t>
            </a:r>
            <a:r>
              <a:rPr lang="nl-NL" altLang="uz-Cyrl-UZ" sz="2000" b="1" i="1">
                <a:latin typeface="Times New Roman" pitchFamily="18" charset="0"/>
                <a:ea typeface="ＭＳ Ｐゴシック" pitchFamily="34" charset="-128"/>
                <a:cs typeface="Times New Roman" pitchFamily="18" charset="0"/>
              </a:rPr>
              <a:t> (mod </a:t>
            </a:r>
            <a:r>
              <a:rPr lang="ru-RU"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en-US" altLang="uz-Cyrl-UZ" sz="2000">
                <a:latin typeface="Times New Roman" pitchFamily="18" charset="0"/>
                <a:ea typeface="ＭＳ Ｐゴシック" pitchFamily="34" charset="-128"/>
                <a:cs typeface="Times New Roman" pitchFamily="18" charset="0"/>
              </a:rPr>
              <a:t>,</a:t>
            </a:r>
            <a:endParaRPr lang="ru-RU" altLang="uz-Cyrl-UZ" sz="2000">
              <a:latin typeface="Times New Roman" pitchFamily="18" charset="0"/>
              <a:ea typeface="ＭＳ Ｐゴシック" pitchFamily="34" charset="-128"/>
              <a:cs typeface="Times New Roman" pitchFamily="18" charset="0"/>
            </a:endParaRPr>
          </a:p>
          <a:p>
            <a:pPr indent="363538" algn="just">
              <a:buFont typeface="Arial" charset="0"/>
              <a:buChar char="•"/>
            </a:pPr>
            <a:r>
              <a:rPr lang="nl-NL" altLang="uz-Cyrl-UZ" sz="2000" b="1" i="1">
                <a:latin typeface="Times New Roman" pitchFamily="18" charset="0"/>
                <a:ea typeface="ＭＳ Ｐゴシック" pitchFamily="34" charset="-128"/>
                <a:cs typeface="Times New Roman" pitchFamily="18" charset="0"/>
              </a:rPr>
              <a:t>K</a:t>
            </a:r>
            <a:r>
              <a:rPr lang="nl-NL" altLang="uz-Cyrl-UZ" sz="2000" b="1" i="1" baseline="-25000">
                <a:latin typeface="Times New Roman" pitchFamily="18" charset="0"/>
                <a:ea typeface="ＭＳ Ｐゴシック" pitchFamily="34" charset="-128"/>
                <a:cs typeface="Times New Roman" pitchFamily="18" charset="0"/>
              </a:rPr>
              <a:t>2hn</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 </a:t>
            </a:r>
            <a:r>
              <a:rPr lang="nl-NL" altLang="uz-Cyrl-UZ" sz="2000" b="1" i="1" baseline="30000">
                <a:latin typeface="Times New Roman" pitchFamily="18" charset="0"/>
                <a:ea typeface="ＭＳ Ｐゴシック" pitchFamily="34" charset="-128"/>
                <a:cs typeface="Times New Roman" pitchFamily="18" charset="0"/>
              </a:rPr>
              <a:t>s=3,u=7 </a:t>
            </a:r>
            <a:r>
              <a:rPr lang="nl-NL" altLang="uz-Cyrl-UZ" sz="2000" b="1" i="1" baseline="-25000">
                <a:latin typeface="Times New Roman" pitchFamily="18" charset="0"/>
                <a:ea typeface="ＭＳ Ｐゴシック" pitchFamily="34" charset="-128"/>
                <a:cs typeface="Times New Roman" pitchFamily="18" charset="0"/>
              </a:rPr>
              <a:t>s=0,u=0 </a:t>
            </a:r>
            <a:r>
              <a:rPr lang="nl-NL" altLang="uz-Cyrl-UZ" sz="2000" b="1" i="1">
                <a:latin typeface="Times New Roman" pitchFamily="18" charset="0"/>
                <a:ea typeface="ＭＳ Ｐゴシック" pitchFamily="34" charset="-128"/>
                <a:cs typeface="Times New Roman" pitchFamily="18" charset="0"/>
              </a:rPr>
              <a:t>hn[s,u] </a:t>
            </a:r>
            <a:r>
              <a:rPr lang="nl-NL" altLang="uz-Cyrl-UZ" sz="2000" b="1" i="1" baseline="30000">
                <a:latin typeface="Times New Roman" pitchFamily="18" charset="0"/>
                <a:ea typeface="ＭＳ Ｐゴシック" pitchFamily="34" charset="-128"/>
                <a:cs typeface="Times New Roman" pitchFamily="18" charset="0"/>
              </a:rPr>
              <a:t>\-1</a:t>
            </a:r>
            <a:r>
              <a:rPr lang="nl-NL" altLang="uz-Cyrl-UZ" sz="2000" b="1" i="1">
                <a:latin typeface="Times New Roman" pitchFamily="18" charset="0"/>
                <a:ea typeface="ＭＳ Ｐゴシック" pitchFamily="34" charset="-128"/>
                <a:cs typeface="Times New Roman" pitchFamily="18" charset="0"/>
              </a:rPr>
              <a:t> +Δ (mod </a:t>
            </a:r>
            <a:r>
              <a:rPr lang="ru-RU"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en-US" altLang="uz-Cyrl-UZ" sz="2000">
                <a:latin typeface="Times New Roman" pitchFamily="18" charset="0"/>
                <a:ea typeface="ＭＳ Ｐゴシック" pitchFamily="34" charset="-128"/>
                <a:cs typeface="Times New Roman" pitchFamily="18" charset="0"/>
              </a:rPr>
              <a:t>;</a:t>
            </a:r>
            <a:endParaRPr lang="uz-Cyrl-UZ" altLang="uz-Cyrl-UZ" sz="2000">
              <a:latin typeface="Times New Roman" pitchFamily="18" charset="0"/>
              <a:ea typeface="ＭＳ Ｐゴシック" pitchFamily="34" charset="-128"/>
              <a:cs typeface="Times New Roman" pitchFamily="18" charset="0"/>
            </a:endParaRPr>
          </a:p>
          <a:p>
            <a:pPr indent="363538" algn="just"/>
            <a:r>
              <a:rPr lang="uz-Cyrl-UZ" altLang="uz-Cyrl-UZ" sz="2000">
                <a:latin typeface="Times New Roman" pitchFamily="18" charset="0"/>
                <a:ea typeface="ＭＳ Ｐゴシック" pitchFamily="34" charset="-128"/>
                <a:cs typeface="Times New Roman" pitchFamily="18" charset="0"/>
              </a:rPr>
              <a:t>Юқорида келтирилган ифодаларда, агар</a:t>
            </a:r>
            <a:r>
              <a:rPr lang="nl-NL" altLang="uz-Cyrl-UZ" sz="2000">
                <a:latin typeface="Times New Roman" pitchFamily="18" charset="0"/>
                <a:ea typeface="ＭＳ Ｐゴシック" pitchFamily="34" charset="-128"/>
                <a:cs typeface="Times New Roman" pitchFamily="18" charset="0"/>
              </a:rPr>
              <a:t>:</a:t>
            </a:r>
            <a:endParaRPr lang="ru-RU" altLang="uz-Cyrl-UZ" sz="2000">
              <a:latin typeface="Times New Roman" pitchFamily="18" charset="0"/>
              <a:ea typeface="ＭＳ Ｐゴシック" pitchFamily="34" charset="-128"/>
              <a:cs typeface="Times New Roman" pitchFamily="18" charset="0"/>
            </a:endParaRPr>
          </a:p>
          <a:p>
            <a:pPr indent="363538" algn="just"/>
            <a:r>
              <a:rPr lang="nl-NL" altLang="uz-Cyrl-UZ" sz="2000" b="1" i="1">
                <a:latin typeface="Times New Roman" pitchFamily="18" charset="0"/>
                <a:ea typeface="ＭＳ Ｐゴシック" pitchFamily="34" charset="-128"/>
                <a:cs typeface="Times New Roman" pitchFamily="18" charset="0"/>
              </a:rPr>
              <a:t>A</a:t>
            </a:r>
            <a:r>
              <a:rPr lang="nl-NL" altLang="uz-Cyrl-UZ" sz="2000" b="1" i="1" baseline="-25000">
                <a:latin typeface="Times New Roman" pitchFamily="18" charset="0"/>
                <a:ea typeface="ＭＳ Ｐゴシック" pitchFamily="34" charset="-128"/>
                <a:cs typeface="Times New Roman" pitchFamily="18" charset="0"/>
              </a:rPr>
              <a:t>2h </a:t>
            </a:r>
            <a:r>
              <a:rPr lang="nl-NL" altLang="uz-Cyrl-UZ" sz="2000" b="1" i="1">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ёки </a:t>
            </a:r>
            <a:r>
              <a:rPr lang="uz-Cyrl-UZ" altLang="uz-Cyrl-UZ" sz="2000" b="1" i="1" baseline="-25000">
                <a:latin typeface="Times New Roman" pitchFamily="18" charset="0"/>
                <a:ea typeface="ＭＳ Ｐゴシック" pitchFamily="34" charset="-128"/>
                <a:cs typeface="Times New Roman" pitchFamily="18" charset="0"/>
              </a:rPr>
              <a:t> </a:t>
            </a:r>
            <a:r>
              <a:rPr lang="nl-NL" altLang="uz-Cyrl-UZ" sz="2000" b="1" i="1">
                <a:latin typeface="Times New Roman" pitchFamily="18" charset="0"/>
                <a:ea typeface="ＭＳ Ｐゴシック" pitchFamily="34" charset="-128"/>
                <a:cs typeface="Times New Roman" pitchFamily="18" charset="0"/>
              </a:rPr>
              <a:t>A</a:t>
            </a:r>
            <a:r>
              <a:rPr lang="nl-NL" altLang="uz-Cyrl-UZ" sz="2000" b="1" i="1" baseline="-25000">
                <a:latin typeface="Times New Roman" pitchFamily="18" charset="0"/>
                <a:ea typeface="ＭＳ Ｐゴシック" pitchFamily="34" charset="-128"/>
                <a:cs typeface="Times New Roman" pitchFamily="18" charset="0"/>
              </a:rPr>
              <a:t>2hn </a:t>
            </a:r>
            <a:r>
              <a:rPr lang="uz-Cyrl-UZ" altLang="uz-Cyrl-UZ" sz="2000">
                <a:latin typeface="Times New Roman" pitchFamily="18" charset="0"/>
                <a:ea typeface="ＭＳ Ｐゴシック" pitchFamily="34" charset="-128"/>
                <a:cs typeface="Times New Roman" pitchFamily="18" charset="0"/>
              </a:rPr>
              <a:t>учун мос равишда</a:t>
            </a:r>
            <a:r>
              <a:rPr lang="uz-Cyrl-UZ" altLang="uz-Cyrl-UZ" sz="2000" b="1" i="1" baseline="-25000">
                <a:latin typeface="Times New Roman" pitchFamily="18" charset="0"/>
                <a:ea typeface="ＭＳ Ｐゴシック" pitchFamily="34" charset="-128"/>
                <a:cs typeface="Times New Roman" pitchFamily="18" charset="0"/>
              </a:rPr>
              <a:t> </a:t>
            </a:r>
            <a:r>
              <a:rPr lang="uz-Cyrl-UZ" altLang="uz-Cyrl-UZ" sz="2000" b="1" i="1">
                <a:latin typeface="Times New Roman" pitchFamily="18" charset="0"/>
                <a:ea typeface="ＭＳ Ｐゴシック" pitchFamily="34" charset="-128"/>
                <a:cs typeface="Times New Roman" pitchFamily="18" charset="0"/>
              </a:rPr>
              <a:t>J</a:t>
            </a:r>
            <a:r>
              <a:rPr lang="nl-NL" altLang="uz-Cyrl-UZ" sz="2000" b="1" i="1" baseline="-25000">
                <a:latin typeface="Times New Roman" pitchFamily="18" charset="0"/>
                <a:ea typeface="ＭＳ Ｐゴシック" pitchFamily="34" charset="-128"/>
                <a:cs typeface="Times New Roman" pitchFamily="18" charset="0"/>
              </a:rPr>
              <a:t>1h</a:t>
            </a:r>
            <a:r>
              <a:rPr lang="uz-Cyrl-UZ" altLang="uz-Cyrl-UZ" sz="2000" b="1" i="1">
                <a:latin typeface="Times New Roman" pitchFamily="18" charset="0"/>
                <a:ea typeface="ＭＳ Ｐゴシック" pitchFamily="34" charset="-128"/>
                <a:cs typeface="Times New Roman" pitchFamily="18" charset="0"/>
              </a:rPr>
              <a:t> +J</a:t>
            </a:r>
            <a:r>
              <a:rPr lang="uz-Cyrl-UZ" altLang="uz-Cyrl-UZ" sz="2000" b="1" i="1" baseline="-25000">
                <a:latin typeface="Times New Roman" pitchFamily="18" charset="0"/>
                <a:ea typeface="ＭＳ Ｐゴシック" pitchFamily="34" charset="-128"/>
                <a:cs typeface="Times New Roman" pitchFamily="18" charset="0"/>
              </a:rPr>
              <a:t>2</a:t>
            </a:r>
            <a:r>
              <a:rPr lang="nl-NL" altLang="uz-Cyrl-UZ" sz="2000" b="1" i="1" baseline="-25000">
                <a:latin typeface="Times New Roman" pitchFamily="18" charset="0"/>
                <a:ea typeface="ＭＳ Ｐゴシック" pitchFamily="34" charset="-128"/>
                <a:cs typeface="Times New Roman" pitchFamily="18" charset="0"/>
              </a:rPr>
              <a:t>h </a:t>
            </a:r>
            <a:r>
              <a:rPr lang="uz-Cyrl-UZ" altLang="uz-Cyrl-UZ" sz="2000" b="1" i="1">
                <a:latin typeface="Times New Roman" pitchFamily="18" charset="0"/>
                <a:ea typeface="ＭＳ Ｐゴシック" pitchFamily="34" charset="-128"/>
                <a:cs typeface="Times New Roman" pitchFamily="18" charset="0"/>
              </a:rPr>
              <a:t>(mod 2)</a:t>
            </a:r>
            <a:r>
              <a:rPr lang="uz-Cyrl-UZ" altLang="uz-Cyrl-UZ" sz="2000" b="1" i="1">
                <a:latin typeface="Times New Roman" pitchFamily="18" charset="0"/>
                <a:ea typeface="ＭＳ Ｐゴシック" pitchFamily="34" charset="-128"/>
                <a:cs typeface="Times New Roman" pitchFamily="18" charset="0"/>
                <a:sym typeface="Symbol" pitchFamily="18" charset="2"/>
              </a:rPr>
              <a:t></a:t>
            </a:r>
            <a:r>
              <a:rPr lang="uz-Cyrl-UZ" altLang="uz-Cyrl-UZ" sz="2000" b="1" i="1">
                <a:latin typeface="Times New Roman" pitchFamily="18" charset="0"/>
                <a:ea typeface="ＭＳ Ｐゴシック" pitchFamily="34" charset="-128"/>
                <a:cs typeface="Times New Roman" pitchFamily="18" charset="0"/>
              </a:rPr>
              <a:t>1</a:t>
            </a:r>
            <a:r>
              <a:rPr lang="nl-NL" altLang="uz-Cyrl-UZ" sz="2000" b="1" i="1">
                <a:latin typeface="Times New Roman" pitchFamily="18" charset="0"/>
                <a:ea typeface="ＭＳ Ｐゴシック" pitchFamily="34" charset="-128"/>
                <a:cs typeface="Times New Roman" pitchFamily="18" charset="0"/>
              </a:rPr>
              <a:t>,</a:t>
            </a:r>
            <a:r>
              <a:rPr lang="nl-NL" altLang="uz-Cyrl-UZ" sz="2000">
                <a:latin typeface="Times New Roman" pitchFamily="18" charset="0"/>
                <a:ea typeface="ＭＳ Ｐゴシック" pitchFamily="34" charset="-128"/>
                <a:cs typeface="Times New Roman" pitchFamily="18" charset="0"/>
              </a:rPr>
              <a:t> </a:t>
            </a:r>
            <a:r>
              <a:rPr lang="uz-Cyrl-UZ" altLang="uz-Cyrl-UZ" sz="2000" b="1" i="1">
                <a:latin typeface="Times New Roman" pitchFamily="18" charset="0"/>
                <a:ea typeface="ＭＳ Ｐゴシック" pitchFamily="34" charset="-128"/>
                <a:cs typeface="Times New Roman" pitchFamily="18" charset="0"/>
              </a:rPr>
              <a:t>J</a:t>
            </a:r>
            <a:r>
              <a:rPr lang="nl-NL" altLang="uz-Cyrl-UZ" sz="2000" b="1" i="1" baseline="-25000">
                <a:latin typeface="Times New Roman" pitchFamily="18" charset="0"/>
                <a:ea typeface="ＭＳ Ｐゴシック" pitchFamily="34" charset="-128"/>
                <a:cs typeface="Times New Roman" pitchFamily="18" charset="0"/>
              </a:rPr>
              <a:t>1hn</a:t>
            </a:r>
            <a:r>
              <a:rPr lang="uz-Cyrl-UZ" altLang="uz-Cyrl-UZ" sz="2000" b="1" i="1">
                <a:latin typeface="Times New Roman" pitchFamily="18" charset="0"/>
                <a:ea typeface="ＭＳ Ｐゴシック" pitchFamily="34" charset="-128"/>
                <a:cs typeface="Times New Roman" pitchFamily="18" charset="0"/>
              </a:rPr>
              <a:t> +J</a:t>
            </a:r>
            <a:r>
              <a:rPr lang="uz-Cyrl-UZ" altLang="uz-Cyrl-UZ" sz="2000" b="1" i="1" baseline="-25000">
                <a:latin typeface="Times New Roman" pitchFamily="18" charset="0"/>
                <a:ea typeface="ＭＳ Ｐゴシック" pitchFamily="34" charset="-128"/>
                <a:cs typeface="Times New Roman" pitchFamily="18" charset="0"/>
              </a:rPr>
              <a:t>2</a:t>
            </a:r>
            <a:r>
              <a:rPr lang="nl-NL" altLang="uz-Cyrl-UZ" sz="2000" b="1" i="1" baseline="-25000">
                <a:latin typeface="Times New Roman" pitchFamily="18" charset="0"/>
                <a:ea typeface="ＭＳ Ｐゴシック" pitchFamily="34" charset="-128"/>
                <a:cs typeface="Times New Roman" pitchFamily="18" charset="0"/>
              </a:rPr>
              <a:t>hn </a:t>
            </a:r>
            <a:r>
              <a:rPr lang="uz-Cyrl-UZ" altLang="uz-Cyrl-UZ" sz="2000" b="1" i="1">
                <a:latin typeface="Times New Roman" pitchFamily="18" charset="0"/>
                <a:ea typeface="ＭＳ Ｐゴシック" pitchFamily="34" charset="-128"/>
                <a:cs typeface="Times New Roman" pitchFamily="18" charset="0"/>
              </a:rPr>
              <a:t>(mod 2)</a:t>
            </a:r>
            <a:r>
              <a:rPr lang="uz-Cyrl-UZ" altLang="uz-Cyrl-UZ" sz="2000" b="1" i="1">
                <a:latin typeface="Times New Roman" pitchFamily="18" charset="0"/>
                <a:ea typeface="ＭＳ Ｐゴシック" pitchFamily="34" charset="-128"/>
                <a:cs typeface="Times New Roman" pitchFamily="18" charset="0"/>
                <a:sym typeface="Symbol" pitchFamily="18" charset="2"/>
              </a:rPr>
              <a:t></a:t>
            </a:r>
            <a:r>
              <a:rPr lang="uz-Cyrl-UZ" altLang="uz-Cyrl-UZ" sz="2000" b="1" i="1">
                <a:latin typeface="Times New Roman" pitchFamily="18" charset="0"/>
                <a:ea typeface="ＭＳ Ｐゴシック" pitchFamily="34" charset="-128"/>
                <a:cs typeface="Times New Roman" pitchFamily="18" charset="0"/>
              </a:rPr>
              <a:t>1 </a:t>
            </a:r>
            <a:r>
              <a:rPr lang="uz-Cyrl-UZ" altLang="uz-Cyrl-UZ" sz="2000">
                <a:latin typeface="Times New Roman" pitchFamily="18" charset="0"/>
                <a:ea typeface="ＭＳ Ｐゴシック" pitchFamily="34" charset="-128"/>
                <a:cs typeface="Times New Roman" pitchFamily="18" charset="0"/>
              </a:rPr>
              <a:t> бўлса</a:t>
            </a:r>
            <a:r>
              <a:rPr lang="nl-NL" altLang="uz-Cyrl-UZ" sz="2000">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унда</a:t>
            </a:r>
            <a:r>
              <a:rPr lang="nl-NL" altLang="uz-Cyrl-UZ" sz="2000" b="1" i="1">
                <a:latin typeface="Times New Roman" pitchFamily="18" charset="0"/>
                <a:ea typeface="ＭＳ Ｐゴシック" pitchFamily="34" charset="-128"/>
                <a:cs typeface="Times New Roman" pitchFamily="18" charset="0"/>
              </a:rPr>
              <a:t> Δ=0 </a:t>
            </a:r>
            <a:r>
              <a:rPr lang="ru-RU" altLang="uz-Cyrl-UZ" sz="2000">
                <a:latin typeface="Times New Roman" pitchFamily="18" charset="0"/>
                <a:ea typeface="ＭＳ Ｐゴシック" pitchFamily="34" charset="-128"/>
                <a:cs typeface="Times New Roman" pitchFamily="18" charset="0"/>
              </a:rPr>
              <a:t>деб</a:t>
            </a:r>
            <a:r>
              <a:rPr lang="ru-RU" altLang="uz-Cyrl-UZ" sz="2000" b="1" i="1">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қабул қилинади</a:t>
            </a:r>
            <a:r>
              <a:rPr lang="nl-NL" altLang="uz-Cyrl-UZ" sz="2000" b="1" i="1">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акс ҳолда </a:t>
            </a:r>
            <a:r>
              <a:rPr lang="nl-NL" altLang="uz-Cyrl-UZ" sz="2000" b="1" i="1">
                <a:latin typeface="Times New Roman" pitchFamily="18" charset="0"/>
                <a:ea typeface="ＭＳ Ｐゴシック" pitchFamily="34" charset="-128"/>
                <a:cs typeface="Times New Roman" pitchFamily="18" charset="0"/>
              </a:rPr>
              <a:t> Δ=1</a:t>
            </a:r>
            <a:r>
              <a:rPr lang="nl-NL" altLang="uz-Cyrl-UZ" sz="2000">
                <a:latin typeface="Times New Roman" pitchFamily="18" charset="0"/>
                <a:ea typeface="ＭＳ Ｐゴシック" pitchFamily="34" charset="-128"/>
                <a:cs typeface="Times New Roman" pitchFamily="18" charset="0"/>
              </a:rPr>
              <a:t>;</a:t>
            </a:r>
            <a:endParaRPr lang="ru-RU" altLang="uz-Cyrl-UZ" sz="2000">
              <a:latin typeface="Times New Roman" pitchFamily="18" charset="0"/>
              <a:ea typeface="ＭＳ Ｐゴシック" pitchFamily="34" charset="-128"/>
              <a:cs typeface="Times New Roman" pitchFamily="18" charset="0"/>
            </a:endParaRPr>
          </a:p>
          <a:p>
            <a:pPr indent="363538" algn="just"/>
            <a:r>
              <a:rPr lang="nl-NL" altLang="uz-Cyrl-UZ" sz="2000" b="1" i="1">
                <a:latin typeface="Times New Roman" pitchFamily="18" charset="0"/>
                <a:ea typeface="ＭＳ Ｐゴシック" pitchFamily="34" charset="-128"/>
                <a:cs typeface="Times New Roman" pitchFamily="18" charset="0"/>
              </a:rPr>
              <a:t>K</a:t>
            </a:r>
            <a:r>
              <a:rPr lang="nl-NL" altLang="uz-Cyrl-UZ" sz="2000" b="1" i="1" baseline="-25000">
                <a:latin typeface="Times New Roman" pitchFamily="18" charset="0"/>
                <a:ea typeface="ＭＳ Ｐゴシック" pitchFamily="34" charset="-128"/>
                <a:cs typeface="Times New Roman" pitchFamily="18" charset="0"/>
              </a:rPr>
              <a:t>2h  </a:t>
            </a:r>
            <a:r>
              <a:rPr lang="uz-Cyrl-UZ" altLang="uz-Cyrl-UZ" sz="2000">
                <a:latin typeface="Times New Roman" pitchFamily="18" charset="0"/>
                <a:ea typeface="ＭＳ Ｐゴシック" pitchFamily="34" charset="-128"/>
                <a:cs typeface="Times New Roman" pitchFamily="18" charset="0"/>
              </a:rPr>
              <a:t>учун</a:t>
            </a:r>
            <a:r>
              <a:rPr lang="uz-Cyrl-UZ" altLang="uz-Cyrl-UZ" sz="2000" b="1" i="1" baseline="-25000">
                <a:latin typeface="Times New Roman" pitchFamily="18" charset="0"/>
                <a:ea typeface="ＭＳ Ｐゴシック" pitchFamily="34" charset="-128"/>
                <a:cs typeface="Times New Roman" pitchFamily="18" charset="0"/>
              </a:rPr>
              <a:t> </a:t>
            </a:r>
            <a:r>
              <a:rPr lang="nl-NL" altLang="uz-Cyrl-UZ" sz="2000" b="1" i="1">
                <a:latin typeface="Times New Roman" pitchFamily="18" charset="0"/>
                <a:ea typeface="ＭＳ Ｐゴシック" pitchFamily="34" charset="-128"/>
                <a:cs typeface="Times New Roman" pitchFamily="18" charset="0"/>
              </a:rPr>
              <a:t>h[s,u]</a:t>
            </a:r>
            <a:r>
              <a:rPr lang="nl-NL" altLang="uz-Cyrl-UZ" sz="2000" b="1" i="1" baseline="30000">
                <a:latin typeface="Times New Roman" pitchFamily="18" charset="0"/>
                <a:ea typeface="ＭＳ Ｐゴシック" pitchFamily="34" charset="-128"/>
                <a:cs typeface="Times New Roman" pitchFamily="18" charset="0"/>
              </a:rPr>
              <a:t> \-1</a:t>
            </a:r>
            <a:r>
              <a:rPr lang="nl-NL" altLang="uz-Cyrl-UZ" sz="2000" b="1" i="1">
                <a:latin typeface="Times New Roman" pitchFamily="18" charset="0"/>
                <a:ea typeface="ＭＳ Ｐゴシック" pitchFamily="34" charset="-128"/>
                <a:cs typeface="Times New Roman" pitchFamily="18" charset="0"/>
              </a:rPr>
              <a:t>(mod 2) </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 </a:t>
            </a:r>
            <a:r>
              <a:rPr lang="uz-Cyrl-UZ" altLang="uz-Cyrl-UZ" sz="2000" b="1" i="1">
                <a:latin typeface="Times New Roman" pitchFamily="18" charset="0"/>
                <a:ea typeface="ＭＳ Ｐゴシック" pitchFamily="34" charset="-128"/>
                <a:cs typeface="Times New Roman" pitchFamily="18" charset="0"/>
              </a:rPr>
              <a:t>0 </a:t>
            </a:r>
            <a:r>
              <a:rPr lang="uz-Cyrl-UZ" altLang="uz-Cyrl-UZ" sz="2000">
                <a:latin typeface="Times New Roman" pitchFamily="18" charset="0"/>
                <a:ea typeface="ＭＳ Ｐゴシック" pitchFamily="34" charset="-128"/>
                <a:cs typeface="Times New Roman" pitchFamily="18" charset="0"/>
              </a:rPr>
              <a:t>ёки</a:t>
            </a:r>
            <a:r>
              <a:rPr lang="nl-NL" altLang="uz-Cyrl-UZ" sz="2000" b="1" i="1">
                <a:latin typeface="Times New Roman" pitchFamily="18" charset="0"/>
                <a:ea typeface="ＭＳ Ｐゴシック" pitchFamily="34" charset="-128"/>
                <a:cs typeface="Times New Roman" pitchFamily="18" charset="0"/>
              </a:rPr>
              <a:t> K</a:t>
            </a:r>
            <a:r>
              <a:rPr lang="nl-NL" altLang="uz-Cyrl-UZ" sz="2000" b="1" i="1" baseline="-25000">
                <a:latin typeface="Times New Roman" pitchFamily="18" charset="0"/>
                <a:ea typeface="ＭＳ Ｐゴシック" pitchFamily="34" charset="-128"/>
                <a:cs typeface="Times New Roman" pitchFamily="18" charset="0"/>
              </a:rPr>
              <a:t>2</a:t>
            </a:r>
            <a:r>
              <a:rPr lang="uz-Cyrl-UZ" altLang="uz-Cyrl-UZ" sz="2000" b="1" i="1" baseline="-25000">
                <a:latin typeface="Times New Roman" pitchFamily="18" charset="0"/>
                <a:ea typeface="ＭＳ Ｐゴシック" pitchFamily="34" charset="-128"/>
                <a:cs typeface="Times New Roman" pitchFamily="18" charset="0"/>
              </a:rPr>
              <a:t>h</a:t>
            </a:r>
            <a:r>
              <a:rPr lang="nl-NL" altLang="uz-Cyrl-UZ" sz="2000" b="1" i="1" baseline="-25000">
                <a:latin typeface="Times New Roman" pitchFamily="18" charset="0"/>
                <a:ea typeface="ＭＳ Ｐゴシック" pitchFamily="34" charset="-128"/>
                <a:cs typeface="Times New Roman" pitchFamily="18" charset="0"/>
              </a:rPr>
              <a:t>n   </a:t>
            </a:r>
            <a:r>
              <a:rPr lang="nl-NL" altLang="uz-Cyrl-UZ" sz="2000" b="1" i="1">
                <a:latin typeface="Times New Roman" pitchFamily="18" charset="0"/>
                <a:ea typeface="ＭＳ Ｐゴシック" pitchFamily="34" charset="-128"/>
                <a:cs typeface="Times New Roman" pitchFamily="18" charset="0"/>
              </a:rPr>
              <a:t>hn[s,u] </a:t>
            </a:r>
            <a:r>
              <a:rPr lang="nl-NL" altLang="uz-Cyrl-UZ" sz="2000" b="1" i="1" baseline="30000">
                <a:latin typeface="Times New Roman" pitchFamily="18" charset="0"/>
                <a:ea typeface="ＭＳ Ｐゴシック" pitchFamily="34" charset="-128"/>
                <a:cs typeface="Times New Roman" pitchFamily="18" charset="0"/>
              </a:rPr>
              <a:t>\-1</a:t>
            </a:r>
            <a:r>
              <a:rPr lang="nl-NL" altLang="uz-Cyrl-UZ" sz="2000" b="1" i="1">
                <a:latin typeface="Times New Roman" pitchFamily="18" charset="0"/>
                <a:ea typeface="ＭＳ Ｐゴシック" pitchFamily="34" charset="-128"/>
                <a:cs typeface="Times New Roman" pitchFamily="18" charset="0"/>
              </a:rPr>
              <a:t> (mod 2) </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 </a:t>
            </a:r>
            <a:r>
              <a:rPr lang="nl-NL" altLang="uz-Cyrl-UZ" sz="2000" b="1" i="1">
                <a:latin typeface="Times New Roman" pitchFamily="18" charset="0"/>
                <a:ea typeface="ＭＳ Ｐゴシック" pitchFamily="34" charset="-128"/>
                <a:cs typeface="Times New Roman" pitchFamily="18" charset="0"/>
              </a:rPr>
              <a:t>0 </a:t>
            </a:r>
            <a:r>
              <a:rPr lang="uz-Cyrl-UZ" altLang="uz-Cyrl-UZ" sz="2000">
                <a:latin typeface="Times New Roman" pitchFamily="18" charset="0"/>
                <a:ea typeface="ＭＳ Ｐゴシック" pitchFamily="34" charset="-128"/>
                <a:cs typeface="Times New Roman" pitchFamily="18" charset="0"/>
              </a:rPr>
              <a:t> бўлса</a:t>
            </a:r>
            <a:r>
              <a:rPr lang="nl-NL" altLang="uz-Cyrl-UZ" sz="2000" b="1" i="1">
                <a:latin typeface="Times New Roman" pitchFamily="18" charset="0"/>
                <a:ea typeface="ＭＳ Ｐゴシック" pitchFamily="34" charset="-128"/>
                <a:cs typeface="Times New Roman" pitchFamily="18" charset="0"/>
              </a:rPr>
              <a:t>,</a:t>
            </a:r>
            <a:r>
              <a:rPr lang="uz-Cyrl-UZ" altLang="uz-Cyrl-UZ" sz="2000">
                <a:latin typeface="Times New Roman" pitchFamily="18" charset="0"/>
                <a:ea typeface="ＭＳ Ｐゴシック" pitchFamily="34" charset="-128"/>
                <a:cs typeface="Times New Roman" pitchFamily="18" charset="0"/>
              </a:rPr>
              <a:t> мос равишда </a:t>
            </a:r>
            <a:r>
              <a:rPr lang="nl-NL" altLang="uz-Cyrl-UZ" sz="2000" b="1" i="1">
                <a:latin typeface="Times New Roman" pitchFamily="18" charset="0"/>
                <a:ea typeface="ＭＳ Ｐゴシック" pitchFamily="34" charset="-128"/>
                <a:cs typeface="Times New Roman" pitchFamily="18" charset="0"/>
              </a:rPr>
              <a:t>h[s,u]</a:t>
            </a:r>
            <a:r>
              <a:rPr lang="nl-NL" altLang="uz-Cyrl-UZ" sz="2000" b="1" i="1" baseline="30000">
                <a:latin typeface="Times New Roman" pitchFamily="18" charset="0"/>
                <a:ea typeface="ＭＳ Ｐゴシック" pitchFamily="34" charset="-128"/>
                <a:cs typeface="Times New Roman" pitchFamily="18" charset="0"/>
              </a:rPr>
              <a:t>\-1</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nl-NL" altLang="uz-Cyrl-UZ" sz="2000" b="1" i="1">
                <a:latin typeface="Times New Roman" pitchFamily="18" charset="0"/>
                <a:ea typeface="ＭＳ Ｐゴシック" pitchFamily="34" charset="-128"/>
                <a:cs typeface="Times New Roman" pitchFamily="18" charset="0"/>
              </a:rPr>
              <a:t> h[s,u] </a:t>
            </a:r>
            <a:r>
              <a:rPr lang="nl-NL" altLang="uz-Cyrl-UZ" sz="2000" b="1" i="1" baseline="30000">
                <a:latin typeface="Times New Roman" pitchFamily="18" charset="0"/>
                <a:ea typeface="ＭＳ Ｐゴシック" pitchFamily="34" charset="-128"/>
                <a:cs typeface="Times New Roman" pitchFamily="18" charset="0"/>
              </a:rPr>
              <a:t>\-1</a:t>
            </a:r>
            <a:r>
              <a:rPr lang="nl-NL" altLang="uz-Cyrl-UZ" sz="2000" b="1" i="1">
                <a:latin typeface="Times New Roman" pitchFamily="18" charset="0"/>
                <a:ea typeface="ＭＳ Ｐゴシック" pitchFamily="34" charset="-128"/>
                <a:cs typeface="Times New Roman" pitchFamily="18" charset="0"/>
              </a:rPr>
              <a:t>+1</a:t>
            </a:r>
            <a:r>
              <a:rPr lang="nl-NL" altLang="uz-Cyrl-UZ" sz="2000">
                <a:latin typeface="Times New Roman" pitchFamily="18" charset="0"/>
                <a:ea typeface="ＭＳ Ｐゴシック" pitchFamily="34" charset="-128"/>
                <a:cs typeface="Times New Roman" pitchFamily="18" charset="0"/>
              </a:rPr>
              <a:t> </a:t>
            </a:r>
            <a:r>
              <a:rPr lang="nl-NL" altLang="uz-Cyrl-UZ" sz="2000" b="1" i="1">
                <a:latin typeface="Times New Roman" pitchFamily="18" charset="0"/>
                <a:ea typeface="ＭＳ Ｐゴシック" pitchFamily="34" charset="-128"/>
                <a:cs typeface="Times New Roman" pitchFamily="18" charset="0"/>
              </a:rPr>
              <a:t>(mod </a:t>
            </a:r>
            <a:r>
              <a:rPr lang="uz-Cyrl-UZ"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nl-NL" altLang="uz-Cyrl-UZ" sz="2000">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ёки</a:t>
            </a:r>
            <a:r>
              <a:rPr lang="nl-NL" altLang="uz-Cyrl-UZ" sz="2000" b="1" i="1">
                <a:latin typeface="Times New Roman" pitchFamily="18" charset="0"/>
                <a:ea typeface="ＭＳ Ｐゴシック" pitchFamily="34" charset="-128"/>
                <a:cs typeface="Times New Roman" pitchFamily="18" charset="0"/>
              </a:rPr>
              <a:t> hn[s,u] </a:t>
            </a:r>
            <a:r>
              <a:rPr lang="nl-NL" altLang="uz-Cyrl-UZ" sz="2000" b="1" i="1" baseline="30000">
                <a:latin typeface="Times New Roman" pitchFamily="18" charset="0"/>
                <a:ea typeface="ＭＳ Ｐゴシック" pitchFamily="34" charset="-128"/>
                <a:cs typeface="Times New Roman" pitchFamily="18" charset="0"/>
              </a:rPr>
              <a:t>\-1</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nl-NL" altLang="uz-Cyrl-UZ" sz="2000" b="1" i="1">
                <a:latin typeface="Times New Roman" pitchFamily="18" charset="0"/>
                <a:ea typeface="ＭＳ Ｐゴシック" pitchFamily="34" charset="-128"/>
                <a:cs typeface="Times New Roman" pitchFamily="18" charset="0"/>
              </a:rPr>
              <a:t> hn[s,u] </a:t>
            </a:r>
            <a:r>
              <a:rPr lang="nl-NL" altLang="uz-Cyrl-UZ" sz="2000" b="1" i="1" baseline="30000">
                <a:latin typeface="Times New Roman" pitchFamily="18" charset="0"/>
                <a:ea typeface="ＭＳ Ｐゴシック" pitchFamily="34" charset="-128"/>
                <a:cs typeface="Times New Roman" pitchFamily="18" charset="0"/>
              </a:rPr>
              <a:t>\-1</a:t>
            </a:r>
            <a:r>
              <a:rPr lang="nl-NL" altLang="uz-Cyrl-UZ" sz="2000" b="1" i="1">
                <a:latin typeface="Times New Roman" pitchFamily="18" charset="0"/>
                <a:ea typeface="ＭＳ Ｐゴシック" pitchFamily="34" charset="-128"/>
                <a:cs typeface="Times New Roman" pitchFamily="18" charset="0"/>
              </a:rPr>
              <a:t>+1</a:t>
            </a:r>
            <a:r>
              <a:rPr lang="nl-NL" altLang="uz-Cyrl-UZ" sz="2000">
                <a:latin typeface="Times New Roman" pitchFamily="18" charset="0"/>
                <a:ea typeface="ＭＳ Ｐゴシック" pitchFamily="34" charset="-128"/>
                <a:cs typeface="Times New Roman" pitchFamily="18" charset="0"/>
              </a:rPr>
              <a:t> </a:t>
            </a:r>
            <a:r>
              <a:rPr lang="nl-NL" altLang="uz-Cyrl-UZ" sz="2000" b="1" i="1">
                <a:latin typeface="Times New Roman" pitchFamily="18" charset="0"/>
                <a:ea typeface="ＭＳ Ｐゴシック" pitchFamily="34" charset="-128"/>
                <a:cs typeface="Times New Roman" pitchFamily="18" charset="0"/>
              </a:rPr>
              <a:t>(mod </a:t>
            </a:r>
            <a:r>
              <a:rPr lang="uz-Cyrl-UZ" altLang="uz-Cyrl-UZ" sz="2000" b="1" i="1">
                <a:latin typeface="Times New Roman" pitchFamily="18" charset="0"/>
                <a:ea typeface="ＭＳ Ｐゴシック" pitchFamily="34" charset="-128"/>
                <a:cs typeface="Times New Roman" pitchFamily="18" charset="0"/>
              </a:rPr>
              <a:t>р</a:t>
            </a:r>
            <a:r>
              <a:rPr lang="nl-NL" altLang="uz-Cyrl-UZ" sz="2000">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деб</a:t>
            </a:r>
            <a:r>
              <a:rPr lang="uz-Cyrl-UZ" altLang="uz-Cyrl-UZ" sz="2000" b="1" i="1">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қабул қилинади; </a:t>
            </a:r>
            <a:endParaRPr lang="ru-RU" altLang="uz-Cyrl-UZ" sz="2000">
              <a:latin typeface="Times New Roman" pitchFamily="18" charset="0"/>
              <a:ea typeface="ＭＳ Ｐゴシック" pitchFamily="34" charset="-128"/>
              <a:cs typeface="Times New Roman" pitchFamily="18" charset="0"/>
            </a:endParaRPr>
          </a:p>
          <a:p>
            <a:pPr indent="363538" algn="just"/>
            <a:r>
              <a:rPr lang="nl-NL" altLang="uz-Cyrl-UZ" sz="2000" b="1" i="1">
                <a:latin typeface="Times New Roman" pitchFamily="18" charset="0"/>
                <a:ea typeface="ＭＳ Ｐゴシック" pitchFamily="34" charset="-128"/>
                <a:cs typeface="Times New Roman" pitchFamily="18" charset="0"/>
              </a:rPr>
              <a:t>K</a:t>
            </a:r>
            <a:r>
              <a:rPr lang="nl-NL" altLang="uz-Cyrl-UZ" sz="2000" b="1" i="1" baseline="-25000">
                <a:latin typeface="Times New Roman" pitchFamily="18" charset="0"/>
                <a:ea typeface="ＭＳ Ｐゴシック" pitchFamily="34" charset="-128"/>
                <a:cs typeface="Times New Roman" pitchFamily="18" charset="0"/>
              </a:rPr>
              <a:t>2h </a:t>
            </a:r>
            <a:r>
              <a:rPr lang="uz-Cyrl-UZ" altLang="uz-Cyrl-UZ" sz="2000">
                <a:latin typeface="Times New Roman" pitchFamily="18" charset="0"/>
                <a:ea typeface="ＭＳ Ｐゴシック" pitchFamily="34" charset="-128"/>
                <a:cs typeface="Times New Roman" pitchFamily="18" charset="0"/>
              </a:rPr>
              <a:t> учун </a:t>
            </a:r>
            <a:r>
              <a:rPr lang="uz-Cyrl-UZ" altLang="uz-Cyrl-UZ" sz="2000" b="1" i="1" baseline="-25000">
                <a:latin typeface="Times New Roman" pitchFamily="18" charset="0"/>
                <a:ea typeface="ＭＳ Ｐゴシック" pitchFamily="34" charset="-128"/>
                <a:cs typeface="Times New Roman" pitchFamily="18" charset="0"/>
              </a:rPr>
              <a:t> </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 </a:t>
            </a:r>
            <a:r>
              <a:rPr lang="nl-NL" altLang="uz-Cyrl-UZ" sz="2000" b="1" i="1" baseline="30000">
                <a:latin typeface="Times New Roman" pitchFamily="18" charset="0"/>
                <a:ea typeface="ＭＳ Ｐゴシック" pitchFamily="34" charset="-128"/>
                <a:cs typeface="Times New Roman" pitchFamily="18" charset="0"/>
              </a:rPr>
              <a:t>s=3,u=7</a:t>
            </a:r>
            <a:r>
              <a:rPr lang="nl-NL" altLang="uz-Cyrl-UZ" sz="2000" b="1" i="1" baseline="-25000">
                <a:latin typeface="Times New Roman" pitchFamily="18" charset="0"/>
                <a:ea typeface="ＭＳ Ｐゴシック" pitchFamily="34" charset="-128"/>
                <a:cs typeface="Times New Roman" pitchFamily="18" charset="0"/>
              </a:rPr>
              <a:t>s=0,u=0</a:t>
            </a:r>
            <a:r>
              <a:rPr lang="nl-NL" altLang="uz-Cyrl-UZ" sz="2000" b="1" i="1">
                <a:latin typeface="Times New Roman" pitchFamily="18" charset="0"/>
                <a:ea typeface="ＭＳ Ｐゴシック" pitchFamily="34" charset="-128"/>
                <a:cs typeface="Times New Roman" pitchFamily="18" charset="0"/>
              </a:rPr>
              <a:t>h[s,u]</a:t>
            </a:r>
            <a:r>
              <a:rPr lang="nl-NL" altLang="uz-Cyrl-UZ" sz="2000" b="1" i="1" baseline="30000">
                <a:latin typeface="Times New Roman" pitchFamily="18" charset="0"/>
                <a:ea typeface="ＭＳ Ｐゴシック" pitchFamily="34" charset="-128"/>
                <a:cs typeface="Times New Roman" pitchFamily="18" charset="0"/>
              </a:rPr>
              <a:t> \-1</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nl-NL" altLang="uz-Cyrl-UZ" sz="2000" b="1" i="1">
                <a:latin typeface="Times New Roman" pitchFamily="18" charset="0"/>
                <a:ea typeface="ＭＳ Ｐゴシック" pitchFamily="34" charset="-128"/>
                <a:cs typeface="Times New Roman" pitchFamily="18" charset="0"/>
              </a:rPr>
              <a:t> (J</a:t>
            </a:r>
            <a:r>
              <a:rPr lang="nl-NL" altLang="uz-Cyrl-UZ" sz="2000" b="1" i="1" baseline="-25000">
                <a:latin typeface="Times New Roman" pitchFamily="18" charset="0"/>
                <a:ea typeface="ＭＳ Ｐゴシック" pitchFamily="34" charset="-128"/>
                <a:cs typeface="Times New Roman" pitchFamily="18" charset="0"/>
              </a:rPr>
              <a:t>2hn</a:t>
            </a:r>
            <a:r>
              <a:rPr lang="nl-NL" altLang="uz-Cyrl-UZ" sz="2000" b="1" i="1">
                <a:latin typeface="Times New Roman" pitchFamily="18" charset="0"/>
                <a:ea typeface="ＭＳ Ｐゴシック" pitchFamily="34" charset="-128"/>
                <a:cs typeface="Times New Roman" pitchFamily="18" charset="0"/>
              </a:rPr>
              <a:t>+1) (mod </a:t>
            </a:r>
            <a:r>
              <a:rPr lang="uz-Cyrl-UZ"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nl-NL" altLang="uz-Cyrl-UZ" sz="2000">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ёки</a:t>
            </a:r>
            <a:r>
              <a:rPr lang="nl-NL" altLang="uz-Cyrl-UZ" sz="2000" b="1" i="1">
                <a:latin typeface="Times New Roman" pitchFamily="18" charset="0"/>
                <a:ea typeface="ＭＳ Ｐゴシック" pitchFamily="34" charset="-128"/>
                <a:cs typeface="Times New Roman" pitchFamily="18" charset="0"/>
              </a:rPr>
              <a:t> K</a:t>
            </a:r>
            <a:r>
              <a:rPr lang="nl-NL" altLang="uz-Cyrl-UZ" sz="2000" b="1" i="1" baseline="-25000">
                <a:latin typeface="Times New Roman" pitchFamily="18" charset="0"/>
                <a:ea typeface="ＭＳ Ｐゴシック" pitchFamily="34" charset="-128"/>
                <a:cs typeface="Times New Roman" pitchFamily="18" charset="0"/>
              </a:rPr>
              <a:t>2hn</a:t>
            </a:r>
            <a:r>
              <a:rPr lang="nl-NL" altLang="uz-Cyrl-UZ" sz="2000" b="1" i="1">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учун </a:t>
            </a:r>
          </a:p>
          <a:p>
            <a:pPr indent="363538" algn="just"/>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en-US" altLang="uz-Cyrl-UZ" sz="2000" b="1" i="1">
                <a:latin typeface="Times New Roman" pitchFamily="18" charset="0"/>
                <a:ea typeface="ＭＳ Ｐゴシック" pitchFamily="34" charset="-128"/>
                <a:cs typeface="Times New Roman" pitchFamily="18" charset="0"/>
              </a:rPr>
              <a:t> </a:t>
            </a:r>
            <a:r>
              <a:rPr lang="nl-NL" altLang="uz-Cyrl-UZ" sz="2000" b="1" i="1" baseline="30000">
                <a:latin typeface="Times New Roman" pitchFamily="18" charset="0"/>
                <a:ea typeface="ＭＳ Ｐゴシック" pitchFamily="34" charset="-128"/>
                <a:cs typeface="Times New Roman" pitchFamily="18" charset="0"/>
              </a:rPr>
              <a:t>s=3,u=7</a:t>
            </a:r>
            <a:r>
              <a:rPr lang="nl-NL" altLang="uz-Cyrl-UZ" sz="2000" b="1" i="1" baseline="-25000">
                <a:latin typeface="Times New Roman" pitchFamily="18" charset="0"/>
                <a:ea typeface="ＭＳ Ｐゴシック" pitchFamily="34" charset="-128"/>
                <a:cs typeface="Times New Roman" pitchFamily="18" charset="0"/>
              </a:rPr>
              <a:t>s=0,u=0</a:t>
            </a:r>
            <a:r>
              <a:rPr lang="nl-NL" altLang="uz-Cyrl-UZ" sz="2000" b="1" i="1">
                <a:latin typeface="Times New Roman" pitchFamily="18" charset="0"/>
                <a:ea typeface="ＭＳ Ｐゴシック" pitchFamily="34" charset="-128"/>
                <a:cs typeface="Times New Roman" pitchFamily="18" charset="0"/>
              </a:rPr>
              <a:t>hn[s,u] </a:t>
            </a:r>
            <a:r>
              <a:rPr lang="nl-NL" altLang="uz-Cyrl-UZ" sz="2000" b="1" i="1" baseline="30000">
                <a:latin typeface="Times New Roman" pitchFamily="18" charset="0"/>
                <a:ea typeface="ＭＳ Ｐゴシック" pitchFamily="34" charset="-128"/>
                <a:cs typeface="Times New Roman" pitchFamily="18" charset="0"/>
              </a:rPr>
              <a:t>\-1</a:t>
            </a:r>
            <a:r>
              <a:rPr lang="en-US" altLang="uz-Cyrl-UZ" sz="2000" b="1" i="1">
                <a:latin typeface="Times New Roman" pitchFamily="18" charset="0"/>
                <a:ea typeface="ＭＳ Ｐゴシック" pitchFamily="34" charset="-128"/>
                <a:cs typeface="Times New Roman" pitchFamily="18" charset="0"/>
                <a:sym typeface="Symbol" pitchFamily="18" charset="2"/>
              </a:rPr>
              <a:t></a:t>
            </a:r>
            <a:r>
              <a:rPr lang="nl-NL" altLang="uz-Cyrl-UZ" sz="2000" b="1" i="1">
                <a:latin typeface="Times New Roman" pitchFamily="18" charset="0"/>
                <a:ea typeface="ＭＳ Ｐゴシック" pitchFamily="34" charset="-128"/>
                <a:cs typeface="Times New Roman" pitchFamily="18" charset="0"/>
              </a:rPr>
              <a:t> (J</a:t>
            </a:r>
            <a:r>
              <a:rPr lang="nl-NL" altLang="uz-Cyrl-UZ" sz="2000" b="1" i="1" baseline="-25000">
                <a:latin typeface="Times New Roman" pitchFamily="18" charset="0"/>
                <a:ea typeface="ＭＳ Ｐゴシック" pitchFamily="34" charset="-128"/>
                <a:cs typeface="Times New Roman" pitchFamily="18" charset="0"/>
              </a:rPr>
              <a:t>2h</a:t>
            </a:r>
            <a:r>
              <a:rPr lang="nl-NL" altLang="uz-Cyrl-UZ" sz="2000" b="1" i="1">
                <a:latin typeface="Times New Roman" pitchFamily="18" charset="0"/>
                <a:ea typeface="ＭＳ Ｐゴシック" pitchFamily="34" charset="-128"/>
                <a:cs typeface="Times New Roman" pitchFamily="18" charset="0"/>
              </a:rPr>
              <a:t>+1) (mod </a:t>
            </a:r>
            <a:r>
              <a:rPr lang="uz-Cyrl-UZ" altLang="uz-Cyrl-UZ" sz="2000" b="1" i="1">
                <a:latin typeface="Times New Roman" pitchFamily="18" charset="0"/>
                <a:ea typeface="ＭＳ Ｐゴシック" pitchFamily="34" charset="-128"/>
                <a:cs typeface="Times New Roman" pitchFamily="18" charset="0"/>
              </a:rPr>
              <a:t>р</a:t>
            </a:r>
            <a:r>
              <a:rPr lang="nl-NL" altLang="uz-Cyrl-UZ" sz="2000" b="1" i="1">
                <a:latin typeface="Times New Roman" pitchFamily="18" charset="0"/>
                <a:ea typeface="ＭＳ Ｐゴシック" pitchFamily="34" charset="-128"/>
                <a:cs typeface="Times New Roman" pitchFamily="18" charset="0"/>
              </a:rPr>
              <a:t>)</a:t>
            </a:r>
            <a:r>
              <a:rPr lang="nl-NL" altLang="uz-Cyrl-UZ" sz="2000">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бўлса</a:t>
            </a:r>
            <a:r>
              <a:rPr lang="nl-NL" altLang="uz-Cyrl-UZ" sz="2000" b="1" i="1">
                <a:latin typeface="Times New Roman" pitchFamily="18" charset="0"/>
                <a:ea typeface="ＭＳ Ｐゴシック" pitchFamily="34" charset="-128"/>
                <a:cs typeface="Times New Roman" pitchFamily="18" charset="0"/>
              </a:rPr>
              <a:t>,</a:t>
            </a:r>
            <a:r>
              <a:rPr lang="nl-NL" altLang="uz-Cyrl-UZ" sz="2000">
                <a:latin typeface="Times New Roman" pitchFamily="18" charset="0"/>
                <a:ea typeface="ＭＳ Ｐゴシック" pitchFamily="34" charset="-128"/>
                <a:cs typeface="Times New Roman" pitchFamily="18" charset="0"/>
              </a:rPr>
              <a:t> </a:t>
            </a:r>
            <a:r>
              <a:rPr lang="nl-NL" altLang="uz-Cyrl-UZ" sz="2000" b="1" i="1">
                <a:latin typeface="Times New Roman" pitchFamily="18" charset="0"/>
                <a:ea typeface="ＭＳ Ｐゴシック" pitchFamily="34" charset="-128"/>
                <a:cs typeface="Times New Roman" pitchFamily="18" charset="0"/>
              </a:rPr>
              <a:t>Δ=0</a:t>
            </a:r>
            <a:r>
              <a:rPr lang="uz-Cyrl-UZ" altLang="uz-Cyrl-UZ" sz="2000" b="1" i="1">
                <a:latin typeface="Times New Roman" pitchFamily="18" charset="0"/>
                <a:ea typeface="ＭＳ Ｐゴシック" pitchFamily="34" charset="-128"/>
                <a:cs typeface="Times New Roman" pitchFamily="18" charset="0"/>
              </a:rPr>
              <a:t>, </a:t>
            </a:r>
            <a:r>
              <a:rPr lang="uz-Cyrl-UZ" altLang="uz-Cyrl-UZ" sz="2000">
                <a:latin typeface="Times New Roman" pitchFamily="18" charset="0"/>
                <a:ea typeface="ＭＳ Ｐゴシック" pitchFamily="34" charset="-128"/>
                <a:cs typeface="Times New Roman" pitchFamily="18" charset="0"/>
              </a:rPr>
              <a:t>акс ҳолда </a:t>
            </a:r>
            <a:r>
              <a:rPr lang="nl-NL" altLang="uz-Cyrl-UZ" sz="2000" b="1" i="1">
                <a:latin typeface="Times New Roman" pitchFamily="18" charset="0"/>
                <a:ea typeface="ＭＳ Ｐゴシック" pitchFamily="34" charset="-128"/>
                <a:cs typeface="Times New Roman" pitchFamily="18" charset="0"/>
              </a:rPr>
              <a:t> Δ=10</a:t>
            </a:r>
            <a:r>
              <a:rPr lang="nl-NL" altLang="uz-Cyrl-UZ" sz="2000">
                <a:latin typeface="Times New Roman" pitchFamily="18" charset="0"/>
                <a:ea typeface="ＭＳ Ｐゴシック" pitchFamily="34" charset="-128"/>
                <a:cs typeface="Times New Roman" pitchFamily="18" charset="0"/>
              </a:rPr>
              <a:t> </a:t>
            </a:r>
            <a:r>
              <a:rPr lang="ru-RU" altLang="uz-Cyrl-UZ" sz="2000">
                <a:latin typeface="Times New Roman" pitchFamily="18" charset="0"/>
                <a:ea typeface="ＭＳ Ｐゴシック" pitchFamily="34" charset="-128"/>
                <a:cs typeface="Times New Roman" pitchFamily="18" charset="0"/>
              </a:rPr>
              <a:t>деб </a:t>
            </a:r>
            <a:r>
              <a:rPr lang="uz-Cyrl-UZ" altLang="uz-Cyrl-UZ" sz="2000">
                <a:latin typeface="Times New Roman" pitchFamily="18" charset="0"/>
                <a:ea typeface="ＭＳ Ｐゴシック" pitchFamily="34" charset="-128"/>
                <a:cs typeface="Times New Roman" pitchFamily="18" charset="0"/>
              </a:rPr>
              <a:t>қабул қилинади</a:t>
            </a:r>
            <a:r>
              <a:rPr lang="nl-NL" altLang="uz-Cyrl-UZ" sz="2000">
                <a:latin typeface="Times New Roman" pitchFamily="18" charset="0"/>
                <a:ea typeface="ＭＳ Ｐゴシック" pitchFamily="34" charset="-128"/>
                <a:cs typeface="Times New Roman" pitchFamily="18" charset="0"/>
              </a:rPr>
              <a:t>;</a:t>
            </a:r>
            <a:endParaRPr lang="ru-RU" altLang="uz-Cyrl-UZ" sz="2000">
              <a:latin typeface="Times New Roman" pitchFamily="18" charset="0"/>
              <a:ea typeface="ＭＳ Ｐゴシック" pitchFamily="34" charset="-128"/>
              <a:cs typeface="Times New Roman" pitchFamily="18" charset="0"/>
            </a:endParaRPr>
          </a:p>
          <a:p>
            <a:pPr indent="363538" algn="just"/>
            <a:r>
              <a:rPr lang="uz-Cyrl-UZ" altLang="uz-Cyrl-UZ" sz="2000">
                <a:latin typeface="Times New Roman" pitchFamily="18" charset="0"/>
                <a:ea typeface="ＭＳ Ｐゴシック" pitchFamily="34" charset="-128"/>
                <a:cs typeface="Times New Roman" pitchFamily="18" charset="0"/>
              </a:rPr>
              <a:t>Ўзгартириш натижалари</a:t>
            </a:r>
            <a:r>
              <a:rPr lang="ru-RU" altLang="uz-Cyrl-UZ" sz="2000">
                <a:latin typeface="Times New Roman" pitchFamily="18" charset="0"/>
                <a:ea typeface="ＭＳ Ｐゴシック" pitchFamily="34" charset="-128"/>
                <a:cs typeface="Times New Roman" pitchFamily="18" charset="0"/>
              </a:rPr>
              <a:t>нинг нусхалари </a:t>
            </a:r>
            <a:r>
              <a:rPr lang="nl-NL" altLang="uz-Cyrl-UZ" sz="2000" b="1" i="1">
                <a:latin typeface="Times New Roman" pitchFamily="18" charset="0"/>
                <a:ea typeface="ＭＳ Ｐゴシック" pitchFamily="34" charset="-128"/>
                <a:cs typeface="Times New Roman" pitchFamily="18" charset="0"/>
              </a:rPr>
              <a:t>holat </a:t>
            </a:r>
            <a:r>
              <a:rPr lang="uz-Cyrl-UZ" altLang="uz-Cyrl-UZ" sz="2000">
                <a:latin typeface="Times New Roman" pitchFamily="18" charset="0"/>
                <a:ea typeface="ＭＳ Ｐゴシック" pitchFamily="34" charset="-128"/>
                <a:cs typeface="Times New Roman" pitchFamily="18" charset="0"/>
              </a:rPr>
              <a:t>ва</a:t>
            </a:r>
            <a:r>
              <a:rPr lang="nl-NL" altLang="uz-Cyrl-UZ" sz="2000" b="1" i="1">
                <a:latin typeface="Times New Roman" pitchFamily="18" charset="0"/>
                <a:ea typeface="ＭＳ Ｐゴシック" pitchFamily="34" charset="-128"/>
                <a:cs typeface="Times New Roman" pitchFamily="18" charset="0"/>
              </a:rPr>
              <a:t> holatn</a:t>
            </a:r>
            <a:r>
              <a:rPr lang="uz-Cyrl-UZ" altLang="uz-Cyrl-UZ" sz="2000">
                <a:latin typeface="Times New Roman" pitchFamily="18" charset="0"/>
                <a:ea typeface="ＭＳ Ｐゴシック" pitchFamily="34" charset="-128"/>
                <a:cs typeface="Times New Roman" pitchFamily="18" charset="0"/>
              </a:rPr>
              <a:t> массивларига кўчирилади</a:t>
            </a:r>
            <a:r>
              <a:rPr lang="nl-NL" altLang="uz-Cyrl-UZ" sz="2000">
                <a:latin typeface="Times New Roman" pitchFamily="18" charset="0"/>
                <a:ea typeface="ＭＳ Ｐゴシック" pitchFamily="34" charset="-128"/>
                <a:cs typeface="Times New Roman" pitchFamily="18" charset="0"/>
              </a:rPr>
              <a:t>.</a:t>
            </a:r>
            <a:endParaRPr lang="nl-NL" altLang="ja-JP" sz="2000" b="1" i="1">
              <a:latin typeface="Times New Roman" pitchFamily="18" charset="0"/>
              <a:cs typeface="Times New Roman" pitchFamily="18" charset="0"/>
              <a:sym typeface="Symbol" pitchFamily="18" charset="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ChangeArrowheads="1"/>
          </p:cNvSpPr>
          <p:nvPr/>
        </p:nvSpPr>
        <p:spPr bwMode="auto">
          <a:xfrm>
            <a:off x="144463" y="0"/>
            <a:ext cx="8839200" cy="670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539750" algn="just">
              <a:spcBef>
                <a:spcPts val="600"/>
              </a:spcBef>
              <a:tabLst>
                <a:tab pos="1076325" algn="l"/>
              </a:tabLst>
            </a:pPr>
            <a:r>
              <a:rPr lang="uz-Cyrl-UZ" altLang="ja-JP" sz="2000" b="1">
                <a:solidFill>
                  <a:srgbClr val="C00000"/>
                </a:solidFill>
                <a:latin typeface="Times New Roman" pitchFamily="18" charset="0"/>
                <a:cs typeface="Times New Roman" pitchFamily="18" charset="0"/>
              </a:rPr>
              <a:t>5.2. </a:t>
            </a:r>
            <a:r>
              <a:rPr lang="uz-Cyrl-UZ" altLang="ja-JP" sz="2000" b="1" i="1">
                <a:solidFill>
                  <a:srgbClr val="C00000"/>
                </a:solidFill>
                <a:latin typeface="Times New Roman" pitchFamily="18" charset="0"/>
                <a:cs typeface="Times New Roman" pitchFamily="18" charset="0"/>
              </a:rPr>
              <a:t>BaytZichlash(holat, holatn)</a:t>
            </a:r>
            <a:r>
              <a:rPr lang="uz-Cyrl-UZ" altLang="ja-JP" sz="2000" b="1">
                <a:solidFill>
                  <a:srgbClr val="C00000"/>
                </a:solidFill>
                <a:latin typeface="Times New Roman" pitchFamily="18" charset="0"/>
                <a:cs typeface="Times New Roman" pitchFamily="18" charset="0"/>
              </a:rPr>
              <a:t> акслантириш (ўзгартириш).</a:t>
            </a:r>
            <a:endParaRPr lang="ru-RU" altLang="ja-JP" sz="2000">
              <a:solidFill>
                <a:srgbClr val="C00000"/>
              </a:solidFill>
              <a:latin typeface="Times New Roman" pitchFamily="18" charset="0"/>
              <a:cs typeface="Times New Roman" pitchFamily="18" charset="0"/>
            </a:endParaRPr>
          </a:p>
          <a:p>
            <a:pPr indent="539750" algn="just" eaLnBrk="0" hangingPunct="0">
              <a:spcBef>
                <a:spcPts val="600"/>
              </a:spcBef>
              <a:buFont typeface="Arial" charset="0"/>
              <a:buChar char="•"/>
              <a:tabLst>
                <a:tab pos="1076325" algn="l"/>
              </a:tabLst>
            </a:pPr>
            <a:r>
              <a:rPr lang="uz-Cyrl-UZ" altLang="ja-JP" sz="2000">
                <a:latin typeface="Times New Roman" pitchFamily="18" charset="0"/>
                <a:cs typeface="Times New Roman" pitchFamily="18" charset="0"/>
              </a:rPr>
              <a:t>Агар хэшлаш калити узунлиги ва кириш блокининг узунлиги </a:t>
            </a:r>
            <a:r>
              <a:rPr lang="uz-Cyrl-UZ" altLang="ja-JP" sz="2000" b="1" i="1">
                <a:latin typeface="Times New Roman" pitchFamily="18" charset="0"/>
                <a:cs typeface="Times New Roman" pitchFamily="18" charset="0"/>
              </a:rPr>
              <a:t>128</a:t>
            </a:r>
            <a:r>
              <a:rPr lang="uz-Cyrl-UZ" altLang="ja-JP" sz="2000">
                <a:latin typeface="Times New Roman" pitchFamily="18" charset="0"/>
                <a:cs typeface="Times New Roman" pitchFamily="18" charset="0"/>
              </a:rPr>
              <a:t> </a:t>
            </a:r>
            <a:r>
              <a:rPr lang="uz-Cyrl-UZ" altLang="ja-JP" sz="2000" b="1" i="1">
                <a:latin typeface="Times New Roman" pitchFamily="18" charset="0"/>
                <a:cs typeface="Times New Roman" pitchFamily="18" charset="0"/>
              </a:rPr>
              <a:t>bit</a:t>
            </a:r>
            <a:r>
              <a:rPr lang="uz-Cyrl-UZ" altLang="ja-JP" sz="2000">
                <a:latin typeface="Times New Roman" pitchFamily="18" charset="0"/>
                <a:cs typeface="Times New Roman" pitchFamily="18" charset="0"/>
              </a:rPr>
              <a:t> бўлса, у ҳолда </a:t>
            </a:r>
            <a:r>
              <a:rPr lang="uz-Cyrl-UZ" altLang="ja-JP" sz="2000" b="1" i="1">
                <a:latin typeface="Times New Roman" pitchFamily="18" charset="0"/>
                <a:cs typeface="Times New Roman" pitchFamily="18" charset="0"/>
              </a:rPr>
              <a:t>BaytZichlash(holat, holatn)</a:t>
            </a:r>
            <a:r>
              <a:rPr lang="uz-Cyrl-UZ" altLang="ja-JP" sz="2000">
                <a:latin typeface="Times New Roman" pitchFamily="18" charset="0"/>
                <a:cs typeface="Times New Roman" pitchFamily="18" charset="0"/>
              </a:rPr>
              <a:t> ўзгартиришда </a:t>
            </a:r>
            <a:r>
              <a:rPr lang="uz-Cyrl-UZ" altLang="ja-JP" sz="2000" b="1" i="1">
                <a:latin typeface="Times New Roman" pitchFamily="18" charset="0"/>
                <a:cs typeface="Times New Roman" pitchFamily="18" charset="0"/>
              </a:rPr>
              <a:t>holatn</a:t>
            </a:r>
            <a:r>
              <a:rPr lang="uz-Cyrl-UZ" altLang="ja-JP" sz="2000">
                <a:latin typeface="Times New Roman" pitchFamily="18" charset="0"/>
                <a:cs typeface="Times New Roman" pitchFamily="18" charset="0"/>
              </a:rPr>
              <a:t> массивининг ҳар бир ярим байти у бир хил  бўлган </a:t>
            </a:r>
            <a:r>
              <a:rPr lang="uz-Cyrl-UZ" altLang="ja-JP" sz="2000" b="1" i="1">
                <a:latin typeface="Times New Roman" pitchFamily="18" charset="0"/>
                <a:cs typeface="Times New Roman" pitchFamily="18" charset="0"/>
              </a:rPr>
              <a:t>holat</a:t>
            </a:r>
            <a:r>
              <a:rPr lang="uz-Cyrl-UZ" altLang="ja-JP" sz="2000">
                <a:latin typeface="Times New Roman" pitchFamily="18" charset="0"/>
                <a:cs typeface="Times New Roman" pitchFamily="18" charset="0"/>
              </a:rPr>
              <a:t> массивининг ярим байти битлаб </a:t>
            </a:r>
            <a:r>
              <a:rPr lang="uz-Cyrl-UZ" altLang="ja-JP" sz="2000" b="1" i="1">
                <a:latin typeface="Times New Roman" pitchFamily="18" charset="0"/>
                <a:cs typeface="Times New Roman" pitchFamily="18" charset="0"/>
              </a:rPr>
              <a:t>XOR</a:t>
            </a:r>
            <a:r>
              <a:rPr lang="uz-Cyrl-UZ" altLang="ja-JP" sz="2000">
                <a:latin typeface="Times New Roman" pitchFamily="18" charset="0"/>
                <a:cs typeface="Times New Roman" pitchFamily="18" charset="0"/>
              </a:rPr>
              <a:t> амали ёрдамида қўшилади. </a:t>
            </a:r>
            <a:r>
              <a:rPr lang="uz-Cyrl-UZ" altLang="ja-JP" sz="2000" b="1" i="1">
                <a:latin typeface="Times New Roman" pitchFamily="18" charset="0"/>
                <a:cs typeface="Times New Roman" pitchFamily="18" charset="0"/>
              </a:rPr>
              <a:t>holatn </a:t>
            </a:r>
            <a:r>
              <a:rPr lang="uz-Cyrl-UZ" altLang="ja-JP" sz="2000">
                <a:latin typeface="Times New Roman" pitchFamily="18" charset="0"/>
                <a:cs typeface="Times New Roman" pitchFamily="18" charset="0"/>
              </a:rPr>
              <a:t>массиви саккизта ярим сўзлардан иборат. Бу ярим сўзлар </a:t>
            </a:r>
            <a:r>
              <a:rPr lang="uz-Cyrl-UZ" altLang="ja-JP" sz="2000" b="1" i="1">
                <a:latin typeface="Times New Roman" pitchFamily="18" charset="0"/>
                <a:cs typeface="Times New Roman" pitchFamily="18" charset="0"/>
              </a:rPr>
              <a:t>holat</a:t>
            </a:r>
            <a:r>
              <a:rPr lang="uz-Cyrl-UZ" altLang="ja-JP" sz="2000">
                <a:latin typeface="Times New Roman" pitchFamily="18" charset="0"/>
                <a:cs typeface="Times New Roman" pitchFamily="18" charset="0"/>
              </a:rPr>
              <a:t> массивининг устунлар элементлари билан алоҳида қўшилади, бунда: </a:t>
            </a:r>
            <a:endParaRPr lang="ru-RU" altLang="ja-JP" sz="2000">
              <a:latin typeface="Times New Roman" pitchFamily="18" charset="0"/>
              <a:cs typeface="Times New Roman" pitchFamily="18" charset="0"/>
            </a:endParaRPr>
          </a:p>
          <a:p>
            <a:pPr indent="539750" algn="ctr" eaLnBrk="0" hangingPunct="0">
              <a:spcBef>
                <a:spcPts val="600"/>
              </a:spcBef>
              <a:tabLst>
                <a:tab pos="1076325" algn="l"/>
              </a:tabLst>
            </a:pPr>
            <a:r>
              <a:rPr lang="nl-NL" altLang="ja-JP" sz="2000" b="1" i="1">
                <a:latin typeface="Times New Roman" pitchFamily="18" charset="0"/>
                <a:cs typeface="Times New Roman" pitchFamily="18" charset="0"/>
              </a:rPr>
              <a:t>[h’[0,u],</a:t>
            </a:r>
            <a:r>
              <a:rPr lang="nl-NL" altLang="ja-JP" sz="2000" b="1" i="1" baseline="-30000">
                <a:latin typeface="Times New Roman" pitchFamily="18" charset="0"/>
                <a:cs typeface="Times New Roman" pitchFamily="18" charset="0"/>
              </a:rPr>
              <a:t> </a:t>
            </a:r>
            <a:r>
              <a:rPr lang="nl-NL" altLang="ja-JP" sz="2000" b="1" i="1">
                <a:latin typeface="Times New Roman" pitchFamily="18" charset="0"/>
                <a:cs typeface="Times New Roman" pitchFamily="18" charset="0"/>
              </a:rPr>
              <a:t>h’[1,u], h’[2,u], h’[3,u]] = </a:t>
            </a:r>
            <a:endParaRPr lang="ru-RU" altLang="ja-JP" sz="2000" b="1" i="1">
              <a:latin typeface="Times New Roman" pitchFamily="18" charset="0"/>
              <a:cs typeface="Times New Roman" pitchFamily="18" charset="0"/>
            </a:endParaRPr>
          </a:p>
          <a:p>
            <a:pPr indent="539750" algn="ctr" eaLnBrk="0" hangingPunct="0">
              <a:spcBef>
                <a:spcPts val="600"/>
              </a:spcBef>
              <a:tabLst>
                <a:tab pos="1076325" algn="l"/>
              </a:tabLst>
            </a:pPr>
            <a:r>
              <a:rPr lang="nl-NL" altLang="ja-JP" sz="2000" b="1" i="1">
                <a:latin typeface="Times New Roman" pitchFamily="18" charset="0"/>
                <a:cs typeface="Times New Roman" pitchFamily="18" charset="0"/>
              </a:rPr>
              <a:t>= [h[0,u],</a:t>
            </a:r>
            <a:r>
              <a:rPr lang="nl-NL" altLang="ja-JP" sz="2000" b="1" i="1" baseline="-30000">
                <a:latin typeface="Times New Roman" pitchFamily="18" charset="0"/>
                <a:cs typeface="Times New Roman" pitchFamily="18" charset="0"/>
              </a:rPr>
              <a:t> </a:t>
            </a:r>
            <a:r>
              <a:rPr lang="nl-NL" altLang="ja-JP" sz="2000" b="1" i="1">
                <a:latin typeface="Times New Roman" pitchFamily="18" charset="0"/>
                <a:cs typeface="Times New Roman" pitchFamily="18" charset="0"/>
              </a:rPr>
              <a:t>h[1,u], h[2,u], h[3,u]] </a:t>
            </a:r>
            <a:r>
              <a:rPr lang="ru-RU" altLang="ja-JP" sz="2000" b="1" i="1">
                <a:latin typeface="Times New Roman" pitchFamily="18" charset="0"/>
                <a:cs typeface="Times New Roman" pitchFamily="18" charset="0"/>
                <a:sym typeface="Symbol" pitchFamily="18" charset="2"/>
              </a:rPr>
              <a:t></a:t>
            </a:r>
            <a:r>
              <a:rPr lang="nl-NL" altLang="ja-JP" sz="2000" b="1" i="1">
                <a:latin typeface="Times New Roman" pitchFamily="18" charset="0"/>
                <a:cs typeface="Times New Roman" pitchFamily="18" charset="0"/>
              </a:rPr>
              <a:t> </a:t>
            </a:r>
            <a:r>
              <a:rPr lang="nl-NL" altLang="ja-JP" sz="2000" b="1" i="1">
                <a:latin typeface="Times New Roman" pitchFamily="18" charset="0"/>
                <a:cs typeface="Times New Roman" pitchFamily="18" charset="0"/>
                <a:sym typeface="Symbol" pitchFamily="18" charset="2"/>
              </a:rPr>
              <a:t>[hn[0,u],</a:t>
            </a:r>
            <a:r>
              <a:rPr lang="nl-NL" altLang="ja-JP" sz="2000" b="1" i="1" baseline="-30000">
                <a:latin typeface="Times New Roman" pitchFamily="18" charset="0"/>
                <a:cs typeface="Times New Roman" pitchFamily="18" charset="0"/>
                <a:sym typeface="Symbol" pitchFamily="18" charset="2"/>
              </a:rPr>
              <a:t> </a:t>
            </a:r>
            <a:r>
              <a:rPr lang="nl-NL" altLang="ja-JP" sz="2000" b="1" i="1">
                <a:latin typeface="Times New Roman" pitchFamily="18" charset="0"/>
                <a:cs typeface="Times New Roman" pitchFamily="18" charset="0"/>
                <a:sym typeface="Symbol" pitchFamily="18" charset="2"/>
              </a:rPr>
              <a:t>hn [1,u], hn [2,u], hn [3,u]],</a:t>
            </a:r>
            <a:endParaRPr lang="ru-RU" altLang="ja-JP" sz="2000" b="1" i="1">
              <a:latin typeface="Times New Roman" pitchFamily="18" charset="0"/>
              <a:cs typeface="Times New Roman" pitchFamily="18" charset="0"/>
              <a:sym typeface="Symbol" pitchFamily="18" charset="2"/>
            </a:endParaRPr>
          </a:p>
          <a:p>
            <a:pPr indent="539750" algn="just" eaLnBrk="0" hangingPunct="0">
              <a:spcBef>
                <a:spcPts val="600"/>
              </a:spcBef>
              <a:tabLst>
                <a:tab pos="1076325" algn="l"/>
              </a:tabLst>
            </a:pPr>
            <a:r>
              <a:rPr lang="uz-Cyrl-UZ" altLang="ja-JP" sz="2000">
                <a:latin typeface="Times New Roman" pitchFamily="18" charset="0"/>
                <a:cs typeface="Times New Roman" pitchFamily="18" charset="0"/>
                <a:sym typeface="Symbol" pitchFamily="18" charset="2"/>
              </a:rPr>
              <a:t>бунда </a:t>
            </a:r>
            <a:r>
              <a:rPr lang="ru-RU" altLang="ja-JP" sz="2000" b="1" i="1">
                <a:latin typeface="Times New Roman" pitchFamily="18" charset="0"/>
                <a:cs typeface="Times New Roman" pitchFamily="18" charset="0"/>
                <a:sym typeface="Symbol" pitchFamily="18" charset="2"/>
              </a:rPr>
              <a:t>0 </a:t>
            </a:r>
            <a:r>
              <a:rPr lang="ru-RU" altLang="ja-JP" sz="2000" b="1" i="1">
                <a:latin typeface="Times New Roman" pitchFamily="18" charset="0"/>
                <a:cs typeface="Times New Roman" pitchFamily="18" charset="0"/>
              </a:rPr>
              <a:t> u &lt;</a:t>
            </a:r>
            <a:r>
              <a:rPr lang="uz-Cyrl-UZ" altLang="ja-JP" sz="2000" b="1" i="1">
                <a:latin typeface="Times New Roman" pitchFamily="18" charset="0"/>
                <a:cs typeface="Times New Roman" pitchFamily="18" charset="0"/>
                <a:sym typeface="Symbol" pitchFamily="18" charset="2"/>
              </a:rPr>
              <a:t> </a:t>
            </a:r>
            <a:r>
              <a:rPr lang="ru-RU" altLang="ja-JP" sz="2000" b="1" i="1">
                <a:latin typeface="Times New Roman" pitchFamily="18" charset="0"/>
                <a:cs typeface="Times New Roman" pitchFamily="18" charset="0"/>
                <a:sym typeface="Symbol" pitchFamily="18" charset="2"/>
              </a:rPr>
              <a:t>8</a:t>
            </a:r>
            <a:r>
              <a:rPr lang="ru-RU" altLang="ja-JP" sz="2000">
                <a:latin typeface="Times New Roman" pitchFamily="18" charset="0"/>
                <a:cs typeface="Times New Roman" pitchFamily="18" charset="0"/>
                <a:sym typeface="Symbol" pitchFamily="18" charset="2"/>
              </a:rPr>
              <a:t>,</a:t>
            </a:r>
            <a:r>
              <a:rPr lang="ru-RU" altLang="ja-JP" sz="2000" b="1" i="1">
                <a:latin typeface="Times New Roman" pitchFamily="18" charset="0"/>
                <a:cs typeface="Times New Roman" pitchFamily="18" charset="0"/>
                <a:sym typeface="Symbol" pitchFamily="18" charset="2"/>
              </a:rPr>
              <a:t> </a:t>
            </a:r>
            <a:r>
              <a:rPr lang="uz-Cyrl-UZ" altLang="ja-JP" sz="2000">
                <a:latin typeface="Times New Roman" pitchFamily="18" charset="0"/>
                <a:cs typeface="Times New Roman" pitchFamily="18" charset="0"/>
                <a:sym typeface="Symbol" pitchFamily="18" charset="2"/>
              </a:rPr>
              <a:t>бу ерда</a:t>
            </a:r>
            <a:r>
              <a:rPr lang="uz-Cyrl-UZ" altLang="ja-JP" sz="2000" b="1" i="1">
                <a:latin typeface="Times New Roman" pitchFamily="18" charset="0"/>
                <a:cs typeface="Times New Roman" pitchFamily="18" charset="0"/>
                <a:sym typeface="Symbol" pitchFamily="18" charset="2"/>
              </a:rPr>
              <a:t> </a:t>
            </a:r>
            <a:r>
              <a:rPr lang="ru-RU" altLang="ja-JP" sz="2000" b="1" i="1">
                <a:latin typeface="Times New Roman" pitchFamily="18" charset="0"/>
                <a:cs typeface="Times New Roman" pitchFamily="18" charset="0"/>
                <a:sym typeface="Symbol" pitchFamily="18" charset="2"/>
              </a:rPr>
              <a:t>hn</a:t>
            </a:r>
            <a:r>
              <a:rPr lang="ru-RU" altLang="ja-JP" sz="2000">
                <a:latin typeface="Times New Roman" pitchFamily="18" charset="0"/>
                <a:cs typeface="Times New Roman" pitchFamily="18" charset="0"/>
                <a:sym typeface="Symbol" pitchFamily="18" charset="2"/>
              </a:rPr>
              <a:t> – </a:t>
            </a:r>
            <a:r>
              <a:rPr lang="ru-RU" altLang="ja-JP" sz="2000" b="1" i="1">
                <a:latin typeface="Times New Roman" pitchFamily="18" charset="0"/>
                <a:cs typeface="Times New Roman" pitchFamily="18" charset="0"/>
                <a:sym typeface="Symbol" pitchFamily="18" charset="2"/>
              </a:rPr>
              <a:t>holatn</a:t>
            </a:r>
            <a:r>
              <a:rPr lang="ru-RU" altLang="ja-JP" sz="2000">
                <a:latin typeface="Times New Roman" pitchFamily="18" charset="0"/>
                <a:cs typeface="Times New Roman" pitchFamily="18" charset="0"/>
                <a:sym typeface="Symbol" pitchFamily="18" charset="2"/>
              </a:rPr>
              <a:t> массив</a:t>
            </a:r>
            <a:r>
              <a:rPr lang="uz-Cyrl-UZ" altLang="ja-JP" sz="2000">
                <a:latin typeface="Times New Roman" pitchFamily="18" charset="0"/>
                <a:cs typeface="Times New Roman" pitchFamily="18" charset="0"/>
                <a:sym typeface="Symbol" pitchFamily="18" charset="2"/>
              </a:rPr>
              <a:t>и</a:t>
            </a:r>
            <a:r>
              <a:rPr lang="ru-RU" altLang="ja-JP" sz="2000">
                <a:latin typeface="Times New Roman" pitchFamily="18" charset="0"/>
                <a:cs typeface="Times New Roman" pitchFamily="18" charset="0"/>
                <a:sym typeface="Symbol" pitchFamily="18" charset="2"/>
              </a:rPr>
              <a:t>нинг элемент</a:t>
            </a:r>
            <a:r>
              <a:rPr lang="uz-Cyrl-UZ" altLang="ja-JP" sz="2000">
                <a:latin typeface="Times New Roman" pitchFamily="18" charset="0"/>
                <a:cs typeface="Times New Roman" pitchFamily="18" charset="0"/>
                <a:sym typeface="Symbol" pitchFamily="18" charset="2"/>
              </a:rPr>
              <a:t>и</a:t>
            </a:r>
            <a:r>
              <a:rPr lang="ru-RU" altLang="ja-JP" sz="2000">
                <a:latin typeface="Times New Roman" pitchFamily="18" charset="0"/>
                <a:cs typeface="Times New Roman" pitchFamily="18" charset="0"/>
                <a:sym typeface="Symbol" pitchFamily="18" charset="2"/>
              </a:rPr>
              <a:t>,                    </a:t>
            </a:r>
          </a:p>
          <a:p>
            <a:pPr indent="539750" algn="just" eaLnBrk="0" hangingPunct="0">
              <a:spcBef>
                <a:spcPts val="600"/>
              </a:spcBef>
              <a:tabLst>
                <a:tab pos="1076325" algn="l"/>
              </a:tabLst>
            </a:pPr>
            <a:r>
              <a:rPr lang="ru-RU" altLang="ja-JP" sz="2000" b="1" i="1">
                <a:latin typeface="Times New Roman" pitchFamily="18" charset="0"/>
                <a:cs typeface="Times New Roman" pitchFamily="18" charset="0"/>
                <a:sym typeface="Symbol" pitchFamily="18" charset="2"/>
              </a:rPr>
              <a:t>h’</a:t>
            </a:r>
            <a:r>
              <a:rPr lang="ru-RU" altLang="ja-JP" sz="2000">
                <a:latin typeface="Times New Roman" pitchFamily="18" charset="0"/>
                <a:cs typeface="Times New Roman" pitchFamily="18" charset="0"/>
                <a:sym typeface="Symbol" pitchFamily="18" charset="2"/>
              </a:rPr>
              <a:t> – </a:t>
            </a:r>
            <a:r>
              <a:rPr lang="uz-Cyrl-UZ" altLang="ja-JP" sz="2000">
                <a:latin typeface="Times New Roman" pitchFamily="18" charset="0"/>
                <a:cs typeface="Times New Roman" pitchFamily="18" charset="0"/>
                <a:sym typeface="Symbol" pitchFamily="18" charset="2"/>
              </a:rPr>
              <a:t>натижавий массив </a:t>
            </a:r>
            <a:r>
              <a:rPr lang="ru-RU" altLang="ja-JP" sz="2000">
                <a:latin typeface="Times New Roman" pitchFamily="18" charset="0"/>
                <a:cs typeface="Times New Roman" pitchFamily="18" charset="0"/>
                <a:sym typeface="Symbol" pitchFamily="18" charset="2"/>
              </a:rPr>
              <a:t>элемент</a:t>
            </a:r>
            <a:r>
              <a:rPr lang="uz-Cyrl-UZ" altLang="ja-JP" sz="2000">
                <a:latin typeface="Times New Roman" pitchFamily="18" charset="0"/>
                <a:cs typeface="Times New Roman" pitchFamily="18" charset="0"/>
                <a:sym typeface="Symbol" pitchFamily="18" charset="2"/>
              </a:rPr>
              <a:t>и</a:t>
            </a:r>
            <a:r>
              <a:rPr lang="ru-RU" altLang="ja-JP" sz="2000" b="1" i="1">
                <a:latin typeface="Times New Roman" pitchFamily="18" charset="0"/>
                <a:cs typeface="Times New Roman" pitchFamily="18" charset="0"/>
                <a:sym typeface="Symbol" pitchFamily="18" charset="2"/>
              </a:rPr>
              <a:t>. </a:t>
            </a:r>
            <a:r>
              <a:rPr lang="uz-Cyrl-UZ" altLang="ja-JP" sz="2000">
                <a:latin typeface="Times New Roman" pitchFamily="18" charset="0"/>
                <a:cs typeface="Times New Roman" pitchFamily="18" charset="0"/>
                <a:sym typeface="Symbol" pitchFamily="18" charset="2"/>
              </a:rPr>
              <a:t>Ў</a:t>
            </a:r>
            <a:r>
              <a:rPr lang="ru-RU" altLang="ja-JP" sz="2000">
                <a:latin typeface="Times New Roman" pitchFamily="18" charset="0"/>
                <a:cs typeface="Times New Roman" pitchFamily="18" charset="0"/>
                <a:sym typeface="Symbol" pitchFamily="18" charset="2"/>
              </a:rPr>
              <a:t>згартириш</a:t>
            </a:r>
            <a:r>
              <a:rPr lang="uz-Cyrl-UZ" altLang="ja-JP" sz="2000">
                <a:latin typeface="Times New Roman" pitchFamily="18" charset="0"/>
                <a:cs typeface="Times New Roman" pitchFamily="18" charset="0"/>
                <a:sym typeface="Symbol" pitchFamily="18" charset="2"/>
              </a:rPr>
              <a:t> натижаси</a:t>
            </a:r>
            <a:r>
              <a:rPr lang="ru-RU" altLang="ja-JP" sz="2000">
                <a:latin typeface="Times New Roman" pitchFamily="18" charset="0"/>
                <a:cs typeface="Times New Roman" pitchFamily="18" charset="0"/>
                <a:sym typeface="Symbol" pitchFamily="18" charset="2"/>
              </a:rPr>
              <a:t>нинг</a:t>
            </a:r>
            <a:r>
              <a:rPr lang="uz-Cyrl-UZ" altLang="ja-JP" sz="2000">
                <a:latin typeface="Times New Roman" pitchFamily="18" charset="0"/>
                <a:cs typeface="Times New Roman" pitchFamily="18" charset="0"/>
                <a:sym typeface="Symbol" pitchFamily="18" charset="2"/>
              </a:rPr>
              <a:t> нусхаси </a:t>
            </a:r>
            <a:r>
              <a:rPr lang="ru-RU" altLang="ja-JP" sz="2000">
                <a:latin typeface="Times New Roman" pitchFamily="18" charset="0"/>
                <a:cs typeface="Times New Roman" pitchFamily="18" charset="0"/>
                <a:sym typeface="Symbol" pitchFamily="18" charset="2"/>
              </a:rPr>
              <a:t>holat </a:t>
            </a:r>
            <a:r>
              <a:rPr lang="uz-Cyrl-UZ" altLang="ja-JP" sz="2000">
                <a:latin typeface="Times New Roman" pitchFamily="18" charset="0"/>
                <a:cs typeface="Times New Roman" pitchFamily="18" charset="0"/>
                <a:sym typeface="Symbol" pitchFamily="18" charset="2"/>
              </a:rPr>
              <a:t>массивига кўчирилади.</a:t>
            </a:r>
            <a:endParaRPr lang="ru-RU" altLang="ja-JP" sz="2000">
              <a:latin typeface="Times New Roman" pitchFamily="18" charset="0"/>
              <a:cs typeface="Times New Roman" pitchFamily="18" charset="0"/>
              <a:sym typeface="Symbol" pitchFamily="18" charset="2"/>
            </a:endParaRPr>
          </a:p>
          <a:p>
            <a:pPr indent="539750" algn="just" eaLnBrk="0" hangingPunct="0">
              <a:spcBef>
                <a:spcPts val="600"/>
              </a:spcBef>
              <a:buFont typeface="Arial" charset="0"/>
              <a:buChar char="•"/>
              <a:tabLst>
                <a:tab pos="1076325" algn="l"/>
              </a:tabLst>
            </a:pPr>
            <a:r>
              <a:rPr lang="uz-Cyrl-UZ" altLang="ja-JP" sz="2000">
                <a:latin typeface="Times New Roman" pitchFamily="18" charset="0"/>
                <a:cs typeface="Times New Roman" pitchFamily="18" charset="0"/>
                <a:sym typeface="Symbol" pitchFamily="18" charset="2"/>
              </a:rPr>
              <a:t>Агар кириш блокининг узунлиги ва хэшлаш калитининг узунлиги </a:t>
            </a:r>
            <a:r>
              <a:rPr lang="uz-Cyrl-UZ" altLang="ja-JP" sz="2000" b="1" i="1">
                <a:latin typeface="Times New Roman" pitchFamily="18" charset="0"/>
                <a:cs typeface="Times New Roman" pitchFamily="18" charset="0"/>
                <a:sym typeface="Symbol" pitchFamily="18" charset="2"/>
              </a:rPr>
              <a:t>  256</a:t>
            </a:r>
            <a:r>
              <a:rPr lang="uz-Cyrl-UZ" altLang="ja-JP" sz="2000">
                <a:latin typeface="Times New Roman" pitchFamily="18" charset="0"/>
                <a:cs typeface="Times New Roman" pitchFamily="18" charset="0"/>
                <a:sym typeface="Symbol" pitchFamily="18" charset="2"/>
              </a:rPr>
              <a:t> </a:t>
            </a:r>
            <a:r>
              <a:rPr lang="uz-Cyrl-UZ" altLang="ja-JP" sz="2000" b="1" i="1">
                <a:latin typeface="Times New Roman" pitchFamily="18" charset="0"/>
                <a:cs typeface="Times New Roman" pitchFamily="18" charset="0"/>
                <a:sym typeface="Symbol" pitchFamily="18" charset="2"/>
              </a:rPr>
              <a:t>bit</a:t>
            </a:r>
            <a:r>
              <a:rPr lang="uz-Cyrl-UZ" altLang="ja-JP" sz="2000">
                <a:latin typeface="Times New Roman" pitchFamily="18" charset="0"/>
                <a:cs typeface="Times New Roman" pitchFamily="18" charset="0"/>
                <a:sym typeface="Symbol" pitchFamily="18" charset="2"/>
              </a:rPr>
              <a:t> бўлса, у ҳолда </a:t>
            </a:r>
            <a:r>
              <a:rPr lang="uz-Cyrl-UZ" altLang="ja-JP" sz="2000" b="1" i="1">
                <a:latin typeface="Times New Roman" pitchFamily="18" charset="0"/>
                <a:cs typeface="Times New Roman" pitchFamily="18" charset="0"/>
                <a:sym typeface="Symbol" pitchFamily="18" charset="2"/>
              </a:rPr>
              <a:t>BaytZichlash(holat, holatn)</a:t>
            </a:r>
            <a:r>
              <a:rPr lang="uz-Cyrl-UZ" altLang="ja-JP" sz="2000">
                <a:latin typeface="Times New Roman" pitchFamily="18" charset="0"/>
                <a:cs typeface="Times New Roman" pitchFamily="18" charset="0"/>
                <a:sym typeface="Symbol" pitchFamily="18" charset="2"/>
              </a:rPr>
              <a:t> ўзгартиришда </a:t>
            </a:r>
            <a:r>
              <a:rPr lang="uz-Cyrl-UZ" altLang="ja-JP" sz="2000" b="1" i="1">
                <a:latin typeface="Times New Roman" pitchFamily="18" charset="0"/>
                <a:cs typeface="Times New Roman" pitchFamily="18" charset="0"/>
                <a:sym typeface="Symbol" pitchFamily="18" charset="2"/>
              </a:rPr>
              <a:t>holat </a:t>
            </a:r>
            <a:r>
              <a:rPr lang="uz-Cyrl-UZ" altLang="ja-JP" sz="2000">
                <a:latin typeface="Times New Roman" pitchFamily="18" charset="0"/>
                <a:cs typeface="Times New Roman" pitchFamily="18" charset="0"/>
                <a:sym typeface="Symbol" pitchFamily="18" charset="2"/>
              </a:rPr>
              <a:t>ва</a:t>
            </a:r>
            <a:r>
              <a:rPr lang="uz-Cyrl-UZ" altLang="ja-JP" sz="2000" b="1" i="1">
                <a:latin typeface="Times New Roman" pitchFamily="18" charset="0"/>
                <a:cs typeface="Times New Roman" pitchFamily="18" charset="0"/>
                <a:sym typeface="Symbol" pitchFamily="18" charset="2"/>
              </a:rPr>
              <a:t> holatn</a:t>
            </a:r>
            <a:r>
              <a:rPr lang="uz-Cyrl-UZ" altLang="ja-JP" sz="2000">
                <a:latin typeface="Times New Roman" pitchFamily="18" charset="0"/>
                <a:cs typeface="Times New Roman" pitchFamily="18" charset="0"/>
                <a:sym typeface="Symbol" pitchFamily="18" charset="2"/>
              </a:rPr>
              <a:t> массивларининг ҳар бири байт даражасидаги </a:t>
            </a:r>
            <a:r>
              <a:rPr lang="uz-Cyrl-UZ" altLang="ja-JP" sz="2000" b="1" i="1">
                <a:latin typeface="Times New Roman" pitchFamily="18" charset="0"/>
                <a:cs typeface="Times New Roman" pitchFamily="18" charset="0"/>
                <a:sym typeface="Symbol" pitchFamily="18" charset="2"/>
              </a:rPr>
              <a:t>holat</a:t>
            </a:r>
            <a:r>
              <a:rPr lang="uz-Cyrl-UZ" altLang="ja-JP" sz="2000" b="1" i="1" baseline="-30000">
                <a:latin typeface="Times New Roman" pitchFamily="18" charset="0"/>
                <a:cs typeface="Times New Roman" pitchFamily="18" charset="0"/>
                <a:sym typeface="Symbol" pitchFamily="18" charset="2"/>
              </a:rPr>
              <a:t>1</a:t>
            </a:r>
            <a:r>
              <a:rPr lang="uz-Cyrl-UZ" altLang="ja-JP" sz="2000">
                <a:latin typeface="Times New Roman" pitchFamily="18" charset="0"/>
                <a:cs typeface="Times New Roman" pitchFamily="18" charset="0"/>
                <a:sym typeface="Symbol" pitchFamily="18" charset="2"/>
              </a:rPr>
              <a:t> ва</a:t>
            </a:r>
            <a:r>
              <a:rPr lang="uz-Cyrl-UZ" altLang="ja-JP" sz="2000" b="1" i="1">
                <a:latin typeface="Times New Roman" pitchFamily="18" charset="0"/>
                <a:cs typeface="Times New Roman" pitchFamily="18" charset="0"/>
                <a:sym typeface="Symbol" pitchFamily="18" charset="2"/>
              </a:rPr>
              <a:t> holatn</a:t>
            </a:r>
            <a:r>
              <a:rPr lang="uz-Cyrl-UZ" altLang="ja-JP" sz="2000" b="1" i="1" baseline="-30000">
                <a:latin typeface="Times New Roman" pitchFamily="18" charset="0"/>
                <a:cs typeface="Times New Roman" pitchFamily="18" charset="0"/>
                <a:sym typeface="Symbol" pitchFamily="18" charset="2"/>
              </a:rPr>
              <a:t>1</a:t>
            </a:r>
            <a:r>
              <a:rPr lang="uz-Cyrl-UZ" altLang="ja-JP" sz="2000" b="1" i="1">
                <a:latin typeface="Times New Roman" pitchFamily="18" charset="0"/>
                <a:cs typeface="Times New Roman" pitchFamily="18" charset="0"/>
                <a:sym typeface="Symbol" pitchFamily="18" charset="2"/>
              </a:rPr>
              <a:t> </a:t>
            </a:r>
            <a:r>
              <a:rPr lang="uz-Cyrl-UZ" altLang="ja-JP" sz="2000">
                <a:latin typeface="Times New Roman" pitchFamily="18" charset="0"/>
                <a:cs typeface="Times New Roman" pitchFamily="18" charset="0"/>
                <a:sym typeface="Symbol" pitchFamily="18" charset="2"/>
              </a:rPr>
              <a:t>чизиқли массив</a:t>
            </a:r>
            <a:r>
              <a:rPr lang="uz-Cyrl-UZ" altLang="ja-JP" sz="2000" b="1" i="1">
                <a:latin typeface="Times New Roman" pitchFamily="18" charset="0"/>
                <a:cs typeface="Times New Roman" pitchFamily="18" charset="0"/>
                <a:sym typeface="Symbol" pitchFamily="18" charset="2"/>
              </a:rPr>
              <a:t> </a:t>
            </a:r>
            <a:r>
              <a:rPr lang="uz-Cyrl-UZ" altLang="ja-JP" sz="2000">
                <a:latin typeface="Times New Roman" pitchFamily="18" charset="0"/>
                <a:cs typeface="Times New Roman" pitchFamily="18" charset="0"/>
                <a:sym typeface="Symbol" pitchFamily="18" charset="2"/>
              </a:rPr>
              <a:t>шаклига келтирилади ҳамда байтлар </a:t>
            </a:r>
            <a:r>
              <a:rPr lang="uz-Cyrl-UZ" altLang="ja-JP" sz="2000" b="1" i="1">
                <a:latin typeface="Times New Roman" pitchFamily="18" charset="0"/>
                <a:cs typeface="Times New Roman" pitchFamily="18" charset="0"/>
                <a:sym typeface="Symbol" pitchFamily="18" charset="2"/>
              </a:rPr>
              <a:t>1</a:t>
            </a:r>
            <a:r>
              <a:rPr lang="uz-Cyrl-UZ" altLang="ja-JP" sz="2000" b="1">
                <a:latin typeface="Times New Roman" pitchFamily="18" charset="0"/>
                <a:cs typeface="Times New Roman" pitchFamily="18" charset="0"/>
                <a:sym typeface="Symbol" pitchFamily="18" charset="2"/>
              </a:rPr>
              <a:t>х</a:t>
            </a:r>
            <a:r>
              <a:rPr lang="uz-Cyrl-UZ" altLang="ja-JP" sz="2000" b="1" i="1">
                <a:latin typeface="Times New Roman" pitchFamily="18" charset="0"/>
                <a:cs typeface="Times New Roman" pitchFamily="18" charset="0"/>
                <a:sym typeface="Symbol" pitchFamily="18" charset="2"/>
              </a:rPr>
              <a:t>256 </a:t>
            </a:r>
            <a:r>
              <a:rPr lang="uz-Cyrl-UZ" altLang="ja-JP" sz="2000">
                <a:latin typeface="Times New Roman" pitchFamily="18" charset="0"/>
                <a:cs typeface="Times New Roman" pitchFamily="18" charset="0"/>
                <a:sym typeface="Symbol" pitchFamily="18" charset="2"/>
              </a:rPr>
              <a:t>тартибли ва </a:t>
            </a:r>
            <a:r>
              <a:rPr lang="uz-Cyrl-UZ" altLang="ja-JP" sz="2000" b="1" i="1">
                <a:latin typeface="Times New Roman" pitchFamily="18" charset="0"/>
                <a:cs typeface="Times New Roman" pitchFamily="18" charset="0"/>
                <a:sym typeface="Symbol" pitchFamily="18" charset="2"/>
              </a:rPr>
              <a:t>0…255</a:t>
            </a:r>
            <a:r>
              <a:rPr lang="uz-Cyrl-UZ" altLang="ja-JP" sz="2000">
                <a:latin typeface="Times New Roman" pitchFamily="18" charset="0"/>
                <a:cs typeface="Times New Roman" pitchFamily="18" charset="0"/>
                <a:sym typeface="Symbol" pitchFamily="18" charset="2"/>
              </a:rPr>
              <a:t> гача манзилга эга </a:t>
            </a:r>
            <a:r>
              <a:rPr lang="uz-Cyrl-UZ" altLang="ja-JP" sz="2000" b="1" i="1">
                <a:latin typeface="Times New Roman" pitchFamily="18" charset="0"/>
                <a:cs typeface="Times New Roman" pitchFamily="18" charset="0"/>
                <a:sym typeface="Symbol" pitchFamily="18" charset="2"/>
                <a:hlinkClick r:id="rId2" action="ppaction://hlinksldjump"/>
              </a:rPr>
              <a:t>чизиқли зичлаш массивининг</a:t>
            </a:r>
            <a:r>
              <a:rPr lang="uz-Cyrl-UZ" altLang="ja-JP" sz="2000" b="1">
                <a:latin typeface="Times New Roman" pitchFamily="18" charset="0"/>
                <a:cs typeface="Times New Roman" pitchFamily="18" charset="0"/>
                <a:sym typeface="Symbol" pitchFamily="18" charset="2"/>
                <a:hlinkClick r:id="rId2" action="ppaction://hlinksldjump"/>
              </a:rPr>
              <a:t> </a:t>
            </a:r>
            <a:r>
              <a:rPr lang="uz-Cyrl-UZ" altLang="ja-JP" sz="2000">
                <a:latin typeface="Times New Roman" pitchFamily="18" charset="0"/>
                <a:cs typeface="Times New Roman" pitchFamily="18" charset="0"/>
                <a:sym typeface="Symbol" pitchFamily="18" charset="2"/>
              </a:rPr>
              <a:t>ярим байтли элементларига алмаштирилиши бажарилади. Алмаштириш процедураси </a:t>
            </a:r>
            <a:r>
              <a:rPr lang="uz-Cyrl-UZ" altLang="ja-JP" sz="2000" b="1" i="1">
                <a:latin typeface="Times New Roman" pitchFamily="18" charset="0"/>
                <a:cs typeface="Times New Roman" pitchFamily="18" charset="0"/>
                <a:sym typeface="Symbol" pitchFamily="18" charset="2"/>
              </a:rPr>
              <a:t>holat</a:t>
            </a:r>
            <a:r>
              <a:rPr lang="uz-Cyrl-UZ" altLang="ja-JP" sz="2000" b="1" i="1" baseline="-30000">
                <a:latin typeface="Times New Roman" pitchFamily="18" charset="0"/>
                <a:cs typeface="Times New Roman" pitchFamily="18" charset="0"/>
                <a:sym typeface="Symbol" pitchFamily="18" charset="2"/>
              </a:rPr>
              <a:t>1</a:t>
            </a:r>
            <a:r>
              <a:rPr lang="uz-Cyrl-UZ" altLang="ja-JP" sz="2000">
                <a:latin typeface="Times New Roman" pitchFamily="18" charset="0"/>
                <a:cs typeface="Times New Roman" pitchFamily="18" charset="0"/>
                <a:sym typeface="Symbol" pitchFamily="18" charset="2"/>
              </a:rPr>
              <a:t> ва</a:t>
            </a:r>
            <a:r>
              <a:rPr lang="uz-Cyrl-UZ" altLang="ja-JP" sz="2000" b="1" i="1">
                <a:latin typeface="Times New Roman" pitchFamily="18" charset="0"/>
                <a:cs typeface="Times New Roman" pitchFamily="18" charset="0"/>
                <a:sym typeface="Symbol" pitchFamily="18" charset="2"/>
              </a:rPr>
              <a:t> holatn</a:t>
            </a:r>
            <a:r>
              <a:rPr lang="uz-Cyrl-UZ" altLang="ja-JP" sz="2000" b="1" i="1" baseline="-30000">
                <a:latin typeface="Times New Roman" pitchFamily="18" charset="0"/>
                <a:cs typeface="Times New Roman" pitchFamily="18" charset="0"/>
                <a:sym typeface="Symbol" pitchFamily="18" charset="2"/>
              </a:rPr>
              <a:t>1</a:t>
            </a:r>
            <a:r>
              <a:rPr lang="uz-Cyrl-UZ" altLang="ja-JP" sz="2000" b="1" i="1">
                <a:latin typeface="Times New Roman" pitchFamily="18" charset="0"/>
                <a:cs typeface="Times New Roman" pitchFamily="18" charset="0"/>
                <a:sym typeface="Symbol" pitchFamily="18" charset="2"/>
              </a:rPr>
              <a:t> </a:t>
            </a:r>
            <a:r>
              <a:rPr lang="uz-Cyrl-UZ" altLang="ja-JP" sz="2000">
                <a:latin typeface="Times New Roman" pitchFamily="18" charset="0"/>
                <a:cs typeface="Times New Roman" pitchFamily="18" charset="0"/>
                <a:sym typeface="Symbol" pitchFamily="18" charset="2"/>
              </a:rPr>
              <a:t>чизиқли массивлари ҳар бир элементини қийматига мос манзилда жойлашган чизиқли зичлаш массивининг ярим байтли элементига алмаштиришдан иборат.</a:t>
            </a:r>
            <a:endParaRPr lang="uz-Cyrl-UZ" altLang="ja-JP" sz="2000" b="1" i="1">
              <a:latin typeface="Times New Roman" pitchFamily="18" charset="0"/>
              <a:cs typeface="Times New Roman" pitchFamily="18" charset="0"/>
              <a:sym typeface="Symbol" pitchFamily="18" charset="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ChangeArrowheads="1"/>
          </p:cNvSpPr>
          <p:nvPr/>
        </p:nvSpPr>
        <p:spPr bwMode="auto">
          <a:xfrm>
            <a:off x="203200" y="0"/>
            <a:ext cx="88106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algn="just"/>
            <a:r>
              <a:rPr lang="uz-Cyrl-UZ" altLang="ja-JP" sz="2000">
                <a:latin typeface="Times New Roman" pitchFamily="18" charset="0"/>
                <a:cs typeface="Times New Roman" pitchFamily="18" charset="0"/>
              </a:rPr>
              <a:t>Ўзгартиришлар натижасида ярим байт даражасидаги элементларга эга </a:t>
            </a:r>
            <a:r>
              <a:rPr lang="uz-Cyrl-UZ" altLang="ja-JP" sz="2000" b="1" i="1">
                <a:latin typeface="Times New Roman" pitchFamily="18" charset="0"/>
                <a:cs typeface="Times New Roman" pitchFamily="18" charset="0"/>
              </a:rPr>
              <a:t>1х256</a:t>
            </a:r>
            <a:r>
              <a:rPr lang="uz-Cyrl-UZ" altLang="ja-JP" sz="2000">
                <a:latin typeface="Times New Roman" pitchFamily="18" charset="0"/>
                <a:cs typeface="Times New Roman" pitchFamily="18" charset="0"/>
              </a:rPr>
              <a:t> тартибли  </a:t>
            </a:r>
            <a:r>
              <a:rPr lang="uz-Cyrl-UZ" altLang="ja-JP" sz="2000" b="1" i="1">
                <a:latin typeface="Times New Roman" pitchFamily="18" charset="0"/>
                <a:cs typeface="Times New Roman" pitchFamily="18" charset="0"/>
              </a:rPr>
              <a:t>holat</a:t>
            </a:r>
            <a:r>
              <a:rPr lang="uz-Cyrl-UZ" altLang="ja-JP" sz="2000" b="1" i="1" baseline="-30000">
                <a:latin typeface="Times New Roman" pitchFamily="18" charset="0"/>
                <a:cs typeface="Times New Roman" pitchFamily="18" charset="0"/>
              </a:rPr>
              <a:t>2</a:t>
            </a:r>
            <a:r>
              <a:rPr lang="uz-Cyrl-UZ" altLang="ja-JP" sz="2000" b="1" i="1">
                <a:latin typeface="Times New Roman" pitchFamily="18" charset="0"/>
                <a:cs typeface="Times New Roman" pitchFamily="18" charset="0"/>
              </a:rPr>
              <a:t> </a:t>
            </a:r>
            <a:r>
              <a:rPr lang="uz-Cyrl-UZ" altLang="ja-JP" sz="2000">
                <a:latin typeface="Times New Roman" pitchFamily="18" charset="0"/>
                <a:cs typeface="Times New Roman" pitchFamily="18" charset="0"/>
              </a:rPr>
              <a:t>ва</a:t>
            </a:r>
            <a:r>
              <a:rPr lang="uz-Cyrl-UZ" altLang="ja-JP" sz="2000" b="1" i="1">
                <a:latin typeface="Times New Roman" pitchFamily="18" charset="0"/>
                <a:cs typeface="Times New Roman" pitchFamily="18" charset="0"/>
              </a:rPr>
              <a:t> holatn</a:t>
            </a:r>
            <a:r>
              <a:rPr lang="uz-Cyrl-UZ" altLang="ja-JP" sz="2000" baseline="-30000">
                <a:latin typeface="Times New Roman" pitchFamily="18" charset="0"/>
                <a:cs typeface="Times New Roman" pitchFamily="18" charset="0"/>
              </a:rPr>
              <a:t>2</a:t>
            </a:r>
            <a:r>
              <a:rPr lang="uz-Cyrl-UZ" altLang="ja-JP" sz="2000" b="1" i="1">
                <a:latin typeface="Times New Roman" pitchFamily="18" charset="0"/>
                <a:cs typeface="Times New Roman" pitchFamily="18" charset="0"/>
              </a:rPr>
              <a:t> </a:t>
            </a:r>
            <a:r>
              <a:rPr lang="uz-Cyrl-UZ" altLang="ja-JP" sz="2000">
                <a:latin typeface="Times New Roman" pitchFamily="18" charset="0"/>
                <a:cs typeface="Times New Roman" pitchFamily="18" charset="0"/>
              </a:rPr>
              <a:t>чизиқли массивлар</a:t>
            </a:r>
            <a:r>
              <a:rPr lang="uz-Cyrl-UZ" altLang="ja-JP" sz="2000" b="1" i="1">
                <a:latin typeface="Times New Roman" pitchFamily="18" charset="0"/>
                <a:cs typeface="Times New Roman" pitchFamily="18" charset="0"/>
              </a:rPr>
              <a:t> </a:t>
            </a:r>
            <a:r>
              <a:rPr lang="uz-Cyrl-UZ" altLang="ja-JP" sz="2000">
                <a:latin typeface="Times New Roman" pitchFamily="18" charset="0"/>
                <a:cs typeface="Times New Roman" pitchFamily="18" charset="0"/>
              </a:rPr>
              <a:t>жуфтлиги шакллантирилади. Ўзгартириш </a:t>
            </a:r>
            <a:r>
              <a:rPr lang="uz-Cyrl-UZ" altLang="ja-JP" sz="2000" b="1" i="1">
                <a:latin typeface="Times New Roman" pitchFamily="18" charset="0"/>
                <a:cs typeface="Times New Roman" pitchFamily="18" charset="0"/>
              </a:rPr>
              <a:t>holat</a:t>
            </a:r>
            <a:r>
              <a:rPr lang="uz-Cyrl-UZ" altLang="ja-JP" sz="2000" b="1" i="1" baseline="-30000">
                <a:latin typeface="Times New Roman" pitchFamily="18" charset="0"/>
                <a:cs typeface="Times New Roman" pitchFamily="18" charset="0"/>
              </a:rPr>
              <a:t>2</a:t>
            </a:r>
            <a:r>
              <a:rPr lang="uz-Cyrl-UZ" altLang="ja-JP" sz="2000" b="1" i="1">
                <a:latin typeface="Times New Roman" pitchFamily="18" charset="0"/>
                <a:cs typeface="Times New Roman" pitchFamily="18" charset="0"/>
              </a:rPr>
              <a:t> </a:t>
            </a:r>
            <a:r>
              <a:rPr lang="uz-Cyrl-UZ" altLang="ja-JP" sz="2000">
                <a:latin typeface="Times New Roman" pitchFamily="18" charset="0"/>
                <a:cs typeface="Times New Roman" pitchFamily="18" charset="0"/>
              </a:rPr>
              <a:t>ва</a:t>
            </a:r>
            <a:r>
              <a:rPr lang="uz-Cyrl-UZ" altLang="ja-JP" sz="2000" b="1" i="1">
                <a:latin typeface="Times New Roman" pitchFamily="18" charset="0"/>
                <a:cs typeface="Times New Roman" pitchFamily="18" charset="0"/>
              </a:rPr>
              <a:t> holatn</a:t>
            </a:r>
            <a:r>
              <a:rPr lang="uz-Cyrl-UZ" altLang="ja-JP" sz="2000" baseline="-30000">
                <a:latin typeface="Times New Roman" pitchFamily="18" charset="0"/>
                <a:cs typeface="Times New Roman" pitchFamily="18" charset="0"/>
              </a:rPr>
              <a:t>2</a:t>
            </a:r>
            <a:r>
              <a:rPr lang="uz-Cyrl-UZ" altLang="ja-JP" sz="2000" b="1" i="1">
                <a:latin typeface="Times New Roman" pitchFamily="18" charset="0"/>
                <a:cs typeface="Times New Roman" pitchFamily="18" charset="0"/>
              </a:rPr>
              <a:t> </a:t>
            </a:r>
            <a:r>
              <a:rPr lang="uz-Cyrl-UZ" altLang="ja-JP" sz="2000">
                <a:latin typeface="Times New Roman" pitchFamily="18" charset="0"/>
                <a:cs typeface="Times New Roman" pitchFamily="18" charset="0"/>
              </a:rPr>
              <a:t>чизиқли массивлар мос элементлари конкатенацияси </a:t>
            </a:r>
            <a:r>
              <a:rPr lang="uz-Cyrl-UZ" altLang="ja-JP" sz="2000" b="1" i="1">
                <a:latin typeface="Times New Roman" pitchFamily="18" charset="0"/>
                <a:cs typeface="Times New Roman" pitchFamily="18" charset="0"/>
              </a:rPr>
              <a:t>holat</a:t>
            </a:r>
            <a:r>
              <a:rPr lang="uz-Cyrl-UZ" altLang="ja-JP" sz="2000" b="1" i="1" baseline="-30000">
                <a:latin typeface="Times New Roman" pitchFamily="18" charset="0"/>
                <a:cs typeface="Times New Roman" pitchFamily="18" charset="0"/>
              </a:rPr>
              <a:t>3</a:t>
            </a:r>
            <a:r>
              <a:rPr lang="uz-Cyrl-UZ" altLang="ja-JP" sz="2000" b="1" i="1">
                <a:latin typeface="Times New Roman" pitchFamily="18" charset="0"/>
                <a:cs typeface="Times New Roman" pitchFamily="18" charset="0"/>
              </a:rPr>
              <a:t>=holat</a:t>
            </a:r>
            <a:r>
              <a:rPr lang="uz-Cyrl-UZ" altLang="ja-JP" sz="2000" b="1" i="1" baseline="-30000">
                <a:latin typeface="Times New Roman" pitchFamily="18" charset="0"/>
                <a:cs typeface="Times New Roman" pitchFamily="18" charset="0"/>
              </a:rPr>
              <a:t>2</a:t>
            </a:r>
            <a:r>
              <a:rPr lang="uz-Cyrl-UZ" altLang="ja-JP" sz="2000">
                <a:latin typeface="Times New Roman" pitchFamily="18" charset="0"/>
                <a:cs typeface="Times New Roman" pitchFamily="18" charset="0"/>
              </a:rPr>
              <a:t>||</a:t>
            </a:r>
            <a:r>
              <a:rPr lang="uz-Cyrl-UZ" altLang="ja-JP" sz="2000" b="1" i="1">
                <a:latin typeface="Times New Roman" pitchFamily="18" charset="0"/>
                <a:cs typeface="Times New Roman" pitchFamily="18" charset="0"/>
              </a:rPr>
              <a:t>holatn</a:t>
            </a:r>
            <a:r>
              <a:rPr lang="uz-Cyrl-UZ" altLang="ja-JP" sz="2000" b="1" i="1" baseline="-30000">
                <a:latin typeface="Times New Roman" pitchFamily="18" charset="0"/>
                <a:cs typeface="Times New Roman" pitchFamily="18" charset="0"/>
              </a:rPr>
              <a:t>2</a:t>
            </a:r>
            <a:r>
              <a:rPr lang="uz-Cyrl-UZ" altLang="ja-JP" sz="2000">
                <a:latin typeface="Times New Roman" pitchFamily="18" charset="0"/>
                <a:cs typeface="Times New Roman" pitchFamily="18" charset="0"/>
              </a:rPr>
              <a:t> ни бажариш ва </a:t>
            </a:r>
            <a:r>
              <a:rPr lang="uz-Cyrl-UZ" altLang="ja-JP" sz="2000" b="1" i="1">
                <a:latin typeface="Times New Roman" pitchFamily="18" charset="0"/>
                <a:cs typeface="Times New Roman" pitchFamily="18" charset="0"/>
              </a:rPr>
              <a:t>holat3 </a:t>
            </a:r>
            <a:r>
              <a:rPr lang="uz-Cyrl-UZ" altLang="ja-JP" sz="2000">
                <a:latin typeface="Times New Roman" pitchFamily="18" charset="0"/>
                <a:cs typeface="Times New Roman" pitchFamily="18" charset="0"/>
              </a:rPr>
              <a:t>ни</a:t>
            </a:r>
            <a:r>
              <a:rPr lang="uz-Cyrl-UZ" altLang="ja-JP" sz="2000" b="1" i="1">
                <a:latin typeface="Times New Roman" pitchFamily="18" charset="0"/>
                <a:cs typeface="Times New Roman" pitchFamily="18" charset="0"/>
              </a:rPr>
              <a:t> 4</a:t>
            </a:r>
            <a:r>
              <a:rPr lang="uz-Cyrl-UZ" altLang="ja-JP" sz="2000" b="1">
                <a:latin typeface="Times New Roman" pitchFamily="18" charset="0"/>
                <a:cs typeface="Times New Roman" pitchFamily="18" charset="0"/>
              </a:rPr>
              <a:t>x</a:t>
            </a:r>
            <a:r>
              <a:rPr lang="uz-Cyrl-UZ" altLang="ja-JP" sz="2000" b="1" i="1">
                <a:latin typeface="Times New Roman" pitchFamily="18" charset="0"/>
                <a:cs typeface="Times New Roman" pitchFamily="18" charset="0"/>
              </a:rPr>
              <a:t>8</a:t>
            </a:r>
            <a:r>
              <a:rPr lang="uz-Cyrl-UZ" altLang="ja-JP" sz="2000">
                <a:latin typeface="Times New Roman" pitchFamily="18" charset="0"/>
                <a:cs typeface="Times New Roman" pitchFamily="18" charset="0"/>
              </a:rPr>
              <a:t> тартибдаги </a:t>
            </a:r>
            <a:r>
              <a:rPr lang="uz-Cyrl-UZ" altLang="ja-JP" sz="2000" b="1" i="1">
                <a:latin typeface="Times New Roman" pitchFamily="18" charset="0"/>
                <a:cs typeface="Times New Roman" pitchFamily="18" charset="0"/>
              </a:rPr>
              <a:t>holat </a:t>
            </a:r>
            <a:r>
              <a:rPr lang="uz-Cyrl-UZ" altLang="ja-JP" sz="2000">
                <a:latin typeface="Times New Roman" pitchFamily="18" charset="0"/>
                <a:cs typeface="Times New Roman" pitchFamily="18" charset="0"/>
              </a:rPr>
              <a:t>массивига байт даражасидаги элементлар нусхаси кўчирилиши билан тугалланади. </a:t>
            </a:r>
          </a:p>
        </p:txBody>
      </p:sp>
      <p:sp>
        <p:nvSpPr>
          <p:cNvPr id="17411" name="Rectangle 2"/>
          <p:cNvSpPr>
            <a:spLocks noChangeArrowheads="1"/>
          </p:cNvSpPr>
          <p:nvPr/>
        </p:nvSpPr>
        <p:spPr bwMode="auto">
          <a:xfrm>
            <a:off x="142875" y="2011363"/>
            <a:ext cx="8786813" cy="463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lvl="2" indent="-457200" algn="just">
              <a:spcBef>
                <a:spcPts val="600"/>
              </a:spcBef>
              <a:tabLst>
                <a:tab pos="1028700" algn="l"/>
              </a:tabLst>
            </a:pPr>
            <a:r>
              <a:rPr lang="uz-Cyrl-UZ" altLang="ja-JP" sz="2000" b="1">
                <a:solidFill>
                  <a:srgbClr val="C00000"/>
                </a:solidFill>
                <a:latin typeface="Times New Roman" pitchFamily="18" charset="0"/>
                <a:cs typeface="Times New Roman" pitchFamily="18" charset="0"/>
              </a:rPr>
              <a:t>5.3</a:t>
            </a:r>
            <a:r>
              <a:rPr lang="uz-Cyrl-UZ" altLang="ja-JP" sz="2000" b="1" i="1">
                <a:solidFill>
                  <a:srgbClr val="C00000"/>
                </a:solidFill>
                <a:latin typeface="Times New Roman" pitchFamily="18" charset="0"/>
                <a:cs typeface="Times New Roman" pitchFamily="18" charset="0"/>
              </a:rPr>
              <a:t>. </a:t>
            </a:r>
            <a:r>
              <a:rPr lang="nl-NL" altLang="ja-JP" sz="2000" b="1" i="1">
                <a:solidFill>
                  <a:srgbClr val="C00000"/>
                </a:solidFill>
                <a:latin typeface="Times New Roman" pitchFamily="18" charset="0"/>
                <a:cs typeface="Times New Roman" pitchFamily="18" charset="0"/>
              </a:rPr>
              <a:t>Aralash(holat, k</a:t>
            </a:r>
            <a:r>
              <a:rPr lang="nl-NL" altLang="ja-JP" sz="2000" b="1" i="1" baseline="-30000">
                <a:solidFill>
                  <a:srgbClr val="C00000"/>
                </a:solidFill>
                <a:latin typeface="Times New Roman" pitchFamily="18" charset="0"/>
                <a:cs typeface="Times New Roman" pitchFamily="18" charset="0"/>
              </a:rPr>
              <a:t>e</a:t>
            </a:r>
            <a:r>
              <a:rPr lang="nl-NL" altLang="ja-JP" sz="2000" b="1" i="1">
                <a:solidFill>
                  <a:srgbClr val="C00000"/>
                </a:solidFill>
                <a:latin typeface="Times New Roman" pitchFamily="18" charset="0"/>
                <a:cs typeface="Times New Roman" pitchFamily="18" charset="0"/>
              </a:rPr>
              <a:t>)</a:t>
            </a:r>
            <a:r>
              <a:rPr lang="nl-NL" altLang="ja-JP" sz="2000" b="1">
                <a:solidFill>
                  <a:srgbClr val="C00000"/>
                </a:solidFill>
                <a:latin typeface="Times New Roman" pitchFamily="18" charset="0"/>
                <a:cs typeface="Times New Roman" pitchFamily="18" charset="0"/>
              </a:rPr>
              <a:t> </a:t>
            </a:r>
            <a:r>
              <a:rPr lang="uz-Cyrl-UZ" altLang="ja-JP" sz="2000" b="1">
                <a:solidFill>
                  <a:srgbClr val="C00000"/>
                </a:solidFill>
                <a:latin typeface="Times New Roman" pitchFamily="18" charset="0"/>
                <a:cs typeface="Times New Roman" pitchFamily="18" charset="0"/>
              </a:rPr>
              <a:t>акслантириш (ў</a:t>
            </a:r>
            <a:r>
              <a:rPr lang="ru-RU" altLang="ja-JP" sz="2000" b="1">
                <a:solidFill>
                  <a:srgbClr val="C00000"/>
                </a:solidFill>
                <a:latin typeface="Times New Roman" pitchFamily="18" charset="0"/>
                <a:cs typeface="Times New Roman" pitchFamily="18" charset="0"/>
              </a:rPr>
              <a:t>згартириш).</a:t>
            </a:r>
          </a:p>
          <a:p>
            <a:pPr indent="457200" algn="just" eaLnBrk="0" hangingPunct="0">
              <a:spcBef>
                <a:spcPts val="600"/>
              </a:spcBef>
              <a:tabLst>
                <a:tab pos="1028700" algn="l"/>
              </a:tabLst>
            </a:pPr>
            <a:r>
              <a:rPr lang="nl-NL" altLang="ja-JP" sz="2000" b="1" i="1">
                <a:latin typeface="Times New Roman" pitchFamily="18" charset="0"/>
                <a:cs typeface="Times New Roman" pitchFamily="18" charset="0"/>
              </a:rPr>
              <a:t>Aralash(holat,k</a:t>
            </a:r>
            <a:r>
              <a:rPr lang="nl-NL" altLang="ja-JP" sz="2000" b="1" i="1" baseline="-30000">
                <a:latin typeface="Times New Roman" pitchFamily="18" charset="0"/>
                <a:cs typeface="Times New Roman" pitchFamily="18" charset="0"/>
              </a:rPr>
              <a:t>e</a:t>
            </a:r>
            <a:r>
              <a:rPr lang="nl-NL" altLang="ja-JP" sz="2000" b="1" i="1">
                <a:latin typeface="Times New Roman" pitchFamily="18" charset="0"/>
                <a:cs typeface="Times New Roman" pitchFamily="18" charset="0"/>
              </a:rPr>
              <a:t>)</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ўзгартириши</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қуйидаги амалларни бажаришга олиб келади</a:t>
            </a:r>
            <a:r>
              <a:rPr lang="nl-NL" altLang="ja-JP" sz="2000">
                <a:latin typeface="Times New Roman" pitchFamily="18" charset="0"/>
                <a:cs typeface="Times New Roman" pitchFamily="18" charset="0"/>
              </a:rPr>
              <a:t>:</a:t>
            </a:r>
            <a:endParaRPr lang="ru-RU" altLang="ja-JP" sz="2000">
              <a:latin typeface="Times New Roman" pitchFamily="18" charset="0"/>
            </a:endParaRPr>
          </a:p>
          <a:p>
            <a:pPr indent="457200" algn="just" eaLnBrk="0" hangingPunct="0">
              <a:spcBef>
                <a:spcPts val="600"/>
              </a:spcBef>
              <a:tabLst>
                <a:tab pos="1028700" algn="l"/>
              </a:tabLst>
            </a:pPr>
            <a:r>
              <a:rPr lang="nl-NL" altLang="ja-JP" sz="2000">
                <a:latin typeface="Times New Roman" pitchFamily="18" charset="0"/>
              </a:rPr>
              <a:t>1</a:t>
            </a:r>
            <a:r>
              <a:rPr lang="uz-Cyrl-UZ" altLang="ja-JP" sz="2000">
                <a:latin typeface="Times New Roman" pitchFamily="18" charset="0"/>
              </a:rPr>
              <a:t>) </a:t>
            </a:r>
            <a:r>
              <a:rPr lang="ru-RU" altLang="ja-JP" sz="2000">
                <a:latin typeface="Times New Roman" pitchFamily="18" charset="0"/>
              </a:rPr>
              <a:t>Икки</a:t>
            </a:r>
            <a:r>
              <a:rPr lang="nl-NL" altLang="ja-JP" sz="2000">
                <a:latin typeface="Times New Roman" pitchFamily="18" charset="0"/>
              </a:rPr>
              <a:t> </a:t>
            </a:r>
            <a:r>
              <a:rPr lang="ru-RU" altLang="ja-JP" sz="2000">
                <a:latin typeface="Times New Roman" pitchFamily="18" charset="0"/>
              </a:rPr>
              <a:t>ўлчамли</a:t>
            </a:r>
            <a:r>
              <a:rPr lang="nl-NL" altLang="ja-JP" sz="2000">
                <a:latin typeface="Times New Roman" pitchFamily="18" charset="0"/>
              </a:rPr>
              <a:t> </a:t>
            </a:r>
            <a:r>
              <a:rPr lang="nl-NL" altLang="ja-JP" sz="2000" b="1" i="1">
                <a:latin typeface="Times New Roman" pitchFamily="18" charset="0"/>
              </a:rPr>
              <a:t>holat</a:t>
            </a:r>
            <a:r>
              <a:rPr lang="nl-NL" altLang="ja-JP" sz="2000">
                <a:latin typeface="Times New Roman" pitchFamily="18" charset="0"/>
              </a:rPr>
              <a:t> </a:t>
            </a:r>
            <a:r>
              <a:rPr lang="ru-RU" altLang="ja-JP" sz="2000">
                <a:latin typeface="Times New Roman" pitchFamily="18" charset="0"/>
              </a:rPr>
              <a:t>массивининг</a:t>
            </a:r>
            <a:r>
              <a:rPr lang="nl-NL" altLang="ja-JP" sz="2000">
                <a:latin typeface="Times New Roman" pitchFamily="18" charset="0"/>
              </a:rPr>
              <a:t> </a:t>
            </a:r>
            <a:r>
              <a:rPr lang="ru-RU" altLang="ja-JP" sz="2000">
                <a:latin typeface="Times New Roman" pitchFamily="18" charset="0"/>
              </a:rPr>
              <a:t>нусхасини</a:t>
            </a:r>
            <a:r>
              <a:rPr lang="nl-NL" altLang="ja-JP" sz="2000">
                <a:latin typeface="Times New Roman" pitchFamily="18" charset="0"/>
              </a:rPr>
              <a:t> </a:t>
            </a:r>
            <a:r>
              <a:rPr lang="ru-RU" altLang="ja-JP" sz="2000">
                <a:latin typeface="Times New Roman" pitchFamily="18" charset="0"/>
              </a:rPr>
              <a:t>икки</a:t>
            </a:r>
            <a:r>
              <a:rPr lang="nl-NL" altLang="ja-JP" sz="2000">
                <a:latin typeface="Times New Roman" pitchFamily="18" charset="0"/>
              </a:rPr>
              <a:t> ў</a:t>
            </a:r>
            <a:r>
              <a:rPr lang="ru-RU" altLang="ja-JP" sz="2000">
                <a:latin typeface="Times New Roman" pitchFamily="18" charset="0"/>
              </a:rPr>
              <a:t>лчамли</a:t>
            </a:r>
            <a:r>
              <a:rPr lang="nl-NL" altLang="ja-JP" sz="2000">
                <a:latin typeface="Times New Roman" pitchFamily="18" charset="0"/>
              </a:rPr>
              <a:t> </a:t>
            </a:r>
            <a:r>
              <a:rPr lang="nl-NL" altLang="ja-JP" sz="2000" b="1" i="1">
                <a:latin typeface="Times New Roman" pitchFamily="18" charset="0"/>
              </a:rPr>
              <a:t>H</a:t>
            </a:r>
            <a:r>
              <a:rPr lang="nl-NL" altLang="ja-JP" sz="2000" b="1" i="1" baseline="-30000">
                <a:latin typeface="Times New Roman" pitchFamily="18" charset="0"/>
              </a:rPr>
              <a:t>ch</a:t>
            </a:r>
            <a:r>
              <a:rPr lang="nl-NL" altLang="ja-JP" sz="2000" b="1" i="1">
                <a:latin typeface="Times New Roman" pitchFamily="18" charset="0"/>
              </a:rPr>
              <a:t>[4,4]</a:t>
            </a:r>
            <a:r>
              <a:rPr lang="nl-NL" altLang="ja-JP" sz="2000">
                <a:latin typeface="Times New Roman" pitchFamily="18" charset="0"/>
              </a:rPr>
              <a:t> </a:t>
            </a:r>
            <a:r>
              <a:rPr lang="ru-RU" altLang="ja-JP" sz="2000">
                <a:latin typeface="Times New Roman" pitchFamily="18" charset="0"/>
              </a:rPr>
              <a:t>ва</a:t>
            </a:r>
            <a:r>
              <a:rPr lang="nl-NL" altLang="ja-JP" sz="2000">
                <a:latin typeface="Times New Roman" pitchFamily="18" charset="0"/>
              </a:rPr>
              <a:t> </a:t>
            </a:r>
            <a:r>
              <a:rPr lang="nl-NL" altLang="ja-JP" sz="2000" b="1" i="1">
                <a:latin typeface="Times New Roman" pitchFamily="18" charset="0"/>
              </a:rPr>
              <a:t>H</a:t>
            </a:r>
            <a:r>
              <a:rPr lang="ru-RU" altLang="ja-JP" sz="2000" b="1" i="1" baseline="-30000">
                <a:latin typeface="Times New Roman" pitchFamily="18" charset="0"/>
              </a:rPr>
              <a:t>о</a:t>
            </a:r>
            <a:r>
              <a:rPr lang="nl-NL" altLang="ja-JP" sz="2000" b="1" i="1">
                <a:latin typeface="Times New Roman" pitchFamily="18" charset="0"/>
              </a:rPr>
              <a:t>[4,4] </a:t>
            </a:r>
            <a:r>
              <a:rPr lang="ru-RU" altLang="ja-JP" sz="2000">
                <a:latin typeface="Times New Roman" pitchFamily="18" charset="0"/>
              </a:rPr>
              <a:t>массивлари</a:t>
            </a:r>
            <a:r>
              <a:rPr lang="nl-NL" altLang="ja-JP" sz="2000">
                <a:latin typeface="Times New Roman" pitchFamily="18" charset="0"/>
              </a:rPr>
              <a:t> </a:t>
            </a:r>
            <a:r>
              <a:rPr lang="ru-RU" altLang="ja-JP" sz="2000">
                <a:latin typeface="Times New Roman" pitchFamily="18" charset="0"/>
              </a:rPr>
              <a:t>жуфтлигига</a:t>
            </a:r>
            <a:r>
              <a:rPr lang="nl-NL" altLang="ja-JP" sz="2000">
                <a:latin typeface="Times New Roman" pitchFamily="18" charset="0"/>
              </a:rPr>
              <a:t> </a:t>
            </a:r>
            <a:r>
              <a:rPr lang="ru-RU" altLang="ja-JP" sz="2000">
                <a:latin typeface="Times New Roman" pitchFamily="18" charset="0"/>
              </a:rPr>
              <a:t>к</a:t>
            </a:r>
            <a:r>
              <a:rPr lang="nl-NL" altLang="ja-JP" sz="2000">
                <a:latin typeface="Times New Roman" pitchFamily="18" charset="0"/>
              </a:rPr>
              <a:t>ў</a:t>
            </a:r>
            <a:r>
              <a:rPr lang="ru-RU" altLang="ja-JP" sz="2000">
                <a:latin typeface="Times New Roman" pitchFamily="18" charset="0"/>
              </a:rPr>
              <a:t>чирилсин</a:t>
            </a:r>
            <a:r>
              <a:rPr lang="nl-NL" altLang="ja-JP" sz="2000">
                <a:latin typeface="Times New Roman" pitchFamily="18" charset="0"/>
              </a:rPr>
              <a:t>. </a:t>
            </a:r>
            <a:endParaRPr lang="ru-RU" altLang="ja-JP" sz="2000">
              <a:latin typeface="Times New Roman" pitchFamily="18" charset="0"/>
            </a:endParaRPr>
          </a:p>
          <a:p>
            <a:pPr indent="457200" algn="just" eaLnBrk="0" hangingPunct="0">
              <a:spcBef>
                <a:spcPts val="600"/>
              </a:spcBef>
              <a:tabLst>
                <a:tab pos="1028700" algn="l"/>
              </a:tabLst>
            </a:pPr>
            <a:r>
              <a:rPr lang="nl-NL" altLang="ja-JP" sz="2000">
                <a:latin typeface="Times New Roman" pitchFamily="18" charset="0"/>
              </a:rPr>
              <a:t>2</a:t>
            </a:r>
            <a:r>
              <a:rPr lang="uz-Cyrl-UZ" altLang="ja-JP" sz="2000">
                <a:latin typeface="Times New Roman" pitchFamily="18" charset="0"/>
              </a:rPr>
              <a:t>) </a:t>
            </a:r>
            <a:r>
              <a:rPr lang="nl-NL" altLang="ja-JP" sz="2000" b="1" i="1">
                <a:latin typeface="Times New Roman" pitchFamily="18" charset="0"/>
              </a:rPr>
              <a:t>H</a:t>
            </a:r>
            <a:r>
              <a:rPr lang="nl-NL" altLang="ja-JP" sz="2000" baseline="-30000">
                <a:latin typeface="Times New Roman" pitchFamily="18" charset="0"/>
              </a:rPr>
              <a:t>ch</a:t>
            </a:r>
            <a:r>
              <a:rPr lang="nl-NL" altLang="ja-JP" sz="2000">
                <a:latin typeface="Times New Roman" pitchFamily="18" charset="0"/>
              </a:rPr>
              <a:t>’ </a:t>
            </a:r>
            <a:r>
              <a:rPr lang="en-US" altLang="ja-JP" sz="2000" b="1" i="1">
                <a:latin typeface="Times New Roman" pitchFamily="18" charset="0"/>
                <a:sym typeface="Symbol" pitchFamily="18" charset="2"/>
              </a:rPr>
              <a:t></a:t>
            </a:r>
            <a:r>
              <a:rPr lang="nl-NL" altLang="ja-JP" sz="2000">
                <a:latin typeface="Times New Roman" pitchFamily="18" charset="0"/>
              </a:rPr>
              <a:t>  </a:t>
            </a:r>
            <a:r>
              <a:rPr lang="nl-NL" altLang="ja-JP" sz="2000" b="1" i="1">
                <a:latin typeface="Times New Roman" pitchFamily="18" charset="0"/>
                <a:sym typeface="Symbol" pitchFamily="18" charset="2"/>
              </a:rPr>
              <a:t>H</a:t>
            </a:r>
            <a:r>
              <a:rPr lang="nl-NL" altLang="ja-JP" sz="2000" baseline="-30000">
                <a:latin typeface="Times New Roman" pitchFamily="18" charset="0"/>
                <a:sym typeface="Symbol" pitchFamily="18" charset="2"/>
              </a:rPr>
              <a:t>ch</a:t>
            </a:r>
            <a:r>
              <a:rPr lang="nl-NL" altLang="ja-JP" sz="2000" b="1" i="1">
                <a:latin typeface="Times New Roman" pitchFamily="18" charset="0"/>
                <a:sym typeface="Symbol" pitchFamily="18" charset="2"/>
              </a:rPr>
              <a:t> </a:t>
            </a:r>
            <a:r>
              <a:rPr lang="ru-RU" altLang="ja-JP" sz="2000" b="1" i="1">
                <a:latin typeface="Times New Roman" pitchFamily="18" charset="0"/>
                <a:sym typeface="Symbol" pitchFamily="18" charset="2"/>
              </a:rPr>
              <a:t></a:t>
            </a:r>
            <a:r>
              <a:rPr lang="nl-NL" altLang="ja-JP" sz="2000" i="1">
                <a:latin typeface="Times New Roman" pitchFamily="18" charset="0"/>
              </a:rPr>
              <a:t> </a:t>
            </a:r>
            <a:r>
              <a:rPr lang="nl-NL" altLang="ja-JP" sz="2000" b="1" i="1">
                <a:latin typeface="Times New Roman" pitchFamily="18" charset="0"/>
                <a:sym typeface="Symbol" pitchFamily="18" charset="2"/>
              </a:rPr>
              <a:t>k</a:t>
            </a:r>
            <a:r>
              <a:rPr lang="nl-NL" altLang="ja-JP" sz="2000" b="1" i="1" baseline="-30000">
                <a:latin typeface="Times New Roman" pitchFamily="18" charset="0"/>
                <a:sym typeface="Symbol" pitchFamily="18" charset="2"/>
              </a:rPr>
              <a:t>ech </a:t>
            </a:r>
            <a:r>
              <a:rPr lang="nl-NL" altLang="ja-JP" sz="2000" b="1" i="1">
                <a:latin typeface="Times New Roman" pitchFamily="18" charset="0"/>
                <a:sym typeface="Symbol" pitchFamily="18" charset="2"/>
              </a:rPr>
              <a:t>(mod </a:t>
            </a:r>
            <a:r>
              <a:rPr lang="ru-RU" altLang="ja-JP" sz="2000" b="1" i="1">
                <a:latin typeface="Times New Roman" pitchFamily="18" charset="0"/>
                <a:sym typeface="Symbol" pitchFamily="18" charset="2"/>
              </a:rPr>
              <a:t>р</a:t>
            </a:r>
            <a:r>
              <a:rPr lang="nl-NL" altLang="ja-JP" sz="2000" b="1" i="1">
                <a:latin typeface="Times New Roman" pitchFamily="18" charset="0"/>
                <a:sym typeface="Symbol" pitchFamily="18" charset="2"/>
              </a:rPr>
              <a:t>)</a:t>
            </a:r>
            <a:r>
              <a:rPr lang="nl-NL" altLang="ja-JP" sz="2000">
                <a:latin typeface="Times New Roman" pitchFamily="18" charset="0"/>
                <a:sym typeface="Symbol" pitchFamily="18" charset="2"/>
              </a:rPr>
              <a:t> </a:t>
            </a:r>
            <a:r>
              <a:rPr lang="ru-RU" altLang="ja-JP" sz="2000">
                <a:latin typeface="Times New Roman" pitchFamily="18" charset="0"/>
                <a:sym typeface="Symbol" pitchFamily="18" charset="2"/>
              </a:rPr>
              <a:t>ни</a:t>
            </a:r>
            <a:r>
              <a:rPr lang="nl-NL" altLang="ja-JP" sz="2000">
                <a:latin typeface="Times New Roman" pitchFamily="18" charset="0"/>
                <a:sym typeface="Symbol" pitchFamily="18" charset="2"/>
              </a:rPr>
              <a:t> </a:t>
            </a:r>
            <a:r>
              <a:rPr lang="ru-RU" altLang="ja-JP" sz="2000">
                <a:latin typeface="Times New Roman" pitchFamily="18" charset="0"/>
                <a:sym typeface="Symbol" pitchFamily="18" charset="2"/>
              </a:rPr>
              <a:t>ҳисоблаш</a:t>
            </a:r>
            <a:r>
              <a:rPr lang="nl-NL" altLang="ja-JP" sz="2000">
                <a:latin typeface="Times New Roman" pitchFamily="18" charset="0"/>
                <a:sym typeface="Symbol" pitchFamily="18" charset="2"/>
              </a:rPr>
              <a:t> </a:t>
            </a:r>
            <a:r>
              <a:rPr lang="ru-RU" altLang="ja-JP" sz="2000">
                <a:latin typeface="Times New Roman" pitchFamily="18" charset="0"/>
                <a:sym typeface="Symbol" pitchFamily="18" charset="2"/>
              </a:rPr>
              <a:t>ва</a:t>
            </a:r>
            <a:r>
              <a:rPr lang="nl-NL" altLang="ja-JP" sz="2000">
                <a:latin typeface="Times New Roman" pitchFamily="18" charset="0"/>
                <a:sym typeface="Symbol" pitchFamily="18" charset="2"/>
              </a:rPr>
              <a:t> </a:t>
            </a:r>
            <a:r>
              <a:rPr lang="nl-NL" altLang="ja-JP" sz="2000" b="1" i="1">
                <a:latin typeface="Times New Roman" pitchFamily="18" charset="0"/>
                <a:sym typeface="Symbol" pitchFamily="18" charset="2"/>
              </a:rPr>
              <a:t>H</a:t>
            </a:r>
            <a:r>
              <a:rPr lang="nl-NL" altLang="ja-JP" sz="2000" baseline="-30000">
                <a:latin typeface="Times New Roman" pitchFamily="18" charset="0"/>
                <a:sym typeface="Symbol" pitchFamily="18" charset="2"/>
              </a:rPr>
              <a:t>ch</a:t>
            </a:r>
            <a:r>
              <a:rPr lang="nl-NL" altLang="ja-JP" sz="2000" b="1" i="1">
                <a:latin typeface="Times New Roman" pitchFamily="18" charset="0"/>
                <a:sym typeface="Symbol" pitchFamily="18" charset="2"/>
              </a:rPr>
              <a:t>’ </a:t>
            </a:r>
            <a:r>
              <a:rPr lang="ru-RU" altLang="ja-JP" sz="2000">
                <a:latin typeface="Times New Roman" pitchFamily="18" charset="0"/>
                <a:sym typeface="Symbol" pitchFamily="18" charset="2"/>
              </a:rPr>
              <a:t>натижани</a:t>
            </a:r>
            <a:r>
              <a:rPr lang="nl-NL" altLang="ja-JP" sz="2000">
                <a:latin typeface="Times New Roman" pitchFamily="18" charset="0"/>
                <a:sym typeface="Symbol" pitchFamily="18" charset="2"/>
              </a:rPr>
              <a:t> </a:t>
            </a:r>
            <a:r>
              <a:rPr lang="nl-NL" altLang="ja-JP" sz="2000" b="1" i="1">
                <a:latin typeface="Times New Roman" pitchFamily="18" charset="0"/>
                <a:sym typeface="Symbol" pitchFamily="18" charset="2"/>
              </a:rPr>
              <a:t>H</a:t>
            </a:r>
            <a:r>
              <a:rPr lang="nl-NL" altLang="ja-JP" sz="2000" baseline="-30000">
                <a:latin typeface="Times New Roman" pitchFamily="18" charset="0"/>
                <a:sym typeface="Symbol" pitchFamily="18" charset="2"/>
              </a:rPr>
              <a:t>ch</a:t>
            </a:r>
            <a:r>
              <a:rPr lang="nl-NL" altLang="ja-JP" sz="2000" b="1" i="1">
                <a:latin typeface="Times New Roman" pitchFamily="18" charset="0"/>
                <a:sym typeface="Symbol" pitchFamily="18" charset="2"/>
              </a:rPr>
              <a:t> </a:t>
            </a:r>
            <a:r>
              <a:rPr lang="ru-RU" altLang="ja-JP" sz="2000">
                <a:latin typeface="Times New Roman" pitchFamily="18" charset="0"/>
                <a:sym typeface="Symbol" pitchFamily="18" charset="2"/>
              </a:rPr>
              <a:t>массивига</a:t>
            </a:r>
            <a:r>
              <a:rPr lang="nl-NL" altLang="ja-JP" sz="2000">
                <a:latin typeface="Times New Roman" pitchFamily="18" charset="0"/>
                <a:sym typeface="Symbol" pitchFamily="18" charset="2"/>
              </a:rPr>
              <a:t> </a:t>
            </a:r>
            <a:r>
              <a:rPr lang="ru-RU" altLang="ja-JP" sz="2000">
                <a:latin typeface="Times New Roman" pitchFamily="18" charset="0"/>
                <a:sym typeface="Symbol" pitchFamily="18" charset="2"/>
              </a:rPr>
              <a:t>бериш</a:t>
            </a:r>
            <a:r>
              <a:rPr lang="nl-NL" altLang="ja-JP" sz="2000">
                <a:latin typeface="Times New Roman" pitchFamily="18" charset="0"/>
                <a:sym typeface="Symbol" pitchFamily="18" charset="2"/>
              </a:rPr>
              <a:t>.</a:t>
            </a:r>
            <a:r>
              <a:rPr lang="nl-NL" altLang="ja-JP" sz="2000" b="1" i="1">
                <a:latin typeface="Times New Roman" pitchFamily="18" charset="0"/>
                <a:sym typeface="Symbol" pitchFamily="18" charset="2"/>
              </a:rPr>
              <a:t> </a:t>
            </a:r>
            <a:endParaRPr lang="ru-RU" altLang="ja-JP" sz="2000" b="1" i="1">
              <a:latin typeface="Times New Roman" pitchFamily="18" charset="0"/>
              <a:sym typeface="Symbol" pitchFamily="18" charset="2"/>
            </a:endParaRPr>
          </a:p>
          <a:p>
            <a:pPr indent="457200" algn="just" eaLnBrk="0" hangingPunct="0">
              <a:spcBef>
                <a:spcPts val="600"/>
              </a:spcBef>
              <a:tabLst>
                <a:tab pos="1028700" algn="l"/>
              </a:tabLst>
            </a:pPr>
            <a:r>
              <a:rPr lang="nl-NL" altLang="ja-JP" sz="2000" b="1" i="1">
                <a:latin typeface="Times New Roman" pitchFamily="18" charset="0"/>
                <a:sym typeface="Symbol" pitchFamily="18" charset="2"/>
              </a:rPr>
              <a:t>s, u </a:t>
            </a:r>
            <a:r>
              <a:rPr lang="ru-RU" altLang="ja-JP" sz="2000" b="1" i="1">
                <a:latin typeface="Times New Roman" pitchFamily="18" charset="0"/>
                <a:sym typeface="Symbol" pitchFamily="18" charset="2"/>
              </a:rPr>
              <a:t></a:t>
            </a:r>
            <a:r>
              <a:rPr lang="nl-NL" altLang="ja-JP" sz="2000" b="1" i="1">
                <a:latin typeface="Times New Roman" pitchFamily="18" charset="0"/>
              </a:rPr>
              <a:t> </a:t>
            </a:r>
            <a:r>
              <a:rPr lang="nl-NL" altLang="ja-JP" sz="2000" b="1">
                <a:latin typeface="Times New Roman" pitchFamily="18" charset="0"/>
                <a:sym typeface="Symbol" pitchFamily="18" charset="2"/>
              </a:rPr>
              <a:t>{</a:t>
            </a:r>
            <a:r>
              <a:rPr lang="nl-NL" altLang="ja-JP" sz="2000" b="1" i="1">
                <a:latin typeface="Times New Roman" pitchFamily="18" charset="0"/>
                <a:sym typeface="Symbol" pitchFamily="18" charset="2"/>
              </a:rPr>
              <a:t>0,1,2,3</a:t>
            </a:r>
            <a:r>
              <a:rPr lang="nl-NL" altLang="ja-JP" sz="2000" b="1">
                <a:latin typeface="Times New Roman" pitchFamily="18" charset="0"/>
                <a:sym typeface="Symbol" pitchFamily="18" charset="2"/>
              </a:rPr>
              <a:t>}</a:t>
            </a:r>
            <a:r>
              <a:rPr lang="nl-NL" altLang="ja-JP" sz="2000" i="1">
                <a:latin typeface="Times New Roman" pitchFamily="18" charset="0"/>
                <a:sym typeface="Symbol" pitchFamily="18" charset="2"/>
              </a:rPr>
              <a:t> </a:t>
            </a:r>
            <a:r>
              <a:rPr lang="ru-RU" altLang="ja-JP" sz="2000">
                <a:latin typeface="Times New Roman" pitchFamily="18" charset="0"/>
                <a:sym typeface="Symbol" pitchFamily="18" charset="2"/>
              </a:rPr>
              <a:t>учун</a:t>
            </a:r>
            <a:r>
              <a:rPr lang="nl-NL" altLang="ja-JP" sz="2000">
                <a:latin typeface="Times New Roman" pitchFamily="18" charset="0"/>
                <a:sym typeface="Symbol" pitchFamily="18" charset="2"/>
              </a:rPr>
              <a:t> </a:t>
            </a:r>
            <a:r>
              <a:rPr lang="ru-RU" altLang="ja-JP" sz="2000">
                <a:latin typeface="Times New Roman" pitchFamily="18" charset="0"/>
                <a:sym typeface="Symbol" pitchFamily="18" charset="2"/>
              </a:rPr>
              <a:t>натижа</a:t>
            </a:r>
            <a:r>
              <a:rPr lang="nl-NL" altLang="ja-JP" sz="2000">
                <a:latin typeface="Times New Roman" pitchFamily="18" charset="0"/>
                <a:sym typeface="Symbol" pitchFamily="18" charset="2"/>
              </a:rPr>
              <a:t> </a:t>
            </a:r>
            <a:r>
              <a:rPr lang="ru-RU" altLang="ja-JP" sz="2000">
                <a:latin typeface="Times New Roman" pitchFamily="18" charset="0"/>
                <a:sym typeface="Symbol" pitchFamily="18" charset="2"/>
              </a:rPr>
              <a:t>қуйидаги</a:t>
            </a:r>
            <a:r>
              <a:rPr lang="nl-NL" altLang="ja-JP" sz="2000">
                <a:latin typeface="Times New Roman" pitchFamily="18" charset="0"/>
                <a:sym typeface="Symbol" pitchFamily="18" charset="2"/>
              </a:rPr>
              <a:t> </a:t>
            </a:r>
            <a:r>
              <a:rPr lang="ru-RU" altLang="ja-JP" sz="2000">
                <a:latin typeface="Times New Roman" pitchFamily="18" charset="0"/>
                <a:sym typeface="Symbol" pitchFamily="18" charset="2"/>
              </a:rPr>
              <a:t>шаклда</a:t>
            </a:r>
            <a:r>
              <a:rPr lang="nl-NL" altLang="ja-JP" sz="2000">
                <a:latin typeface="Times New Roman" pitchFamily="18" charset="0"/>
                <a:sym typeface="Symbol" pitchFamily="18" charset="2"/>
              </a:rPr>
              <a:t> </a:t>
            </a:r>
            <a:r>
              <a:rPr lang="ru-RU" altLang="ja-JP" sz="2000">
                <a:latin typeface="Times New Roman" pitchFamily="18" charset="0"/>
                <a:sym typeface="Symbol" pitchFamily="18" charset="2"/>
              </a:rPr>
              <a:t>аниқланади</a:t>
            </a:r>
            <a:r>
              <a:rPr lang="nl-NL" altLang="ja-JP" sz="2000">
                <a:latin typeface="Times New Roman" pitchFamily="18" charset="0"/>
                <a:sym typeface="Symbol" pitchFamily="18" charset="2"/>
              </a:rPr>
              <a:t>:</a:t>
            </a:r>
            <a:endParaRPr lang="ru-RU" altLang="ja-JP" sz="2000">
              <a:latin typeface="Times New Roman" pitchFamily="18" charset="0"/>
              <a:sym typeface="Symbol" pitchFamily="18" charset="2"/>
            </a:endParaRPr>
          </a:p>
          <a:p>
            <a:pPr indent="457200" algn="just" eaLnBrk="0" hangingPunct="0">
              <a:spcBef>
                <a:spcPts val="600"/>
              </a:spcBef>
              <a:tabLst>
                <a:tab pos="1028700" algn="l"/>
              </a:tabLst>
            </a:pPr>
            <a:r>
              <a:rPr lang="sv-SE" altLang="ja-JP" sz="2000" b="1" i="1">
                <a:latin typeface="Times New Roman" pitchFamily="18" charset="0"/>
                <a:sym typeface="Symbol" pitchFamily="18" charset="2"/>
              </a:rPr>
              <a:t>h’</a:t>
            </a:r>
            <a:r>
              <a:rPr lang="sv-SE" altLang="ja-JP" sz="2000" b="1" i="1" baseline="-30000">
                <a:latin typeface="Times New Roman" pitchFamily="18" charset="0"/>
                <a:sym typeface="Symbol" pitchFamily="18" charset="2"/>
              </a:rPr>
              <a:t>ch</a:t>
            </a:r>
            <a:r>
              <a:rPr lang="sv-SE" altLang="ja-JP" sz="2000" b="1" i="1">
                <a:latin typeface="Times New Roman" pitchFamily="18" charset="0"/>
                <a:sym typeface="Symbol" pitchFamily="18" charset="2"/>
              </a:rPr>
              <a:t>[u,u] ≡ h</a:t>
            </a:r>
            <a:r>
              <a:rPr lang="sv-SE" altLang="ja-JP" sz="2000" b="1" i="1" baseline="-30000">
                <a:latin typeface="Times New Roman" pitchFamily="18" charset="0"/>
                <a:sym typeface="Symbol" pitchFamily="18" charset="2"/>
              </a:rPr>
              <a:t>ch</a:t>
            </a:r>
            <a:r>
              <a:rPr lang="sv-SE" altLang="ja-JP" sz="2000" b="1" i="1">
                <a:latin typeface="Times New Roman" pitchFamily="18" charset="0"/>
                <a:sym typeface="Symbol" pitchFamily="18" charset="2"/>
              </a:rPr>
              <a:t>[u,u]</a:t>
            </a:r>
            <a:r>
              <a:rPr lang="uz-Cyrl-UZ" altLang="ja-JP" sz="2000" b="1" i="1">
                <a:latin typeface="Times New Roman" pitchFamily="18" charset="0"/>
                <a:sym typeface="Symbol" pitchFamily="18" charset="2"/>
              </a:rPr>
              <a:t>х</a:t>
            </a:r>
            <a:r>
              <a:rPr lang="ru-RU" altLang="ja-JP" sz="2000" b="1" i="1">
                <a:latin typeface="Times New Roman" pitchFamily="18" charset="0"/>
                <a:sym typeface="Symbol" pitchFamily="18" charset="2"/>
              </a:rPr>
              <a:t></a:t>
            </a:r>
            <a:r>
              <a:rPr lang="sv-SE" altLang="ja-JP" sz="2000" b="1" i="1">
                <a:latin typeface="Times New Roman" pitchFamily="18" charset="0"/>
              </a:rPr>
              <a:t> </a:t>
            </a:r>
            <a:r>
              <a:rPr lang="sv-SE" altLang="ja-JP" sz="2000" b="1" i="1" baseline="30000">
                <a:latin typeface="Times New Roman" pitchFamily="18" charset="0"/>
                <a:sym typeface="Symbol" pitchFamily="18" charset="2"/>
              </a:rPr>
              <a:t>3</a:t>
            </a:r>
            <a:r>
              <a:rPr lang="sv-SE" altLang="ja-JP" sz="2000" b="1" i="1" baseline="-30000">
                <a:latin typeface="Times New Roman" pitchFamily="18" charset="0"/>
                <a:sym typeface="Symbol" pitchFamily="18" charset="2"/>
              </a:rPr>
              <a:t>i=0</a:t>
            </a:r>
            <a:r>
              <a:rPr lang="sv-SE" altLang="ja-JP" sz="2000" b="1" i="1">
                <a:latin typeface="Times New Roman" pitchFamily="18" charset="0"/>
                <a:sym typeface="Symbol" pitchFamily="18" charset="2"/>
              </a:rPr>
              <a:t> k</a:t>
            </a:r>
            <a:r>
              <a:rPr lang="sv-SE" altLang="ja-JP" sz="2000" b="1" i="1" baseline="-30000">
                <a:latin typeface="Times New Roman" pitchFamily="18" charset="0"/>
                <a:sym typeface="Symbol" pitchFamily="18" charset="2"/>
              </a:rPr>
              <a:t>ech</a:t>
            </a:r>
            <a:r>
              <a:rPr lang="sv-SE" altLang="ja-JP" sz="2000" b="1" i="1">
                <a:latin typeface="Times New Roman" pitchFamily="18" charset="0"/>
                <a:sym typeface="Symbol" pitchFamily="18" charset="2"/>
              </a:rPr>
              <a:t>[i,u] - </a:t>
            </a:r>
            <a:r>
              <a:rPr lang="ru-RU" altLang="ja-JP" sz="2000" b="1" i="1">
                <a:latin typeface="Times New Roman" pitchFamily="18" charset="0"/>
                <a:sym typeface="Symbol" pitchFamily="18" charset="2"/>
              </a:rPr>
              <a:t></a:t>
            </a:r>
            <a:r>
              <a:rPr lang="sv-SE" altLang="ja-JP" sz="2000" b="1" i="1">
                <a:latin typeface="Times New Roman" pitchFamily="18" charset="0"/>
              </a:rPr>
              <a:t> </a:t>
            </a:r>
            <a:r>
              <a:rPr lang="sv-SE" altLang="ja-JP" sz="2000" b="1" i="1" baseline="30000">
                <a:latin typeface="Times New Roman" pitchFamily="18" charset="0"/>
                <a:sym typeface="Symbol" pitchFamily="18" charset="2"/>
              </a:rPr>
              <a:t>3</a:t>
            </a:r>
            <a:r>
              <a:rPr lang="sv-SE" altLang="ja-JP" sz="2000" b="1" i="1" baseline="-30000">
                <a:latin typeface="Times New Roman" pitchFamily="18" charset="0"/>
                <a:sym typeface="Symbol" pitchFamily="18" charset="2"/>
              </a:rPr>
              <a:t>i =0, i≠u</a:t>
            </a:r>
            <a:r>
              <a:rPr lang="sv-SE" altLang="ja-JP" sz="2000" b="1" i="1">
                <a:latin typeface="Times New Roman" pitchFamily="18" charset="0"/>
                <a:sym typeface="Symbol" pitchFamily="18" charset="2"/>
              </a:rPr>
              <a:t>h</a:t>
            </a:r>
            <a:r>
              <a:rPr lang="sv-SE" altLang="ja-JP" sz="2000" b="1" i="1" baseline="-30000">
                <a:latin typeface="Times New Roman" pitchFamily="18" charset="0"/>
                <a:sym typeface="Symbol" pitchFamily="18" charset="2"/>
              </a:rPr>
              <a:t>ch</a:t>
            </a:r>
            <a:r>
              <a:rPr lang="sv-SE" altLang="ja-JP" sz="2000" b="1" i="1">
                <a:latin typeface="Times New Roman" pitchFamily="18" charset="0"/>
                <a:sym typeface="Symbol" pitchFamily="18" charset="2"/>
              </a:rPr>
              <a:t>[i,i]</a:t>
            </a:r>
            <a:r>
              <a:rPr lang="uz-Cyrl-UZ" altLang="ja-JP" sz="2000" b="1" i="1">
                <a:latin typeface="Times New Roman" pitchFamily="18" charset="0"/>
                <a:sym typeface="Symbol" pitchFamily="18" charset="2"/>
              </a:rPr>
              <a:t>х</a:t>
            </a:r>
            <a:r>
              <a:rPr lang="sv-SE" altLang="ja-JP" sz="2000" b="1" i="1">
                <a:latin typeface="Times New Roman" pitchFamily="18" charset="0"/>
                <a:sym typeface="Symbol" pitchFamily="18" charset="2"/>
              </a:rPr>
              <a:t>k</a:t>
            </a:r>
            <a:r>
              <a:rPr lang="sv-SE" altLang="ja-JP" sz="2000" b="1" i="1" baseline="-30000">
                <a:latin typeface="Times New Roman" pitchFamily="18" charset="0"/>
                <a:sym typeface="Symbol" pitchFamily="18" charset="2"/>
              </a:rPr>
              <a:t>ech</a:t>
            </a:r>
            <a:r>
              <a:rPr lang="sv-SE" altLang="ja-JP" sz="2000" b="1" i="1">
                <a:latin typeface="Times New Roman" pitchFamily="18" charset="0"/>
                <a:sym typeface="Symbol" pitchFamily="18" charset="2"/>
              </a:rPr>
              <a:t>[i,u]</a:t>
            </a:r>
            <a:r>
              <a:rPr lang="sv-SE" altLang="ja-JP" sz="2000" b="1" i="1" baseline="-30000">
                <a:latin typeface="Times New Roman" pitchFamily="18" charset="0"/>
                <a:sym typeface="Symbol" pitchFamily="18" charset="2"/>
              </a:rPr>
              <a:t> </a:t>
            </a:r>
            <a:r>
              <a:rPr lang="sv-SE" altLang="ja-JP" sz="2000" b="1" i="1">
                <a:latin typeface="Times New Roman" pitchFamily="18" charset="0"/>
                <a:sym typeface="Symbol" pitchFamily="18" charset="2"/>
              </a:rPr>
              <a:t>(mod p),    </a:t>
            </a:r>
            <a:endParaRPr lang="ru-RU" altLang="ja-JP" sz="2000" b="1" i="1">
              <a:latin typeface="Times New Roman" pitchFamily="18" charset="0"/>
              <a:sym typeface="Symbol" pitchFamily="18" charset="2"/>
            </a:endParaRPr>
          </a:p>
          <a:p>
            <a:pPr indent="457200" algn="just" eaLnBrk="0" hangingPunct="0">
              <a:spcBef>
                <a:spcPts val="600"/>
              </a:spcBef>
              <a:tabLst>
                <a:tab pos="1028700" algn="l"/>
              </a:tabLst>
            </a:pPr>
            <a:r>
              <a:rPr lang="sv-SE" altLang="ja-JP" sz="2000" b="1" i="1">
                <a:latin typeface="Times New Roman" pitchFamily="18" charset="0"/>
                <a:sym typeface="Symbol" pitchFamily="18" charset="2"/>
              </a:rPr>
              <a:t>h’</a:t>
            </a:r>
            <a:r>
              <a:rPr lang="sv-SE" altLang="ja-JP" sz="2000" b="1" i="1" baseline="-30000">
                <a:latin typeface="Times New Roman" pitchFamily="18" charset="0"/>
                <a:sym typeface="Symbol" pitchFamily="18" charset="2"/>
              </a:rPr>
              <a:t>ch</a:t>
            </a:r>
            <a:r>
              <a:rPr lang="sv-SE" altLang="ja-JP" sz="2000" b="1" i="1">
                <a:latin typeface="Times New Roman" pitchFamily="18" charset="0"/>
                <a:sym typeface="Symbol" pitchFamily="18" charset="2"/>
              </a:rPr>
              <a:t>[s,u]</a:t>
            </a:r>
            <a:r>
              <a:rPr lang="sv-SE" altLang="ja-JP" sz="2000" b="1" i="1" baseline="-30000">
                <a:latin typeface="Times New Roman" pitchFamily="18" charset="0"/>
                <a:sym typeface="Symbol" pitchFamily="18" charset="2"/>
              </a:rPr>
              <a:t>s≠u</a:t>
            </a:r>
            <a:r>
              <a:rPr lang="sv-SE" altLang="ja-JP" sz="2000" b="1" i="1">
                <a:latin typeface="Times New Roman" pitchFamily="18" charset="0"/>
                <a:sym typeface="Symbol" pitchFamily="18" charset="2"/>
              </a:rPr>
              <a:t>≡h</a:t>
            </a:r>
            <a:r>
              <a:rPr lang="sv-SE" altLang="ja-JP" sz="2000" b="1" i="1" baseline="-30000">
                <a:latin typeface="Times New Roman" pitchFamily="18" charset="0"/>
                <a:sym typeface="Symbol" pitchFamily="18" charset="2"/>
              </a:rPr>
              <a:t>ch</a:t>
            </a:r>
            <a:r>
              <a:rPr lang="sv-SE" altLang="ja-JP" sz="2000" b="1" i="1">
                <a:latin typeface="Times New Roman" pitchFamily="18" charset="0"/>
                <a:sym typeface="Symbol" pitchFamily="18" charset="2"/>
              </a:rPr>
              <a:t>[s,u]</a:t>
            </a:r>
            <a:r>
              <a:rPr lang="uz-Cyrl-UZ" altLang="ja-JP" sz="2000" b="1" i="1">
                <a:latin typeface="Times New Roman" pitchFamily="18" charset="0"/>
                <a:sym typeface="Symbol" pitchFamily="18" charset="2"/>
              </a:rPr>
              <a:t>х</a:t>
            </a:r>
            <a:r>
              <a:rPr lang="ru-RU" altLang="ja-JP" sz="2000" b="1" i="1">
                <a:latin typeface="Times New Roman" pitchFamily="18" charset="0"/>
                <a:sym typeface="Symbol" pitchFamily="18" charset="2"/>
              </a:rPr>
              <a:t></a:t>
            </a:r>
            <a:r>
              <a:rPr lang="sv-SE" altLang="ja-JP" sz="2000" b="1" i="1" baseline="30000">
                <a:latin typeface="Times New Roman" pitchFamily="18" charset="0"/>
              </a:rPr>
              <a:t>3</a:t>
            </a:r>
            <a:r>
              <a:rPr lang="sv-SE" altLang="ja-JP" sz="2000" b="1" i="1" baseline="-30000">
                <a:latin typeface="Times New Roman" pitchFamily="18" charset="0"/>
                <a:sym typeface="Symbol" pitchFamily="18" charset="2"/>
              </a:rPr>
              <a:t>i=0</a:t>
            </a:r>
            <a:r>
              <a:rPr lang="sv-SE" altLang="ja-JP" sz="2000" b="1" i="1">
                <a:latin typeface="Times New Roman" pitchFamily="18" charset="0"/>
                <a:sym typeface="Symbol" pitchFamily="18" charset="2"/>
              </a:rPr>
              <a:t>k</a:t>
            </a:r>
            <a:r>
              <a:rPr lang="sv-SE" altLang="ja-JP" sz="2000" b="1" i="1" baseline="-30000">
                <a:latin typeface="Times New Roman" pitchFamily="18" charset="0"/>
                <a:sym typeface="Symbol" pitchFamily="18" charset="2"/>
              </a:rPr>
              <a:t>ech</a:t>
            </a:r>
            <a:r>
              <a:rPr lang="sv-SE" altLang="ja-JP" sz="2000" b="1" i="1">
                <a:latin typeface="Times New Roman" pitchFamily="18" charset="0"/>
                <a:sym typeface="Symbol" pitchFamily="18" charset="2"/>
              </a:rPr>
              <a:t>[i,u]+k</a:t>
            </a:r>
            <a:r>
              <a:rPr lang="sv-SE" altLang="ja-JP" sz="2000" b="1" i="1" baseline="-30000">
                <a:latin typeface="Times New Roman" pitchFamily="18" charset="0"/>
                <a:sym typeface="Symbol" pitchFamily="18" charset="2"/>
              </a:rPr>
              <a:t>ech</a:t>
            </a:r>
            <a:r>
              <a:rPr lang="sv-SE" altLang="ja-JP" sz="2000" b="1" i="1">
                <a:latin typeface="Times New Roman" pitchFamily="18" charset="0"/>
                <a:sym typeface="Symbol" pitchFamily="18" charset="2"/>
              </a:rPr>
              <a:t>[s,u]</a:t>
            </a:r>
            <a:r>
              <a:rPr lang="uz-Cyrl-UZ" altLang="ja-JP" sz="2000" b="1" i="1">
                <a:latin typeface="Times New Roman" pitchFamily="18" charset="0"/>
                <a:sym typeface="Symbol" pitchFamily="18" charset="2"/>
              </a:rPr>
              <a:t>х</a:t>
            </a:r>
            <a:r>
              <a:rPr lang="ru-RU" altLang="ja-JP" sz="2000" b="1" i="1">
                <a:latin typeface="Times New Roman" pitchFamily="18" charset="0"/>
                <a:sym typeface="Symbol" pitchFamily="18" charset="2"/>
              </a:rPr>
              <a:t></a:t>
            </a:r>
            <a:r>
              <a:rPr lang="sv-SE" altLang="ja-JP" sz="2000" b="1" i="1" baseline="30000">
                <a:latin typeface="Times New Roman" pitchFamily="18" charset="0"/>
              </a:rPr>
              <a:t>3</a:t>
            </a:r>
            <a:r>
              <a:rPr lang="sv-SE" altLang="ja-JP" sz="2000" b="1" i="1" baseline="-30000">
                <a:latin typeface="Times New Roman" pitchFamily="18" charset="0"/>
                <a:sym typeface="Symbol" pitchFamily="18" charset="2"/>
              </a:rPr>
              <a:t>i=0</a:t>
            </a:r>
            <a:r>
              <a:rPr lang="sv-SE" altLang="ja-JP" sz="2000" b="1" i="1">
                <a:latin typeface="Times New Roman" pitchFamily="18" charset="0"/>
                <a:sym typeface="Symbol" pitchFamily="18" charset="2"/>
              </a:rPr>
              <a:t>h</a:t>
            </a:r>
            <a:r>
              <a:rPr lang="sv-SE" altLang="ja-JP" sz="2000" b="1" i="1" baseline="-30000">
                <a:latin typeface="Times New Roman" pitchFamily="18" charset="0"/>
                <a:sym typeface="Symbol" pitchFamily="18" charset="2"/>
              </a:rPr>
              <a:t>ch</a:t>
            </a:r>
            <a:r>
              <a:rPr lang="sv-SE" altLang="ja-JP" sz="2000" b="1" i="1">
                <a:latin typeface="Times New Roman" pitchFamily="18" charset="0"/>
                <a:sym typeface="Symbol" pitchFamily="18" charset="2"/>
              </a:rPr>
              <a:t>[i,u]-</a:t>
            </a:r>
            <a:r>
              <a:rPr lang="ru-RU" altLang="ja-JP" sz="2000" b="1" i="1">
                <a:latin typeface="Times New Roman" pitchFamily="18" charset="0"/>
                <a:sym typeface="Symbol" pitchFamily="18" charset="2"/>
              </a:rPr>
              <a:t></a:t>
            </a:r>
            <a:r>
              <a:rPr lang="sv-SE" altLang="ja-JP" sz="2000" b="1" i="1" baseline="30000">
                <a:latin typeface="Times New Roman" pitchFamily="18" charset="0"/>
              </a:rPr>
              <a:t>3</a:t>
            </a:r>
            <a:r>
              <a:rPr lang="sv-SE" altLang="ja-JP" sz="2000" b="1" i="1" baseline="-30000">
                <a:latin typeface="Times New Roman" pitchFamily="18" charset="0"/>
                <a:sym typeface="Symbol" pitchFamily="18" charset="2"/>
              </a:rPr>
              <a:t>i=0;i≠s,u</a:t>
            </a:r>
            <a:r>
              <a:rPr lang="sv-SE" altLang="ja-JP" sz="2000" b="1" i="1">
                <a:latin typeface="Times New Roman" pitchFamily="18" charset="0"/>
                <a:sym typeface="Symbol" pitchFamily="18" charset="2"/>
              </a:rPr>
              <a:t>h</a:t>
            </a:r>
            <a:r>
              <a:rPr lang="sv-SE" altLang="ja-JP" sz="2000" b="1" i="1" baseline="-30000">
                <a:latin typeface="Times New Roman" pitchFamily="18" charset="0"/>
                <a:sym typeface="Symbol" pitchFamily="18" charset="2"/>
              </a:rPr>
              <a:t>ch</a:t>
            </a:r>
            <a:r>
              <a:rPr lang="sv-SE" altLang="ja-JP" sz="2000" b="1" i="1">
                <a:latin typeface="Times New Roman" pitchFamily="18" charset="0"/>
                <a:sym typeface="Symbol" pitchFamily="18" charset="2"/>
              </a:rPr>
              <a:t>[s,i]</a:t>
            </a:r>
            <a:r>
              <a:rPr lang="uz-Cyrl-UZ" altLang="ja-JP" sz="2000" b="1" i="1">
                <a:latin typeface="Times New Roman" pitchFamily="18" charset="0"/>
                <a:sym typeface="Symbol" pitchFamily="18" charset="2"/>
              </a:rPr>
              <a:t>х</a:t>
            </a:r>
            <a:r>
              <a:rPr lang="sv-SE" altLang="ja-JP" sz="2000" b="1" i="1">
                <a:latin typeface="Times New Roman" pitchFamily="18" charset="0"/>
                <a:sym typeface="Symbol" pitchFamily="18" charset="2"/>
              </a:rPr>
              <a:t> k</a:t>
            </a:r>
            <a:r>
              <a:rPr lang="sv-SE" altLang="ja-JP" sz="2000" b="1" i="1" baseline="-30000">
                <a:latin typeface="Times New Roman" pitchFamily="18" charset="0"/>
                <a:sym typeface="Symbol" pitchFamily="18" charset="2"/>
              </a:rPr>
              <a:t>ech</a:t>
            </a:r>
            <a:r>
              <a:rPr lang="sv-SE" altLang="ja-JP" sz="2000" b="1" i="1">
                <a:latin typeface="Times New Roman" pitchFamily="18" charset="0"/>
                <a:sym typeface="Symbol" pitchFamily="18" charset="2"/>
              </a:rPr>
              <a:t>[i,u]</a:t>
            </a:r>
            <a:r>
              <a:rPr lang="sv-SE" altLang="ja-JP" sz="2000" b="1" i="1" baseline="-30000">
                <a:latin typeface="Times New Roman" pitchFamily="18" charset="0"/>
                <a:sym typeface="Symbol" pitchFamily="18" charset="2"/>
              </a:rPr>
              <a:t> </a:t>
            </a:r>
            <a:r>
              <a:rPr lang="sv-SE" altLang="ja-JP" sz="2000" b="1" i="1">
                <a:latin typeface="Times New Roman" pitchFamily="18" charset="0"/>
                <a:sym typeface="Symbol" pitchFamily="18" charset="2"/>
              </a:rPr>
              <a:t>(mod p),</a:t>
            </a:r>
            <a:endParaRPr lang="ru-RU" altLang="ja-JP" sz="2000" b="1" i="1">
              <a:latin typeface="Times New Roman" pitchFamily="18" charset="0"/>
              <a:sym typeface="Symbol" pitchFamily="18" charset="2"/>
            </a:endParaRPr>
          </a:p>
          <a:p>
            <a:pPr indent="457200" algn="just" eaLnBrk="0" hangingPunct="0">
              <a:spcBef>
                <a:spcPts val="600"/>
              </a:spcBef>
              <a:tabLst>
                <a:tab pos="1028700" algn="l"/>
              </a:tabLst>
            </a:pPr>
            <a:r>
              <a:rPr lang="uz-Cyrl-UZ" altLang="ja-JP" sz="2000">
                <a:latin typeface="Times New Roman" pitchFamily="18" charset="0"/>
                <a:sym typeface="Symbol" pitchFamily="18" charset="2"/>
              </a:rPr>
              <a:t>бу ерда</a:t>
            </a:r>
            <a:r>
              <a:rPr lang="sv-SE" altLang="ja-JP" sz="2000">
                <a:latin typeface="Times New Roman" pitchFamily="18" charset="0"/>
                <a:sym typeface="Symbol" pitchFamily="18" charset="2"/>
              </a:rPr>
              <a:t>:</a:t>
            </a:r>
            <a:r>
              <a:rPr lang="sv-SE" altLang="ja-JP" sz="2000" b="1" i="1">
                <a:latin typeface="Times New Roman" pitchFamily="18" charset="0"/>
                <a:sym typeface="Symbol" pitchFamily="18" charset="2"/>
              </a:rPr>
              <a:t> h</a:t>
            </a:r>
            <a:r>
              <a:rPr lang="sv-SE" altLang="ja-JP" sz="2000" b="1" i="1" baseline="-30000">
                <a:latin typeface="Times New Roman" pitchFamily="18" charset="0"/>
                <a:sym typeface="Symbol" pitchFamily="18" charset="2"/>
              </a:rPr>
              <a:t>ch</a:t>
            </a:r>
            <a:r>
              <a:rPr lang="sv-SE" altLang="ja-JP" sz="2000" b="1" i="1">
                <a:latin typeface="Times New Roman" pitchFamily="18" charset="0"/>
                <a:sym typeface="Symbol" pitchFamily="18" charset="2"/>
              </a:rPr>
              <a:t>[s,u] –H</a:t>
            </a:r>
            <a:r>
              <a:rPr lang="sv-SE" altLang="ja-JP" sz="2000" b="1" i="1" baseline="-30000">
                <a:latin typeface="Times New Roman" pitchFamily="18" charset="0"/>
                <a:sym typeface="Symbol" pitchFamily="18" charset="2"/>
              </a:rPr>
              <a:t>ch</a:t>
            </a:r>
            <a:r>
              <a:rPr lang="sv-SE" altLang="ja-JP" sz="2000" b="1" i="1">
                <a:latin typeface="Times New Roman" pitchFamily="18" charset="0"/>
                <a:sym typeface="Symbol" pitchFamily="18" charset="2"/>
              </a:rPr>
              <a:t> </a:t>
            </a:r>
            <a:r>
              <a:rPr lang="ru-RU" altLang="ja-JP" sz="2000">
                <a:latin typeface="Times New Roman" pitchFamily="18" charset="0"/>
                <a:sym typeface="Symbol" pitchFamily="18" charset="2"/>
              </a:rPr>
              <a:t>элемент</a:t>
            </a:r>
            <a:r>
              <a:rPr lang="uz-Cyrl-UZ" altLang="ja-JP" sz="2000">
                <a:latin typeface="Times New Roman" pitchFamily="18" charset="0"/>
                <a:sym typeface="Symbol" pitchFamily="18" charset="2"/>
              </a:rPr>
              <a:t>и</a:t>
            </a:r>
            <a:r>
              <a:rPr lang="sv-SE" altLang="ja-JP" sz="2000">
                <a:latin typeface="Times New Roman" pitchFamily="18" charset="0"/>
                <a:sym typeface="Symbol" pitchFamily="18" charset="2"/>
              </a:rPr>
              <a:t>; </a:t>
            </a:r>
            <a:r>
              <a:rPr lang="sv-SE" altLang="ja-JP" sz="2000" b="1" i="1">
                <a:latin typeface="Times New Roman" pitchFamily="18" charset="0"/>
                <a:sym typeface="Symbol" pitchFamily="18" charset="2"/>
              </a:rPr>
              <a:t>k</a:t>
            </a:r>
            <a:r>
              <a:rPr lang="sv-SE" altLang="ja-JP" sz="2000" b="1" i="1" baseline="-30000">
                <a:latin typeface="Times New Roman" pitchFamily="18" charset="0"/>
                <a:sym typeface="Symbol" pitchFamily="18" charset="2"/>
              </a:rPr>
              <a:t>ech</a:t>
            </a:r>
            <a:r>
              <a:rPr lang="sv-SE" altLang="ja-JP" sz="2000" b="1" i="1">
                <a:latin typeface="Times New Roman" pitchFamily="18" charset="0"/>
                <a:sym typeface="Symbol" pitchFamily="18" charset="2"/>
              </a:rPr>
              <a:t>[s,u]</a:t>
            </a:r>
            <a:r>
              <a:rPr lang="sv-SE" altLang="ja-JP" sz="2000">
                <a:latin typeface="Times New Roman" pitchFamily="18" charset="0"/>
                <a:sym typeface="Symbol" pitchFamily="18" charset="2"/>
              </a:rPr>
              <a:t> –</a:t>
            </a:r>
            <a:r>
              <a:rPr lang="sv-SE" altLang="ja-JP" sz="2000" b="1" i="1">
                <a:latin typeface="Times New Roman" pitchFamily="18" charset="0"/>
                <a:sym typeface="Symbol" pitchFamily="18" charset="2"/>
              </a:rPr>
              <a:t>  k</a:t>
            </a:r>
            <a:r>
              <a:rPr lang="sv-SE" altLang="ja-JP" sz="2000" b="1" i="1" baseline="-30000">
                <a:latin typeface="Times New Roman" pitchFamily="18" charset="0"/>
                <a:sym typeface="Symbol" pitchFamily="18" charset="2"/>
              </a:rPr>
              <a:t>e</a:t>
            </a:r>
            <a:r>
              <a:rPr lang="sv-SE" altLang="ja-JP" sz="2000" b="1" i="1">
                <a:latin typeface="Times New Roman" pitchFamily="18" charset="0"/>
                <a:sym typeface="Symbol" pitchFamily="18" charset="2"/>
              </a:rPr>
              <a:t>[4,8]</a:t>
            </a:r>
            <a:r>
              <a:rPr lang="sv-SE" altLang="ja-JP" sz="2000">
                <a:latin typeface="Times New Roman" pitchFamily="18" charset="0"/>
                <a:sym typeface="Symbol" pitchFamily="18" charset="2"/>
              </a:rPr>
              <a:t> </a:t>
            </a:r>
            <a:r>
              <a:rPr lang="ru-RU" altLang="ja-JP" sz="2000">
                <a:latin typeface="Times New Roman" pitchFamily="18" charset="0"/>
                <a:sym typeface="Symbol" pitchFamily="18" charset="2"/>
              </a:rPr>
              <a:t>массивининг</a:t>
            </a:r>
            <a:r>
              <a:rPr lang="sv-SE" altLang="ja-JP" sz="2000">
                <a:latin typeface="Times New Roman" pitchFamily="18" charset="0"/>
                <a:sym typeface="Symbol" pitchFamily="18" charset="2"/>
              </a:rPr>
              <a:t> </a:t>
            </a:r>
            <a:r>
              <a:rPr lang="ru-RU" altLang="ja-JP" sz="2000">
                <a:latin typeface="Times New Roman" pitchFamily="18" charset="0"/>
                <a:sym typeface="Symbol" pitchFamily="18" charset="2"/>
              </a:rPr>
              <a:t>чап</a:t>
            </a:r>
            <a:r>
              <a:rPr lang="sv-SE" altLang="ja-JP" sz="2000">
                <a:latin typeface="Times New Roman" pitchFamily="18" charset="0"/>
                <a:sym typeface="Symbol" pitchFamily="18" charset="2"/>
              </a:rPr>
              <a:t> </a:t>
            </a:r>
            <a:r>
              <a:rPr lang="ru-RU" altLang="ja-JP" sz="2000">
                <a:latin typeface="Times New Roman" pitchFamily="18" charset="0"/>
                <a:sym typeface="Symbol" pitchFamily="18" charset="2"/>
              </a:rPr>
              <a:t>ярмига</a:t>
            </a:r>
            <a:r>
              <a:rPr lang="sv-SE" altLang="ja-JP" sz="2000">
                <a:latin typeface="Times New Roman" pitchFamily="18" charset="0"/>
                <a:sym typeface="Symbol" pitchFamily="18" charset="2"/>
              </a:rPr>
              <a:t> </a:t>
            </a:r>
            <a:r>
              <a:rPr lang="ru-RU" altLang="ja-JP" sz="2000">
                <a:latin typeface="Times New Roman" pitchFamily="18" charset="0"/>
                <a:sym typeface="Symbol" pitchFamily="18" charset="2"/>
              </a:rPr>
              <a:t>тааллуқли</a:t>
            </a:r>
            <a:r>
              <a:rPr lang="sv-SE" altLang="ja-JP" sz="2000">
                <a:latin typeface="Times New Roman" pitchFamily="18" charset="0"/>
                <a:sym typeface="Symbol" pitchFamily="18" charset="2"/>
              </a:rPr>
              <a:t> </a:t>
            </a:r>
            <a:r>
              <a:rPr lang="ru-RU" altLang="ja-JP" sz="2000">
                <a:latin typeface="Times New Roman" pitchFamily="18" charset="0"/>
                <a:sym typeface="Symbol" pitchFamily="18" charset="2"/>
              </a:rPr>
              <a:t>бўлган</a:t>
            </a:r>
            <a:r>
              <a:rPr lang="sv-SE" altLang="ja-JP" sz="2000">
                <a:latin typeface="Times New Roman" pitchFamily="18" charset="0"/>
                <a:sym typeface="Symbol" pitchFamily="18" charset="2"/>
              </a:rPr>
              <a:t> </a:t>
            </a:r>
            <a:r>
              <a:rPr lang="sv-SE" altLang="ja-JP" sz="2000" b="1" i="1">
                <a:latin typeface="Times New Roman" pitchFamily="18" charset="0"/>
                <a:sym typeface="Symbol" pitchFamily="18" charset="2"/>
              </a:rPr>
              <a:t>k</a:t>
            </a:r>
            <a:r>
              <a:rPr lang="sv-SE" altLang="ja-JP" sz="2000" b="1" i="1" baseline="-30000">
                <a:latin typeface="Times New Roman" pitchFamily="18" charset="0"/>
                <a:sym typeface="Symbol" pitchFamily="18" charset="2"/>
              </a:rPr>
              <a:t>ech</a:t>
            </a:r>
            <a:r>
              <a:rPr lang="sv-SE" altLang="ja-JP" sz="2000" b="1" i="1">
                <a:latin typeface="Times New Roman" pitchFamily="18" charset="0"/>
                <a:sym typeface="Symbol" pitchFamily="18" charset="2"/>
              </a:rPr>
              <a:t> </a:t>
            </a:r>
            <a:r>
              <a:rPr lang="ru-RU" altLang="ja-JP" sz="2000">
                <a:latin typeface="Times New Roman" pitchFamily="18" charset="0"/>
                <a:sym typeface="Symbol" pitchFamily="18" charset="2"/>
              </a:rPr>
              <a:t>элементи</a:t>
            </a:r>
            <a:r>
              <a:rPr lang="sv-SE" altLang="ja-JP" sz="2000">
                <a:latin typeface="Times New Roman" pitchFamily="18" charset="0"/>
                <a:sym typeface="Symbol" pitchFamily="18" charset="2"/>
              </a:rPr>
              <a:t>.</a:t>
            </a:r>
            <a:endParaRPr lang="nl-NL" altLang="ja-JP" sz="2000">
              <a:latin typeface="Times New Roman" pitchFamily="18" charset="0"/>
              <a:sym typeface="Symbol" pitchFamily="18" charset="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Прямоугольник 3"/>
          <p:cNvSpPr>
            <a:spLocks noChangeArrowheads="1"/>
          </p:cNvSpPr>
          <p:nvPr/>
        </p:nvSpPr>
        <p:spPr bwMode="auto">
          <a:xfrm>
            <a:off x="144463" y="192088"/>
            <a:ext cx="8810625" cy="609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49263" algn="just" eaLnBrk="0" hangingPunct="0">
              <a:spcBef>
                <a:spcPts val="600"/>
              </a:spcBef>
              <a:spcAft>
                <a:spcPts val="600"/>
              </a:spcAft>
              <a:tabLst>
                <a:tab pos="1028700" algn="l"/>
              </a:tabLst>
            </a:pPr>
            <a:r>
              <a:rPr lang="sv-SE" altLang="ja-JP" sz="2200" b="1" i="1">
                <a:latin typeface="Times New Roman" pitchFamily="18" charset="0"/>
                <a:cs typeface="Times New Roman" pitchFamily="18" charset="0"/>
                <a:sym typeface="Symbol" pitchFamily="18" charset="2"/>
              </a:rPr>
              <a:t>3) </a:t>
            </a:r>
            <a:r>
              <a:rPr lang="uz-Cyrl-UZ" altLang="ja-JP" sz="2200" b="1" i="1">
                <a:latin typeface="Times New Roman" pitchFamily="18" charset="0"/>
                <a:cs typeface="Times New Roman" pitchFamily="18" charset="0"/>
                <a:sym typeface="Symbol" pitchFamily="18" charset="2"/>
              </a:rPr>
              <a:t>H</a:t>
            </a:r>
            <a:r>
              <a:rPr lang="uz-Cyrl-UZ" altLang="ja-JP" sz="2200" baseline="-30000">
                <a:latin typeface="Times New Roman" pitchFamily="18" charset="0"/>
                <a:cs typeface="Times New Roman" pitchFamily="18" charset="0"/>
                <a:sym typeface="Symbol" pitchFamily="18" charset="2"/>
              </a:rPr>
              <a:t>о</a:t>
            </a:r>
            <a:r>
              <a:rPr lang="uz-Cyrl-UZ" altLang="ja-JP" sz="2200" b="1" i="1">
                <a:latin typeface="Times New Roman" pitchFamily="18" charset="0"/>
                <a:cs typeface="Times New Roman" pitchFamily="18" charset="0"/>
                <a:sym typeface="Symbol" pitchFamily="18" charset="2"/>
              </a:rPr>
              <a:t>’ </a:t>
            </a:r>
            <a:r>
              <a:rPr lang="en-US" altLang="ja-JP" sz="2200" b="1" i="1">
                <a:latin typeface="Times New Roman" pitchFamily="18" charset="0"/>
                <a:cs typeface="Times New Roman" pitchFamily="18" charset="0"/>
                <a:sym typeface="Symbol" pitchFamily="18" charset="2"/>
              </a:rPr>
              <a:t></a:t>
            </a:r>
            <a:r>
              <a:rPr lang="en-US" altLang="ja-JP" sz="2200">
                <a:latin typeface="Times New Roman" pitchFamily="18" charset="0"/>
                <a:cs typeface="Times New Roman" pitchFamily="18" charset="0"/>
              </a:rPr>
              <a:t> </a:t>
            </a:r>
            <a:r>
              <a:rPr lang="uz-Cyrl-UZ" altLang="ja-JP" sz="2200" b="1" i="1">
                <a:latin typeface="Times New Roman" pitchFamily="18" charset="0"/>
                <a:cs typeface="Times New Roman" pitchFamily="18" charset="0"/>
                <a:sym typeface="Symbol" pitchFamily="18" charset="2"/>
              </a:rPr>
              <a:t>H</a:t>
            </a:r>
            <a:r>
              <a:rPr lang="uz-Cyrl-UZ" altLang="ja-JP" sz="2200" baseline="-30000">
                <a:latin typeface="Times New Roman" pitchFamily="18" charset="0"/>
                <a:cs typeface="Times New Roman" pitchFamily="18" charset="0"/>
                <a:sym typeface="Symbol" pitchFamily="18" charset="2"/>
              </a:rPr>
              <a:t>о</a:t>
            </a:r>
            <a:r>
              <a:rPr lang="uz-Cyrl-UZ" altLang="ja-JP" sz="2200" b="1" i="1">
                <a:latin typeface="Times New Roman" pitchFamily="18" charset="0"/>
                <a:cs typeface="Times New Roman" pitchFamily="18" charset="0"/>
                <a:sym typeface="Symbol" pitchFamily="18" charset="2"/>
              </a:rPr>
              <a:t> </a:t>
            </a:r>
            <a:r>
              <a:rPr lang="ru-RU" altLang="ja-JP" sz="2200" b="1" i="1">
                <a:latin typeface="Times New Roman" pitchFamily="18" charset="0"/>
                <a:cs typeface="Times New Roman" pitchFamily="18" charset="0"/>
                <a:sym typeface="Symbol" pitchFamily="18" charset="2"/>
              </a:rPr>
              <a:t></a:t>
            </a:r>
            <a:r>
              <a:rPr lang="uz-Cyrl-UZ" altLang="ja-JP" sz="2200" i="1">
                <a:latin typeface="Times New Roman" pitchFamily="18" charset="0"/>
                <a:cs typeface="Times New Roman" pitchFamily="18" charset="0"/>
              </a:rPr>
              <a:t> </a:t>
            </a:r>
            <a:r>
              <a:rPr lang="uz-Cyrl-UZ" altLang="ja-JP" sz="2200" b="1" i="1">
                <a:latin typeface="Times New Roman" pitchFamily="18" charset="0"/>
                <a:cs typeface="Times New Roman" pitchFamily="18" charset="0"/>
                <a:sym typeface="Symbol" pitchFamily="18" charset="2"/>
              </a:rPr>
              <a:t>k</a:t>
            </a:r>
            <a:r>
              <a:rPr lang="uz-Cyrl-UZ" altLang="ja-JP" sz="2200" b="1" i="1" baseline="-30000">
                <a:latin typeface="Times New Roman" pitchFamily="18" charset="0"/>
                <a:cs typeface="Times New Roman" pitchFamily="18" charset="0"/>
                <a:sym typeface="Symbol" pitchFamily="18" charset="2"/>
              </a:rPr>
              <a:t>eo </a:t>
            </a:r>
            <a:r>
              <a:rPr lang="uz-Cyrl-UZ" altLang="ja-JP" sz="2200" b="1" i="1">
                <a:latin typeface="Times New Roman" pitchFamily="18" charset="0"/>
                <a:cs typeface="Times New Roman" pitchFamily="18" charset="0"/>
                <a:sym typeface="Symbol" pitchFamily="18" charset="2"/>
              </a:rPr>
              <a:t>(mod р)</a:t>
            </a:r>
            <a:r>
              <a:rPr lang="uz-Cyrl-UZ" altLang="ja-JP" sz="2200">
                <a:latin typeface="Times New Roman" pitchFamily="18" charset="0"/>
                <a:cs typeface="Times New Roman" pitchFamily="18" charset="0"/>
                <a:sym typeface="Symbol" pitchFamily="18" charset="2"/>
              </a:rPr>
              <a:t> ҳисобла</a:t>
            </a:r>
            <a:r>
              <a:rPr lang="ru-RU" altLang="ja-JP" sz="2200">
                <a:latin typeface="Times New Roman" pitchFamily="18" charset="0"/>
                <a:cs typeface="Times New Roman" pitchFamily="18" charset="0"/>
                <a:sym typeface="Symbol" pitchFamily="18" charset="2"/>
              </a:rPr>
              <a:t>ш</a:t>
            </a:r>
            <a:r>
              <a:rPr lang="uz-Cyrl-UZ" altLang="ja-JP" sz="2200">
                <a:latin typeface="Times New Roman" pitchFamily="18" charset="0"/>
                <a:cs typeface="Times New Roman" pitchFamily="18" charset="0"/>
                <a:sym typeface="Symbol" pitchFamily="18" charset="2"/>
              </a:rPr>
              <a:t> ва </a:t>
            </a:r>
            <a:r>
              <a:rPr lang="uz-Cyrl-UZ" altLang="ja-JP" sz="2200" b="1" i="1">
                <a:latin typeface="Times New Roman" pitchFamily="18" charset="0"/>
                <a:cs typeface="Times New Roman" pitchFamily="18" charset="0"/>
                <a:sym typeface="Symbol" pitchFamily="18" charset="2"/>
              </a:rPr>
              <a:t>H</a:t>
            </a:r>
            <a:r>
              <a:rPr lang="uz-Cyrl-UZ" altLang="ja-JP" sz="2200" baseline="-30000">
                <a:latin typeface="Times New Roman" pitchFamily="18" charset="0"/>
                <a:cs typeface="Times New Roman" pitchFamily="18" charset="0"/>
                <a:sym typeface="Symbol" pitchFamily="18" charset="2"/>
              </a:rPr>
              <a:t>о</a:t>
            </a:r>
            <a:r>
              <a:rPr lang="uz-Cyrl-UZ" altLang="ja-JP" sz="2200" b="1" i="1">
                <a:latin typeface="Times New Roman" pitchFamily="18" charset="0"/>
                <a:cs typeface="Times New Roman" pitchFamily="18" charset="0"/>
                <a:sym typeface="Symbol" pitchFamily="18" charset="2"/>
              </a:rPr>
              <a:t>’ </a:t>
            </a:r>
            <a:r>
              <a:rPr lang="uz-Cyrl-UZ" altLang="ja-JP" sz="2200">
                <a:latin typeface="Times New Roman" pitchFamily="18" charset="0"/>
                <a:cs typeface="Times New Roman" pitchFamily="18" charset="0"/>
                <a:sym typeface="Symbol" pitchFamily="18" charset="2"/>
              </a:rPr>
              <a:t>натижа</a:t>
            </a:r>
            <a:r>
              <a:rPr lang="ru-RU" altLang="ja-JP" sz="2200">
                <a:latin typeface="Times New Roman" pitchFamily="18" charset="0"/>
                <a:cs typeface="Times New Roman" pitchFamily="18" charset="0"/>
                <a:sym typeface="Symbol" pitchFamily="18" charset="2"/>
              </a:rPr>
              <a:t>ни</a:t>
            </a:r>
            <a:r>
              <a:rPr lang="uz-Cyrl-UZ" altLang="ja-JP" sz="2200">
                <a:latin typeface="Times New Roman" pitchFamily="18" charset="0"/>
                <a:cs typeface="Times New Roman" pitchFamily="18" charset="0"/>
                <a:sym typeface="Symbol" pitchFamily="18" charset="2"/>
              </a:rPr>
              <a:t> </a:t>
            </a:r>
            <a:r>
              <a:rPr lang="uz-Cyrl-UZ" altLang="ja-JP" sz="2200" b="1" i="1">
                <a:latin typeface="Times New Roman" pitchFamily="18" charset="0"/>
                <a:cs typeface="Times New Roman" pitchFamily="18" charset="0"/>
                <a:sym typeface="Symbol" pitchFamily="18" charset="2"/>
              </a:rPr>
              <a:t>H</a:t>
            </a:r>
            <a:r>
              <a:rPr lang="uz-Cyrl-UZ" altLang="ja-JP" sz="2200" baseline="-30000">
                <a:latin typeface="Times New Roman" pitchFamily="18" charset="0"/>
                <a:cs typeface="Times New Roman" pitchFamily="18" charset="0"/>
                <a:sym typeface="Symbol" pitchFamily="18" charset="2"/>
              </a:rPr>
              <a:t>о</a:t>
            </a:r>
            <a:r>
              <a:rPr lang="uz-Cyrl-UZ" altLang="ja-JP" sz="2200" b="1" i="1">
                <a:latin typeface="Times New Roman" pitchFamily="18" charset="0"/>
                <a:cs typeface="Times New Roman" pitchFamily="18" charset="0"/>
                <a:sym typeface="Symbol" pitchFamily="18" charset="2"/>
              </a:rPr>
              <a:t> </a:t>
            </a:r>
            <a:r>
              <a:rPr lang="uz-Cyrl-UZ" altLang="ja-JP" sz="2200">
                <a:latin typeface="Times New Roman" pitchFamily="18" charset="0"/>
                <a:cs typeface="Times New Roman" pitchFamily="18" charset="0"/>
                <a:sym typeface="Symbol" pitchFamily="18" charset="2"/>
              </a:rPr>
              <a:t>массивига </a:t>
            </a:r>
            <a:r>
              <a:rPr lang="ru-RU" altLang="ja-JP" sz="2200">
                <a:latin typeface="Times New Roman" pitchFamily="18" charset="0"/>
                <a:cs typeface="Times New Roman" pitchFamily="18" charset="0"/>
                <a:sym typeface="Symbol" pitchFamily="18" charset="2"/>
              </a:rPr>
              <a:t>берилсин</a:t>
            </a:r>
            <a:r>
              <a:rPr lang="uz-Cyrl-UZ" altLang="ja-JP" sz="2200">
                <a:latin typeface="Times New Roman" pitchFamily="18" charset="0"/>
                <a:cs typeface="Times New Roman" pitchFamily="18" charset="0"/>
                <a:sym typeface="Symbol" pitchFamily="18" charset="2"/>
              </a:rPr>
              <a:t>.</a:t>
            </a:r>
            <a:r>
              <a:rPr lang="uz-Cyrl-UZ" altLang="ja-JP" sz="2200" b="1" i="1">
                <a:latin typeface="Times New Roman" pitchFamily="18" charset="0"/>
                <a:cs typeface="Times New Roman" pitchFamily="18" charset="0"/>
                <a:sym typeface="Symbol" pitchFamily="18" charset="2"/>
              </a:rPr>
              <a:t> </a:t>
            </a:r>
            <a:endParaRPr lang="ru-RU" altLang="ja-JP" sz="2200" b="1" i="1">
              <a:latin typeface="Times New Roman" pitchFamily="18" charset="0"/>
              <a:cs typeface="Times New Roman" pitchFamily="18" charset="0"/>
              <a:sym typeface="Symbol" pitchFamily="18" charset="2"/>
            </a:endParaRPr>
          </a:p>
          <a:p>
            <a:pPr indent="449263" algn="just" eaLnBrk="0" hangingPunct="0">
              <a:spcBef>
                <a:spcPts val="600"/>
              </a:spcBef>
              <a:spcAft>
                <a:spcPts val="600"/>
              </a:spcAft>
              <a:tabLst>
                <a:tab pos="1028700" algn="l"/>
              </a:tabLst>
            </a:pPr>
            <a:r>
              <a:rPr lang="uz-Cyrl-UZ" altLang="ja-JP" sz="2200" b="1" i="1">
                <a:latin typeface="Times New Roman" pitchFamily="18" charset="0"/>
                <a:cs typeface="Times New Roman" pitchFamily="18" charset="0"/>
                <a:sym typeface="Symbol" pitchFamily="18" charset="2"/>
              </a:rPr>
              <a:t>s, u </a:t>
            </a:r>
            <a:r>
              <a:rPr lang="ru-RU" altLang="ja-JP" sz="2200" b="1" i="1">
                <a:latin typeface="Times New Roman" pitchFamily="18" charset="0"/>
                <a:cs typeface="Times New Roman" pitchFamily="18" charset="0"/>
                <a:sym typeface="Symbol" pitchFamily="18" charset="2"/>
              </a:rPr>
              <a:t></a:t>
            </a:r>
            <a:r>
              <a:rPr lang="uz-Cyrl-UZ" altLang="ja-JP" sz="2200" b="1" i="1">
                <a:latin typeface="Times New Roman" pitchFamily="18" charset="0"/>
                <a:cs typeface="Times New Roman" pitchFamily="18" charset="0"/>
              </a:rPr>
              <a:t> </a:t>
            </a:r>
            <a:r>
              <a:rPr lang="uz-Cyrl-UZ" altLang="ja-JP" sz="2200" b="1">
                <a:latin typeface="Times New Roman" pitchFamily="18" charset="0"/>
                <a:cs typeface="Times New Roman" pitchFamily="18" charset="0"/>
                <a:sym typeface="Symbol" pitchFamily="18" charset="2"/>
              </a:rPr>
              <a:t>{</a:t>
            </a:r>
            <a:r>
              <a:rPr lang="uz-Cyrl-UZ" altLang="ja-JP" sz="2200" b="1" i="1">
                <a:latin typeface="Times New Roman" pitchFamily="18" charset="0"/>
                <a:cs typeface="Times New Roman" pitchFamily="18" charset="0"/>
                <a:sym typeface="Symbol" pitchFamily="18" charset="2"/>
              </a:rPr>
              <a:t>0,1,2,3</a:t>
            </a:r>
            <a:r>
              <a:rPr lang="uz-Cyrl-UZ" altLang="ja-JP" sz="2200" b="1">
                <a:latin typeface="Times New Roman" pitchFamily="18" charset="0"/>
                <a:cs typeface="Times New Roman" pitchFamily="18" charset="0"/>
                <a:sym typeface="Symbol" pitchFamily="18" charset="2"/>
              </a:rPr>
              <a:t>}</a:t>
            </a:r>
            <a:r>
              <a:rPr lang="uz-Cyrl-UZ" altLang="ja-JP" sz="2200" i="1">
                <a:latin typeface="Times New Roman" pitchFamily="18" charset="0"/>
                <a:cs typeface="Times New Roman" pitchFamily="18" charset="0"/>
                <a:sym typeface="Symbol" pitchFamily="18" charset="2"/>
              </a:rPr>
              <a:t> </a:t>
            </a:r>
            <a:r>
              <a:rPr lang="uz-Cyrl-UZ" altLang="ja-JP" sz="2200">
                <a:latin typeface="Times New Roman" pitchFamily="18" charset="0"/>
                <a:cs typeface="Times New Roman" pitchFamily="18" charset="0"/>
                <a:sym typeface="Symbol" pitchFamily="18" charset="2"/>
              </a:rPr>
              <a:t>учун натижа қуйидаги шаклда аниқлансин:</a:t>
            </a:r>
            <a:endParaRPr lang="ru-RU" altLang="ja-JP" sz="2200" b="1">
              <a:latin typeface="Times New Roman" pitchFamily="18" charset="0"/>
              <a:cs typeface="Times New Roman" pitchFamily="18" charset="0"/>
              <a:sym typeface="Symbol" pitchFamily="18" charset="2"/>
            </a:endParaRPr>
          </a:p>
          <a:p>
            <a:pPr indent="449263" algn="just" eaLnBrk="0" hangingPunct="0">
              <a:spcBef>
                <a:spcPts val="600"/>
              </a:spcBef>
              <a:spcAft>
                <a:spcPts val="600"/>
              </a:spcAft>
              <a:tabLst>
                <a:tab pos="1028700" algn="l"/>
              </a:tabLst>
            </a:pPr>
            <a:r>
              <a:rPr lang="nl-NL" altLang="ja-JP" sz="2200" b="1" i="1">
                <a:latin typeface="Times New Roman" pitchFamily="18" charset="0"/>
                <a:cs typeface="Times New Roman" pitchFamily="18" charset="0"/>
                <a:sym typeface="Symbol" pitchFamily="18" charset="2"/>
              </a:rPr>
              <a:t>h</a:t>
            </a:r>
            <a:r>
              <a:rPr lang="sv-SE" altLang="ja-JP" sz="2200" b="1" i="1">
                <a:latin typeface="Times New Roman" pitchFamily="18" charset="0"/>
                <a:cs typeface="Times New Roman" pitchFamily="18" charset="0"/>
                <a:sym typeface="Symbol" pitchFamily="18" charset="2"/>
              </a:rPr>
              <a:t>’</a:t>
            </a:r>
            <a:r>
              <a:rPr lang="nl-NL" altLang="ja-JP" sz="2200" b="1" i="1" baseline="-30000">
                <a:latin typeface="Times New Roman" pitchFamily="18" charset="0"/>
                <a:cs typeface="Times New Roman" pitchFamily="18" charset="0"/>
                <a:sym typeface="Symbol" pitchFamily="18" charset="2"/>
              </a:rPr>
              <a:t>o</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u</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u</a:t>
            </a:r>
            <a:r>
              <a:rPr lang="sv-SE" altLang="ja-JP" sz="2200" b="1" i="1">
                <a:latin typeface="Times New Roman" pitchFamily="18" charset="0"/>
                <a:cs typeface="Times New Roman" pitchFamily="18" charset="0"/>
                <a:sym typeface="Symbol" pitchFamily="18" charset="2"/>
              </a:rPr>
              <a:t>] ≡ </a:t>
            </a:r>
            <a:r>
              <a:rPr lang="nl-NL" altLang="ja-JP" sz="2200" b="1" i="1">
                <a:latin typeface="Times New Roman" pitchFamily="18" charset="0"/>
                <a:cs typeface="Times New Roman" pitchFamily="18" charset="0"/>
                <a:sym typeface="Symbol" pitchFamily="18" charset="2"/>
              </a:rPr>
              <a:t>h</a:t>
            </a:r>
            <a:r>
              <a:rPr lang="nl-NL" altLang="ja-JP" sz="2200" b="1" i="1" baseline="-30000">
                <a:latin typeface="Times New Roman" pitchFamily="18" charset="0"/>
                <a:cs typeface="Times New Roman" pitchFamily="18" charset="0"/>
                <a:sym typeface="Symbol" pitchFamily="18" charset="2"/>
              </a:rPr>
              <a:t> o</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u</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u</a:t>
            </a:r>
            <a:r>
              <a:rPr lang="sv-SE" altLang="ja-JP" sz="2200" b="1" i="1">
                <a:latin typeface="Times New Roman" pitchFamily="18" charset="0"/>
                <a:cs typeface="Times New Roman" pitchFamily="18" charset="0"/>
                <a:sym typeface="Symbol" pitchFamily="18" charset="2"/>
              </a:rPr>
              <a:t>]</a:t>
            </a:r>
            <a:r>
              <a:rPr lang="uz-Cyrl-UZ" altLang="ja-JP" sz="2200" b="1" i="1">
                <a:latin typeface="Times New Roman" pitchFamily="18" charset="0"/>
                <a:cs typeface="Times New Roman" pitchFamily="18" charset="0"/>
                <a:sym typeface="Symbol" pitchFamily="18" charset="2"/>
              </a:rPr>
              <a:t>х</a:t>
            </a:r>
            <a:r>
              <a:rPr lang="ru-RU" altLang="ja-JP" sz="2200" b="1" i="1">
                <a:latin typeface="Times New Roman" pitchFamily="18" charset="0"/>
                <a:cs typeface="Times New Roman" pitchFamily="18" charset="0"/>
                <a:sym typeface="Symbol" pitchFamily="18" charset="2"/>
              </a:rPr>
              <a:t></a:t>
            </a:r>
            <a:r>
              <a:rPr lang="sv-SE" altLang="ja-JP" sz="2200" b="1" i="1">
                <a:latin typeface="Times New Roman" pitchFamily="18" charset="0"/>
                <a:cs typeface="Times New Roman" pitchFamily="18" charset="0"/>
              </a:rPr>
              <a:t> </a:t>
            </a:r>
            <a:r>
              <a:rPr lang="sv-SE" altLang="ja-JP" sz="2200" b="1" i="1" baseline="30000">
                <a:latin typeface="Times New Roman" pitchFamily="18" charset="0"/>
                <a:cs typeface="Times New Roman" pitchFamily="18" charset="0"/>
                <a:sym typeface="Symbol" pitchFamily="18" charset="2"/>
              </a:rPr>
              <a:t>3</a:t>
            </a:r>
            <a:r>
              <a:rPr lang="nl-NL" altLang="ja-JP" sz="2200" b="1" i="1" baseline="-30000">
                <a:latin typeface="Times New Roman" pitchFamily="18" charset="0"/>
                <a:cs typeface="Times New Roman" pitchFamily="18" charset="0"/>
                <a:sym typeface="Symbol" pitchFamily="18" charset="2"/>
              </a:rPr>
              <a:t>i</a:t>
            </a:r>
            <a:r>
              <a:rPr lang="sv-SE" altLang="ja-JP" sz="2200" b="1" i="1" baseline="-30000">
                <a:latin typeface="Times New Roman" pitchFamily="18" charset="0"/>
                <a:cs typeface="Times New Roman" pitchFamily="18" charset="0"/>
                <a:sym typeface="Symbol" pitchFamily="18" charset="2"/>
              </a:rPr>
              <a:t>=0</a:t>
            </a:r>
            <a:r>
              <a:rPr lang="sv-SE" altLang="ja-JP" sz="2200" b="1" i="1">
                <a:latin typeface="Times New Roman" pitchFamily="18" charset="0"/>
                <a:cs typeface="Times New Roman" pitchFamily="18" charset="0"/>
                <a:sym typeface="Symbol" pitchFamily="18" charset="2"/>
              </a:rPr>
              <a:t> </a:t>
            </a:r>
            <a:r>
              <a:rPr lang="nl-NL" altLang="ja-JP" sz="2200" b="1" i="1">
                <a:latin typeface="Times New Roman" pitchFamily="18" charset="0"/>
                <a:cs typeface="Times New Roman" pitchFamily="18" charset="0"/>
                <a:sym typeface="Symbol" pitchFamily="18" charset="2"/>
              </a:rPr>
              <a:t>k</a:t>
            </a:r>
            <a:r>
              <a:rPr lang="nl-NL" altLang="ja-JP" sz="2200" b="1" i="1" baseline="-30000">
                <a:latin typeface="Times New Roman" pitchFamily="18" charset="0"/>
                <a:cs typeface="Times New Roman" pitchFamily="18" charset="0"/>
                <a:sym typeface="Symbol" pitchFamily="18" charset="2"/>
              </a:rPr>
              <a:t>eo</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i</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u</a:t>
            </a:r>
            <a:r>
              <a:rPr lang="sv-SE" altLang="ja-JP" sz="2200" b="1" i="1">
                <a:latin typeface="Times New Roman" pitchFamily="18" charset="0"/>
                <a:cs typeface="Times New Roman" pitchFamily="18" charset="0"/>
                <a:sym typeface="Symbol" pitchFamily="18" charset="2"/>
              </a:rPr>
              <a:t>]- </a:t>
            </a:r>
            <a:r>
              <a:rPr lang="ru-RU" altLang="ja-JP" sz="2200" b="1" i="1">
                <a:latin typeface="Times New Roman" pitchFamily="18" charset="0"/>
                <a:cs typeface="Times New Roman" pitchFamily="18" charset="0"/>
                <a:sym typeface="Symbol" pitchFamily="18" charset="2"/>
              </a:rPr>
              <a:t></a:t>
            </a:r>
            <a:r>
              <a:rPr lang="sv-SE" altLang="ja-JP" sz="2200" b="1" i="1">
                <a:latin typeface="Times New Roman" pitchFamily="18" charset="0"/>
                <a:cs typeface="Times New Roman" pitchFamily="18" charset="0"/>
              </a:rPr>
              <a:t> </a:t>
            </a:r>
            <a:r>
              <a:rPr lang="sv-SE" altLang="ja-JP" sz="2200" b="1" i="1" baseline="30000">
                <a:latin typeface="Times New Roman" pitchFamily="18" charset="0"/>
                <a:cs typeface="Times New Roman" pitchFamily="18" charset="0"/>
                <a:sym typeface="Symbol" pitchFamily="18" charset="2"/>
              </a:rPr>
              <a:t>3</a:t>
            </a:r>
            <a:r>
              <a:rPr lang="nl-NL" altLang="ja-JP" sz="2200" b="1" i="1" baseline="-30000">
                <a:latin typeface="Times New Roman" pitchFamily="18" charset="0"/>
                <a:cs typeface="Times New Roman" pitchFamily="18" charset="0"/>
                <a:sym typeface="Symbol" pitchFamily="18" charset="2"/>
              </a:rPr>
              <a:t>i</a:t>
            </a:r>
            <a:r>
              <a:rPr lang="sv-SE" altLang="ja-JP" sz="2200" b="1" i="1" baseline="-30000">
                <a:latin typeface="Times New Roman" pitchFamily="18" charset="0"/>
                <a:cs typeface="Times New Roman" pitchFamily="18" charset="0"/>
                <a:sym typeface="Symbol" pitchFamily="18" charset="2"/>
              </a:rPr>
              <a:t> =0, </a:t>
            </a:r>
            <a:r>
              <a:rPr lang="nl-NL" altLang="ja-JP" sz="2200" b="1" i="1" baseline="-30000">
                <a:latin typeface="Times New Roman" pitchFamily="18" charset="0"/>
                <a:cs typeface="Times New Roman" pitchFamily="18" charset="0"/>
                <a:sym typeface="Symbol" pitchFamily="18" charset="2"/>
              </a:rPr>
              <a:t>i</a:t>
            </a:r>
            <a:r>
              <a:rPr lang="sv-SE" altLang="ja-JP" sz="2200" b="1" i="1" baseline="-30000">
                <a:latin typeface="Times New Roman" pitchFamily="18" charset="0"/>
                <a:cs typeface="Times New Roman" pitchFamily="18" charset="0"/>
                <a:sym typeface="Symbol" pitchFamily="18" charset="2"/>
              </a:rPr>
              <a:t>≠u</a:t>
            </a:r>
            <a:r>
              <a:rPr lang="nl-NL" altLang="ja-JP" sz="2200" b="1" i="1">
                <a:latin typeface="Times New Roman" pitchFamily="18" charset="0"/>
                <a:cs typeface="Times New Roman" pitchFamily="18" charset="0"/>
                <a:sym typeface="Symbol" pitchFamily="18" charset="2"/>
              </a:rPr>
              <a:t>h</a:t>
            </a:r>
            <a:r>
              <a:rPr lang="nl-NL" altLang="ja-JP" sz="2200" b="1" i="1" baseline="-30000">
                <a:latin typeface="Times New Roman" pitchFamily="18" charset="0"/>
                <a:cs typeface="Times New Roman" pitchFamily="18" charset="0"/>
                <a:sym typeface="Symbol" pitchFamily="18" charset="2"/>
              </a:rPr>
              <a:t>o</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i</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i</a:t>
            </a:r>
            <a:r>
              <a:rPr lang="sv-SE" altLang="ja-JP" sz="2200" b="1" i="1">
                <a:latin typeface="Times New Roman" pitchFamily="18" charset="0"/>
                <a:cs typeface="Times New Roman" pitchFamily="18" charset="0"/>
                <a:sym typeface="Symbol" pitchFamily="18" charset="2"/>
              </a:rPr>
              <a:t>]</a:t>
            </a:r>
            <a:r>
              <a:rPr lang="uz-Cyrl-UZ" altLang="ja-JP" sz="2200" b="1" i="1">
                <a:latin typeface="Times New Roman" pitchFamily="18" charset="0"/>
                <a:cs typeface="Times New Roman" pitchFamily="18" charset="0"/>
                <a:sym typeface="Symbol" pitchFamily="18" charset="2"/>
              </a:rPr>
              <a:t>х</a:t>
            </a:r>
            <a:r>
              <a:rPr lang="nl-NL" altLang="ja-JP" sz="2200" b="1" i="1">
                <a:latin typeface="Times New Roman" pitchFamily="18" charset="0"/>
                <a:cs typeface="Times New Roman" pitchFamily="18" charset="0"/>
                <a:sym typeface="Symbol" pitchFamily="18" charset="2"/>
              </a:rPr>
              <a:t>k</a:t>
            </a:r>
            <a:r>
              <a:rPr lang="nl-NL" altLang="ja-JP" sz="2200" b="1" i="1" baseline="-30000">
                <a:latin typeface="Times New Roman" pitchFamily="18" charset="0"/>
                <a:cs typeface="Times New Roman" pitchFamily="18" charset="0"/>
                <a:sym typeface="Symbol" pitchFamily="18" charset="2"/>
              </a:rPr>
              <a:t>eo</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i</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u</a:t>
            </a:r>
            <a:r>
              <a:rPr lang="sv-SE" altLang="ja-JP" sz="2200" b="1" i="1">
                <a:latin typeface="Times New Roman" pitchFamily="18" charset="0"/>
                <a:cs typeface="Times New Roman" pitchFamily="18" charset="0"/>
                <a:sym typeface="Symbol" pitchFamily="18" charset="2"/>
              </a:rPr>
              <a:t>]</a:t>
            </a:r>
            <a:r>
              <a:rPr lang="sv-SE" altLang="ja-JP" sz="2200" b="1" i="1" baseline="-30000">
                <a:latin typeface="Times New Roman" pitchFamily="18" charset="0"/>
                <a:cs typeface="Times New Roman" pitchFamily="18" charset="0"/>
                <a:sym typeface="Symbol" pitchFamily="18" charset="2"/>
              </a:rPr>
              <a:t> </a:t>
            </a:r>
            <a:r>
              <a:rPr lang="sv-SE" altLang="ja-JP" sz="2200" b="1" i="1">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mod p</a:t>
            </a:r>
            <a:r>
              <a:rPr lang="sv-SE" altLang="ja-JP" sz="2200" b="1" i="1">
                <a:latin typeface="Times New Roman" pitchFamily="18" charset="0"/>
                <a:cs typeface="Times New Roman" pitchFamily="18" charset="0"/>
                <a:sym typeface="Symbol" pitchFamily="18" charset="2"/>
              </a:rPr>
              <a:t>),    </a:t>
            </a:r>
            <a:endParaRPr lang="ru-RU" altLang="ja-JP" sz="2200" b="1" i="1">
              <a:latin typeface="Times New Roman" pitchFamily="18" charset="0"/>
              <a:cs typeface="Times New Roman" pitchFamily="18" charset="0"/>
              <a:sym typeface="Symbol" pitchFamily="18" charset="2"/>
            </a:endParaRPr>
          </a:p>
          <a:p>
            <a:pPr indent="449263" algn="just" eaLnBrk="0" hangingPunct="0">
              <a:spcBef>
                <a:spcPts val="600"/>
              </a:spcBef>
              <a:spcAft>
                <a:spcPts val="600"/>
              </a:spcAft>
              <a:tabLst>
                <a:tab pos="1028700" algn="l"/>
              </a:tabLst>
            </a:pPr>
            <a:r>
              <a:rPr lang="sv-SE" altLang="ja-JP" sz="2200" b="1" i="1">
                <a:latin typeface="Times New Roman" pitchFamily="18" charset="0"/>
                <a:cs typeface="Times New Roman" pitchFamily="18" charset="0"/>
                <a:sym typeface="Symbol" pitchFamily="18" charset="2"/>
              </a:rPr>
              <a:t>h’</a:t>
            </a:r>
            <a:r>
              <a:rPr lang="sv-SE" altLang="ja-JP" sz="2200" b="1" i="1" baseline="-30000">
                <a:latin typeface="Times New Roman" pitchFamily="18" charset="0"/>
                <a:cs typeface="Times New Roman" pitchFamily="18" charset="0"/>
                <a:sym typeface="Symbol" pitchFamily="18" charset="2"/>
              </a:rPr>
              <a:t>o</a:t>
            </a:r>
            <a:r>
              <a:rPr lang="sv-SE" altLang="ja-JP" sz="2200" b="1" i="1">
                <a:latin typeface="Times New Roman" pitchFamily="18" charset="0"/>
                <a:cs typeface="Times New Roman" pitchFamily="18" charset="0"/>
                <a:sym typeface="Symbol" pitchFamily="18" charset="2"/>
              </a:rPr>
              <a:t>[s,u]</a:t>
            </a:r>
            <a:r>
              <a:rPr lang="sv-SE" altLang="ja-JP" sz="2200" b="1" i="1" baseline="-30000">
                <a:latin typeface="Times New Roman" pitchFamily="18" charset="0"/>
                <a:cs typeface="Times New Roman" pitchFamily="18" charset="0"/>
                <a:sym typeface="Symbol" pitchFamily="18" charset="2"/>
              </a:rPr>
              <a:t>s≠u</a:t>
            </a:r>
            <a:r>
              <a:rPr lang="sv-SE" altLang="ja-JP" sz="2200" b="1" i="1">
                <a:latin typeface="Times New Roman" pitchFamily="18" charset="0"/>
                <a:cs typeface="Times New Roman" pitchFamily="18" charset="0"/>
                <a:sym typeface="Symbol" pitchFamily="18" charset="2"/>
              </a:rPr>
              <a:t>≡ h</a:t>
            </a:r>
            <a:r>
              <a:rPr lang="sv-SE" altLang="ja-JP" sz="2200" b="1" i="1" baseline="-30000">
                <a:latin typeface="Times New Roman" pitchFamily="18" charset="0"/>
                <a:cs typeface="Times New Roman" pitchFamily="18" charset="0"/>
                <a:sym typeface="Symbol" pitchFamily="18" charset="2"/>
              </a:rPr>
              <a:t>o</a:t>
            </a:r>
            <a:r>
              <a:rPr lang="sv-SE" altLang="ja-JP" sz="2200" b="1" i="1">
                <a:latin typeface="Times New Roman" pitchFamily="18" charset="0"/>
                <a:cs typeface="Times New Roman" pitchFamily="18" charset="0"/>
                <a:sym typeface="Symbol" pitchFamily="18" charset="2"/>
              </a:rPr>
              <a:t>[s,u]</a:t>
            </a:r>
            <a:r>
              <a:rPr lang="uz-Cyrl-UZ" altLang="ja-JP" sz="2200" b="1" i="1">
                <a:latin typeface="Times New Roman" pitchFamily="18" charset="0"/>
                <a:cs typeface="Times New Roman" pitchFamily="18" charset="0"/>
                <a:sym typeface="Symbol" pitchFamily="18" charset="2"/>
              </a:rPr>
              <a:t>х</a:t>
            </a:r>
            <a:r>
              <a:rPr lang="ru-RU" altLang="ja-JP" sz="2200" b="1" i="1">
                <a:latin typeface="Times New Roman" pitchFamily="18" charset="0"/>
                <a:cs typeface="Times New Roman" pitchFamily="18" charset="0"/>
                <a:sym typeface="Symbol" pitchFamily="18" charset="2"/>
              </a:rPr>
              <a:t></a:t>
            </a:r>
            <a:r>
              <a:rPr lang="sv-SE" altLang="ja-JP" sz="2200" b="1" i="1">
                <a:latin typeface="Times New Roman" pitchFamily="18" charset="0"/>
                <a:cs typeface="Times New Roman" pitchFamily="18" charset="0"/>
              </a:rPr>
              <a:t> </a:t>
            </a:r>
            <a:r>
              <a:rPr lang="sv-SE" altLang="ja-JP" sz="2200" b="1" i="1" baseline="30000">
                <a:latin typeface="Times New Roman" pitchFamily="18" charset="0"/>
                <a:cs typeface="Times New Roman" pitchFamily="18" charset="0"/>
                <a:sym typeface="Symbol" pitchFamily="18" charset="2"/>
              </a:rPr>
              <a:t>3</a:t>
            </a:r>
            <a:r>
              <a:rPr lang="sv-SE" altLang="ja-JP" sz="2200" b="1" i="1" baseline="-30000">
                <a:latin typeface="Times New Roman" pitchFamily="18" charset="0"/>
                <a:cs typeface="Times New Roman" pitchFamily="18" charset="0"/>
                <a:sym typeface="Symbol" pitchFamily="18" charset="2"/>
              </a:rPr>
              <a:t>i=0</a:t>
            </a:r>
            <a:r>
              <a:rPr lang="sv-SE" altLang="ja-JP" sz="2200" b="1" i="1">
                <a:latin typeface="Times New Roman" pitchFamily="18" charset="0"/>
                <a:cs typeface="Times New Roman" pitchFamily="18" charset="0"/>
                <a:sym typeface="Symbol" pitchFamily="18" charset="2"/>
              </a:rPr>
              <a:t>k</a:t>
            </a:r>
            <a:r>
              <a:rPr lang="sv-SE" altLang="ja-JP" sz="2200" b="1" i="1" baseline="-30000">
                <a:latin typeface="Times New Roman" pitchFamily="18" charset="0"/>
                <a:cs typeface="Times New Roman" pitchFamily="18" charset="0"/>
                <a:sym typeface="Symbol" pitchFamily="18" charset="2"/>
              </a:rPr>
              <a:t>eo</a:t>
            </a:r>
            <a:r>
              <a:rPr lang="sv-SE" altLang="ja-JP" sz="2200" b="1" i="1">
                <a:latin typeface="Times New Roman" pitchFamily="18" charset="0"/>
                <a:cs typeface="Times New Roman" pitchFamily="18" charset="0"/>
                <a:sym typeface="Symbol" pitchFamily="18" charset="2"/>
              </a:rPr>
              <a:t>[i,u]+k</a:t>
            </a:r>
            <a:r>
              <a:rPr lang="sv-SE" altLang="ja-JP" sz="2200" b="1" i="1" baseline="-30000">
                <a:latin typeface="Times New Roman" pitchFamily="18" charset="0"/>
                <a:cs typeface="Times New Roman" pitchFamily="18" charset="0"/>
                <a:sym typeface="Symbol" pitchFamily="18" charset="2"/>
              </a:rPr>
              <a:t>eo</a:t>
            </a:r>
            <a:r>
              <a:rPr lang="sv-SE" altLang="ja-JP" sz="2200" b="1" i="1">
                <a:latin typeface="Times New Roman" pitchFamily="18" charset="0"/>
                <a:cs typeface="Times New Roman" pitchFamily="18" charset="0"/>
                <a:sym typeface="Symbol" pitchFamily="18" charset="2"/>
              </a:rPr>
              <a:t>[s,u]</a:t>
            </a:r>
            <a:r>
              <a:rPr lang="uz-Cyrl-UZ" altLang="ja-JP" sz="2200" b="1" i="1">
                <a:latin typeface="Times New Roman" pitchFamily="18" charset="0"/>
                <a:cs typeface="Times New Roman" pitchFamily="18" charset="0"/>
                <a:sym typeface="Symbol" pitchFamily="18" charset="2"/>
              </a:rPr>
              <a:t>х</a:t>
            </a:r>
            <a:r>
              <a:rPr lang="ru-RU" altLang="ja-JP" sz="2200" b="1" i="1">
                <a:latin typeface="Times New Roman" pitchFamily="18" charset="0"/>
                <a:cs typeface="Times New Roman" pitchFamily="18" charset="0"/>
                <a:sym typeface="Symbol" pitchFamily="18" charset="2"/>
              </a:rPr>
              <a:t></a:t>
            </a:r>
            <a:r>
              <a:rPr lang="sv-SE" altLang="ja-JP" sz="2200" b="1" i="1">
                <a:latin typeface="Times New Roman" pitchFamily="18" charset="0"/>
                <a:cs typeface="Times New Roman" pitchFamily="18" charset="0"/>
              </a:rPr>
              <a:t> </a:t>
            </a:r>
            <a:r>
              <a:rPr lang="sv-SE" altLang="ja-JP" sz="2200" b="1" i="1" baseline="30000">
                <a:latin typeface="Times New Roman" pitchFamily="18" charset="0"/>
                <a:cs typeface="Times New Roman" pitchFamily="18" charset="0"/>
                <a:sym typeface="Symbol" pitchFamily="18" charset="2"/>
              </a:rPr>
              <a:t>3</a:t>
            </a:r>
            <a:r>
              <a:rPr lang="sv-SE" altLang="ja-JP" sz="2200" b="1" i="1" baseline="-30000">
                <a:latin typeface="Times New Roman" pitchFamily="18" charset="0"/>
                <a:cs typeface="Times New Roman" pitchFamily="18" charset="0"/>
                <a:sym typeface="Symbol" pitchFamily="18" charset="2"/>
              </a:rPr>
              <a:t>i=0</a:t>
            </a:r>
            <a:r>
              <a:rPr lang="sv-SE" altLang="ja-JP" sz="2200" b="1" i="1">
                <a:latin typeface="Times New Roman" pitchFamily="18" charset="0"/>
                <a:cs typeface="Times New Roman" pitchFamily="18" charset="0"/>
                <a:sym typeface="Symbol" pitchFamily="18" charset="2"/>
              </a:rPr>
              <a:t>h</a:t>
            </a:r>
            <a:r>
              <a:rPr lang="sv-SE" altLang="ja-JP" sz="2200" b="1" i="1" baseline="-30000">
                <a:latin typeface="Times New Roman" pitchFamily="18" charset="0"/>
                <a:cs typeface="Times New Roman" pitchFamily="18" charset="0"/>
                <a:sym typeface="Symbol" pitchFamily="18" charset="2"/>
              </a:rPr>
              <a:t>o</a:t>
            </a:r>
            <a:r>
              <a:rPr lang="sv-SE" altLang="ja-JP" sz="2200" b="1" i="1">
                <a:latin typeface="Times New Roman" pitchFamily="18" charset="0"/>
                <a:cs typeface="Times New Roman" pitchFamily="18" charset="0"/>
                <a:sym typeface="Symbol" pitchFamily="18" charset="2"/>
              </a:rPr>
              <a:t>[i,u]-</a:t>
            </a:r>
            <a:r>
              <a:rPr lang="ru-RU" altLang="ja-JP" sz="2200" b="1" i="1">
                <a:latin typeface="Times New Roman" pitchFamily="18" charset="0"/>
                <a:cs typeface="Times New Roman" pitchFamily="18" charset="0"/>
                <a:sym typeface="Symbol" pitchFamily="18" charset="2"/>
              </a:rPr>
              <a:t></a:t>
            </a:r>
            <a:r>
              <a:rPr lang="sv-SE" altLang="ja-JP" sz="2200" b="1" i="1">
                <a:latin typeface="Times New Roman" pitchFamily="18" charset="0"/>
                <a:cs typeface="Times New Roman" pitchFamily="18" charset="0"/>
              </a:rPr>
              <a:t> </a:t>
            </a:r>
            <a:r>
              <a:rPr lang="sv-SE" altLang="ja-JP" sz="2200" b="1" i="1" baseline="30000">
                <a:latin typeface="Times New Roman" pitchFamily="18" charset="0"/>
                <a:cs typeface="Times New Roman" pitchFamily="18" charset="0"/>
                <a:sym typeface="Symbol" pitchFamily="18" charset="2"/>
              </a:rPr>
              <a:t>3</a:t>
            </a:r>
            <a:r>
              <a:rPr lang="sv-SE" altLang="ja-JP" sz="2200" b="1" i="1" baseline="-30000">
                <a:latin typeface="Times New Roman" pitchFamily="18" charset="0"/>
                <a:cs typeface="Times New Roman" pitchFamily="18" charset="0"/>
                <a:sym typeface="Symbol" pitchFamily="18" charset="2"/>
              </a:rPr>
              <a:t>i=0; i≠s,u</a:t>
            </a:r>
            <a:r>
              <a:rPr lang="sv-SE" altLang="ja-JP" sz="2200" b="1" i="1">
                <a:latin typeface="Times New Roman" pitchFamily="18" charset="0"/>
                <a:cs typeface="Times New Roman" pitchFamily="18" charset="0"/>
                <a:sym typeface="Symbol" pitchFamily="18" charset="2"/>
              </a:rPr>
              <a:t>h</a:t>
            </a:r>
            <a:r>
              <a:rPr lang="sv-SE" altLang="ja-JP" sz="2200" b="1" i="1" baseline="-30000">
                <a:latin typeface="Times New Roman" pitchFamily="18" charset="0"/>
                <a:cs typeface="Times New Roman" pitchFamily="18" charset="0"/>
                <a:sym typeface="Symbol" pitchFamily="18" charset="2"/>
              </a:rPr>
              <a:t>o</a:t>
            </a:r>
            <a:r>
              <a:rPr lang="sv-SE" altLang="ja-JP" sz="2200" b="1" i="1">
                <a:latin typeface="Times New Roman" pitchFamily="18" charset="0"/>
                <a:cs typeface="Times New Roman" pitchFamily="18" charset="0"/>
                <a:sym typeface="Symbol" pitchFamily="18" charset="2"/>
              </a:rPr>
              <a:t>[s,i]</a:t>
            </a:r>
            <a:r>
              <a:rPr lang="uz-Cyrl-UZ" altLang="ja-JP" sz="2200" b="1" i="1">
                <a:latin typeface="Times New Roman" pitchFamily="18" charset="0"/>
                <a:cs typeface="Times New Roman" pitchFamily="18" charset="0"/>
                <a:sym typeface="Symbol" pitchFamily="18" charset="2"/>
              </a:rPr>
              <a:t>х </a:t>
            </a:r>
            <a:r>
              <a:rPr lang="sv-SE" altLang="ja-JP" sz="2200" b="1" i="1">
                <a:latin typeface="Times New Roman" pitchFamily="18" charset="0"/>
                <a:cs typeface="Times New Roman" pitchFamily="18" charset="0"/>
                <a:sym typeface="Symbol" pitchFamily="18" charset="2"/>
              </a:rPr>
              <a:t>k</a:t>
            </a:r>
            <a:r>
              <a:rPr lang="sv-SE" altLang="ja-JP" sz="2200" b="1" i="1" baseline="-30000">
                <a:latin typeface="Times New Roman" pitchFamily="18" charset="0"/>
                <a:cs typeface="Times New Roman" pitchFamily="18" charset="0"/>
                <a:sym typeface="Symbol" pitchFamily="18" charset="2"/>
              </a:rPr>
              <a:t>eo</a:t>
            </a:r>
            <a:r>
              <a:rPr lang="sv-SE" altLang="ja-JP" sz="2200" b="1" i="1">
                <a:latin typeface="Times New Roman" pitchFamily="18" charset="0"/>
                <a:cs typeface="Times New Roman" pitchFamily="18" charset="0"/>
                <a:sym typeface="Symbol" pitchFamily="18" charset="2"/>
              </a:rPr>
              <a:t>[i,u]</a:t>
            </a:r>
            <a:r>
              <a:rPr lang="sv-SE" altLang="ja-JP" sz="2200" b="1" i="1" baseline="-30000">
                <a:latin typeface="Times New Roman" pitchFamily="18" charset="0"/>
                <a:cs typeface="Times New Roman" pitchFamily="18" charset="0"/>
                <a:sym typeface="Symbol" pitchFamily="18" charset="2"/>
              </a:rPr>
              <a:t> </a:t>
            </a:r>
            <a:r>
              <a:rPr lang="sv-SE" altLang="ja-JP" sz="2200" b="1" i="1">
                <a:latin typeface="Times New Roman" pitchFamily="18" charset="0"/>
                <a:cs typeface="Times New Roman" pitchFamily="18" charset="0"/>
                <a:sym typeface="Symbol" pitchFamily="18" charset="2"/>
              </a:rPr>
              <a:t>(mod p),</a:t>
            </a:r>
            <a:endParaRPr lang="ru-RU" altLang="ja-JP" sz="2200" b="1" i="1">
              <a:latin typeface="Times New Roman" pitchFamily="18" charset="0"/>
              <a:cs typeface="Times New Roman" pitchFamily="18" charset="0"/>
              <a:sym typeface="Symbol" pitchFamily="18" charset="2"/>
            </a:endParaRPr>
          </a:p>
          <a:p>
            <a:pPr indent="449263" algn="just" eaLnBrk="0" hangingPunct="0">
              <a:spcBef>
                <a:spcPts val="600"/>
              </a:spcBef>
              <a:spcAft>
                <a:spcPts val="600"/>
              </a:spcAft>
              <a:tabLst>
                <a:tab pos="1028700" algn="l"/>
              </a:tabLst>
            </a:pPr>
            <a:r>
              <a:rPr lang="uz-Cyrl-UZ" altLang="ja-JP" sz="2200">
                <a:latin typeface="Times New Roman" pitchFamily="18" charset="0"/>
                <a:cs typeface="Times New Roman" pitchFamily="18" charset="0"/>
                <a:sym typeface="Symbol" pitchFamily="18" charset="2"/>
              </a:rPr>
              <a:t>бу ерда</a:t>
            </a:r>
            <a:r>
              <a:rPr lang="nl-NL" altLang="ja-JP" sz="2200">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 h</a:t>
            </a:r>
            <a:r>
              <a:rPr lang="nl-NL" altLang="ja-JP" sz="2200" b="1" i="1" baseline="-30000">
                <a:latin typeface="Times New Roman" pitchFamily="18" charset="0"/>
                <a:cs typeface="Times New Roman" pitchFamily="18" charset="0"/>
                <a:sym typeface="Symbol" pitchFamily="18" charset="2"/>
              </a:rPr>
              <a:t>o</a:t>
            </a:r>
            <a:r>
              <a:rPr lang="nl-NL" altLang="ja-JP" sz="2200" b="1" i="1">
                <a:latin typeface="Times New Roman" pitchFamily="18" charset="0"/>
                <a:cs typeface="Times New Roman" pitchFamily="18" charset="0"/>
                <a:sym typeface="Symbol" pitchFamily="18" charset="2"/>
              </a:rPr>
              <a:t>[s,u] – H</a:t>
            </a:r>
            <a:r>
              <a:rPr lang="ru-RU" altLang="ja-JP" sz="2200" baseline="-30000">
                <a:latin typeface="Times New Roman" pitchFamily="18" charset="0"/>
                <a:cs typeface="Times New Roman" pitchFamily="18" charset="0"/>
                <a:sym typeface="Symbol" pitchFamily="18" charset="2"/>
              </a:rPr>
              <a:t>о</a:t>
            </a:r>
            <a:r>
              <a:rPr lang="nl-NL" altLang="ja-JP" sz="2200" b="1" i="1">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элемент</a:t>
            </a:r>
            <a:r>
              <a:rPr lang="uz-Cyrl-UZ" altLang="ja-JP" sz="2200">
                <a:latin typeface="Times New Roman" pitchFamily="18" charset="0"/>
                <a:cs typeface="Times New Roman" pitchFamily="18" charset="0"/>
                <a:sym typeface="Symbol" pitchFamily="18" charset="2"/>
              </a:rPr>
              <a:t>и</a:t>
            </a:r>
            <a:r>
              <a:rPr lang="nl-NL" altLang="ja-JP" sz="2200">
                <a:latin typeface="Times New Roman" pitchFamily="18" charset="0"/>
                <a:cs typeface="Times New Roman" pitchFamily="18" charset="0"/>
                <a:sym typeface="Symbol" pitchFamily="18" charset="2"/>
              </a:rPr>
              <a:t>;</a:t>
            </a:r>
            <a:r>
              <a:rPr lang="nl-NL" altLang="ja-JP" sz="2200" b="1" i="1">
                <a:latin typeface="Times New Roman" pitchFamily="18" charset="0"/>
                <a:cs typeface="Times New Roman" pitchFamily="18" charset="0"/>
                <a:sym typeface="Symbol" pitchFamily="18" charset="2"/>
              </a:rPr>
              <a:t> k</a:t>
            </a:r>
            <a:r>
              <a:rPr lang="nl-NL" altLang="ja-JP" sz="2200" b="1" i="1" baseline="-30000">
                <a:latin typeface="Times New Roman" pitchFamily="18" charset="0"/>
                <a:cs typeface="Times New Roman" pitchFamily="18" charset="0"/>
                <a:sym typeface="Symbol" pitchFamily="18" charset="2"/>
              </a:rPr>
              <a:t>eo</a:t>
            </a:r>
            <a:r>
              <a:rPr lang="nl-NL" altLang="ja-JP" sz="2200" b="1" i="1">
                <a:latin typeface="Times New Roman" pitchFamily="18" charset="0"/>
                <a:cs typeface="Times New Roman" pitchFamily="18" charset="0"/>
                <a:sym typeface="Symbol" pitchFamily="18" charset="2"/>
              </a:rPr>
              <a:t>[s,u]</a:t>
            </a:r>
            <a:r>
              <a:rPr lang="nl-NL" altLang="ja-JP" sz="2200">
                <a:latin typeface="Times New Roman" pitchFamily="18" charset="0"/>
                <a:cs typeface="Times New Roman" pitchFamily="18" charset="0"/>
                <a:sym typeface="Symbol" pitchFamily="18" charset="2"/>
              </a:rPr>
              <a:t> –</a:t>
            </a:r>
            <a:r>
              <a:rPr lang="nl-NL" altLang="ja-JP" sz="2200" b="1" i="1">
                <a:latin typeface="Times New Roman" pitchFamily="18" charset="0"/>
                <a:cs typeface="Times New Roman" pitchFamily="18" charset="0"/>
                <a:sym typeface="Symbol" pitchFamily="18" charset="2"/>
              </a:rPr>
              <a:t>  k</a:t>
            </a:r>
            <a:r>
              <a:rPr lang="nl-NL" altLang="ja-JP" sz="2200" b="1" i="1" baseline="-30000">
                <a:latin typeface="Times New Roman" pitchFamily="18" charset="0"/>
                <a:cs typeface="Times New Roman" pitchFamily="18" charset="0"/>
                <a:sym typeface="Symbol" pitchFamily="18" charset="2"/>
              </a:rPr>
              <a:t>ech</a:t>
            </a:r>
            <a:r>
              <a:rPr lang="nl-NL" altLang="ja-JP" sz="2200" b="1" i="1">
                <a:latin typeface="Times New Roman" pitchFamily="18" charset="0"/>
                <a:cs typeface="Times New Roman" pitchFamily="18" charset="0"/>
                <a:sym typeface="Symbol" pitchFamily="18" charset="2"/>
              </a:rPr>
              <a:t>[4,8]</a:t>
            </a:r>
            <a:r>
              <a:rPr lang="nl-NL" altLang="ja-JP" sz="2200">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массивининг</a:t>
            </a:r>
            <a:r>
              <a:rPr lang="nl-NL" altLang="ja-JP" sz="2200">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ўнг</a:t>
            </a:r>
            <a:r>
              <a:rPr lang="nl-NL" altLang="ja-JP" sz="2200">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ярмига</a:t>
            </a:r>
            <a:r>
              <a:rPr lang="nl-NL" altLang="ja-JP" sz="2200">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тааллуқли</a:t>
            </a:r>
            <a:r>
              <a:rPr lang="nl-NL" altLang="ja-JP" sz="2200">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бўлган</a:t>
            </a:r>
            <a:r>
              <a:rPr lang="nl-NL" altLang="ja-JP" sz="2200">
                <a:latin typeface="Times New Roman" pitchFamily="18" charset="0"/>
                <a:cs typeface="Times New Roman" pitchFamily="18" charset="0"/>
                <a:sym typeface="Symbol" pitchFamily="18" charset="2"/>
              </a:rPr>
              <a:t> </a:t>
            </a:r>
            <a:r>
              <a:rPr lang="nl-NL" altLang="ja-JP" sz="2200" b="1" i="1">
                <a:latin typeface="Times New Roman" pitchFamily="18" charset="0"/>
                <a:cs typeface="Times New Roman" pitchFamily="18" charset="0"/>
                <a:sym typeface="Symbol" pitchFamily="18" charset="2"/>
              </a:rPr>
              <a:t>k</a:t>
            </a:r>
            <a:r>
              <a:rPr lang="nl-NL" altLang="ja-JP" sz="2200" b="1" i="1" baseline="-30000">
                <a:latin typeface="Times New Roman" pitchFamily="18" charset="0"/>
                <a:cs typeface="Times New Roman" pitchFamily="18" charset="0"/>
                <a:sym typeface="Symbol" pitchFamily="18" charset="2"/>
              </a:rPr>
              <a:t>eo</a:t>
            </a:r>
            <a:r>
              <a:rPr lang="nl-NL" altLang="ja-JP" sz="2200">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элементи</a:t>
            </a:r>
            <a:r>
              <a:rPr lang="nl-NL" altLang="ja-JP" sz="2200">
                <a:latin typeface="Times New Roman" pitchFamily="18" charset="0"/>
                <a:cs typeface="Times New Roman" pitchFamily="18" charset="0"/>
                <a:sym typeface="Symbol" pitchFamily="18" charset="2"/>
              </a:rPr>
              <a:t>.</a:t>
            </a:r>
            <a:endParaRPr lang="ru-RU" altLang="ja-JP" sz="2200">
              <a:latin typeface="Times New Roman" pitchFamily="18" charset="0"/>
              <a:cs typeface="Times New Roman" pitchFamily="18" charset="0"/>
              <a:sym typeface="Symbol" pitchFamily="18" charset="2"/>
            </a:endParaRPr>
          </a:p>
          <a:p>
            <a:pPr indent="449263" algn="just" eaLnBrk="0" hangingPunct="0">
              <a:spcBef>
                <a:spcPts val="600"/>
              </a:spcBef>
              <a:spcAft>
                <a:spcPts val="600"/>
              </a:spcAft>
              <a:tabLst>
                <a:tab pos="1028700" algn="l"/>
              </a:tabLst>
            </a:pPr>
            <a:r>
              <a:rPr lang="nl-NL" altLang="ja-JP" sz="2200" b="1" i="1">
                <a:latin typeface="Times New Roman" pitchFamily="18" charset="0"/>
                <a:cs typeface="Times New Roman" pitchFamily="18" charset="0"/>
                <a:sym typeface="Symbol" pitchFamily="18" charset="2"/>
              </a:rPr>
              <a:t>4</a:t>
            </a:r>
            <a:r>
              <a:rPr lang="uz-Cyrl-UZ" altLang="ja-JP" sz="2200" b="1" i="1">
                <a:latin typeface="Times New Roman" pitchFamily="18" charset="0"/>
                <a:cs typeface="Times New Roman" pitchFamily="18" charset="0"/>
                <a:sym typeface="Symbol" pitchFamily="18" charset="2"/>
              </a:rPr>
              <a:t>) </a:t>
            </a:r>
            <a:r>
              <a:rPr lang="nl-NL" altLang="ja-JP" sz="2200" b="1" i="1">
                <a:latin typeface="Times New Roman" pitchFamily="18" charset="0"/>
                <a:cs typeface="Times New Roman" pitchFamily="18" charset="0"/>
                <a:sym typeface="Symbol" pitchFamily="18" charset="2"/>
              </a:rPr>
              <a:t>H</a:t>
            </a:r>
            <a:r>
              <a:rPr lang="nl-NL" altLang="ja-JP" sz="2200" baseline="-30000">
                <a:latin typeface="Times New Roman" pitchFamily="18" charset="0"/>
                <a:cs typeface="Times New Roman" pitchFamily="18" charset="0"/>
                <a:sym typeface="Symbol" pitchFamily="18" charset="2"/>
              </a:rPr>
              <a:t>ch</a:t>
            </a:r>
            <a:r>
              <a:rPr lang="nl-NL" altLang="ja-JP" sz="2200" b="1" i="1">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ва</a:t>
            </a:r>
            <a:r>
              <a:rPr lang="nl-NL" altLang="ja-JP" sz="2200" b="1" i="1">
                <a:latin typeface="Times New Roman" pitchFamily="18" charset="0"/>
                <a:cs typeface="Times New Roman" pitchFamily="18" charset="0"/>
                <a:sym typeface="Symbol" pitchFamily="18" charset="2"/>
              </a:rPr>
              <a:t> H</a:t>
            </a:r>
            <a:r>
              <a:rPr lang="ru-RU" altLang="ja-JP" sz="2200" baseline="-30000">
                <a:latin typeface="Times New Roman" pitchFamily="18" charset="0"/>
                <a:cs typeface="Times New Roman" pitchFamily="18" charset="0"/>
                <a:sym typeface="Symbol" pitchFamily="18" charset="2"/>
              </a:rPr>
              <a:t>о</a:t>
            </a:r>
            <a:r>
              <a:rPr lang="nl-NL" altLang="ja-JP" sz="2200" b="1" i="1">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массивларининг</a:t>
            </a:r>
            <a:r>
              <a:rPr lang="nl-NL" altLang="ja-JP" sz="2200">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нусхаларини</a:t>
            </a:r>
            <a:r>
              <a:rPr lang="nl-NL" altLang="ja-JP" sz="2200">
                <a:latin typeface="Times New Roman" pitchFamily="18" charset="0"/>
                <a:cs typeface="Times New Roman" pitchFamily="18" charset="0"/>
                <a:sym typeface="Symbol" pitchFamily="18" charset="2"/>
              </a:rPr>
              <a:t> </a:t>
            </a:r>
            <a:r>
              <a:rPr lang="nl-NL" altLang="ja-JP" sz="2200" b="1" i="1">
                <a:latin typeface="Times New Roman" pitchFamily="18" charset="0"/>
                <a:cs typeface="Times New Roman" pitchFamily="18" charset="0"/>
                <a:sym typeface="Symbol" pitchFamily="18" charset="2"/>
              </a:rPr>
              <a:t>holat</a:t>
            </a:r>
            <a:r>
              <a:rPr lang="nl-NL" altLang="ja-JP" sz="2200">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массивига</a:t>
            </a:r>
            <a:r>
              <a:rPr lang="nl-NL" altLang="ja-JP" sz="2200">
                <a:latin typeface="Times New Roman" pitchFamily="18" charset="0"/>
                <a:cs typeface="Times New Roman" pitchFamily="18" charset="0"/>
                <a:sym typeface="Symbol" pitchFamily="18" charset="2"/>
              </a:rPr>
              <a:t> </a:t>
            </a:r>
            <a:r>
              <a:rPr lang="ru-RU" altLang="ja-JP" sz="2200">
                <a:latin typeface="Times New Roman" pitchFamily="18" charset="0"/>
                <a:cs typeface="Times New Roman" pitchFamily="18" charset="0"/>
                <a:sym typeface="Symbol" pitchFamily="18" charset="2"/>
              </a:rPr>
              <a:t>кўчирилсин</a:t>
            </a:r>
            <a:r>
              <a:rPr lang="nl-NL" altLang="ja-JP" sz="2200">
                <a:latin typeface="Times New Roman" pitchFamily="18" charset="0"/>
                <a:cs typeface="Times New Roman" pitchFamily="18" charset="0"/>
                <a:sym typeface="Symbol" pitchFamily="18" charset="2"/>
              </a:rPr>
              <a:t>.</a:t>
            </a:r>
            <a:endParaRPr lang="uz-Cyrl-UZ" altLang="ja-JP" sz="2200">
              <a:latin typeface="Times New Roman" pitchFamily="18" charset="0"/>
              <a:cs typeface="Times New Roman" pitchFamily="18" charset="0"/>
              <a:sym typeface="Symbol" pitchFamily="18" charset="2"/>
            </a:endParaRPr>
          </a:p>
          <a:p>
            <a:pPr indent="449263" algn="just" eaLnBrk="0" hangingPunct="0">
              <a:spcBef>
                <a:spcPts val="600"/>
              </a:spcBef>
              <a:spcAft>
                <a:spcPts val="600"/>
              </a:spcAft>
              <a:tabLst>
                <a:tab pos="1028700" algn="l"/>
              </a:tabLst>
            </a:pPr>
            <a:endParaRPr lang="uz-Cyrl-UZ" altLang="ja-JP" sz="200">
              <a:latin typeface="Times New Roman" pitchFamily="18" charset="0"/>
              <a:cs typeface="Times New Roman" pitchFamily="18" charset="0"/>
              <a:sym typeface="Symbol" pitchFamily="18" charset="2"/>
            </a:endParaRPr>
          </a:p>
          <a:p>
            <a:pPr lvl="2" indent="-457200" algn="just">
              <a:spcBef>
                <a:spcPts val="600"/>
              </a:spcBef>
              <a:spcAft>
                <a:spcPts val="600"/>
              </a:spcAft>
              <a:tabLst>
                <a:tab pos="1028700" algn="l"/>
              </a:tabLst>
            </a:pPr>
            <a:r>
              <a:rPr lang="uz-Cyrl-UZ" altLang="uz-Cyrl-UZ" sz="2200" b="1">
                <a:solidFill>
                  <a:srgbClr val="C00000"/>
                </a:solidFill>
                <a:latin typeface="Times New Roman" pitchFamily="18" charset="0"/>
                <a:ea typeface="ＭＳ Ｐゴシック" pitchFamily="34" charset="-128"/>
                <a:cs typeface="Times New Roman" pitchFamily="18" charset="0"/>
              </a:rPr>
              <a:t>5</a:t>
            </a:r>
            <a:r>
              <a:rPr lang="nl-NL" altLang="uz-Cyrl-UZ" sz="2200" b="1">
                <a:solidFill>
                  <a:srgbClr val="C00000"/>
                </a:solidFill>
                <a:latin typeface="Times New Roman" pitchFamily="18" charset="0"/>
                <a:ea typeface="ＭＳ Ｐゴシック" pitchFamily="34" charset="-128"/>
                <a:cs typeface="Times New Roman" pitchFamily="18" charset="0"/>
              </a:rPr>
              <a:t>.4</a:t>
            </a:r>
            <a:r>
              <a:rPr lang="uz-Cyrl-UZ" altLang="uz-Cyrl-UZ" sz="2200" b="1">
                <a:solidFill>
                  <a:srgbClr val="C00000"/>
                </a:solidFill>
                <a:latin typeface="Times New Roman" pitchFamily="18" charset="0"/>
                <a:ea typeface="ＭＳ Ｐゴシック" pitchFamily="34" charset="-128"/>
                <a:cs typeface="Times New Roman" pitchFamily="18" charset="0"/>
              </a:rPr>
              <a:t>.</a:t>
            </a:r>
            <a:r>
              <a:rPr lang="nl-NL" altLang="uz-Cyrl-UZ" sz="2200" b="1">
                <a:solidFill>
                  <a:srgbClr val="C00000"/>
                </a:solidFill>
                <a:latin typeface="Times New Roman" pitchFamily="18" charset="0"/>
                <a:ea typeface="ＭＳ Ｐゴシック" pitchFamily="34" charset="-128"/>
                <a:cs typeface="Times New Roman" pitchFamily="18" charset="0"/>
              </a:rPr>
              <a:t> </a:t>
            </a:r>
            <a:r>
              <a:rPr lang="nl-NL" altLang="uz-Cyrl-UZ" sz="2200" b="1" i="1">
                <a:solidFill>
                  <a:srgbClr val="C00000"/>
                </a:solidFill>
                <a:latin typeface="Times New Roman" pitchFamily="18" charset="0"/>
                <a:ea typeface="ＭＳ Ｐゴシック" pitchFamily="34" charset="-128"/>
                <a:cs typeface="Times New Roman" pitchFamily="18" charset="0"/>
              </a:rPr>
              <a:t>SurHolat(holat) </a:t>
            </a:r>
            <a:r>
              <a:rPr lang="uz-Cyrl-UZ" altLang="ja-JP" sz="2200" b="1">
                <a:solidFill>
                  <a:srgbClr val="C00000"/>
                </a:solidFill>
                <a:latin typeface="Times New Roman" pitchFamily="18" charset="0"/>
                <a:cs typeface="Times New Roman" pitchFamily="18" charset="0"/>
              </a:rPr>
              <a:t>акслантириш (ў</a:t>
            </a:r>
            <a:r>
              <a:rPr lang="ru-RU" altLang="ja-JP" sz="2200" b="1">
                <a:solidFill>
                  <a:srgbClr val="C00000"/>
                </a:solidFill>
                <a:latin typeface="Times New Roman" pitchFamily="18" charset="0"/>
                <a:cs typeface="Times New Roman" pitchFamily="18" charset="0"/>
              </a:rPr>
              <a:t>згартириш).</a:t>
            </a:r>
          </a:p>
          <a:p>
            <a:pPr indent="449263" algn="just">
              <a:spcBef>
                <a:spcPts val="600"/>
              </a:spcBef>
              <a:spcAft>
                <a:spcPts val="600"/>
              </a:spcAft>
              <a:buFont typeface="Arial" charset="0"/>
              <a:buChar char="•"/>
              <a:tabLst>
                <a:tab pos="1028700" algn="l"/>
              </a:tabLst>
            </a:pPr>
            <a:r>
              <a:rPr lang="nl-NL" altLang="uz-Cyrl-UZ" sz="2200" b="1" i="1">
                <a:latin typeface="Times New Roman" pitchFamily="18" charset="0"/>
                <a:ea typeface="ＭＳ Ｐゴシック" pitchFamily="34" charset="-128"/>
                <a:cs typeface="Times New Roman" pitchFamily="18" charset="0"/>
              </a:rPr>
              <a:t>holat</a:t>
            </a:r>
            <a:r>
              <a:rPr lang="nl-NL" altLang="uz-Cyrl-UZ" sz="2200">
                <a:latin typeface="Times New Roman" pitchFamily="18" charset="0"/>
                <a:ea typeface="ＭＳ Ｐゴシック" pitchFamily="34" charset="-128"/>
                <a:cs typeface="Times New Roman" pitchFamily="18" charset="0"/>
              </a:rPr>
              <a:t> </a:t>
            </a:r>
            <a:r>
              <a:rPr lang="ru-RU" altLang="uz-Cyrl-UZ" sz="2200">
                <a:latin typeface="Times New Roman" pitchFamily="18" charset="0"/>
                <a:ea typeface="ＭＳ Ｐゴシック" pitchFamily="34" charset="-128"/>
                <a:cs typeface="Times New Roman" pitchFamily="18" charset="0"/>
              </a:rPr>
              <a:t>массивининг</a:t>
            </a:r>
            <a:r>
              <a:rPr lang="nl-NL" altLang="uz-Cyrl-UZ" sz="2200">
                <a:latin typeface="Times New Roman" pitchFamily="18" charset="0"/>
                <a:ea typeface="ＭＳ Ｐゴシック" pitchFamily="34" charset="-128"/>
                <a:cs typeface="Times New Roman" pitchFamily="18" charset="0"/>
              </a:rPr>
              <a:t> 0-</a:t>
            </a:r>
            <a:r>
              <a:rPr lang="ru-RU" altLang="uz-Cyrl-UZ" sz="2200">
                <a:latin typeface="Times New Roman" pitchFamily="18" charset="0"/>
                <a:ea typeface="ＭＳ Ｐゴシック" pitchFamily="34" charset="-128"/>
                <a:cs typeface="Times New Roman" pitchFamily="18" charset="0"/>
              </a:rPr>
              <a:t>сатрини</a:t>
            </a:r>
            <a:r>
              <a:rPr lang="nl-NL" altLang="uz-Cyrl-UZ" sz="2200">
                <a:latin typeface="Times New Roman" pitchFamily="18" charset="0"/>
                <a:ea typeface="ＭＳ Ｐゴシック" pitchFamily="34" charset="-128"/>
                <a:cs typeface="Times New Roman" pitchFamily="18" charset="0"/>
              </a:rPr>
              <a:t> 1 </a:t>
            </a:r>
            <a:r>
              <a:rPr lang="ru-RU" altLang="uz-Cyrl-UZ" sz="2200">
                <a:latin typeface="Times New Roman" pitchFamily="18" charset="0"/>
                <a:ea typeface="ＭＳ Ｐゴシック" pitchFamily="34" charset="-128"/>
                <a:cs typeface="Times New Roman" pitchFamily="18" charset="0"/>
              </a:rPr>
              <a:t>ярим байт</a:t>
            </a:r>
            <a:r>
              <a:rPr lang="nl-NL" altLang="uz-Cyrl-UZ" sz="2200">
                <a:latin typeface="Times New Roman" pitchFamily="18" charset="0"/>
                <a:ea typeface="ＭＳ Ｐゴシック" pitchFamily="34" charset="-128"/>
                <a:cs typeface="Times New Roman" pitchFamily="18" charset="0"/>
              </a:rPr>
              <a:t> (</a:t>
            </a:r>
            <a:r>
              <a:rPr lang="ru-RU" altLang="uz-Cyrl-UZ" sz="2200">
                <a:latin typeface="Times New Roman" pitchFamily="18" charset="0"/>
                <a:ea typeface="ＭＳ Ｐゴシック" pitchFamily="34" charset="-128"/>
                <a:cs typeface="Times New Roman" pitchFamily="18" charset="0"/>
              </a:rPr>
              <a:t>байт</a:t>
            </a:r>
            <a:r>
              <a:rPr lang="nl-NL" altLang="uz-Cyrl-UZ" sz="2200">
                <a:latin typeface="Times New Roman" pitchFamily="18" charset="0"/>
                <a:ea typeface="ＭＳ Ｐゴシック" pitchFamily="34" charset="-128"/>
                <a:cs typeface="Times New Roman" pitchFamily="18" charset="0"/>
              </a:rPr>
              <a:t>)</a:t>
            </a:r>
            <a:r>
              <a:rPr lang="ru-RU" altLang="uz-Cyrl-UZ" sz="2200">
                <a:latin typeface="Times New Roman" pitchFamily="18" charset="0"/>
                <a:ea typeface="ＭＳ Ｐゴシック" pitchFamily="34" charset="-128"/>
                <a:cs typeface="Times New Roman" pitchFamily="18" charset="0"/>
              </a:rPr>
              <a:t>га</a:t>
            </a:r>
            <a:r>
              <a:rPr lang="nl-NL" altLang="uz-Cyrl-UZ" sz="2200">
                <a:latin typeface="Times New Roman" pitchFamily="18" charset="0"/>
                <a:ea typeface="ＭＳ Ｐゴシック" pitchFamily="34" charset="-128"/>
                <a:cs typeface="Times New Roman" pitchFamily="18" charset="0"/>
              </a:rPr>
              <a:t>, 1-</a:t>
            </a:r>
            <a:r>
              <a:rPr lang="ru-RU" altLang="uz-Cyrl-UZ" sz="2200">
                <a:latin typeface="Times New Roman" pitchFamily="18" charset="0"/>
                <a:ea typeface="ＭＳ Ｐゴシック" pitchFamily="34" charset="-128"/>
                <a:cs typeface="Times New Roman" pitchFamily="18" charset="0"/>
              </a:rPr>
              <a:t>сатрини</a:t>
            </a:r>
            <a:r>
              <a:rPr lang="nl-NL" altLang="uz-Cyrl-UZ" sz="2200">
                <a:latin typeface="Times New Roman" pitchFamily="18" charset="0"/>
                <a:ea typeface="ＭＳ Ｐゴシック" pitchFamily="34" charset="-128"/>
                <a:cs typeface="Times New Roman" pitchFamily="18" charset="0"/>
              </a:rPr>
              <a:t> 2 </a:t>
            </a:r>
            <a:r>
              <a:rPr lang="ru-RU" altLang="uz-Cyrl-UZ" sz="2200">
                <a:latin typeface="Times New Roman" pitchFamily="18" charset="0"/>
                <a:ea typeface="ＭＳ Ｐゴシック" pitchFamily="34" charset="-128"/>
                <a:cs typeface="Times New Roman" pitchFamily="18" charset="0"/>
              </a:rPr>
              <a:t>ярим байт</a:t>
            </a:r>
            <a:r>
              <a:rPr lang="nl-NL" altLang="uz-Cyrl-UZ" sz="2200">
                <a:latin typeface="Times New Roman" pitchFamily="18" charset="0"/>
                <a:ea typeface="ＭＳ Ｐゴシック" pitchFamily="34" charset="-128"/>
                <a:cs typeface="Times New Roman" pitchFamily="18" charset="0"/>
              </a:rPr>
              <a:t> (</a:t>
            </a:r>
            <a:r>
              <a:rPr lang="ru-RU" altLang="uz-Cyrl-UZ" sz="2200">
                <a:latin typeface="Times New Roman" pitchFamily="18" charset="0"/>
                <a:ea typeface="ＭＳ Ｐゴシック" pitchFamily="34" charset="-128"/>
                <a:cs typeface="Times New Roman" pitchFamily="18" charset="0"/>
              </a:rPr>
              <a:t>байт</a:t>
            </a:r>
            <a:r>
              <a:rPr lang="nl-NL" altLang="uz-Cyrl-UZ" sz="2200">
                <a:latin typeface="Times New Roman" pitchFamily="18" charset="0"/>
                <a:ea typeface="ＭＳ Ｐゴシック" pitchFamily="34" charset="-128"/>
                <a:cs typeface="Times New Roman" pitchFamily="18" charset="0"/>
              </a:rPr>
              <a:t>)</a:t>
            </a:r>
            <a:r>
              <a:rPr lang="ru-RU" altLang="uz-Cyrl-UZ" sz="2200">
                <a:latin typeface="Times New Roman" pitchFamily="18" charset="0"/>
                <a:ea typeface="ＭＳ Ｐゴシック" pitchFamily="34" charset="-128"/>
                <a:cs typeface="Times New Roman" pitchFamily="18" charset="0"/>
              </a:rPr>
              <a:t>га</a:t>
            </a:r>
            <a:r>
              <a:rPr lang="nl-NL" altLang="uz-Cyrl-UZ" sz="2200">
                <a:latin typeface="Times New Roman" pitchFamily="18" charset="0"/>
                <a:ea typeface="ＭＳ Ｐゴシック" pitchFamily="34" charset="-128"/>
                <a:cs typeface="Times New Roman" pitchFamily="18" charset="0"/>
              </a:rPr>
              <a:t>, 2-</a:t>
            </a:r>
            <a:r>
              <a:rPr lang="ru-RU" altLang="uz-Cyrl-UZ" sz="2200">
                <a:latin typeface="Times New Roman" pitchFamily="18" charset="0"/>
                <a:ea typeface="ＭＳ Ｐゴシック" pitchFamily="34" charset="-128"/>
                <a:cs typeface="Times New Roman" pitchFamily="18" charset="0"/>
              </a:rPr>
              <a:t>сатрини</a:t>
            </a:r>
            <a:r>
              <a:rPr lang="nl-NL" altLang="uz-Cyrl-UZ" sz="2200">
                <a:latin typeface="Times New Roman" pitchFamily="18" charset="0"/>
                <a:ea typeface="ＭＳ Ｐゴシック" pitchFamily="34" charset="-128"/>
                <a:cs typeface="Times New Roman" pitchFamily="18" charset="0"/>
              </a:rPr>
              <a:t> 3 </a:t>
            </a:r>
            <a:r>
              <a:rPr lang="ru-RU" altLang="uz-Cyrl-UZ" sz="2200">
                <a:latin typeface="Times New Roman" pitchFamily="18" charset="0"/>
                <a:ea typeface="ＭＳ Ｐゴシック" pitchFamily="34" charset="-128"/>
                <a:cs typeface="Times New Roman" pitchFamily="18" charset="0"/>
              </a:rPr>
              <a:t>ярим байт</a:t>
            </a:r>
            <a:r>
              <a:rPr lang="nl-NL" altLang="uz-Cyrl-UZ" sz="2200">
                <a:latin typeface="Times New Roman" pitchFamily="18" charset="0"/>
                <a:ea typeface="ＭＳ Ｐゴシック" pitchFamily="34" charset="-128"/>
                <a:cs typeface="Times New Roman" pitchFamily="18" charset="0"/>
              </a:rPr>
              <a:t> (</a:t>
            </a:r>
            <a:r>
              <a:rPr lang="ru-RU" altLang="uz-Cyrl-UZ" sz="2200">
                <a:latin typeface="Times New Roman" pitchFamily="18" charset="0"/>
                <a:ea typeface="ＭＳ Ｐゴシック" pitchFamily="34" charset="-128"/>
                <a:cs typeface="Times New Roman" pitchFamily="18" charset="0"/>
              </a:rPr>
              <a:t>байт</a:t>
            </a:r>
            <a:r>
              <a:rPr lang="nl-NL" altLang="uz-Cyrl-UZ" sz="2200">
                <a:latin typeface="Times New Roman" pitchFamily="18" charset="0"/>
                <a:ea typeface="ＭＳ Ｐゴシック" pitchFamily="34" charset="-128"/>
                <a:cs typeface="Times New Roman" pitchFamily="18" charset="0"/>
              </a:rPr>
              <a:t>)</a:t>
            </a:r>
            <a:r>
              <a:rPr lang="ru-RU" altLang="uz-Cyrl-UZ" sz="2200">
                <a:latin typeface="Times New Roman" pitchFamily="18" charset="0"/>
                <a:ea typeface="ＭＳ Ｐゴシック" pitchFamily="34" charset="-128"/>
                <a:cs typeface="Times New Roman" pitchFamily="18" charset="0"/>
              </a:rPr>
              <a:t>га</a:t>
            </a:r>
            <a:r>
              <a:rPr lang="nl-NL" altLang="uz-Cyrl-UZ" sz="2200">
                <a:latin typeface="Times New Roman" pitchFamily="18" charset="0"/>
                <a:ea typeface="ＭＳ Ｐゴシック" pitchFamily="34" charset="-128"/>
                <a:cs typeface="Times New Roman" pitchFamily="18" charset="0"/>
              </a:rPr>
              <a:t>, 3-</a:t>
            </a:r>
            <a:r>
              <a:rPr lang="ru-RU" altLang="uz-Cyrl-UZ" sz="2200">
                <a:latin typeface="Times New Roman" pitchFamily="18" charset="0"/>
                <a:ea typeface="ＭＳ Ｐゴシック" pitchFamily="34" charset="-128"/>
                <a:cs typeface="Times New Roman" pitchFamily="18" charset="0"/>
              </a:rPr>
              <a:t>сатрини</a:t>
            </a:r>
            <a:r>
              <a:rPr lang="nl-NL" altLang="uz-Cyrl-UZ" sz="2200">
                <a:latin typeface="Times New Roman" pitchFamily="18" charset="0"/>
                <a:ea typeface="ＭＳ Ｐゴシック" pitchFamily="34" charset="-128"/>
                <a:cs typeface="Times New Roman" pitchFamily="18" charset="0"/>
              </a:rPr>
              <a:t> 4 </a:t>
            </a:r>
            <a:r>
              <a:rPr lang="ru-RU" altLang="uz-Cyrl-UZ" sz="2200">
                <a:latin typeface="Times New Roman" pitchFamily="18" charset="0"/>
                <a:ea typeface="ＭＳ Ｐゴシック" pitchFamily="34" charset="-128"/>
                <a:cs typeface="Times New Roman" pitchFamily="18" charset="0"/>
              </a:rPr>
              <a:t>ярим байт</a:t>
            </a:r>
            <a:r>
              <a:rPr lang="nl-NL" altLang="uz-Cyrl-UZ" sz="2200">
                <a:latin typeface="Times New Roman" pitchFamily="18" charset="0"/>
                <a:ea typeface="ＭＳ Ｐゴシック" pitchFamily="34" charset="-128"/>
                <a:cs typeface="Times New Roman" pitchFamily="18" charset="0"/>
              </a:rPr>
              <a:t> (</a:t>
            </a:r>
            <a:r>
              <a:rPr lang="ru-RU" altLang="uz-Cyrl-UZ" sz="2200">
                <a:latin typeface="Times New Roman" pitchFamily="18" charset="0"/>
                <a:ea typeface="ＭＳ Ｐゴシック" pitchFamily="34" charset="-128"/>
                <a:cs typeface="Times New Roman" pitchFamily="18" charset="0"/>
              </a:rPr>
              <a:t>байт</a:t>
            </a:r>
            <a:r>
              <a:rPr lang="nl-NL" altLang="uz-Cyrl-UZ" sz="2200">
                <a:latin typeface="Times New Roman" pitchFamily="18" charset="0"/>
                <a:ea typeface="ＭＳ Ｐゴシック" pitchFamily="34" charset="-128"/>
                <a:cs typeface="Times New Roman" pitchFamily="18" charset="0"/>
              </a:rPr>
              <a:t>)</a:t>
            </a:r>
            <a:r>
              <a:rPr lang="ru-RU" altLang="uz-Cyrl-UZ" sz="2200">
                <a:latin typeface="Times New Roman" pitchFamily="18" charset="0"/>
                <a:ea typeface="ＭＳ Ｐゴシック" pitchFamily="34" charset="-128"/>
                <a:cs typeface="Times New Roman" pitchFamily="18" charset="0"/>
              </a:rPr>
              <a:t>га даврий равишда ўнгга сури</a:t>
            </a:r>
            <a:r>
              <a:rPr lang="uz-Cyrl-UZ" altLang="uz-Cyrl-UZ" sz="2200">
                <a:latin typeface="Times New Roman" pitchFamily="18" charset="0"/>
                <a:ea typeface="ＭＳ Ｐゴシック" pitchFamily="34" charset="-128"/>
                <a:cs typeface="Times New Roman" pitchFamily="18" charset="0"/>
              </a:rPr>
              <a:t>лади (3-расм).</a:t>
            </a:r>
            <a:endParaRPr lang="ru-RU" altLang="uz-Cyrl-UZ" sz="2200">
              <a:latin typeface="Times New Roman" pitchFamily="18" charset="0"/>
              <a:ea typeface="ＭＳ Ｐゴシック" pitchFamily="34" charset="-128"/>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Прямоугольник 5"/>
          <p:cNvSpPr>
            <a:spLocks noChangeArrowheads="1"/>
          </p:cNvSpPr>
          <p:nvPr/>
        </p:nvSpPr>
        <p:spPr bwMode="auto">
          <a:xfrm>
            <a:off x="214313" y="0"/>
            <a:ext cx="87153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49263" algn="just">
              <a:spcBef>
                <a:spcPts val="600"/>
              </a:spcBef>
              <a:spcAft>
                <a:spcPts val="600"/>
              </a:spcAft>
              <a:buFont typeface="Arial" charset="0"/>
              <a:buChar char="•"/>
            </a:pPr>
            <a:r>
              <a:rPr lang="ru-RU" altLang="uz-Cyrl-UZ" sz="2000">
                <a:latin typeface="Times New Roman" pitchFamily="18" charset="0"/>
                <a:cs typeface="Times New Roman" pitchFamily="18" charset="0"/>
              </a:rPr>
              <a:t>ҳосил бўлган массивнинг</a:t>
            </a:r>
            <a:r>
              <a:rPr lang="nl-NL" altLang="uz-Cyrl-UZ" sz="2000">
                <a:latin typeface="Times New Roman" pitchFamily="18" charset="0"/>
                <a:cs typeface="Times New Roman" pitchFamily="18" charset="0"/>
              </a:rPr>
              <a:t> 0- </a:t>
            </a:r>
            <a:r>
              <a:rPr lang="ru-RU" altLang="uz-Cyrl-UZ" sz="2000">
                <a:latin typeface="Times New Roman" pitchFamily="18" charset="0"/>
                <a:cs typeface="Times New Roman" pitchFamily="18" charset="0"/>
              </a:rPr>
              <a:t>ва</a:t>
            </a:r>
            <a:r>
              <a:rPr lang="nl-NL" altLang="uz-Cyrl-UZ" sz="2000">
                <a:latin typeface="Times New Roman" pitchFamily="18" charset="0"/>
                <a:cs typeface="Times New Roman" pitchFamily="18" charset="0"/>
              </a:rPr>
              <a:t> 4-</a:t>
            </a:r>
            <a:r>
              <a:rPr lang="ru-RU" altLang="uz-Cyrl-UZ" sz="2000">
                <a:latin typeface="Times New Roman" pitchFamily="18" charset="0"/>
                <a:cs typeface="Times New Roman" pitchFamily="18" charset="0"/>
              </a:rPr>
              <a:t>устунини</a:t>
            </a:r>
            <a:r>
              <a:rPr lang="nl-NL" altLang="uz-Cyrl-UZ" sz="2000">
                <a:latin typeface="Times New Roman" pitchFamily="18" charset="0"/>
                <a:cs typeface="Times New Roman" pitchFamily="18" charset="0"/>
              </a:rPr>
              <a:t> 1 </a:t>
            </a:r>
            <a:r>
              <a:rPr lang="ru-RU" altLang="uz-Cyrl-UZ" sz="2000">
                <a:latin typeface="Times New Roman" pitchFamily="18" charset="0"/>
                <a:cs typeface="Times New Roman" pitchFamily="18" charset="0"/>
              </a:rPr>
              <a:t>ярим байт</a:t>
            </a:r>
            <a:r>
              <a:rPr lang="nl-NL" altLang="uz-Cyrl-UZ" sz="2000">
                <a:latin typeface="Times New Roman" pitchFamily="18" charset="0"/>
                <a:cs typeface="Times New Roman" pitchFamily="18" charset="0"/>
              </a:rPr>
              <a:t> (</a:t>
            </a:r>
            <a:r>
              <a:rPr lang="ru-RU" altLang="uz-Cyrl-UZ" sz="2000">
                <a:latin typeface="Times New Roman" pitchFamily="18" charset="0"/>
                <a:cs typeface="Times New Roman" pitchFamily="18" charset="0"/>
              </a:rPr>
              <a:t>байт</a:t>
            </a:r>
            <a:r>
              <a:rPr lang="nl-NL" altLang="uz-Cyrl-UZ" sz="2000">
                <a:latin typeface="Times New Roman" pitchFamily="18" charset="0"/>
                <a:cs typeface="Times New Roman" pitchFamily="18" charset="0"/>
              </a:rPr>
              <a:t>)</a:t>
            </a:r>
            <a:r>
              <a:rPr lang="ru-RU" altLang="uz-Cyrl-UZ" sz="2000">
                <a:latin typeface="Times New Roman" pitchFamily="18" charset="0"/>
                <a:cs typeface="Times New Roman" pitchFamily="18" charset="0"/>
              </a:rPr>
              <a:t>га</a:t>
            </a:r>
            <a:r>
              <a:rPr lang="nl-NL" altLang="uz-Cyrl-UZ" sz="2000">
                <a:latin typeface="Times New Roman" pitchFamily="18" charset="0"/>
                <a:cs typeface="Times New Roman" pitchFamily="18" charset="0"/>
              </a:rPr>
              <a:t>, 1- </a:t>
            </a:r>
            <a:r>
              <a:rPr lang="ru-RU" altLang="uz-Cyrl-UZ" sz="2000">
                <a:latin typeface="Times New Roman" pitchFamily="18" charset="0"/>
                <a:cs typeface="Times New Roman" pitchFamily="18" charset="0"/>
              </a:rPr>
              <a:t>ва</a:t>
            </a:r>
            <a:r>
              <a:rPr lang="nl-NL" altLang="uz-Cyrl-UZ" sz="2000">
                <a:latin typeface="Times New Roman" pitchFamily="18" charset="0"/>
                <a:cs typeface="Times New Roman" pitchFamily="18" charset="0"/>
              </a:rPr>
              <a:t> 5-</a:t>
            </a:r>
            <a:r>
              <a:rPr lang="ru-RU" altLang="uz-Cyrl-UZ" sz="2000">
                <a:latin typeface="Times New Roman" pitchFamily="18" charset="0"/>
                <a:cs typeface="Times New Roman" pitchFamily="18" charset="0"/>
              </a:rPr>
              <a:t>устунини</a:t>
            </a:r>
            <a:r>
              <a:rPr lang="nl-NL" altLang="uz-Cyrl-UZ" sz="2000">
                <a:latin typeface="Times New Roman" pitchFamily="18" charset="0"/>
                <a:cs typeface="Times New Roman" pitchFamily="18" charset="0"/>
              </a:rPr>
              <a:t> 2 </a:t>
            </a:r>
            <a:r>
              <a:rPr lang="ru-RU" altLang="uz-Cyrl-UZ" sz="2000">
                <a:latin typeface="Times New Roman" pitchFamily="18" charset="0"/>
                <a:cs typeface="Times New Roman" pitchFamily="18" charset="0"/>
              </a:rPr>
              <a:t>ярим байт</a:t>
            </a:r>
            <a:r>
              <a:rPr lang="nl-NL" altLang="uz-Cyrl-UZ" sz="2000">
                <a:latin typeface="Times New Roman" pitchFamily="18" charset="0"/>
                <a:cs typeface="Times New Roman" pitchFamily="18" charset="0"/>
              </a:rPr>
              <a:t> (</a:t>
            </a:r>
            <a:r>
              <a:rPr lang="ru-RU" altLang="uz-Cyrl-UZ" sz="2000">
                <a:latin typeface="Times New Roman" pitchFamily="18" charset="0"/>
                <a:cs typeface="Times New Roman" pitchFamily="18" charset="0"/>
              </a:rPr>
              <a:t>байт</a:t>
            </a:r>
            <a:r>
              <a:rPr lang="nl-NL" altLang="uz-Cyrl-UZ" sz="2000">
                <a:latin typeface="Times New Roman" pitchFamily="18" charset="0"/>
                <a:cs typeface="Times New Roman" pitchFamily="18" charset="0"/>
              </a:rPr>
              <a:t>)</a:t>
            </a:r>
            <a:r>
              <a:rPr lang="ru-RU" altLang="uz-Cyrl-UZ" sz="2000">
                <a:latin typeface="Times New Roman" pitchFamily="18" charset="0"/>
                <a:cs typeface="Times New Roman" pitchFamily="18" charset="0"/>
              </a:rPr>
              <a:t>га</a:t>
            </a:r>
            <a:r>
              <a:rPr lang="nl-NL" altLang="uz-Cyrl-UZ" sz="2000">
                <a:latin typeface="Times New Roman" pitchFamily="18" charset="0"/>
                <a:cs typeface="Times New Roman" pitchFamily="18" charset="0"/>
              </a:rPr>
              <a:t>, 2- </a:t>
            </a:r>
            <a:r>
              <a:rPr lang="ru-RU" altLang="uz-Cyrl-UZ" sz="2000">
                <a:latin typeface="Times New Roman" pitchFamily="18" charset="0"/>
                <a:cs typeface="Times New Roman" pitchFamily="18" charset="0"/>
              </a:rPr>
              <a:t>ва</a:t>
            </a:r>
            <a:r>
              <a:rPr lang="nl-NL" altLang="uz-Cyrl-UZ" sz="2000">
                <a:latin typeface="Times New Roman" pitchFamily="18" charset="0"/>
                <a:cs typeface="Times New Roman" pitchFamily="18" charset="0"/>
              </a:rPr>
              <a:t> 6-</a:t>
            </a:r>
            <a:r>
              <a:rPr lang="ru-RU" altLang="uz-Cyrl-UZ" sz="2000">
                <a:latin typeface="Times New Roman" pitchFamily="18" charset="0"/>
                <a:cs typeface="Times New Roman" pitchFamily="18" charset="0"/>
              </a:rPr>
              <a:t>устунини</a:t>
            </a:r>
            <a:r>
              <a:rPr lang="nl-NL" altLang="uz-Cyrl-UZ" sz="2000">
                <a:latin typeface="Times New Roman" pitchFamily="18" charset="0"/>
                <a:cs typeface="Times New Roman" pitchFamily="18" charset="0"/>
              </a:rPr>
              <a:t> 3 </a:t>
            </a:r>
            <a:r>
              <a:rPr lang="ru-RU" altLang="uz-Cyrl-UZ" sz="2000">
                <a:latin typeface="Times New Roman" pitchFamily="18" charset="0"/>
                <a:cs typeface="Times New Roman" pitchFamily="18" charset="0"/>
              </a:rPr>
              <a:t>ярим байт</a:t>
            </a:r>
            <a:r>
              <a:rPr lang="nl-NL" altLang="uz-Cyrl-UZ" sz="2000">
                <a:latin typeface="Times New Roman" pitchFamily="18" charset="0"/>
                <a:cs typeface="Times New Roman" pitchFamily="18" charset="0"/>
              </a:rPr>
              <a:t> (</a:t>
            </a:r>
            <a:r>
              <a:rPr lang="ru-RU" altLang="uz-Cyrl-UZ" sz="2000">
                <a:latin typeface="Times New Roman" pitchFamily="18" charset="0"/>
                <a:cs typeface="Times New Roman" pitchFamily="18" charset="0"/>
              </a:rPr>
              <a:t>байт</a:t>
            </a:r>
            <a:r>
              <a:rPr lang="nl-NL" altLang="uz-Cyrl-UZ" sz="2000">
                <a:latin typeface="Times New Roman" pitchFamily="18" charset="0"/>
                <a:cs typeface="Times New Roman" pitchFamily="18" charset="0"/>
              </a:rPr>
              <a:t>)</a:t>
            </a:r>
            <a:r>
              <a:rPr lang="ru-RU" altLang="uz-Cyrl-UZ" sz="2000">
                <a:latin typeface="Times New Roman" pitchFamily="18" charset="0"/>
                <a:cs typeface="Times New Roman" pitchFamily="18" charset="0"/>
              </a:rPr>
              <a:t>га даврий равишда пастга сури</a:t>
            </a:r>
            <a:r>
              <a:rPr lang="uz-Cyrl-UZ" altLang="uz-Cyrl-UZ" sz="2000">
                <a:latin typeface="Times New Roman" pitchFamily="18" charset="0"/>
                <a:cs typeface="Times New Roman" pitchFamily="18" charset="0"/>
              </a:rPr>
              <a:t>лади (3-расм)</a:t>
            </a:r>
            <a:r>
              <a:rPr lang="nl-NL" altLang="uz-Cyrl-UZ" sz="2000">
                <a:latin typeface="Times New Roman" pitchFamily="18" charset="0"/>
                <a:cs typeface="Times New Roman" pitchFamily="18" charset="0"/>
              </a:rPr>
              <a:t>.</a:t>
            </a:r>
            <a:endParaRPr lang="ru-RU" altLang="uz-Cyrl-UZ" sz="2000"/>
          </a:p>
        </p:txBody>
      </p:sp>
      <p:sp>
        <p:nvSpPr>
          <p:cNvPr id="19459" name="Прямоугольник 6"/>
          <p:cNvSpPr>
            <a:spLocks noChangeArrowheads="1"/>
          </p:cNvSpPr>
          <p:nvPr/>
        </p:nvSpPr>
        <p:spPr bwMode="auto">
          <a:xfrm>
            <a:off x="214313" y="6386513"/>
            <a:ext cx="8715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49263" algn="ctr">
              <a:spcBef>
                <a:spcPts val="600"/>
              </a:spcBef>
              <a:spcAft>
                <a:spcPts val="600"/>
              </a:spcAft>
            </a:pPr>
            <a:r>
              <a:rPr lang="uz-Cyrl-UZ" altLang="uz-Cyrl-UZ" sz="2000" b="1">
                <a:latin typeface="Times New Roman" pitchFamily="18" charset="0"/>
                <a:cs typeface="Times New Roman" pitchFamily="18" charset="0"/>
              </a:rPr>
              <a:t>3-расм</a:t>
            </a:r>
            <a:r>
              <a:rPr lang="nl-NL" altLang="uz-Cyrl-UZ" sz="2000" b="1">
                <a:latin typeface="Times New Roman" pitchFamily="18" charset="0"/>
                <a:cs typeface="Times New Roman" pitchFamily="18" charset="0"/>
              </a:rPr>
              <a:t>.</a:t>
            </a:r>
            <a:r>
              <a:rPr lang="uz-Cyrl-UZ" altLang="uz-Cyrl-UZ" sz="2000" b="1">
                <a:latin typeface="Times New Roman" pitchFamily="18" charset="0"/>
                <a:cs typeface="Times New Roman" pitchFamily="18" charset="0"/>
              </a:rPr>
              <a:t> </a:t>
            </a:r>
            <a:r>
              <a:rPr lang="nl-NL" altLang="uz-Cyrl-UZ" sz="2000" b="1" i="1">
                <a:latin typeface="Times New Roman" pitchFamily="18" charset="0"/>
                <a:cs typeface="Times New Roman" pitchFamily="18" charset="0"/>
              </a:rPr>
              <a:t>SurHolat(holat) </a:t>
            </a:r>
            <a:r>
              <a:rPr lang="uz-Cyrl-UZ" altLang="ja-JP" sz="2000" b="1">
                <a:latin typeface="Times New Roman" pitchFamily="18" charset="0"/>
                <a:cs typeface="Times New Roman" pitchFamily="18" charset="0"/>
              </a:rPr>
              <a:t>акслантириши.</a:t>
            </a:r>
            <a:endParaRPr lang="ru-RU" altLang="uz-Cyrl-UZ" sz="2000" b="1"/>
          </a:p>
        </p:txBody>
      </p:sp>
      <p:pic>
        <p:nvPicPr>
          <p:cNvPr id="19460" name="Picture 2"/>
          <p:cNvPicPr>
            <a:picLocks noChangeAspect="1" noChangeArrowheads="1"/>
          </p:cNvPicPr>
          <p:nvPr/>
        </p:nvPicPr>
        <p:blipFill>
          <a:blip r:embed="rId2">
            <a:extLst>
              <a:ext uri="{28A0092B-C50C-407E-A947-70E740481C1C}">
                <a14:useLocalDpi xmlns:a14="http://schemas.microsoft.com/office/drawing/2010/main" val="0"/>
              </a:ext>
            </a:extLst>
          </a:blip>
          <a:srcRect l="19940" t="3967" r="13988" b="30159"/>
          <a:stretch>
            <a:fillRect/>
          </a:stretch>
        </p:blipFill>
        <p:spPr bwMode="auto">
          <a:xfrm>
            <a:off x="1133475" y="1114425"/>
            <a:ext cx="7000875" cy="523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ChangeArrowheads="1"/>
          </p:cNvSpPr>
          <p:nvPr/>
        </p:nvSpPr>
        <p:spPr bwMode="auto">
          <a:xfrm>
            <a:off x="188913" y="0"/>
            <a:ext cx="8780462" cy="235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lvl="2" indent="-457200" algn="just">
              <a:spcBef>
                <a:spcPts val="600"/>
              </a:spcBef>
              <a:spcAft>
                <a:spcPts val="600"/>
              </a:spcAft>
              <a:tabLst>
                <a:tab pos="1028700" algn="l"/>
              </a:tabLst>
            </a:pPr>
            <a:r>
              <a:rPr lang="uz-Cyrl-UZ" altLang="ja-JP" sz="2000" b="1">
                <a:solidFill>
                  <a:srgbClr val="C00000"/>
                </a:solidFill>
                <a:latin typeface="Times New Roman" pitchFamily="18" charset="0"/>
                <a:cs typeface="Times New Roman" pitchFamily="18" charset="0"/>
              </a:rPr>
              <a:t>5</a:t>
            </a:r>
            <a:r>
              <a:rPr lang="nl-NL" altLang="ja-JP" sz="2000" b="1">
                <a:solidFill>
                  <a:srgbClr val="C00000"/>
                </a:solidFill>
                <a:latin typeface="Times New Roman" pitchFamily="18" charset="0"/>
                <a:cs typeface="Times New Roman" pitchFamily="18" charset="0"/>
              </a:rPr>
              <a:t>.5</a:t>
            </a:r>
            <a:r>
              <a:rPr lang="uz-Cyrl-UZ" altLang="ja-JP" sz="2000" b="1">
                <a:solidFill>
                  <a:srgbClr val="C00000"/>
                </a:solidFill>
                <a:latin typeface="Times New Roman" pitchFamily="18" charset="0"/>
                <a:cs typeface="Times New Roman" pitchFamily="18" charset="0"/>
              </a:rPr>
              <a:t>.</a:t>
            </a:r>
            <a:r>
              <a:rPr lang="nl-NL" altLang="ja-JP" sz="2000" b="1">
                <a:solidFill>
                  <a:srgbClr val="C00000"/>
                </a:solidFill>
                <a:latin typeface="Times New Roman" pitchFamily="18" charset="0"/>
                <a:cs typeface="Times New Roman" pitchFamily="18" charset="0"/>
              </a:rPr>
              <a:t> </a:t>
            </a:r>
            <a:r>
              <a:rPr lang="nl-NL" altLang="ja-JP" sz="2000" b="1" i="1">
                <a:solidFill>
                  <a:srgbClr val="C00000"/>
                </a:solidFill>
                <a:latin typeface="Times New Roman" pitchFamily="18" charset="0"/>
                <a:cs typeface="Times New Roman" pitchFamily="18" charset="0"/>
              </a:rPr>
              <a:t>SurKalit(k</a:t>
            </a:r>
            <a:r>
              <a:rPr lang="nl-NL" altLang="ja-JP" sz="2000" b="1" i="1" baseline="-30000">
                <a:solidFill>
                  <a:srgbClr val="C00000"/>
                </a:solidFill>
                <a:latin typeface="Times New Roman" pitchFamily="18" charset="0"/>
                <a:cs typeface="Times New Roman" pitchFamily="18" charset="0"/>
              </a:rPr>
              <a:t>e</a:t>
            </a:r>
            <a:r>
              <a:rPr lang="nl-NL" altLang="ja-JP" sz="2000" b="1" i="1">
                <a:solidFill>
                  <a:srgbClr val="C00000"/>
                </a:solidFill>
                <a:latin typeface="Times New Roman" pitchFamily="18" charset="0"/>
                <a:cs typeface="Times New Roman" pitchFamily="18" charset="0"/>
              </a:rPr>
              <a:t>)</a:t>
            </a:r>
            <a:r>
              <a:rPr lang="nl-NL" altLang="ja-JP" sz="2000" b="1">
                <a:solidFill>
                  <a:srgbClr val="C00000"/>
                </a:solidFill>
                <a:latin typeface="Times New Roman" pitchFamily="18" charset="0"/>
                <a:cs typeface="Times New Roman" pitchFamily="18" charset="0"/>
              </a:rPr>
              <a:t> </a:t>
            </a:r>
            <a:r>
              <a:rPr lang="uz-Cyrl-UZ" altLang="ja-JP" sz="2200" b="1">
                <a:solidFill>
                  <a:srgbClr val="C00000"/>
                </a:solidFill>
                <a:latin typeface="Times New Roman" pitchFamily="18" charset="0"/>
                <a:cs typeface="Times New Roman" pitchFamily="18" charset="0"/>
              </a:rPr>
              <a:t>акслантириш (ў</a:t>
            </a:r>
            <a:r>
              <a:rPr lang="ru-RU" altLang="ja-JP" sz="2200" b="1">
                <a:solidFill>
                  <a:srgbClr val="C00000"/>
                </a:solidFill>
                <a:latin typeface="Times New Roman" pitchFamily="18" charset="0"/>
                <a:cs typeface="Times New Roman" pitchFamily="18" charset="0"/>
              </a:rPr>
              <a:t>згартириш).</a:t>
            </a:r>
          </a:p>
          <a:p>
            <a:pPr indent="457200" algn="just" eaLnBrk="0" hangingPunct="0">
              <a:buFont typeface="Arial" charset="0"/>
              <a:buChar char="•"/>
              <a:tabLst>
                <a:tab pos="1028700" algn="l"/>
              </a:tabLst>
            </a:pPr>
            <a:r>
              <a:rPr lang="nl-NL" altLang="ja-JP" sz="2000" b="1" i="1">
                <a:latin typeface="Times New Roman" pitchFamily="18" charset="0"/>
                <a:cs typeface="Times New Roman" pitchFamily="18" charset="0"/>
              </a:rPr>
              <a:t>k</a:t>
            </a:r>
            <a:r>
              <a:rPr lang="nl-NL" altLang="ja-JP" sz="2000" b="1" i="1" baseline="-30000">
                <a:latin typeface="Times New Roman" pitchFamily="18" charset="0"/>
                <a:cs typeface="Times New Roman" pitchFamily="18" charset="0"/>
              </a:rPr>
              <a:t>e</a:t>
            </a:r>
            <a:r>
              <a:rPr lang="nl-NL" altLang="ja-JP" sz="2000" b="1" i="1">
                <a:latin typeface="Times New Roman" pitchFamily="18" charset="0"/>
                <a:cs typeface="Times New Roman" pitchFamily="18" charset="0"/>
              </a:rPr>
              <a:t> </a:t>
            </a:r>
            <a:r>
              <a:rPr lang="ru-RU" altLang="ja-JP" sz="2000">
                <a:latin typeface="Times New Roman" pitchFamily="18" charset="0"/>
                <a:cs typeface="Times New Roman" pitchFamily="18" charset="0"/>
              </a:rPr>
              <a:t>массивининг</a:t>
            </a:r>
            <a:r>
              <a:rPr lang="nl-NL" altLang="ja-JP" sz="2000">
                <a:latin typeface="Times New Roman" pitchFamily="18" charset="0"/>
                <a:cs typeface="Times New Roman" pitchFamily="18" charset="0"/>
              </a:rPr>
              <a:t> 0-</a:t>
            </a:r>
            <a:r>
              <a:rPr lang="ru-RU" altLang="ja-JP" sz="2000">
                <a:latin typeface="Times New Roman" pitchFamily="18" charset="0"/>
                <a:cs typeface="Times New Roman" pitchFamily="18" charset="0"/>
              </a:rPr>
              <a:t>сатрини</a:t>
            </a:r>
            <a:r>
              <a:rPr lang="nl-NL" altLang="ja-JP" sz="2000">
                <a:latin typeface="Times New Roman" pitchFamily="18" charset="0"/>
                <a:cs typeface="Times New Roman" pitchFamily="18" charset="0"/>
              </a:rPr>
              <a:t> 4 </a:t>
            </a:r>
            <a:r>
              <a:rPr lang="ru-RU" altLang="ja-JP" sz="2000">
                <a:latin typeface="Times New Roman" pitchFamily="18" charset="0"/>
                <a:cs typeface="Times New Roman" pitchFamily="18" charset="0"/>
              </a:rPr>
              <a:t>ярим</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a:t>
            </a:r>
            <a:r>
              <a:rPr lang="ru-RU" altLang="ja-JP" sz="2000">
                <a:latin typeface="Times New Roman" pitchFamily="18" charset="0"/>
                <a:cs typeface="Times New Roman" pitchFamily="18" charset="0"/>
              </a:rPr>
              <a:t>га</a:t>
            </a:r>
            <a:r>
              <a:rPr lang="nl-NL" altLang="ja-JP" sz="2000">
                <a:latin typeface="Times New Roman" pitchFamily="18" charset="0"/>
                <a:cs typeface="Times New Roman" pitchFamily="18" charset="0"/>
              </a:rPr>
              <a:t>, 1-</a:t>
            </a:r>
            <a:r>
              <a:rPr lang="ru-RU" altLang="ja-JP" sz="2000">
                <a:latin typeface="Times New Roman" pitchFamily="18" charset="0"/>
                <a:cs typeface="Times New Roman" pitchFamily="18" charset="0"/>
              </a:rPr>
              <a:t>сатрини</a:t>
            </a:r>
            <a:r>
              <a:rPr lang="nl-NL" altLang="ja-JP" sz="2000">
                <a:latin typeface="Times New Roman" pitchFamily="18" charset="0"/>
                <a:cs typeface="Times New Roman" pitchFamily="18" charset="0"/>
              </a:rPr>
              <a:t> 3 </a:t>
            </a:r>
            <a:r>
              <a:rPr lang="ru-RU" altLang="ja-JP" sz="2000">
                <a:latin typeface="Times New Roman" pitchFamily="18" charset="0"/>
                <a:cs typeface="Times New Roman" pitchFamily="18" charset="0"/>
              </a:rPr>
              <a:t>ярим</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a:t>
            </a:r>
            <a:r>
              <a:rPr lang="ru-RU" altLang="ja-JP" sz="2000">
                <a:latin typeface="Times New Roman" pitchFamily="18" charset="0"/>
                <a:cs typeface="Times New Roman" pitchFamily="18" charset="0"/>
              </a:rPr>
              <a:t>га</a:t>
            </a:r>
            <a:r>
              <a:rPr lang="nl-NL" altLang="ja-JP" sz="2000">
                <a:latin typeface="Times New Roman" pitchFamily="18" charset="0"/>
                <a:cs typeface="Times New Roman" pitchFamily="18" charset="0"/>
              </a:rPr>
              <a:t>, 2-</a:t>
            </a:r>
            <a:r>
              <a:rPr lang="ru-RU" altLang="ja-JP" sz="2000">
                <a:latin typeface="Times New Roman" pitchFamily="18" charset="0"/>
                <a:cs typeface="Times New Roman" pitchFamily="18" charset="0"/>
              </a:rPr>
              <a:t>сатрини</a:t>
            </a:r>
            <a:r>
              <a:rPr lang="nl-NL" altLang="ja-JP" sz="2000">
                <a:latin typeface="Times New Roman" pitchFamily="18" charset="0"/>
                <a:cs typeface="Times New Roman" pitchFamily="18" charset="0"/>
              </a:rPr>
              <a:t> 2 </a:t>
            </a:r>
            <a:r>
              <a:rPr lang="ru-RU" altLang="ja-JP" sz="2000">
                <a:latin typeface="Times New Roman" pitchFamily="18" charset="0"/>
                <a:cs typeface="Times New Roman" pitchFamily="18" charset="0"/>
              </a:rPr>
              <a:t>ярим</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a:t>
            </a:r>
            <a:r>
              <a:rPr lang="ru-RU" altLang="ja-JP" sz="2000">
                <a:latin typeface="Times New Roman" pitchFamily="18" charset="0"/>
                <a:cs typeface="Times New Roman" pitchFamily="18" charset="0"/>
              </a:rPr>
              <a:t>га</a:t>
            </a:r>
            <a:r>
              <a:rPr lang="nl-NL" altLang="ja-JP" sz="2000">
                <a:latin typeface="Times New Roman" pitchFamily="18" charset="0"/>
                <a:cs typeface="Times New Roman" pitchFamily="18" charset="0"/>
              </a:rPr>
              <a:t>, 3-</a:t>
            </a:r>
            <a:r>
              <a:rPr lang="ru-RU" altLang="ja-JP" sz="2000">
                <a:latin typeface="Times New Roman" pitchFamily="18" charset="0"/>
                <a:cs typeface="Times New Roman" pitchFamily="18" charset="0"/>
              </a:rPr>
              <a:t>сатрини</a:t>
            </a:r>
            <a:r>
              <a:rPr lang="nl-NL" altLang="ja-JP" sz="2000">
                <a:latin typeface="Times New Roman" pitchFamily="18" charset="0"/>
                <a:cs typeface="Times New Roman" pitchFamily="18" charset="0"/>
              </a:rPr>
              <a:t> 1 </a:t>
            </a:r>
            <a:r>
              <a:rPr lang="ru-RU" altLang="ja-JP" sz="2000">
                <a:latin typeface="Times New Roman" pitchFamily="18" charset="0"/>
                <a:cs typeface="Times New Roman" pitchFamily="18" charset="0"/>
              </a:rPr>
              <a:t>ярим</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a:t>
            </a:r>
            <a:r>
              <a:rPr lang="ru-RU" altLang="ja-JP" sz="2000">
                <a:latin typeface="Times New Roman" pitchFamily="18" charset="0"/>
                <a:cs typeface="Times New Roman" pitchFamily="18" charset="0"/>
              </a:rPr>
              <a:t>га</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даврий</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равишда</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ўнгга</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сури</a:t>
            </a:r>
            <a:r>
              <a:rPr lang="uz-Cyrl-UZ" altLang="ja-JP" sz="2000">
                <a:latin typeface="Times New Roman" pitchFamily="18" charset="0"/>
                <a:cs typeface="Times New Roman" pitchFamily="18" charset="0"/>
              </a:rPr>
              <a:t>лади (4-расм)</a:t>
            </a:r>
            <a:r>
              <a:rPr lang="nl-NL" altLang="ja-JP" sz="2000">
                <a:latin typeface="Times New Roman" pitchFamily="18" charset="0"/>
                <a:cs typeface="Times New Roman" pitchFamily="18" charset="0"/>
              </a:rPr>
              <a:t>,</a:t>
            </a:r>
            <a:endParaRPr lang="uz-Cyrl-UZ" altLang="ja-JP" sz="2000">
              <a:latin typeface="Times New Roman" pitchFamily="18" charset="0"/>
              <a:cs typeface="Times New Roman" pitchFamily="18" charset="0"/>
            </a:endParaRPr>
          </a:p>
          <a:p>
            <a:pPr indent="457200" algn="just" eaLnBrk="0" hangingPunct="0">
              <a:buFont typeface="Arial" charset="0"/>
              <a:buChar char="•"/>
              <a:tabLst>
                <a:tab pos="1028700" algn="l"/>
              </a:tabLst>
            </a:pPr>
            <a:r>
              <a:rPr lang="ru-RU" altLang="ja-JP" sz="2000">
                <a:latin typeface="Times New Roman" pitchFamily="18" charset="0"/>
                <a:cs typeface="Times New Roman" pitchFamily="18" charset="0"/>
              </a:rPr>
              <a:t>ҳосил</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бўлган</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массивнинг</a:t>
            </a:r>
            <a:r>
              <a:rPr lang="nl-NL" altLang="ja-JP" sz="2000">
                <a:latin typeface="Times New Roman" pitchFamily="18" charset="0"/>
                <a:cs typeface="Times New Roman" pitchFamily="18" charset="0"/>
              </a:rPr>
              <a:t> 1- </a:t>
            </a:r>
            <a:r>
              <a:rPr lang="ru-RU" altLang="ja-JP" sz="2000">
                <a:latin typeface="Times New Roman" pitchFamily="18" charset="0"/>
                <a:cs typeface="Times New Roman" pitchFamily="18" charset="0"/>
              </a:rPr>
              <a:t>ва</a:t>
            </a:r>
            <a:r>
              <a:rPr lang="nl-NL" altLang="ja-JP" sz="2000">
                <a:latin typeface="Times New Roman" pitchFamily="18" charset="0"/>
                <a:cs typeface="Times New Roman" pitchFamily="18" charset="0"/>
              </a:rPr>
              <a:t> 5-</a:t>
            </a:r>
            <a:r>
              <a:rPr lang="ru-RU" altLang="ja-JP" sz="2000">
                <a:latin typeface="Times New Roman" pitchFamily="18" charset="0"/>
                <a:cs typeface="Times New Roman" pitchFamily="18" charset="0"/>
              </a:rPr>
              <a:t>устунини</a:t>
            </a:r>
            <a:r>
              <a:rPr lang="nl-NL" altLang="ja-JP" sz="2000">
                <a:latin typeface="Times New Roman" pitchFamily="18" charset="0"/>
                <a:cs typeface="Times New Roman" pitchFamily="18" charset="0"/>
              </a:rPr>
              <a:t> 3 </a:t>
            </a:r>
            <a:r>
              <a:rPr lang="ru-RU" altLang="ja-JP" sz="2000">
                <a:latin typeface="Times New Roman" pitchFamily="18" charset="0"/>
                <a:cs typeface="Times New Roman" pitchFamily="18" charset="0"/>
              </a:rPr>
              <a:t>ярим</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a:t>
            </a:r>
            <a:r>
              <a:rPr lang="ru-RU" altLang="ja-JP" sz="2000">
                <a:latin typeface="Times New Roman" pitchFamily="18" charset="0"/>
                <a:cs typeface="Times New Roman" pitchFamily="18" charset="0"/>
              </a:rPr>
              <a:t>га</a:t>
            </a:r>
            <a:r>
              <a:rPr lang="nl-NL" altLang="ja-JP" sz="2000">
                <a:latin typeface="Times New Roman" pitchFamily="18" charset="0"/>
                <a:cs typeface="Times New Roman" pitchFamily="18" charset="0"/>
              </a:rPr>
              <a:t>, 2- </a:t>
            </a:r>
            <a:r>
              <a:rPr lang="ru-RU" altLang="ja-JP" sz="2000">
                <a:latin typeface="Times New Roman" pitchFamily="18" charset="0"/>
                <a:cs typeface="Times New Roman" pitchFamily="18" charset="0"/>
              </a:rPr>
              <a:t>ва</a:t>
            </a:r>
            <a:r>
              <a:rPr lang="nl-NL" altLang="ja-JP" sz="2000">
                <a:latin typeface="Times New Roman" pitchFamily="18" charset="0"/>
                <a:cs typeface="Times New Roman" pitchFamily="18" charset="0"/>
              </a:rPr>
              <a:t> 6-</a:t>
            </a:r>
            <a:r>
              <a:rPr lang="ru-RU" altLang="ja-JP" sz="2000">
                <a:latin typeface="Times New Roman" pitchFamily="18" charset="0"/>
                <a:cs typeface="Times New Roman" pitchFamily="18" charset="0"/>
              </a:rPr>
              <a:t>устунини</a:t>
            </a:r>
            <a:r>
              <a:rPr lang="nl-NL" altLang="ja-JP" sz="2000">
                <a:latin typeface="Times New Roman" pitchFamily="18" charset="0"/>
                <a:cs typeface="Times New Roman" pitchFamily="18" charset="0"/>
              </a:rPr>
              <a:t> 2 </a:t>
            </a:r>
            <a:r>
              <a:rPr lang="ru-RU" altLang="ja-JP" sz="2000">
                <a:latin typeface="Times New Roman" pitchFamily="18" charset="0"/>
                <a:cs typeface="Times New Roman" pitchFamily="18" charset="0"/>
              </a:rPr>
              <a:t>ярим</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a:t>
            </a:r>
            <a:r>
              <a:rPr lang="ru-RU" altLang="ja-JP" sz="2000">
                <a:latin typeface="Times New Roman" pitchFamily="18" charset="0"/>
                <a:cs typeface="Times New Roman" pitchFamily="18" charset="0"/>
              </a:rPr>
              <a:t>га</a:t>
            </a:r>
            <a:r>
              <a:rPr lang="nl-NL" altLang="ja-JP" sz="2000">
                <a:latin typeface="Times New Roman" pitchFamily="18" charset="0"/>
                <a:cs typeface="Times New Roman" pitchFamily="18" charset="0"/>
              </a:rPr>
              <a:t>, 3- </a:t>
            </a:r>
            <a:r>
              <a:rPr lang="ru-RU" altLang="ja-JP" sz="2000">
                <a:latin typeface="Times New Roman" pitchFamily="18" charset="0"/>
                <a:cs typeface="Times New Roman" pitchFamily="18" charset="0"/>
              </a:rPr>
              <a:t>ва</a:t>
            </a:r>
            <a:r>
              <a:rPr lang="nl-NL" altLang="ja-JP" sz="2000">
                <a:latin typeface="Times New Roman" pitchFamily="18" charset="0"/>
                <a:cs typeface="Times New Roman" pitchFamily="18" charset="0"/>
              </a:rPr>
              <a:t> 7-</a:t>
            </a:r>
            <a:r>
              <a:rPr lang="ru-RU" altLang="ja-JP" sz="2000">
                <a:latin typeface="Times New Roman" pitchFamily="18" charset="0"/>
                <a:cs typeface="Times New Roman" pitchFamily="18" charset="0"/>
              </a:rPr>
              <a:t>устунини</a:t>
            </a:r>
            <a:r>
              <a:rPr lang="nl-NL" altLang="ja-JP" sz="2000">
                <a:latin typeface="Times New Roman" pitchFamily="18" charset="0"/>
                <a:cs typeface="Times New Roman" pitchFamily="18" charset="0"/>
              </a:rPr>
              <a:t> 1 </a:t>
            </a:r>
            <a:r>
              <a:rPr lang="ru-RU" altLang="ja-JP" sz="2000">
                <a:latin typeface="Times New Roman" pitchFamily="18" charset="0"/>
                <a:cs typeface="Times New Roman" pitchFamily="18" charset="0"/>
              </a:rPr>
              <a:t>ярим</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байт</a:t>
            </a:r>
            <a:r>
              <a:rPr lang="nl-NL" altLang="ja-JP" sz="2000">
                <a:latin typeface="Times New Roman" pitchFamily="18" charset="0"/>
                <a:cs typeface="Times New Roman" pitchFamily="18" charset="0"/>
              </a:rPr>
              <a:t>)</a:t>
            </a:r>
            <a:r>
              <a:rPr lang="ru-RU" altLang="ja-JP" sz="2000">
                <a:latin typeface="Times New Roman" pitchFamily="18" charset="0"/>
                <a:cs typeface="Times New Roman" pitchFamily="18" charset="0"/>
              </a:rPr>
              <a:t>га</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даврий</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равишда</a:t>
            </a:r>
            <a:r>
              <a:rPr lang="nl-NL" altLang="ja-JP" sz="2000">
                <a:latin typeface="Times New Roman" pitchFamily="18" charset="0"/>
                <a:cs typeface="Times New Roman" pitchFamily="18" charset="0"/>
              </a:rPr>
              <a:t> </a:t>
            </a:r>
            <a:r>
              <a:rPr lang="ru-RU" altLang="ja-JP" sz="2000">
                <a:latin typeface="Times New Roman" pitchFamily="18" charset="0"/>
                <a:cs typeface="Times New Roman" pitchFamily="18" charset="0"/>
              </a:rPr>
              <a:t>юқори</a:t>
            </a:r>
            <a:r>
              <a:rPr lang="uz-Cyrl-UZ" altLang="ja-JP" sz="2000">
                <a:latin typeface="Times New Roman" pitchFamily="18" charset="0"/>
                <a:cs typeface="Times New Roman" pitchFamily="18" charset="0"/>
              </a:rPr>
              <a:t>га </a:t>
            </a:r>
            <a:r>
              <a:rPr lang="ru-RU" altLang="ja-JP" sz="2000">
                <a:latin typeface="Times New Roman" pitchFamily="18" charset="0"/>
                <a:cs typeface="Times New Roman" pitchFamily="18" charset="0"/>
              </a:rPr>
              <a:t>сури</a:t>
            </a:r>
            <a:r>
              <a:rPr lang="uz-Cyrl-UZ" altLang="ja-JP" sz="2000">
                <a:latin typeface="Times New Roman" pitchFamily="18" charset="0"/>
                <a:cs typeface="Times New Roman" pitchFamily="18" charset="0"/>
              </a:rPr>
              <a:t>лади (4-расм)</a:t>
            </a:r>
            <a:r>
              <a:rPr lang="nl-NL" altLang="ja-JP" sz="2000">
                <a:latin typeface="Times New Roman" pitchFamily="18" charset="0"/>
                <a:cs typeface="Times New Roman" pitchFamily="18" charset="0"/>
              </a:rPr>
              <a:t>.</a:t>
            </a:r>
            <a:endParaRPr lang="nl-NL" altLang="ja-JP" sz="2000">
              <a:latin typeface="Times New Roman" pitchFamily="18" charset="0"/>
            </a:endParaRPr>
          </a:p>
        </p:txBody>
      </p:sp>
      <p:sp>
        <p:nvSpPr>
          <p:cNvPr id="20483" name="Прямоугольник 5"/>
          <p:cNvSpPr>
            <a:spLocks noChangeArrowheads="1"/>
          </p:cNvSpPr>
          <p:nvPr/>
        </p:nvSpPr>
        <p:spPr bwMode="auto">
          <a:xfrm>
            <a:off x="2246313" y="6429375"/>
            <a:ext cx="4305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indent="449263" algn="ctr">
              <a:spcBef>
                <a:spcPts val="600"/>
              </a:spcBef>
              <a:spcAft>
                <a:spcPts val="600"/>
              </a:spcAft>
            </a:pPr>
            <a:r>
              <a:rPr lang="uz-Cyrl-UZ" altLang="uz-Cyrl-UZ" b="1">
                <a:latin typeface="Times New Roman" pitchFamily="18" charset="0"/>
                <a:cs typeface="Times New Roman" pitchFamily="18" charset="0"/>
              </a:rPr>
              <a:t>4-расм</a:t>
            </a:r>
            <a:r>
              <a:rPr lang="nl-NL" altLang="uz-Cyrl-UZ" b="1">
                <a:latin typeface="Times New Roman" pitchFamily="18" charset="0"/>
                <a:cs typeface="Times New Roman" pitchFamily="18" charset="0"/>
              </a:rPr>
              <a:t>.</a:t>
            </a:r>
            <a:r>
              <a:rPr lang="uz-Cyrl-UZ" altLang="uz-Cyrl-UZ" b="1">
                <a:latin typeface="Times New Roman" pitchFamily="18" charset="0"/>
                <a:cs typeface="Times New Roman" pitchFamily="18" charset="0"/>
              </a:rPr>
              <a:t> </a:t>
            </a:r>
            <a:r>
              <a:rPr lang="nl-NL" altLang="uz-Cyrl-UZ" b="1" i="1">
                <a:latin typeface="Times New Roman" pitchFamily="18" charset="0"/>
                <a:cs typeface="Times New Roman" pitchFamily="18" charset="0"/>
              </a:rPr>
              <a:t>SurKalit(k</a:t>
            </a:r>
            <a:r>
              <a:rPr lang="nl-NL" altLang="uz-Cyrl-UZ" b="1" i="1" baseline="-25000">
                <a:latin typeface="Times New Roman" pitchFamily="18" charset="0"/>
                <a:cs typeface="Times New Roman" pitchFamily="18" charset="0"/>
              </a:rPr>
              <a:t>e</a:t>
            </a:r>
            <a:r>
              <a:rPr lang="nl-NL" altLang="uz-Cyrl-UZ" b="1" i="1">
                <a:latin typeface="Times New Roman" pitchFamily="18" charset="0"/>
                <a:cs typeface="Times New Roman" pitchFamily="18" charset="0"/>
              </a:rPr>
              <a:t>) </a:t>
            </a:r>
            <a:r>
              <a:rPr lang="uz-Cyrl-UZ" altLang="ja-JP" b="1">
                <a:latin typeface="Times New Roman" pitchFamily="18" charset="0"/>
                <a:cs typeface="Times New Roman" pitchFamily="18" charset="0"/>
              </a:rPr>
              <a:t>акслантириши.</a:t>
            </a:r>
            <a:endParaRPr lang="ru-RU" altLang="uz-Cyrl-UZ" b="1"/>
          </a:p>
        </p:txBody>
      </p:sp>
      <p:pic>
        <p:nvPicPr>
          <p:cNvPr id="20484" name="Picture 2"/>
          <p:cNvPicPr>
            <a:picLocks noChangeAspect="1" noChangeArrowheads="1"/>
          </p:cNvPicPr>
          <p:nvPr/>
        </p:nvPicPr>
        <p:blipFill>
          <a:blip r:embed="rId2">
            <a:extLst>
              <a:ext uri="{28A0092B-C50C-407E-A947-70E740481C1C}">
                <a14:useLocalDpi xmlns:a14="http://schemas.microsoft.com/office/drawing/2010/main" val="0"/>
              </a:ext>
            </a:extLst>
          </a:blip>
          <a:srcRect l="20090" t="6349" r="13542" b="34721"/>
          <a:stretch>
            <a:fillRect/>
          </a:stretch>
        </p:blipFill>
        <p:spPr bwMode="auto">
          <a:xfrm>
            <a:off x="1500188" y="2286000"/>
            <a:ext cx="6188075"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231775" y="0"/>
            <a:ext cx="8796338" cy="389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lvl="2" indent="-457200" algn="just">
              <a:spcBef>
                <a:spcPts val="600"/>
              </a:spcBef>
              <a:spcAft>
                <a:spcPts val="600"/>
              </a:spcAft>
              <a:tabLst>
                <a:tab pos="1028700" algn="l"/>
              </a:tabLst>
            </a:pPr>
            <a:r>
              <a:rPr lang="nl-NL" altLang="ja-JP" sz="2000" b="1">
                <a:solidFill>
                  <a:srgbClr val="C00000"/>
                </a:solidFill>
                <a:latin typeface="Times New Roman" pitchFamily="18" charset="0"/>
                <a:cs typeface="Times New Roman" pitchFamily="18" charset="0"/>
              </a:rPr>
              <a:t>5.6 </a:t>
            </a:r>
            <a:r>
              <a:rPr lang="uz-Cyrl-UZ" altLang="ja-JP" sz="2000" b="1" i="1">
                <a:solidFill>
                  <a:srgbClr val="C00000"/>
                </a:solidFill>
                <a:latin typeface="Times New Roman" pitchFamily="18" charset="0"/>
                <a:cs typeface="Times New Roman" pitchFamily="18" charset="0"/>
              </a:rPr>
              <a:t>TuzilmaKalit(k</a:t>
            </a:r>
            <a:r>
              <a:rPr lang="uz-Cyrl-UZ" altLang="ja-JP" sz="2000" b="1" i="1" baseline="-30000">
                <a:solidFill>
                  <a:srgbClr val="C00000"/>
                </a:solidFill>
                <a:latin typeface="Times New Roman" pitchFamily="18" charset="0"/>
                <a:cs typeface="Times New Roman" pitchFamily="18" charset="0"/>
              </a:rPr>
              <a:t>e</a:t>
            </a:r>
            <a:r>
              <a:rPr lang="uz-Cyrl-UZ" altLang="ja-JP" sz="2000" b="1" i="1">
                <a:solidFill>
                  <a:srgbClr val="C00000"/>
                </a:solidFill>
                <a:latin typeface="Times New Roman" pitchFamily="18" charset="0"/>
                <a:cs typeface="Times New Roman" pitchFamily="18" charset="0"/>
              </a:rPr>
              <a:t>,k) </a:t>
            </a:r>
            <a:r>
              <a:rPr lang="uz-Cyrl-UZ" altLang="ja-JP" sz="2200" b="1">
                <a:solidFill>
                  <a:srgbClr val="C00000"/>
                </a:solidFill>
                <a:latin typeface="Times New Roman" pitchFamily="18" charset="0"/>
                <a:cs typeface="Times New Roman" pitchFamily="18" charset="0"/>
              </a:rPr>
              <a:t>акслантириш (ў</a:t>
            </a:r>
            <a:r>
              <a:rPr lang="ru-RU" altLang="ja-JP" sz="2200" b="1">
                <a:solidFill>
                  <a:srgbClr val="C00000"/>
                </a:solidFill>
                <a:latin typeface="Times New Roman" pitchFamily="18" charset="0"/>
                <a:cs typeface="Times New Roman" pitchFamily="18" charset="0"/>
              </a:rPr>
              <a:t>згартириш).</a:t>
            </a:r>
          </a:p>
          <a:p>
            <a:pPr indent="457200" algn="just" eaLnBrk="0" hangingPunct="0">
              <a:tabLst>
                <a:tab pos="1028700" algn="l"/>
              </a:tabLst>
            </a:pPr>
            <a:r>
              <a:rPr lang="uz-Cyrl-UZ" altLang="ja-JP" sz="2000" b="1" i="1">
                <a:latin typeface="Times New Roman" pitchFamily="18" charset="0"/>
                <a:cs typeface="Times New Roman" pitchFamily="18" charset="0"/>
              </a:rPr>
              <a:t>TuzilmaKalit(k</a:t>
            </a:r>
            <a:r>
              <a:rPr lang="uz-Cyrl-UZ" altLang="ja-JP" sz="2000" b="1" i="1" baseline="-30000">
                <a:latin typeface="Times New Roman" pitchFamily="18" charset="0"/>
                <a:cs typeface="Times New Roman" pitchFamily="18" charset="0"/>
              </a:rPr>
              <a:t>e</a:t>
            </a:r>
            <a:r>
              <a:rPr lang="uz-Cyrl-UZ" altLang="ja-JP" sz="2000" b="1" i="1">
                <a:latin typeface="Times New Roman" pitchFamily="18" charset="0"/>
                <a:cs typeface="Times New Roman" pitchFamily="18" charset="0"/>
              </a:rPr>
              <a:t>,k) </a:t>
            </a:r>
            <a:r>
              <a:rPr lang="uz-Cyrl-UZ" altLang="ja-JP" sz="2000">
                <a:latin typeface="Times New Roman" pitchFamily="18" charset="0"/>
                <a:cs typeface="Times New Roman" pitchFamily="18" charset="0"/>
              </a:rPr>
              <a:t>ўзгартириши </a:t>
            </a:r>
            <a:r>
              <a:rPr lang="uz-Cyrl-UZ" altLang="ja-JP" sz="2000" b="1" i="1">
                <a:latin typeface="Times New Roman" pitchFamily="18" charset="0"/>
                <a:cs typeface="Times New Roman" pitchFamily="18" charset="0"/>
              </a:rPr>
              <a:t>k</a:t>
            </a:r>
            <a:r>
              <a:rPr lang="uz-Cyrl-UZ" altLang="ja-JP" sz="2000" b="1" i="1" baseline="-30000">
                <a:latin typeface="Times New Roman" pitchFamily="18" charset="0"/>
                <a:cs typeface="Times New Roman" pitchFamily="18" charset="0"/>
              </a:rPr>
              <a:t>е</a:t>
            </a:r>
            <a:r>
              <a:rPr lang="uz-Cyrl-UZ" altLang="ja-JP" sz="2000" b="1" i="1">
                <a:latin typeface="Times New Roman" pitchFamily="18" charset="0"/>
                <a:cs typeface="Times New Roman" pitchFamily="18" charset="0"/>
              </a:rPr>
              <a:t> </a:t>
            </a:r>
            <a:r>
              <a:rPr lang="uz-Cyrl-UZ" altLang="ja-JP" sz="2000">
                <a:latin typeface="Times New Roman" pitchFamily="18" charset="0"/>
                <a:cs typeface="Times New Roman" pitchFamily="18" charset="0"/>
              </a:rPr>
              <a:t>массивининг структурасини </a:t>
            </a:r>
            <a:r>
              <a:rPr lang="uz-Cyrl-UZ" altLang="ja-JP" sz="2000" b="1" i="1">
                <a:latin typeface="Times New Roman" pitchFamily="18" charset="0"/>
                <a:cs typeface="Times New Roman" pitchFamily="18" charset="0"/>
              </a:rPr>
              <a:t>k</a:t>
            </a:r>
            <a:r>
              <a:rPr lang="uz-Cyrl-UZ" altLang="ja-JP" sz="2000">
                <a:latin typeface="Times New Roman" pitchFamily="18" charset="0"/>
                <a:cs typeface="Times New Roman" pitchFamily="18" charset="0"/>
              </a:rPr>
              <a:t> дастлабки хэшлаш калитининг структурасига келтириш мақсадида </a:t>
            </a:r>
            <a:r>
              <a:rPr lang="uz-Cyrl-UZ" altLang="ja-JP" sz="2000" b="1" i="1">
                <a:latin typeface="Times New Roman" pitchFamily="18" charset="0"/>
                <a:cs typeface="Times New Roman" pitchFamily="18" charset="0"/>
              </a:rPr>
              <a:t>k</a:t>
            </a:r>
            <a:r>
              <a:rPr lang="uz-Cyrl-UZ" altLang="ja-JP" sz="2000" b="1" i="1" baseline="-30000">
                <a:latin typeface="Times New Roman" pitchFamily="18" charset="0"/>
                <a:cs typeface="Times New Roman" pitchFamily="18" charset="0"/>
              </a:rPr>
              <a:t>е</a:t>
            </a:r>
            <a:r>
              <a:rPr lang="uz-Cyrl-UZ" altLang="ja-JP" sz="2000">
                <a:latin typeface="Times New Roman" pitchFamily="18" charset="0"/>
                <a:cs typeface="Times New Roman" pitchFamily="18" charset="0"/>
              </a:rPr>
              <a:t> массивининг ҳар бир ярим байти (байти) устида амалга оширилади:</a:t>
            </a:r>
            <a:endParaRPr lang="ru-RU" altLang="ja-JP" sz="2000">
              <a:latin typeface="Times New Roman" pitchFamily="18" charset="0"/>
            </a:endParaRPr>
          </a:p>
          <a:p>
            <a:pPr indent="457200" algn="just" eaLnBrk="0" hangingPunct="0">
              <a:tabLst>
                <a:tab pos="1028700" algn="l"/>
              </a:tabLst>
            </a:pPr>
            <a:r>
              <a:rPr lang="uz-Cyrl-UZ" altLang="ja-JP" sz="2000" b="1" i="1">
                <a:latin typeface="Times New Roman" pitchFamily="18" charset="0"/>
              </a:rPr>
              <a:t>0 </a:t>
            </a:r>
            <a:r>
              <a:rPr lang="ru-RU" altLang="ja-JP" sz="2000" b="1" i="1">
                <a:latin typeface="Times New Roman" pitchFamily="18" charset="0"/>
                <a:sym typeface="Symbol" pitchFamily="18" charset="2"/>
              </a:rPr>
              <a:t></a:t>
            </a:r>
            <a:r>
              <a:rPr lang="uz-Cyrl-UZ" altLang="ja-JP" sz="2000" b="1" i="1">
                <a:latin typeface="Times New Roman" pitchFamily="18" charset="0"/>
              </a:rPr>
              <a:t>  </a:t>
            </a:r>
            <a:r>
              <a:rPr lang="uz-Cyrl-UZ" altLang="ja-JP" sz="2000" b="1" i="1">
                <a:latin typeface="Times New Roman" pitchFamily="18" charset="0"/>
                <a:sym typeface="Symbol" pitchFamily="18" charset="2"/>
              </a:rPr>
              <a:t>s &lt; 4,  0 </a:t>
            </a:r>
            <a:r>
              <a:rPr lang="ru-RU" altLang="ja-JP" sz="2000" b="1" i="1">
                <a:latin typeface="Times New Roman" pitchFamily="18" charset="0"/>
                <a:sym typeface="Symbol" pitchFamily="18" charset="2"/>
              </a:rPr>
              <a:t></a:t>
            </a:r>
            <a:r>
              <a:rPr lang="uz-Cyrl-UZ" altLang="ja-JP" sz="2000" b="1" i="1">
                <a:latin typeface="Times New Roman" pitchFamily="18" charset="0"/>
              </a:rPr>
              <a:t>  </a:t>
            </a:r>
            <a:r>
              <a:rPr lang="uz-Cyrl-UZ" altLang="ja-JP" sz="2000" b="1" i="1">
                <a:latin typeface="Times New Roman" pitchFamily="18" charset="0"/>
                <a:sym typeface="Symbol" pitchFamily="18" charset="2"/>
              </a:rPr>
              <a:t>u &lt; 8 </a:t>
            </a:r>
            <a:r>
              <a:rPr lang="uz-Cyrl-UZ" altLang="ja-JP" sz="2000">
                <a:latin typeface="Times New Roman" pitchFamily="18" charset="0"/>
                <a:sym typeface="Symbol" pitchFamily="18" charset="2"/>
              </a:rPr>
              <a:t>учун:</a:t>
            </a:r>
            <a:endParaRPr lang="ru-RU" altLang="ja-JP" sz="2000" b="1" i="1">
              <a:latin typeface="Times New Roman" pitchFamily="18" charset="0"/>
              <a:sym typeface="Symbol" pitchFamily="18" charset="2"/>
            </a:endParaRPr>
          </a:p>
          <a:p>
            <a:pPr indent="457200" algn="just" eaLnBrk="0" hangingPunct="0">
              <a:tabLst>
                <a:tab pos="1028700" algn="l"/>
              </a:tabLst>
            </a:pPr>
            <a:r>
              <a:rPr lang="nl-NL" altLang="ja-JP" sz="2000" b="1" i="1">
                <a:latin typeface="Times New Roman" pitchFamily="18" charset="0"/>
                <a:sym typeface="Symbol" pitchFamily="18" charset="2"/>
              </a:rPr>
              <a:t>- </a:t>
            </a:r>
            <a:r>
              <a:rPr lang="uz-Cyrl-UZ" altLang="ja-JP" sz="2000">
                <a:latin typeface="Times New Roman" pitchFamily="18" charset="0"/>
                <a:sym typeface="Symbol" pitchFamily="18" charset="2"/>
              </a:rPr>
              <a:t>агар </a:t>
            </a:r>
            <a:r>
              <a:rPr lang="uz-Cyrl-UZ" altLang="ja-JP" sz="2000" b="1" i="1">
                <a:latin typeface="Times New Roman" pitchFamily="18" charset="0"/>
                <a:sym typeface="Symbol" pitchFamily="18" charset="2"/>
              </a:rPr>
              <a:t>k</a:t>
            </a:r>
            <a:r>
              <a:rPr lang="uz-Cyrl-UZ" altLang="ja-JP" sz="2000" b="1" i="1" baseline="-30000">
                <a:latin typeface="Times New Roman" pitchFamily="18" charset="0"/>
                <a:sym typeface="Symbol" pitchFamily="18" charset="2"/>
              </a:rPr>
              <a:t>е</a:t>
            </a:r>
            <a:r>
              <a:rPr lang="uz-Cyrl-UZ" altLang="ja-JP" sz="2000" b="1" i="1">
                <a:latin typeface="Times New Roman" pitchFamily="18" charset="0"/>
                <a:sym typeface="Symbol" pitchFamily="18" charset="2"/>
              </a:rPr>
              <a:t>[s,u]</a:t>
            </a:r>
            <a:r>
              <a:rPr lang="nl-NL" altLang="ja-JP" sz="2000" b="1" i="1">
                <a:latin typeface="Times New Roman" pitchFamily="18" charset="0"/>
                <a:sym typeface="Symbol" pitchFamily="18" charset="2"/>
              </a:rPr>
              <a:t> ≡ </a:t>
            </a:r>
            <a:r>
              <a:rPr lang="uz-Cyrl-UZ" altLang="ja-JP" sz="2000" b="1" i="1">
                <a:latin typeface="Times New Roman" pitchFamily="18" charset="0"/>
                <a:sym typeface="Symbol" pitchFamily="18" charset="2"/>
              </a:rPr>
              <a:t>0 (mod</a:t>
            </a:r>
            <a:r>
              <a:rPr lang="nl-NL" altLang="ja-JP" sz="2000" b="1" i="1">
                <a:latin typeface="Times New Roman" pitchFamily="18" charset="0"/>
                <a:sym typeface="Symbol" pitchFamily="18" charset="2"/>
              </a:rPr>
              <a:t> p) </a:t>
            </a:r>
            <a:r>
              <a:rPr lang="uz-Cyrl-UZ" altLang="ja-JP" sz="2000">
                <a:latin typeface="Times New Roman" pitchFamily="18" charset="0"/>
                <a:sym typeface="Symbol" pitchFamily="18" charset="2"/>
              </a:rPr>
              <a:t>ва</a:t>
            </a:r>
            <a:r>
              <a:rPr lang="uz-Cyrl-UZ" altLang="ja-JP" sz="2000" b="1" i="1">
                <a:latin typeface="Times New Roman" pitchFamily="18" charset="0"/>
                <a:sym typeface="Symbol" pitchFamily="18" charset="2"/>
              </a:rPr>
              <a:t> k[s,u]</a:t>
            </a:r>
            <a:r>
              <a:rPr lang="nl-NL" altLang="ja-JP" sz="2000" b="1" i="1">
                <a:latin typeface="Times New Roman" pitchFamily="18" charset="0"/>
                <a:sym typeface="Symbol" pitchFamily="18" charset="2"/>
              </a:rPr>
              <a:t> ≡ 0</a:t>
            </a:r>
            <a:r>
              <a:rPr lang="uz-Cyrl-UZ" altLang="ja-JP" sz="2000" b="1" i="1">
                <a:latin typeface="Times New Roman" pitchFamily="18" charset="0"/>
                <a:sym typeface="Symbol" pitchFamily="18" charset="2"/>
              </a:rPr>
              <a:t> (mod 2)</a:t>
            </a:r>
            <a:r>
              <a:rPr lang="uz-Cyrl-UZ" altLang="ja-JP" sz="2000">
                <a:latin typeface="Times New Roman" pitchFamily="18" charset="0"/>
                <a:sym typeface="Symbol" pitchFamily="18" charset="2"/>
              </a:rPr>
              <a:t> бўлса, у ҳолда</a:t>
            </a:r>
            <a:r>
              <a:rPr lang="nl-NL" altLang="ja-JP" sz="2000" b="1" i="1">
                <a:latin typeface="Times New Roman" pitchFamily="18" charset="0"/>
                <a:sym typeface="Symbol" pitchFamily="18" charset="2"/>
              </a:rPr>
              <a:t>  </a:t>
            </a:r>
            <a:r>
              <a:rPr lang="uz-Cyrl-UZ" altLang="ja-JP" sz="2000" b="1" i="1">
                <a:latin typeface="Times New Roman" pitchFamily="18" charset="0"/>
                <a:sym typeface="Symbol" pitchFamily="18" charset="2"/>
              </a:rPr>
              <a:t>k</a:t>
            </a:r>
            <a:r>
              <a:rPr lang="uz-Cyrl-UZ" altLang="ja-JP" sz="2000" b="1" i="1" baseline="-30000">
                <a:latin typeface="Times New Roman" pitchFamily="18" charset="0"/>
                <a:sym typeface="Symbol" pitchFamily="18" charset="2"/>
              </a:rPr>
              <a:t>е</a:t>
            </a:r>
            <a:r>
              <a:rPr lang="uz-Cyrl-UZ" altLang="ja-JP" sz="2000" b="1" i="1">
                <a:latin typeface="Times New Roman" pitchFamily="18" charset="0"/>
                <a:sym typeface="Symbol" pitchFamily="18" charset="2"/>
              </a:rPr>
              <a:t>[s,u] = </a:t>
            </a:r>
            <a:r>
              <a:rPr lang="nl-NL" altLang="ja-JP" sz="2000" b="1" i="1">
                <a:latin typeface="Times New Roman" pitchFamily="18" charset="0"/>
                <a:sym typeface="Symbol" pitchFamily="18" charset="2"/>
              </a:rPr>
              <a:t>2</a:t>
            </a:r>
            <a:r>
              <a:rPr lang="uz-Cyrl-UZ" altLang="ja-JP" sz="2000">
                <a:latin typeface="Times New Roman" pitchFamily="18" charset="0"/>
                <a:sym typeface="Symbol" pitchFamily="18" charset="2"/>
              </a:rPr>
              <a:t> қабул қилинади;</a:t>
            </a:r>
            <a:endParaRPr lang="ru-RU" altLang="ja-JP" sz="2000" b="1" i="1">
              <a:latin typeface="Times New Roman" pitchFamily="18" charset="0"/>
              <a:sym typeface="Symbol" pitchFamily="18" charset="2"/>
            </a:endParaRPr>
          </a:p>
          <a:p>
            <a:pPr indent="457200" algn="just" eaLnBrk="0" hangingPunct="0">
              <a:tabLst>
                <a:tab pos="1028700" algn="l"/>
              </a:tabLst>
            </a:pPr>
            <a:r>
              <a:rPr lang="uz-Cyrl-UZ" altLang="ja-JP" sz="2000" b="1" i="1">
                <a:latin typeface="Times New Roman" pitchFamily="18" charset="0"/>
                <a:sym typeface="Symbol" pitchFamily="18" charset="2"/>
              </a:rPr>
              <a:t>- </a:t>
            </a:r>
            <a:r>
              <a:rPr lang="uz-Cyrl-UZ" altLang="ja-JP" sz="2000">
                <a:latin typeface="Times New Roman" pitchFamily="18" charset="0"/>
                <a:sym typeface="Symbol" pitchFamily="18" charset="2"/>
              </a:rPr>
              <a:t>агар</a:t>
            </a:r>
            <a:r>
              <a:rPr lang="uz-Cyrl-UZ" altLang="ja-JP" sz="2000" b="1" i="1">
                <a:latin typeface="Times New Roman" pitchFamily="18" charset="0"/>
                <a:sym typeface="Symbol" pitchFamily="18" charset="2"/>
              </a:rPr>
              <a:t> k</a:t>
            </a:r>
            <a:r>
              <a:rPr lang="uz-Cyrl-UZ" altLang="ja-JP" sz="2000" b="1" i="1" baseline="-30000">
                <a:latin typeface="Times New Roman" pitchFamily="18" charset="0"/>
                <a:sym typeface="Symbol" pitchFamily="18" charset="2"/>
              </a:rPr>
              <a:t>е</a:t>
            </a:r>
            <a:r>
              <a:rPr lang="uz-Cyrl-UZ" altLang="ja-JP" sz="2000" b="1" i="1">
                <a:latin typeface="Times New Roman" pitchFamily="18" charset="0"/>
                <a:sym typeface="Symbol" pitchFamily="18" charset="2"/>
              </a:rPr>
              <a:t>[s,u]≠0(mod</a:t>
            </a:r>
            <a:r>
              <a:rPr lang="nl-NL" altLang="ja-JP" sz="2000" b="1" i="1">
                <a:latin typeface="Times New Roman" pitchFamily="18" charset="0"/>
                <a:sym typeface="Symbol" pitchFamily="18" charset="2"/>
              </a:rPr>
              <a:t> p) </a:t>
            </a:r>
            <a:r>
              <a:rPr lang="uz-Cyrl-UZ" altLang="ja-JP" sz="2000">
                <a:latin typeface="Times New Roman" pitchFamily="18" charset="0"/>
                <a:sym typeface="Symbol" pitchFamily="18" charset="2"/>
              </a:rPr>
              <a:t>ва</a:t>
            </a:r>
            <a:r>
              <a:rPr lang="uz-Cyrl-UZ" altLang="ja-JP" sz="2000" b="1" i="1">
                <a:latin typeface="Times New Roman" pitchFamily="18" charset="0"/>
                <a:sym typeface="Symbol" pitchFamily="18" charset="2"/>
              </a:rPr>
              <a:t> k</a:t>
            </a:r>
            <a:r>
              <a:rPr lang="uz-Cyrl-UZ" altLang="ja-JP" sz="2000" b="1" i="1" baseline="-30000">
                <a:latin typeface="Times New Roman" pitchFamily="18" charset="0"/>
                <a:sym typeface="Symbol" pitchFamily="18" charset="2"/>
              </a:rPr>
              <a:t>е</a:t>
            </a:r>
            <a:r>
              <a:rPr lang="uz-Cyrl-UZ" altLang="ja-JP" sz="2000" b="1" i="1">
                <a:latin typeface="Times New Roman" pitchFamily="18" charset="0"/>
                <a:sym typeface="Symbol" pitchFamily="18" charset="2"/>
              </a:rPr>
              <a:t>[s,u] (mod 2) </a:t>
            </a:r>
            <a:r>
              <a:rPr lang="nl-NL" altLang="ja-JP" sz="2000" b="1" i="1">
                <a:latin typeface="Times New Roman" pitchFamily="18" charset="0"/>
                <a:sym typeface="Symbol" pitchFamily="18" charset="2"/>
              </a:rPr>
              <a:t>≡</a:t>
            </a:r>
            <a:r>
              <a:rPr lang="uz-Cyrl-UZ" altLang="ja-JP" sz="2000" b="1" i="1">
                <a:latin typeface="Times New Roman" pitchFamily="18" charset="0"/>
                <a:sym typeface="Symbol" pitchFamily="18" charset="2"/>
              </a:rPr>
              <a:t> k[s,u] (mod 2)</a:t>
            </a:r>
            <a:r>
              <a:rPr lang="uz-Cyrl-UZ" altLang="ja-JP" sz="2000">
                <a:latin typeface="Times New Roman" pitchFamily="18" charset="0"/>
                <a:sym typeface="Symbol" pitchFamily="18" charset="2"/>
              </a:rPr>
              <a:t> бўлса, у ҳолда </a:t>
            </a:r>
            <a:r>
              <a:rPr lang="uz-Cyrl-UZ" altLang="ja-JP" sz="2000" b="1" i="1">
                <a:latin typeface="Times New Roman" pitchFamily="18" charset="0"/>
                <a:sym typeface="Symbol" pitchFamily="18" charset="2"/>
              </a:rPr>
              <a:t>k</a:t>
            </a:r>
            <a:r>
              <a:rPr lang="uz-Cyrl-UZ" altLang="ja-JP" sz="2000" b="1" i="1" baseline="-30000">
                <a:latin typeface="Times New Roman" pitchFamily="18" charset="0"/>
                <a:sym typeface="Symbol" pitchFamily="18" charset="2"/>
              </a:rPr>
              <a:t>е</a:t>
            </a:r>
            <a:r>
              <a:rPr lang="uz-Cyrl-UZ" altLang="ja-JP" sz="2000" b="1" i="1">
                <a:latin typeface="Times New Roman" pitchFamily="18" charset="0"/>
                <a:sym typeface="Symbol" pitchFamily="18" charset="2"/>
              </a:rPr>
              <a:t>[s,u] = k</a:t>
            </a:r>
            <a:r>
              <a:rPr lang="uz-Cyrl-UZ" altLang="ja-JP" sz="2000" b="1" i="1" baseline="-30000">
                <a:latin typeface="Times New Roman" pitchFamily="18" charset="0"/>
                <a:sym typeface="Symbol" pitchFamily="18" charset="2"/>
              </a:rPr>
              <a:t>е</a:t>
            </a:r>
            <a:r>
              <a:rPr lang="uz-Cyrl-UZ" altLang="ja-JP" sz="2000" b="1" i="1">
                <a:latin typeface="Times New Roman" pitchFamily="18" charset="0"/>
                <a:sym typeface="Symbol" pitchFamily="18" charset="2"/>
              </a:rPr>
              <a:t>[s,u] </a:t>
            </a:r>
            <a:r>
              <a:rPr lang="uz-Cyrl-UZ" altLang="ja-JP" sz="2000">
                <a:latin typeface="Times New Roman" pitchFamily="18" charset="0"/>
                <a:sym typeface="Symbol" pitchFamily="18" charset="2"/>
              </a:rPr>
              <a:t>қабул қилинади,</a:t>
            </a:r>
            <a:r>
              <a:rPr lang="uz-Cyrl-UZ" altLang="ja-JP" sz="2000" b="1" i="1">
                <a:latin typeface="Times New Roman" pitchFamily="18" charset="0"/>
                <a:sym typeface="Symbol" pitchFamily="18" charset="2"/>
              </a:rPr>
              <a:t> </a:t>
            </a:r>
            <a:r>
              <a:rPr lang="uz-Cyrl-UZ" altLang="ja-JP" sz="2000">
                <a:latin typeface="Times New Roman" pitchFamily="18" charset="0"/>
                <a:sym typeface="Symbol" pitchFamily="18" charset="2"/>
              </a:rPr>
              <a:t>акс ҳолда</a:t>
            </a:r>
            <a:r>
              <a:rPr lang="uz-Cyrl-UZ" altLang="ja-JP" sz="2000" b="1" i="1">
                <a:latin typeface="Times New Roman" pitchFamily="18" charset="0"/>
                <a:sym typeface="Symbol" pitchFamily="18" charset="2"/>
              </a:rPr>
              <a:t> k</a:t>
            </a:r>
            <a:r>
              <a:rPr lang="uz-Cyrl-UZ" altLang="ja-JP" sz="2000" b="1" i="1" baseline="-30000">
                <a:latin typeface="Times New Roman" pitchFamily="18" charset="0"/>
                <a:sym typeface="Symbol" pitchFamily="18" charset="2"/>
              </a:rPr>
              <a:t>е</a:t>
            </a:r>
            <a:r>
              <a:rPr lang="uz-Cyrl-UZ" altLang="ja-JP" sz="2000" b="1" i="1">
                <a:latin typeface="Times New Roman" pitchFamily="18" charset="0"/>
                <a:sym typeface="Symbol" pitchFamily="18" charset="2"/>
              </a:rPr>
              <a:t>[s,u]</a:t>
            </a:r>
            <a:r>
              <a:rPr lang="nl-NL" altLang="ja-JP" sz="2000" b="1" i="1">
                <a:latin typeface="Times New Roman" pitchFamily="18" charset="0"/>
                <a:sym typeface="Symbol" pitchFamily="18" charset="2"/>
              </a:rPr>
              <a:t>≡</a:t>
            </a:r>
            <a:r>
              <a:rPr lang="uz-Cyrl-UZ" altLang="ja-JP" sz="2000" b="1" i="1">
                <a:latin typeface="Times New Roman" pitchFamily="18" charset="0"/>
                <a:sym typeface="Symbol" pitchFamily="18" charset="2"/>
              </a:rPr>
              <a:t> k</a:t>
            </a:r>
            <a:r>
              <a:rPr lang="uz-Cyrl-UZ" altLang="ja-JP" sz="2000" b="1" i="1" baseline="-30000">
                <a:latin typeface="Times New Roman" pitchFamily="18" charset="0"/>
                <a:sym typeface="Symbol" pitchFamily="18" charset="2"/>
              </a:rPr>
              <a:t>е</a:t>
            </a:r>
            <a:r>
              <a:rPr lang="uz-Cyrl-UZ" altLang="ja-JP" sz="2000" b="1" i="1">
                <a:latin typeface="Times New Roman" pitchFamily="18" charset="0"/>
                <a:sym typeface="Symbol" pitchFamily="18" charset="2"/>
              </a:rPr>
              <a:t>[s,u]-1 (mod p)</a:t>
            </a:r>
            <a:r>
              <a:rPr lang="uz-Cyrl-UZ" altLang="ja-JP" sz="2000">
                <a:latin typeface="Times New Roman" pitchFamily="18" charset="0"/>
                <a:sym typeface="Symbol" pitchFamily="18" charset="2"/>
              </a:rPr>
              <a:t> қабул қилинади.</a:t>
            </a:r>
            <a:endParaRPr lang="ru-RU" altLang="ja-JP" sz="2000" b="1" i="1">
              <a:latin typeface="Times New Roman" pitchFamily="18" charset="0"/>
              <a:sym typeface="Symbol" pitchFamily="18" charset="2"/>
            </a:endParaRPr>
          </a:p>
          <a:p>
            <a:pPr indent="457200" algn="just" eaLnBrk="0" hangingPunct="0">
              <a:tabLst>
                <a:tab pos="1028700" algn="l"/>
              </a:tabLst>
            </a:pPr>
            <a:r>
              <a:rPr lang="uz-Cyrl-UZ" altLang="ja-JP" sz="2000">
                <a:latin typeface="Times New Roman" pitchFamily="18" charset="0"/>
                <a:sym typeface="Symbol" pitchFamily="18" charset="2"/>
              </a:rPr>
              <a:t>Ушбу ўзгартириш натижаси </a:t>
            </a:r>
            <a:r>
              <a:rPr lang="uz-Cyrl-UZ" altLang="ja-JP" sz="2000" b="1" i="1">
                <a:latin typeface="Times New Roman" pitchFamily="18" charset="0"/>
                <a:sym typeface="Symbol" pitchFamily="18" charset="2"/>
              </a:rPr>
              <a:t>k</a:t>
            </a:r>
            <a:r>
              <a:rPr lang="uz-Cyrl-UZ" altLang="ja-JP" sz="2000" b="1" i="1" baseline="-30000">
                <a:latin typeface="Times New Roman" pitchFamily="18" charset="0"/>
                <a:sym typeface="Symbol" pitchFamily="18" charset="2"/>
              </a:rPr>
              <a:t>e</a:t>
            </a:r>
            <a:r>
              <a:rPr lang="uz-Cyrl-UZ" altLang="ja-JP" sz="2000">
                <a:latin typeface="Times New Roman" pitchFamily="18" charset="0"/>
                <a:sym typeface="Symbol" pitchFamily="18" charset="2"/>
              </a:rPr>
              <a:t> массиви квадрат қисмларининг ҳар бирини тескарилаш шартларига жавоб беради.</a:t>
            </a:r>
            <a:endParaRPr lang="uz-Cyrl-UZ" altLang="ja-JP" sz="2000" b="1" i="1">
              <a:latin typeface="Times New Roman" pitchFamily="18" charset="0"/>
              <a:sym typeface="Symbol" pitchFamily="18" charset="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Заголовок 1"/>
          <p:cNvSpPr>
            <a:spLocks noGrp="1"/>
          </p:cNvSpPr>
          <p:nvPr>
            <p:ph type="title"/>
          </p:nvPr>
        </p:nvSpPr>
        <p:spPr>
          <a:xfrm>
            <a:off x="468313" y="44450"/>
            <a:ext cx="8229600" cy="431800"/>
          </a:xfrm>
        </p:spPr>
        <p:txBody>
          <a:bodyPr/>
          <a:lstStyle/>
          <a:p>
            <a:r>
              <a:rPr lang="ru-RU" sz="2400" b="1" i="1" smtClean="0">
                <a:latin typeface="Times New Roman" pitchFamily="18" charset="0"/>
                <a:cs typeface="Times New Roman" pitchFamily="18" charset="0"/>
              </a:rPr>
              <a:t>1</a:t>
            </a:r>
            <a:r>
              <a:rPr lang="ru-RU" sz="2400" b="1" smtClean="0">
                <a:latin typeface="Times New Roman" pitchFamily="18" charset="0"/>
                <a:cs typeface="Times New Roman" pitchFamily="18" charset="0"/>
              </a:rPr>
              <a:t>х</a:t>
            </a:r>
            <a:r>
              <a:rPr lang="ru-RU" sz="2400" b="1" i="1" smtClean="0">
                <a:latin typeface="Times New Roman" pitchFamily="18" charset="0"/>
                <a:cs typeface="Times New Roman" pitchFamily="18" charset="0"/>
              </a:rPr>
              <a:t>256</a:t>
            </a:r>
            <a:r>
              <a:rPr lang="ru-RU" sz="2400" smtClean="0">
                <a:latin typeface="Times New Roman" pitchFamily="18" charset="0"/>
                <a:cs typeface="Times New Roman" pitchFamily="18" charset="0"/>
              </a:rPr>
              <a:t> </a:t>
            </a:r>
            <a:r>
              <a:rPr lang="ru-RU" sz="2400" b="1" smtClean="0">
                <a:latin typeface="Times New Roman" pitchFamily="18" charset="0"/>
                <a:cs typeface="Times New Roman" pitchFamily="18" charset="0"/>
              </a:rPr>
              <a:t>тартибидаги чизиқли зичлаш массиви</a:t>
            </a:r>
            <a:endParaRPr lang="uz-Cyrl-UZ" sz="2400" smtClean="0">
              <a:latin typeface="Times New Roman" pitchFamily="18" charset="0"/>
              <a:cs typeface="Times New Roman" pitchFamily="18" charset="0"/>
            </a:endParaRPr>
          </a:p>
        </p:txBody>
      </p:sp>
      <p:pic>
        <p:nvPicPr>
          <p:cNvPr id="22531" name="Picture 3" descr="D:\УК №1\_СД-03\МАТЕРИАЛЛАР\АМАЛИЁТ УЧУН\2-СЕМЕСТР\2-амалий машгулот\1106_2009\Bayt zichlas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3700" y="549275"/>
            <a:ext cx="5932488" cy="622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Заголовок 1">
            <a:hlinkClick r:id="rId3" action="ppaction://hlinksldjump"/>
          </p:cNvPr>
          <p:cNvSpPr txBox="1">
            <a:spLocks/>
          </p:cNvSpPr>
          <p:nvPr/>
        </p:nvSpPr>
        <p:spPr bwMode="auto">
          <a:xfrm>
            <a:off x="7624763" y="6092825"/>
            <a:ext cx="14398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Font typeface="Arial" charset="0"/>
              <a:buChar char="»"/>
              <a:defRPr sz="2000">
                <a:solidFill>
                  <a:schemeClr val="tx1"/>
                </a:solidFill>
                <a:latin typeface="Calibri" pitchFamily="34" charset="0"/>
              </a:defRPr>
            </a:lvl6pPr>
            <a:lvl7pPr eaLnBrk="0" fontAlgn="base" hangingPunct="0">
              <a:spcAft>
                <a:spcPct val="0"/>
              </a:spcAft>
              <a:buFont typeface="Arial" charset="0"/>
              <a:buChar char="»"/>
              <a:defRPr sz="2000">
                <a:solidFill>
                  <a:schemeClr val="tx1"/>
                </a:solidFill>
                <a:latin typeface="Calibri" pitchFamily="34" charset="0"/>
              </a:defRPr>
            </a:lvl7pPr>
            <a:lvl8pPr eaLnBrk="0" fontAlgn="base" hangingPunct="0">
              <a:spcAft>
                <a:spcPct val="0"/>
              </a:spcAft>
              <a:buFont typeface="Arial" charset="0"/>
              <a:buChar char="»"/>
              <a:defRPr sz="2000">
                <a:solidFill>
                  <a:schemeClr val="tx1"/>
                </a:solidFill>
                <a:latin typeface="Calibri" pitchFamily="34" charset="0"/>
              </a:defRPr>
            </a:lvl8pPr>
            <a:lvl9pPr eaLnBrk="0" fontAlgn="base" hangingPunct="0">
              <a:spcAft>
                <a:spcPct val="0"/>
              </a:spcAft>
              <a:buFont typeface="Arial" charset="0"/>
              <a:buChar char="»"/>
              <a:defRPr sz="2000">
                <a:solidFill>
                  <a:schemeClr val="tx1"/>
                </a:solidFill>
                <a:latin typeface="Calibri" pitchFamily="34" charset="0"/>
              </a:defRPr>
            </a:lvl9pPr>
          </a:lstStyle>
          <a:p>
            <a:pPr algn="ctr" eaLnBrk="0" hangingPunct="0"/>
            <a:r>
              <a:rPr lang="uz-Cyrl-UZ" sz="2400" b="1" i="1">
                <a:latin typeface="Times New Roman" pitchFamily="18" charset="0"/>
                <a:cs typeface="Times New Roman" pitchFamily="18" charset="0"/>
                <a:hlinkClick r:id="rId3" action="ppaction://hlinksldjump"/>
              </a:rPr>
              <a:t>ортга</a:t>
            </a:r>
            <a:endParaRPr lang="uz-Cyrl-UZ" sz="240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Поток">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3692</TotalTime>
  <Words>2840</Words>
  <Application>Microsoft Office PowerPoint</Application>
  <PresentationFormat>Экран (4:3)</PresentationFormat>
  <Paragraphs>172</Paragraphs>
  <Slides>21</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21</vt:i4>
      </vt:variant>
    </vt:vector>
  </HeadingPairs>
  <TitlesOfParts>
    <vt:vector size="28" baseType="lpstr">
      <vt:lpstr>Arial</vt:lpstr>
      <vt:lpstr>Calibri</vt:lpstr>
      <vt:lpstr>Times New Roman</vt:lpstr>
      <vt:lpstr>Wingdings</vt:lpstr>
      <vt:lpstr>Symbol</vt:lpstr>
      <vt:lpstr>ＭＳ Ｐゴシック</vt:lpstr>
      <vt:lpstr>Тема Office</vt:lpstr>
      <vt:lpstr>ЎЗБЕКИСТОН ДАВЛАТ СТАНДАРТИ  O’z DSt 1106:2009  Хэшлаш функцияси  Ушбу стандарт ахборотни қайта ишлаш ва муҳофаза қилишнинг криптографик методларида, шу жумладан автоматлаштирилган тизимларда ахборот узатиш, қайта ишлаш ва сақлашда электрон рақамли имзо процедураларини амалга ошириш учун қўлланиладиган иккилик символларининг исталган кетма-кетлиги учун хэшлаш функциясининг (ХФ) алгоритмини ва ҳисоблаш процедурасини белгилайди.</vt:lpstr>
      <vt:lpstr>Презентация PowerPoint</vt:lpstr>
      <vt:lpstr>1. Кириш</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1х256 тартибидаги чизиқли зичлаш массиви</vt:lpstr>
    </vt:vector>
  </TitlesOfParts>
  <Company>WareZ Provider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АСИММЕТРИК ШИФРЛАШ АЛГОРИТМИ ЭЛ - ГАМАЛЬ</dc:title>
  <dc:creator>Muhiddin</dc:creator>
  <cp:lastModifiedBy>Microsoft Office</cp:lastModifiedBy>
  <cp:revision>974</cp:revision>
  <dcterms:created xsi:type="dcterms:W3CDTF">2007-12-27T03:29:38Z</dcterms:created>
  <dcterms:modified xsi:type="dcterms:W3CDTF">2019-08-21T09:14:28Z</dcterms:modified>
</cp:coreProperties>
</file>