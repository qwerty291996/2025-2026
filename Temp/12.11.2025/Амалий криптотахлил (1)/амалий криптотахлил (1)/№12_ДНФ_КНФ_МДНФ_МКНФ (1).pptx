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6"/>
  </p:notesMasterIdLst>
  <p:handoutMasterIdLst>
    <p:handoutMasterId r:id="rId7"/>
  </p:handoutMasterIdLst>
  <p:sldIdLst>
    <p:sldId id="256" r:id="rId2"/>
    <p:sldId id="258" r:id="rId3"/>
    <p:sldId id="264" r:id="rId4"/>
    <p:sldId id="261" r:id="rId5"/>
  </p:sldIdLst>
  <p:sldSz cx="9144000" cy="6858000" type="screen4x3"/>
  <p:notesSz cx="6797675" cy="987425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99CCFF"/>
    <a:srgbClr val="9999FF"/>
    <a:srgbClr val="800000"/>
    <a:srgbClr val="CCECFF"/>
    <a:srgbClr val="003399"/>
    <a:srgbClr val="CCCC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7" autoAdjust="0"/>
    <p:restoredTop sz="97876" autoAdjust="0"/>
  </p:normalViewPr>
  <p:slideViewPr>
    <p:cSldViewPr>
      <p:cViewPr varScale="1">
        <p:scale>
          <a:sx n="53" d="100"/>
          <a:sy n="53" d="100"/>
        </p:scale>
        <p:origin x="598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882FF9F-91BF-447F-999D-81B9B773C0AF}" type="datetimeFigureOut">
              <a:rPr lang="ru-RU"/>
              <a:pPr>
                <a:defRPr/>
              </a:pPr>
              <a:t>08.05.2024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86C5D3-299E-43DC-88F7-671F251F17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426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6129E68-D73D-475A-ADF7-3A685EE8BADA}" type="datetimeFigureOut">
              <a:rPr lang="ru-RU"/>
              <a:pPr>
                <a:defRPr/>
              </a:pPr>
              <a:t>08.05.2024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1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8CD64E6-B177-4F72-A07A-3E93DB6B6EC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047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8C184E2-7277-4828-9C10-49F0CFF76654}" type="slidenum">
              <a:rPr lang="ru-RU" altLang="ru-RU" smtClean="0">
                <a:latin typeface="Verdana" pitchFamily="34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ru-RU" altLang="ru-RU">
              <a:latin typeface="Verdana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DE971-B85D-4A5D-AEA8-3044EC48DD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30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4122E-62FE-48FD-897D-333900C718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13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8A898-EC15-4AD2-AFF1-895EEE51A41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09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723CC0-85C0-45D0-9CF0-89B102871A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142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E502C-A59B-4B14-997D-0420E0BA26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56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DD745-264E-47CF-B221-D80444934F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781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0D399-D2AC-4D2B-9AF9-7434AE84D76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64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57981-287F-44D1-A64D-C8557325FA7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9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D1060-AB7C-4D03-BE1E-EC025571ED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21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642953-98B0-42F1-BDC1-9DB7DE3220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6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38D82-C725-4AC0-90BF-62332069EEE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3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9CE9EB2-53EC-400E-AA72-D242BFC1B9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9044" y="253977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503238" y="463005"/>
            <a:ext cx="8172450" cy="769441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>
            <a:prstShdw prst="shdw17" dist="17961" dir="2700000">
              <a:srgbClr val="C0C0C0">
                <a:gamma/>
                <a:shade val="60000"/>
                <a:invGamma/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uz-Cyrl-UZ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Тошкент ахборот технологиялари университети ҳузуридаги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Радиоэлектрон</a:t>
            </a:r>
            <a:r>
              <a:rPr lang="ru-RU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тизимлар</a:t>
            </a:r>
            <a:r>
              <a:rPr lang="ru-RU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ва</a:t>
            </a:r>
            <a:r>
              <a:rPr lang="ru-RU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ахборот</a:t>
            </a:r>
            <a:r>
              <a:rPr lang="en-US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технологиялари</a:t>
            </a:r>
            <a:r>
              <a:rPr lang="en-US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маркази</a:t>
            </a:r>
            <a:endParaRPr lang="ru-RU" sz="2200" dirty="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081088" y="1574800"/>
            <a:ext cx="6883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93441" dir="12191915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uz-Cyrl-UZ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Математиканинг махсус бўлимлари</a:t>
            </a:r>
            <a:endParaRPr lang="ru-RU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250825" y="2816225"/>
            <a:ext cx="8534400" cy="1963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998538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406525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814513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2225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6797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1369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5941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0513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defRPr/>
            </a:pPr>
            <a:r>
              <a:rPr lang="ru-RU" altLang="ru-RU" sz="3200" b="1" dirty="0" err="1">
                <a:latin typeface="Times New Roman" pitchFamily="18" charset="0"/>
              </a:rPr>
              <a:t>Ди</a:t>
            </a:r>
            <a:r>
              <a:rPr lang="uz-Cyrl-UZ" altLang="ru-RU" sz="3200" b="1" dirty="0">
                <a:latin typeface="Times New Roman" pitchFamily="18" charset="0"/>
              </a:rPr>
              <a:t>зъюнктив ва конъюктив нормал формалар. Мукаммал </a:t>
            </a:r>
            <a:r>
              <a:rPr lang="ru-RU" altLang="ru-RU" sz="3200" b="1" dirty="0" err="1">
                <a:latin typeface="Times New Roman" pitchFamily="18" charset="0"/>
              </a:rPr>
              <a:t>ди</a:t>
            </a:r>
            <a:r>
              <a:rPr lang="uz-Cyrl-UZ" altLang="ru-RU" sz="3200" b="1" dirty="0">
                <a:latin typeface="Times New Roman" pitchFamily="18" charset="0"/>
              </a:rPr>
              <a:t>зъюнктив ва конъюктив нормал формаларни қуриш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uz-Cyrl-UZ" altLang="ru-RU" sz="3200" b="1" dirty="0">
              <a:latin typeface="Times New Roman" pitchFamily="18" charset="0"/>
            </a:endParaRPr>
          </a:p>
        </p:txBody>
      </p:sp>
      <p:sp>
        <p:nvSpPr>
          <p:cNvPr id="3080" name="Rectangle 10"/>
          <p:cNvSpPr>
            <a:spLocks noChangeArrowheads="1"/>
          </p:cNvSpPr>
          <p:nvPr/>
        </p:nvSpPr>
        <p:spPr bwMode="auto">
          <a:xfrm>
            <a:off x="2987675" y="6057900"/>
            <a:ext cx="3241675" cy="34925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69900" indent="-469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uz-Cyrl-UZ" altLang="ru-RU" sz="1800" b="1" dirty="0">
                <a:latin typeface="Times New Roman" pitchFamily="18" charset="0"/>
              </a:rPr>
              <a:t>Тошкент </a:t>
            </a:r>
            <a:r>
              <a:rPr lang="uz-Cyrl-UZ" altLang="ru-RU" sz="1800" b="1">
                <a:latin typeface="Times New Roman" pitchFamily="18" charset="0"/>
              </a:rPr>
              <a:t>– 2019</a:t>
            </a:r>
            <a:endParaRPr lang="ru-RU" altLang="ru-RU" sz="1800" dirty="0">
              <a:solidFill>
                <a:srgbClr val="0033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395288" y="240656"/>
            <a:ext cx="8316912" cy="461665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 b="1" dirty="0" err="1">
                <a:solidFill>
                  <a:schemeClr val="bg1"/>
                </a:solidFill>
                <a:latin typeface="Times New Roman" pitchFamily="18" charset="0"/>
              </a:rPr>
              <a:t>Дизъюнктив</a:t>
            </a:r>
            <a:r>
              <a:rPr lang="ru-RU" altLang="ru-RU" sz="24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ru-RU" altLang="ru-RU" sz="2400" b="1" dirty="0" err="1">
                <a:solidFill>
                  <a:schemeClr val="bg1"/>
                </a:solidFill>
                <a:latin typeface="Times New Roman" pitchFamily="18" charset="0"/>
              </a:rPr>
              <a:t>ва</a:t>
            </a:r>
            <a:r>
              <a:rPr lang="ru-RU" altLang="ru-RU" sz="2400" b="1" dirty="0">
                <a:solidFill>
                  <a:schemeClr val="bg1"/>
                </a:solidFill>
                <a:latin typeface="Times New Roman" pitchFamily="18" charset="0"/>
              </a:rPr>
              <a:t>  </a:t>
            </a:r>
            <a:r>
              <a:rPr lang="ru-RU" altLang="ru-RU" sz="2400" b="1" dirty="0" err="1">
                <a:solidFill>
                  <a:schemeClr val="bg1"/>
                </a:solidFill>
                <a:latin typeface="Times New Roman" pitchFamily="18" charset="0"/>
              </a:rPr>
              <a:t>конъюктив</a:t>
            </a:r>
            <a:r>
              <a:rPr lang="ru-RU" altLang="ru-RU" sz="24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ru-RU" altLang="ru-RU" sz="2400" b="1" dirty="0" err="1">
                <a:solidFill>
                  <a:schemeClr val="bg1"/>
                </a:solidFill>
                <a:latin typeface="Times New Roman" pitchFamily="18" charset="0"/>
              </a:rPr>
              <a:t>нормал</a:t>
            </a:r>
            <a:r>
              <a:rPr lang="ru-RU" altLang="ru-RU" sz="2400" b="1" dirty="0">
                <a:solidFill>
                  <a:schemeClr val="bg1"/>
                </a:solidFill>
                <a:latin typeface="Times New Roman" pitchFamily="18" charset="0"/>
              </a:rPr>
              <a:t> форма</a:t>
            </a:r>
            <a:endParaRPr lang="uz-Cyrl-UZ" altLang="ru-RU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872716"/>
            <a:ext cx="8753475" cy="583200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538163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Таъриф 1.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,Х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,...,Х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 ўзгарувчиларнинг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дизъюнктив бир хад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и деб, бу ўзгарувчиларнинг ёки уларнинг инкорларининг дизъюнкциясига айтилади. </a:t>
            </a:r>
          </a:p>
          <a:p>
            <a:pPr indent="538163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uz-Cyrl-UZ" sz="2400" u="sng" dirty="0">
                <a:latin typeface="Times New Roman" pitchFamily="18" charset="0"/>
                <a:cs typeface="Times New Roman" pitchFamily="18" charset="0"/>
              </a:rPr>
              <a:t>Масалан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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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uz-Cyrl-UZ" sz="24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Таъриф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2.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Дизъюнктив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нормал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форма (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ДНФ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деб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конъюктив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хадларнинг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дизъюнкциясига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айтилади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4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, б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ерда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К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лар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конъюктив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хадлар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баъзилари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бири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билан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устма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-уст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тушиши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ҳам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мумкин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.)</a:t>
            </a:r>
            <a:endParaRPr lang="uz-Cyrl-UZ" sz="24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Таъриф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3.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Конъюктив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нормал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форма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КНФ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деб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дизъюнктив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хадларнинг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конъюкциясига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айтилади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4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, б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ерда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лар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дизъюнктив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хадлардир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баъзилари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бир-бири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билан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устма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-уст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тушиши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 ҳам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мумкин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</a:t>
            </a:r>
            <a:endParaRPr lang="uz-Cyrl-UZ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64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23056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260647"/>
            <a:ext cx="8753475" cy="6520217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538163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Бу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таърифларда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=1,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=1 б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ў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лиши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мумкин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яъни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конъюктив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бир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хад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ёки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дизъюнктив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бир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хаднинг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ў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злари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ҳам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нормал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форма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дейилиши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мумкин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ў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риш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мумкинки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ҳ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ар 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андай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формулаларни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ҳ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ам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конъюктив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ҳ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ам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дизъюнктив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нормал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формулаларга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келтириш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мумкин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Масалан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ru-RU" sz="28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/>
              </a:rPr>
              <a:t>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/>
              </a:rPr>
              <a:t>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/>
              </a:rPr>
              <a:t>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Q) ёки P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/>
              </a:rPr>
              <a:t>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/>
              </a:rPr>
              <a:t>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ru-RU" sz="28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/>
              </a:rPr>
              <a:t>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Q)</a:t>
            </a:r>
          </a:p>
          <a:p>
            <a:pPr indent="538163" algn="just">
              <a:spcBef>
                <a:spcPts val="0"/>
              </a:spcBef>
              <a:spcAft>
                <a:spcPts val="1200"/>
              </a:spcAft>
              <a:buNone/>
            </a:pPr>
            <a:endParaRPr lang="uz-Cyrl-UZ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65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 b="1" dirty="0">
                <a:solidFill>
                  <a:schemeClr val="bg1"/>
                </a:solidFill>
                <a:latin typeface="Times New Roman" pitchFamily="18" charset="0"/>
              </a:rPr>
              <a:t>МДНФ </a:t>
            </a:r>
            <a:r>
              <a:rPr lang="ru-RU" altLang="ru-RU" sz="2400" b="1" dirty="0" err="1">
                <a:solidFill>
                  <a:schemeClr val="bg1"/>
                </a:solidFill>
                <a:latin typeface="Times New Roman" pitchFamily="18" charset="0"/>
              </a:rPr>
              <a:t>ва</a:t>
            </a:r>
            <a:r>
              <a:rPr lang="ru-RU" altLang="ru-RU" sz="2400" b="1" dirty="0">
                <a:solidFill>
                  <a:schemeClr val="bg1"/>
                </a:solidFill>
                <a:latin typeface="Times New Roman" pitchFamily="18" charset="0"/>
              </a:rPr>
              <a:t> МКНФ</a:t>
            </a:r>
            <a:endParaRPr lang="uz-Cyrl-UZ" altLang="ru-RU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872716"/>
            <a:ext cx="8753475" cy="583200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t" anchorCtr="0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538163" algn="just">
              <a:spcBef>
                <a:spcPts val="0"/>
              </a:spcBef>
              <a:buNone/>
            </a:pP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Таъриф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4.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..., Х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ў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згарувчилар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атнашган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конъюктив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дизъюнктив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хади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мукаммал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дейилади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агар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/>
              </a:rPr>
              <a:t>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1,…,n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жуфтликлардан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албатта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фа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ат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биттаси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атнашса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4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buNone/>
            </a:pP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Таъриф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5.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..., Х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ў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згарувчилар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катнашган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нормал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форма (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дизъюнктив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ёки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конъюктив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мукаммал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дейилади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унда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фа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ат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мукаммал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бир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ҳадлар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атнашган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бўлса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4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buNone/>
            </a:pPr>
            <a:endParaRPr lang="en-US" sz="2400" u="sng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buNone/>
            </a:pPr>
            <a:r>
              <a:rPr lang="uz-Cyrl-UZ" sz="2400" u="sng" dirty="0">
                <a:latin typeface="Times New Roman" pitchFamily="18" charset="0"/>
                <a:cs typeface="Times New Roman" pitchFamily="18" charset="0"/>
              </a:rPr>
              <a:t>Масалан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  <a:endParaRPr lang="uz-Cyrl-UZ" sz="24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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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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(Х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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(Х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– М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КНФ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indent="538163" algn="just">
              <a:spcBef>
                <a:spcPts val="0"/>
              </a:spcBef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indent="538163" algn="just">
              <a:spcBef>
                <a:spcPts val="0"/>
              </a:spcBef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,Х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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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(Х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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(Х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200" dirty="0">
                <a:latin typeface="Times New Roman" pitchFamily="18" charset="0"/>
                <a:cs typeface="Times New Roman" pitchFamily="18" charset="0"/>
                <a:sym typeface="Symbol"/>
              </a:rPr>
              <a:t>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МДНФ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7482572"/>
      </p:ext>
    </p:extLst>
  </p:cSld>
  <p:clrMapOvr>
    <a:masterClrMapping/>
  </p:clrMapOvr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12785</TotalTime>
  <Words>423</Words>
  <Application>Microsoft Office PowerPoint</Application>
  <PresentationFormat>Экран (4:3)</PresentationFormat>
  <Paragraphs>25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Calibri</vt:lpstr>
      <vt:lpstr>Times New Roman</vt:lpstr>
      <vt:lpstr>Verdana</vt:lpstr>
      <vt:lpstr>Wingdings</vt:lpstr>
      <vt:lpstr>Профиль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ФВЬШТ</cp:lastModifiedBy>
  <cp:revision>1732</cp:revision>
  <dcterms:created xsi:type="dcterms:W3CDTF">2010-10-01T16:11:11Z</dcterms:created>
  <dcterms:modified xsi:type="dcterms:W3CDTF">2024-05-08T05:24:04Z</dcterms:modified>
</cp:coreProperties>
</file>