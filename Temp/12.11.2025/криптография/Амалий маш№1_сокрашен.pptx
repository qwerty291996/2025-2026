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sldIdLst>
    <p:sldId id="256" r:id="rId2"/>
    <p:sldId id="257" r:id="rId3"/>
    <p:sldId id="258" r:id="rId4"/>
    <p:sldId id="259" r:id="rId5"/>
    <p:sldId id="260" r:id="rId6"/>
    <p:sldId id="261" r:id="rId7"/>
    <p:sldId id="264" r:id="rId8"/>
    <p:sldId id="271" r:id="rId9"/>
    <p:sldId id="262" r:id="rId10"/>
    <p:sldId id="272" r:id="rId11"/>
    <p:sldId id="263" r:id="rId12"/>
    <p:sldId id="265" r:id="rId13"/>
    <p:sldId id="266" r:id="rId14"/>
    <p:sldId id="267" r:id="rId15"/>
    <p:sldId id="268" r:id="rId16"/>
    <p:sldId id="269" r:id="rId17"/>
    <p:sldId id="273" r:id="rId18"/>
    <p:sldId id="274" r:id="rId19"/>
    <p:sldId id="275" r:id="rId20"/>
    <p:sldId id="270" r:id="rId21"/>
  </p:sldIdLst>
  <p:sldSz cx="9144000" cy="6858000" type="screen4x3"/>
  <p:notesSz cx="6858000" cy="9144000"/>
  <p:defaultTextStyle>
    <a:defPPr>
      <a:defRPr lang="ru-RU"/>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0033"/>
    <a:srgbClr val="660033"/>
    <a:srgbClr val="A500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A107856-5554-42FB-B03E-39F5DBC370BA}" styleName="Средний стиль 4 - акцент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505E3EF-67EA-436B-97B2-0124C06EBD24}" styleName="Средний стиль 4 - акцент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Средний стиль 4 - акцент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4" d="100"/>
          <a:sy n="84" d="100"/>
        </p:scale>
        <p:origin x="-1402" y="-6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9.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0.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1.png"/></Relationships>
</file>

<file path=ppt/drawings/_rels/vmlDrawing9.v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png"/></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6.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grpSp>
        <p:nvGrpSpPr>
          <p:cNvPr id="4" name="Group 2"/>
          <p:cNvGrpSpPr>
            <a:grpSpLocks/>
          </p:cNvGrpSpPr>
          <p:nvPr/>
        </p:nvGrpSpPr>
        <p:grpSpPr bwMode="auto">
          <a:xfrm>
            <a:off x="-6350" y="20638"/>
            <a:ext cx="9144000" cy="6858000"/>
            <a:chOff x="0" y="0"/>
            <a:chExt cx="5760" cy="4320"/>
          </a:xfrm>
        </p:grpSpPr>
        <p:sp>
          <p:nvSpPr>
            <p:cNvPr id="5" name="Freeform 3"/>
            <p:cNvSpPr>
              <a:spLocks/>
            </p:cNvSpPr>
            <p:nvPr/>
          </p:nvSpPr>
          <p:spPr bwMode="hidden">
            <a:xfrm>
              <a:off x="0" y="3072"/>
              <a:ext cx="5760" cy="1248"/>
            </a:xfrm>
            <a:custGeom>
              <a:avLst/>
              <a:gdLst>
                <a:gd name="T0" fmla="*/ 5261 w 6027"/>
                <a:gd name="T1" fmla="*/ 369 h 2296"/>
                <a:gd name="T2" fmla="*/ 0 w 6027"/>
                <a:gd name="T3" fmla="*/ 369 h 2296"/>
                <a:gd name="T4" fmla="*/ 0 w 6027"/>
                <a:gd name="T5" fmla="*/ 0 h 2296"/>
                <a:gd name="T6" fmla="*/ 5261 w 6027"/>
                <a:gd name="T7" fmla="*/ 0 h 2296"/>
                <a:gd name="T8" fmla="*/ 5261 w 6027"/>
                <a:gd name="T9" fmla="*/ 369 h 2296"/>
                <a:gd name="T10" fmla="*/ 5261 w 6027"/>
                <a:gd name="T11" fmla="*/ 369 h 229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027" h="2296">
                  <a:moveTo>
                    <a:pt x="6027" y="2296"/>
                  </a:moveTo>
                  <a:lnTo>
                    <a:pt x="0" y="2296"/>
                  </a:lnTo>
                  <a:lnTo>
                    <a:pt x="0" y="0"/>
                  </a:lnTo>
                  <a:lnTo>
                    <a:pt x="6027" y="0"/>
                  </a:lnTo>
                  <a:lnTo>
                    <a:pt x="6027" y="2296"/>
                  </a:lnTo>
                  <a:close/>
                </a:path>
              </a:pathLst>
            </a:custGeom>
            <a:gradFill rotWithShape="0">
              <a:gsLst>
                <a:gs pos="0">
                  <a:schemeClr val="bg1"/>
                </a:gs>
                <a:gs pos="100000">
                  <a:schemeClr val="accent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sp>
          <p:nvSpPr>
            <p:cNvPr id="6" name="Freeform 4"/>
            <p:cNvSpPr>
              <a:spLocks/>
            </p:cNvSpPr>
            <p:nvPr/>
          </p:nvSpPr>
          <p:spPr bwMode="hidden">
            <a:xfrm>
              <a:off x="0" y="0"/>
              <a:ext cx="5760" cy="3072"/>
            </a:xfrm>
            <a:custGeom>
              <a:avLst/>
              <a:gdLst>
                <a:gd name="T0" fmla="*/ 6027 w 6027"/>
                <a:gd name="T1" fmla="*/ 2296 h 2296"/>
                <a:gd name="T2" fmla="*/ 0 w 6027"/>
                <a:gd name="T3" fmla="*/ 2296 h 2296"/>
                <a:gd name="T4" fmla="*/ 0 w 6027"/>
                <a:gd name="T5" fmla="*/ 0 h 2296"/>
                <a:gd name="T6" fmla="*/ 6027 w 6027"/>
                <a:gd name="T7" fmla="*/ 0 h 2296"/>
                <a:gd name="T8" fmla="*/ 6027 w 6027"/>
                <a:gd name="T9" fmla="*/ 2296 h 2296"/>
                <a:gd name="T10" fmla="*/ 6027 w 6027"/>
                <a:gd name="T11" fmla="*/ 2296 h 2296"/>
              </a:gdLst>
              <a:ahLst/>
              <a:cxnLst>
                <a:cxn ang="0">
                  <a:pos x="T0" y="T1"/>
                </a:cxn>
                <a:cxn ang="0">
                  <a:pos x="T2" y="T3"/>
                </a:cxn>
                <a:cxn ang="0">
                  <a:pos x="T4" y="T5"/>
                </a:cxn>
                <a:cxn ang="0">
                  <a:pos x="T6" y="T7"/>
                </a:cxn>
                <a:cxn ang="0">
                  <a:pos x="T8" y="T9"/>
                </a:cxn>
                <a:cxn ang="0">
                  <a:pos x="T10" y="T11"/>
                </a:cxn>
              </a:cxnLst>
              <a:rect l="0" t="0" r="r" b="b"/>
              <a:pathLst>
                <a:path w="6027" h="2296">
                  <a:moveTo>
                    <a:pt x="6027" y="2296"/>
                  </a:moveTo>
                  <a:lnTo>
                    <a:pt x="0" y="2296"/>
                  </a:lnTo>
                  <a:lnTo>
                    <a:pt x="0" y="0"/>
                  </a:lnTo>
                  <a:lnTo>
                    <a:pt x="6027" y="0"/>
                  </a:lnTo>
                  <a:lnTo>
                    <a:pt x="6027" y="2296"/>
                  </a:lnTo>
                  <a:lnTo>
                    <a:pt x="6027" y="2296"/>
                  </a:lnTo>
                  <a:close/>
                </a:path>
              </a:pathLst>
            </a:custGeom>
            <a:gradFill rotWithShape="0">
              <a:gsLst>
                <a:gs pos="0">
                  <a:schemeClr val="bg1">
                    <a:gamma/>
                    <a:shade val="46275"/>
                    <a:invGamma/>
                  </a:schemeClr>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ru-RU">
                <a:latin typeface="Arial" charset="0"/>
              </a:endParaRPr>
            </a:p>
          </p:txBody>
        </p:sp>
      </p:grpSp>
      <p:sp>
        <p:nvSpPr>
          <p:cNvPr id="7" name="Freeform 5"/>
          <p:cNvSpPr>
            <a:spLocks/>
          </p:cNvSpPr>
          <p:nvPr/>
        </p:nvSpPr>
        <p:spPr bwMode="hidden">
          <a:xfrm>
            <a:off x="6242050" y="6269038"/>
            <a:ext cx="2895600" cy="609600"/>
          </a:xfrm>
          <a:custGeom>
            <a:avLst/>
            <a:gdLst>
              <a:gd name="T0" fmla="*/ 2147483647 w 5748"/>
              <a:gd name="T1" fmla="*/ 2147483647 h 246"/>
              <a:gd name="T2" fmla="*/ 0 w 5748"/>
              <a:gd name="T3" fmla="*/ 2147483647 h 246"/>
              <a:gd name="T4" fmla="*/ 0 w 5748"/>
              <a:gd name="T5" fmla="*/ 0 h 246"/>
              <a:gd name="T6" fmla="*/ 2147483647 w 5748"/>
              <a:gd name="T7" fmla="*/ 0 h 246"/>
              <a:gd name="T8" fmla="*/ 2147483647 w 5748"/>
              <a:gd name="T9" fmla="*/ 2147483647 h 246"/>
              <a:gd name="T10" fmla="*/ 2147483647 w 5748"/>
              <a:gd name="T11" fmla="*/ 2147483647 h 24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48" h="246">
                <a:moveTo>
                  <a:pt x="5748" y="246"/>
                </a:moveTo>
                <a:lnTo>
                  <a:pt x="0" y="246"/>
                </a:lnTo>
                <a:lnTo>
                  <a:pt x="0" y="0"/>
                </a:lnTo>
                <a:lnTo>
                  <a:pt x="5748" y="0"/>
                </a:lnTo>
                <a:lnTo>
                  <a:pt x="5748" y="246"/>
                </a:lnTo>
                <a:close/>
              </a:path>
            </a:pathLst>
          </a:cu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grpSp>
        <p:nvGrpSpPr>
          <p:cNvPr id="8" name="Group 6"/>
          <p:cNvGrpSpPr>
            <a:grpSpLocks/>
          </p:cNvGrpSpPr>
          <p:nvPr/>
        </p:nvGrpSpPr>
        <p:grpSpPr bwMode="auto">
          <a:xfrm>
            <a:off x="-1588" y="6034088"/>
            <a:ext cx="7845426" cy="850900"/>
            <a:chOff x="0" y="3792"/>
            <a:chExt cx="4942" cy="536"/>
          </a:xfrm>
        </p:grpSpPr>
        <p:sp>
          <p:nvSpPr>
            <p:cNvPr id="9" name="Freeform 7"/>
            <p:cNvSpPr>
              <a:spLocks/>
            </p:cNvSpPr>
            <p:nvPr userDrawn="1"/>
          </p:nvSpPr>
          <p:spPr bwMode="ltGray">
            <a:xfrm>
              <a:off x="1488" y="3792"/>
              <a:ext cx="3240" cy="536"/>
            </a:xfrm>
            <a:custGeom>
              <a:avLst/>
              <a:gdLst>
                <a:gd name="T0" fmla="*/ 3132 w 3240"/>
                <a:gd name="T1" fmla="*/ 469 h 536"/>
                <a:gd name="T2" fmla="*/ 2995 w 3240"/>
                <a:gd name="T3" fmla="*/ 395 h 536"/>
                <a:gd name="T4" fmla="*/ 2911 w 3240"/>
                <a:gd name="T5" fmla="*/ 375 h 536"/>
                <a:gd name="T6" fmla="*/ 2678 w 3240"/>
                <a:gd name="T7" fmla="*/ 228 h 536"/>
                <a:gd name="T8" fmla="*/ 2553 w 3240"/>
                <a:gd name="T9" fmla="*/ 74 h 536"/>
                <a:gd name="T10" fmla="*/ 2457 w 3240"/>
                <a:gd name="T11" fmla="*/ 7 h 536"/>
                <a:gd name="T12" fmla="*/ 2403 w 3240"/>
                <a:gd name="T13" fmla="*/ 47 h 536"/>
                <a:gd name="T14" fmla="*/ 2289 w 3240"/>
                <a:gd name="T15" fmla="*/ 74 h 536"/>
                <a:gd name="T16" fmla="*/ 2134 w 3240"/>
                <a:gd name="T17" fmla="*/ 74 h 536"/>
                <a:gd name="T18" fmla="*/ 2044 w 3240"/>
                <a:gd name="T19" fmla="*/ 128 h 536"/>
                <a:gd name="T20" fmla="*/ 1775 w 3240"/>
                <a:gd name="T21" fmla="*/ 222 h 536"/>
                <a:gd name="T22" fmla="*/ 1602 w 3240"/>
                <a:gd name="T23" fmla="*/ 181 h 536"/>
                <a:gd name="T24" fmla="*/ 1560 w 3240"/>
                <a:gd name="T25" fmla="*/ 101 h 536"/>
                <a:gd name="T26" fmla="*/ 1542 w 3240"/>
                <a:gd name="T27" fmla="*/ 87 h 536"/>
                <a:gd name="T28" fmla="*/ 1446 w 3240"/>
                <a:gd name="T29" fmla="*/ 60 h 536"/>
                <a:gd name="T30" fmla="*/ 1375 w 3240"/>
                <a:gd name="T31" fmla="*/ 74 h 536"/>
                <a:gd name="T32" fmla="*/ 1309 w 3240"/>
                <a:gd name="T33" fmla="*/ 87 h 536"/>
                <a:gd name="T34" fmla="*/ 1243 w 3240"/>
                <a:gd name="T35" fmla="*/ 13 h 536"/>
                <a:gd name="T36" fmla="*/ 1225 w 3240"/>
                <a:gd name="T37" fmla="*/ 0 h 536"/>
                <a:gd name="T38" fmla="*/ 1189 w 3240"/>
                <a:gd name="T39" fmla="*/ 0 h 536"/>
                <a:gd name="T40" fmla="*/ 1106 w 3240"/>
                <a:gd name="T41" fmla="*/ 34 h 536"/>
                <a:gd name="T42" fmla="*/ 1106 w 3240"/>
                <a:gd name="T43" fmla="*/ 34 h 536"/>
                <a:gd name="T44" fmla="*/ 1094 w 3240"/>
                <a:gd name="T45" fmla="*/ 40 h 536"/>
                <a:gd name="T46" fmla="*/ 1070 w 3240"/>
                <a:gd name="T47" fmla="*/ 54 h 536"/>
                <a:gd name="T48" fmla="*/ 1034 w 3240"/>
                <a:gd name="T49" fmla="*/ 74 h 536"/>
                <a:gd name="T50" fmla="*/ 1004 w 3240"/>
                <a:gd name="T51" fmla="*/ 74 h 536"/>
                <a:gd name="T52" fmla="*/ 986 w 3240"/>
                <a:gd name="T53" fmla="*/ 74 h 536"/>
                <a:gd name="T54" fmla="*/ 956 w 3240"/>
                <a:gd name="T55" fmla="*/ 81 h 536"/>
                <a:gd name="T56" fmla="*/ 920 w 3240"/>
                <a:gd name="T57" fmla="*/ 94 h 536"/>
                <a:gd name="T58" fmla="*/ 884 w 3240"/>
                <a:gd name="T59" fmla="*/ 107 h 536"/>
                <a:gd name="T60" fmla="*/ 843 w 3240"/>
                <a:gd name="T61" fmla="*/ 128 h 536"/>
                <a:gd name="T62" fmla="*/ 813 w 3240"/>
                <a:gd name="T63" fmla="*/ 141 h 536"/>
                <a:gd name="T64" fmla="*/ 789 w 3240"/>
                <a:gd name="T65" fmla="*/ 148 h 536"/>
                <a:gd name="T66" fmla="*/ 783 w 3240"/>
                <a:gd name="T67" fmla="*/ 154 h 536"/>
                <a:gd name="T68" fmla="*/ 556 w 3240"/>
                <a:gd name="T69" fmla="*/ 228 h 536"/>
                <a:gd name="T70" fmla="*/ 394 w 3240"/>
                <a:gd name="T71" fmla="*/ 294 h 536"/>
                <a:gd name="T72" fmla="*/ 107 w 3240"/>
                <a:gd name="T73" fmla="*/ 462 h 536"/>
                <a:gd name="T74" fmla="*/ 0 w 3240"/>
                <a:gd name="T75" fmla="*/ 536 h 536"/>
                <a:gd name="T76" fmla="*/ 3240 w 3240"/>
                <a:gd name="T77" fmla="*/ 536 h 536"/>
                <a:gd name="T78" fmla="*/ 3132 w 3240"/>
                <a:gd name="T79" fmla="*/ 469 h 536"/>
                <a:gd name="T80" fmla="*/ 3132 w 3240"/>
                <a:gd name="T81" fmla="*/ 469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240" h="536">
                  <a:moveTo>
                    <a:pt x="3132" y="469"/>
                  </a:moveTo>
                  <a:lnTo>
                    <a:pt x="2995" y="395"/>
                  </a:lnTo>
                  <a:lnTo>
                    <a:pt x="2911" y="375"/>
                  </a:lnTo>
                  <a:lnTo>
                    <a:pt x="2678" y="228"/>
                  </a:lnTo>
                  <a:lnTo>
                    <a:pt x="2553" y="74"/>
                  </a:lnTo>
                  <a:lnTo>
                    <a:pt x="2457" y="7"/>
                  </a:lnTo>
                  <a:lnTo>
                    <a:pt x="2403" y="47"/>
                  </a:lnTo>
                  <a:lnTo>
                    <a:pt x="2289" y="74"/>
                  </a:lnTo>
                  <a:lnTo>
                    <a:pt x="2134" y="74"/>
                  </a:lnTo>
                  <a:lnTo>
                    <a:pt x="2044" y="128"/>
                  </a:lnTo>
                  <a:lnTo>
                    <a:pt x="1775" y="222"/>
                  </a:lnTo>
                  <a:lnTo>
                    <a:pt x="1602" y="181"/>
                  </a:lnTo>
                  <a:lnTo>
                    <a:pt x="1560" y="101"/>
                  </a:lnTo>
                  <a:lnTo>
                    <a:pt x="1542" y="87"/>
                  </a:lnTo>
                  <a:lnTo>
                    <a:pt x="1446" y="60"/>
                  </a:lnTo>
                  <a:lnTo>
                    <a:pt x="1375" y="74"/>
                  </a:lnTo>
                  <a:lnTo>
                    <a:pt x="1309" y="87"/>
                  </a:lnTo>
                  <a:lnTo>
                    <a:pt x="1243" y="13"/>
                  </a:lnTo>
                  <a:lnTo>
                    <a:pt x="1225" y="0"/>
                  </a:lnTo>
                  <a:lnTo>
                    <a:pt x="1189" y="0"/>
                  </a:lnTo>
                  <a:lnTo>
                    <a:pt x="1106" y="34"/>
                  </a:lnTo>
                  <a:lnTo>
                    <a:pt x="1106" y="34"/>
                  </a:lnTo>
                  <a:lnTo>
                    <a:pt x="1094" y="40"/>
                  </a:lnTo>
                  <a:lnTo>
                    <a:pt x="1070" y="54"/>
                  </a:lnTo>
                  <a:lnTo>
                    <a:pt x="1034" y="74"/>
                  </a:lnTo>
                  <a:lnTo>
                    <a:pt x="1004" y="74"/>
                  </a:lnTo>
                  <a:lnTo>
                    <a:pt x="986" y="74"/>
                  </a:lnTo>
                  <a:lnTo>
                    <a:pt x="956" y="81"/>
                  </a:lnTo>
                  <a:lnTo>
                    <a:pt x="920" y="94"/>
                  </a:lnTo>
                  <a:lnTo>
                    <a:pt x="884" y="107"/>
                  </a:lnTo>
                  <a:lnTo>
                    <a:pt x="843" y="128"/>
                  </a:lnTo>
                  <a:lnTo>
                    <a:pt x="813" y="141"/>
                  </a:lnTo>
                  <a:lnTo>
                    <a:pt x="789" y="148"/>
                  </a:lnTo>
                  <a:lnTo>
                    <a:pt x="783" y="154"/>
                  </a:lnTo>
                  <a:lnTo>
                    <a:pt x="556" y="228"/>
                  </a:lnTo>
                  <a:lnTo>
                    <a:pt x="394" y="294"/>
                  </a:lnTo>
                  <a:lnTo>
                    <a:pt x="107" y="462"/>
                  </a:lnTo>
                  <a:lnTo>
                    <a:pt x="0" y="536"/>
                  </a:lnTo>
                  <a:lnTo>
                    <a:pt x="3240" y="536"/>
                  </a:lnTo>
                  <a:lnTo>
                    <a:pt x="3132" y="469"/>
                  </a:lnTo>
                  <a:lnTo>
                    <a:pt x="3132" y="469"/>
                  </a:lnTo>
                  <a:close/>
                </a:path>
              </a:pathLst>
            </a:custGeom>
            <a:gradFill rotWithShape="0">
              <a:gsLst>
                <a:gs pos="0">
                  <a:schemeClr val="bg2">
                    <a:gamma/>
                    <a:tint val="66667"/>
                    <a:invGamma/>
                  </a:schemeClr>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ru-RU">
                <a:latin typeface="Arial" charset="0"/>
              </a:endParaRPr>
            </a:p>
          </p:txBody>
        </p:sp>
        <p:grpSp>
          <p:nvGrpSpPr>
            <p:cNvPr id="10" name="Group 8"/>
            <p:cNvGrpSpPr>
              <a:grpSpLocks/>
            </p:cNvGrpSpPr>
            <p:nvPr userDrawn="1"/>
          </p:nvGrpSpPr>
          <p:grpSpPr bwMode="auto">
            <a:xfrm>
              <a:off x="2486" y="3792"/>
              <a:ext cx="2456" cy="536"/>
              <a:chOff x="2486" y="3792"/>
              <a:chExt cx="2456" cy="536"/>
            </a:xfrm>
          </p:grpSpPr>
          <p:sp>
            <p:nvSpPr>
              <p:cNvPr id="12" name="Freeform 9"/>
              <p:cNvSpPr>
                <a:spLocks/>
              </p:cNvSpPr>
              <p:nvPr userDrawn="1"/>
            </p:nvSpPr>
            <p:spPr bwMode="ltGray">
              <a:xfrm>
                <a:off x="3948" y="3799"/>
                <a:ext cx="994" cy="529"/>
              </a:xfrm>
              <a:custGeom>
                <a:avLst/>
                <a:gdLst>
                  <a:gd name="T0" fmla="*/ 636 w 994"/>
                  <a:gd name="T1" fmla="*/ 373 h 529"/>
                  <a:gd name="T2" fmla="*/ 495 w 994"/>
                  <a:gd name="T3" fmla="*/ 370 h 529"/>
                  <a:gd name="T4" fmla="*/ 280 w 994"/>
                  <a:gd name="T5" fmla="*/ 249 h 529"/>
                  <a:gd name="T6" fmla="*/ 127 w 994"/>
                  <a:gd name="T7" fmla="*/ 66 h 529"/>
                  <a:gd name="T8" fmla="*/ 0 w 994"/>
                  <a:gd name="T9" fmla="*/ 0 h 529"/>
                  <a:gd name="T10" fmla="*/ 22 w 994"/>
                  <a:gd name="T11" fmla="*/ 26 h 529"/>
                  <a:gd name="T12" fmla="*/ 0 w 994"/>
                  <a:gd name="T13" fmla="*/ 65 h 529"/>
                  <a:gd name="T14" fmla="*/ 30 w 994"/>
                  <a:gd name="T15" fmla="*/ 119 h 529"/>
                  <a:gd name="T16" fmla="*/ 75 w 994"/>
                  <a:gd name="T17" fmla="*/ 243 h 529"/>
                  <a:gd name="T18" fmla="*/ 45 w 994"/>
                  <a:gd name="T19" fmla="*/ 422 h 529"/>
                  <a:gd name="T20" fmla="*/ 200 w 994"/>
                  <a:gd name="T21" fmla="*/ 329 h 529"/>
                  <a:gd name="T22" fmla="*/ 592 w 994"/>
                  <a:gd name="T23" fmla="*/ 527 h 529"/>
                  <a:gd name="T24" fmla="*/ 994 w 994"/>
                  <a:gd name="T25" fmla="*/ 529 h 529"/>
                  <a:gd name="T26" fmla="*/ 828 w 994"/>
                  <a:gd name="T27" fmla="*/ 473 h 529"/>
                  <a:gd name="T28" fmla="*/ 636 w 994"/>
                  <a:gd name="T29" fmla="*/ 373 h 52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994" h="529">
                    <a:moveTo>
                      <a:pt x="636" y="373"/>
                    </a:moveTo>
                    <a:lnTo>
                      <a:pt x="495" y="370"/>
                    </a:lnTo>
                    <a:lnTo>
                      <a:pt x="280" y="249"/>
                    </a:lnTo>
                    <a:lnTo>
                      <a:pt x="127" y="66"/>
                    </a:lnTo>
                    <a:lnTo>
                      <a:pt x="0" y="0"/>
                    </a:lnTo>
                    <a:lnTo>
                      <a:pt x="22" y="26"/>
                    </a:lnTo>
                    <a:lnTo>
                      <a:pt x="0" y="65"/>
                    </a:lnTo>
                    <a:lnTo>
                      <a:pt x="30" y="119"/>
                    </a:lnTo>
                    <a:lnTo>
                      <a:pt x="75" y="243"/>
                    </a:lnTo>
                    <a:lnTo>
                      <a:pt x="45" y="422"/>
                    </a:lnTo>
                    <a:lnTo>
                      <a:pt x="200" y="329"/>
                    </a:lnTo>
                    <a:lnTo>
                      <a:pt x="592" y="527"/>
                    </a:lnTo>
                    <a:lnTo>
                      <a:pt x="994" y="529"/>
                    </a:lnTo>
                    <a:lnTo>
                      <a:pt x="828" y="473"/>
                    </a:lnTo>
                    <a:lnTo>
                      <a:pt x="636" y="373"/>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sp>
            <p:nvSpPr>
              <p:cNvPr id="13" name="Freeform 10"/>
              <p:cNvSpPr>
                <a:spLocks/>
              </p:cNvSpPr>
              <p:nvPr userDrawn="1"/>
            </p:nvSpPr>
            <p:spPr bwMode="ltGray">
              <a:xfrm>
                <a:off x="2677" y="3792"/>
                <a:ext cx="186" cy="395"/>
              </a:xfrm>
              <a:custGeom>
                <a:avLst/>
                <a:gdLst>
                  <a:gd name="T0" fmla="*/ 36 w 186"/>
                  <a:gd name="T1" fmla="*/ 0 h 353"/>
                  <a:gd name="T2" fmla="*/ 54 w 186"/>
                  <a:gd name="T3" fmla="*/ 25 h 353"/>
                  <a:gd name="T4" fmla="*/ 24 w 186"/>
                  <a:gd name="T5" fmla="*/ 43 h 353"/>
                  <a:gd name="T6" fmla="*/ 18 w 186"/>
                  <a:gd name="T7" fmla="*/ 93 h 353"/>
                  <a:gd name="T8" fmla="*/ 42 w 186"/>
                  <a:gd name="T9" fmla="*/ 160 h 353"/>
                  <a:gd name="T10" fmla="*/ 48 w 186"/>
                  <a:gd name="T11" fmla="*/ 227 h 353"/>
                  <a:gd name="T12" fmla="*/ 0 w 186"/>
                  <a:gd name="T13" fmla="*/ 495 h 353"/>
                  <a:gd name="T14" fmla="*/ 54 w 186"/>
                  <a:gd name="T15" fmla="*/ 327 h 353"/>
                  <a:gd name="T16" fmla="*/ 84 w 186"/>
                  <a:gd name="T17" fmla="*/ 303 h 353"/>
                  <a:gd name="T18" fmla="*/ 126 w 186"/>
                  <a:gd name="T19" fmla="*/ 177 h 353"/>
                  <a:gd name="T20" fmla="*/ 144 w 186"/>
                  <a:gd name="T21" fmla="*/ 168 h 353"/>
                  <a:gd name="T22" fmla="*/ 144 w 186"/>
                  <a:gd name="T23" fmla="*/ 126 h 353"/>
                  <a:gd name="T24" fmla="*/ 186 w 186"/>
                  <a:gd name="T25" fmla="*/ 93 h 353"/>
                  <a:gd name="T26" fmla="*/ 162 w 186"/>
                  <a:gd name="T27" fmla="*/ 84 h 353"/>
                  <a:gd name="T28" fmla="*/ 36 w 186"/>
                  <a:gd name="T29" fmla="*/ 0 h 353"/>
                  <a:gd name="T30" fmla="*/ 36 w 186"/>
                  <a:gd name="T31" fmla="*/ 0 h 35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86" h="353">
                    <a:moveTo>
                      <a:pt x="36" y="0"/>
                    </a:moveTo>
                    <a:lnTo>
                      <a:pt x="54" y="18"/>
                    </a:lnTo>
                    <a:lnTo>
                      <a:pt x="24" y="30"/>
                    </a:lnTo>
                    <a:lnTo>
                      <a:pt x="18" y="66"/>
                    </a:lnTo>
                    <a:lnTo>
                      <a:pt x="42" y="114"/>
                    </a:lnTo>
                    <a:lnTo>
                      <a:pt x="48" y="162"/>
                    </a:lnTo>
                    <a:lnTo>
                      <a:pt x="0" y="353"/>
                    </a:lnTo>
                    <a:lnTo>
                      <a:pt x="54" y="233"/>
                    </a:lnTo>
                    <a:lnTo>
                      <a:pt x="84" y="216"/>
                    </a:lnTo>
                    <a:lnTo>
                      <a:pt x="126" y="126"/>
                    </a:lnTo>
                    <a:lnTo>
                      <a:pt x="144" y="120"/>
                    </a:lnTo>
                    <a:lnTo>
                      <a:pt x="144" y="90"/>
                    </a:lnTo>
                    <a:lnTo>
                      <a:pt x="186" y="66"/>
                    </a:lnTo>
                    <a:lnTo>
                      <a:pt x="162" y="60"/>
                    </a:lnTo>
                    <a:lnTo>
                      <a:pt x="36"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sp>
            <p:nvSpPr>
              <p:cNvPr id="14" name="Freeform 11"/>
              <p:cNvSpPr>
                <a:spLocks/>
              </p:cNvSpPr>
              <p:nvPr userDrawn="1"/>
            </p:nvSpPr>
            <p:spPr bwMode="ltGray">
              <a:xfrm>
                <a:off x="3030" y="3893"/>
                <a:ext cx="378" cy="271"/>
              </a:xfrm>
              <a:custGeom>
                <a:avLst/>
                <a:gdLst>
                  <a:gd name="T0" fmla="*/ 18 w 378"/>
                  <a:gd name="T1" fmla="*/ 0 h 271"/>
                  <a:gd name="T2" fmla="*/ 12 w 378"/>
                  <a:gd name="T3" fmla="*/ 13 h 271"/>
                  <a:gd name="T4" fmla="*/ 0 w 378"/>
                  <a:gd name="T5" fmla="*/ 40 h 271"/>
                  <a:gd name="T6" fmla="*/ 60 w 378"/>
                  <a:gd name="T7" fmla="*/ 121 h 271"/>
                  <a:gd name="T8" fmla="*/ 310 w 378"/>
                  <a:gd name="T9" fmla="*/ 271 h 271"/>
                  <a:gd name="T10" fmla="*/ 290 w 378"/>
                  <a:gd name="T11" fmla="*/ 139 h 271"/>
                  <a:gd name="T12" fmla="*/ 378 w 378"/>
                  <a:gd name="T13" fmla="*/ 76 h 271"/>
                  <a:gd name="T14" fmla="*/ 251 w 378"/>
                  <a:gd name="T15" fmla="*/ 94 h 271"/>
                  <a:gd name="T16" fmla="*/ 90 w 378"/>
                  <a:gd name="T17" fmla="*/ 54 h 271"/>
                  <a:gd name="T18" fmla="*/ 18 w 378"/>
                  <a:gd name="T19" fmla="*/ 0 h 271"/>
                  <a:gd name="T20" fmla="*/ 18 w 378"/>
                  <a:gd name="T21" fmla="*/ 0 h 27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8" h="271">
                    <a:moveTo>
                      <a:pt x="18" y="0"/>
                    </a:moveTo>
                    <a:lnTo>
                      <a:pt x="12" y="13"/>
                    </a:lnTo>
                    <a:lnTo>
                      <a:pt x="0" y="40"/>
                    </a:lnTo>
                    <a:lnTo>
                      <a:pt x="60" y="121"/>
                    </a:lnTo>
                    <a:lnTo>
                      <a:pt x="310" y="271"/>
                    </a:lnTo>
                    <a:lnTo>
                      <a:pt x="290" y="139"/>
                    </a:lnTo>
                    <a:lnTo>
                      <a:pt x="378" y="76"/>
                    </a:lnTo>
                    <a:lnTo>
                      <a:pt x="251" y="94"/>
                    </a:lnTo>
                    <a:lnTo>
                      <a:pt x="90" y="54"/>
                    </a:lnTo>
                    <a:lnTo>
                      <a:pt x="18"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sp>
            <p:nvSpPr>
              <p:cNvPr id="15" name="Freeform 12"/>
              <p:cNvSpPr>
                <a:spLocks/>
              </p:cNvSpPr>
              <p:nvPr userDrawn="1"/>
            </p:nvSpPr>
            <p:spPr bwMode="ltGray">
              <a:xfrm>
                <a:off x="3628" y="3866"/>
                <a:ext cx="155" cy="74"/>
              </a:xfrm>
              <a:custGeom>
                <a:avLst/>
                <a:gdLst>
                  <a:gd name="T0" fmla="*/ 114 w 155"/>
                  <a:gd name="T1" fmla="*/ 0 h 66"/>
                  <a:gd name="T2" fmla="*/ 0 w 155"/>
                  <a:gd name="T3" fmla="*/ 0 h 66"/>
                  <a:gd name="T4" fmla="*/ 0 w 155"/>
                  <a:gd name="T5" fmla="*/ 0 h 66"/>
                  <a:gd name="T6" fmla="*/ 6 w 155"/>
                  <a:gd name="T7" fmla="*/ 9 h 66"/>
                  <a:gd name="T8" fmla="*/ 6 w 155"/>
                  <a:gd name="T9" fmla="*/ 25 h 66"/>
                  <a:gd name="T10" fmla="*/ 0 w 155"/>
                  <a:gd name="T11" fmla="*/ 34 h 66"/>
                  <a:gd name="T12" fmla="*/ 78 w 155"/>
                  <a:gd name="T13" fmla="*/ 84 h 66"/>
                  <a:gd name="T14" fmla="*/ 96 w 155"/>
                  <a:gd name="T15" fmla="*/ 59 h 66"/>
                  <a:gd name="T16" fmla="*/ 155 w 155"/>
                  <a:gd name="T17" fmla="*/ 93 h 66"/>
                  <a:gd name="T18" fmla="*/ 126 w 155"/>
                  <a:gd name="T19" fmla="*/ 34 h 66"/>
                  <a:gd name="T20" fmla="*/ 149 w 155"/>
                  <a:gd name="T21" fmla="*/ 0 h 66"/>
                  <a:gd name="T22" fmla="*/ 114 w 155"/>
                  <a:gd name="T23" fmla="*/ 0 h 66"/>
                  <a:gd name="T24" fmla="*/ 114 w 155"/>
                  <a:gd name="T25" fmla="*/ 0 h 6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5" h="66">
                    <a:moveTo>
                      <a:pt x="114" y="0"/>
                    </a:moveTo>
                    <a:lnTo>
                      <a:pt x="0" y="0"/>
                    </a:lnTo>
                    <a:lnTo>
                      <a:pt x="6" y="6"/>
                    </a:lnTo>
                    <a:lnTo>
                      <a:pt x="6" y="18"/>
                    </a:lnTo>
                    <a:lnTo>
                      <a:pt x="0" y="24"/>
                    </a:lnTo>
                    <a:lnTo>
                      <a:pt x="78" y="60"/>
                    </a:lnTo>
                    <a:lnTo>
                      <a:pt x="96" y="42"/>
                    </a:lnTo>
                    <a:lnTo>
                      <a:pt x="155" y="66"/>
                    </a:lnTo>
                    <a:lnTo>
                      <a:pt x="126" y="24"/>
                    </a:lnTo>
                    <a:lnTo>
                      <a:pt x="149" y="0"/>
                    </a:lnTo>
                    <a:lnTo>
                      <a:pt x="114"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sp>
            <p:nvSpPr>
              <p:cNvPr id="16" name="Freeform 13"/>
              <p:cNvSpPr>
                <a:spLocks/>
              </p:cNvSpPr>
              <p:nvPr userDrawn="1"/>
            </p:nvSpPr>
            <p:spPr bwMode="ltGray">
              <a:xfrm>
                <a:off x="2486" y="3859"/>
                <a:ext cx="42" cy="81"/>
              </a:xfrm>
              <a:custGeom>
                <a:avLst/>
                <a:gdLst>
                  <a:gd name="T0" fmla="*/ 6 w 42"/>
                  <a:gd name="T1" fmla="*/ 52 h 72"/>
                  <a:gd name="T2" fmla="*/ 0 w 42"/>
                  <a:gd name="T3" fmla="*/ 26 h 72"/>
                  <a:gd name="T4" fmla="*/ 12 w 42"/>
                  <a:gd name="T5" fmla="*/ 9 h 72"/>
                  <a:gd name="T6" fmla="*/ 0 w 42"/>
                  <a:gd name="T7" fmla="*/ 9 h 72"/>
                  <a:gd name="T8" fmla="*/ 12 w 42"/>
                  <a:gd name="T9" fmla="*/ 9 h 72"/>
                  <a:gd name="T10" fmla="*/ 24 w 42"/>
                  <a:gd name="T11" fmla="*/ 9 h 72"/>
                  <a:gd name="T12" fmla="*/ 36 w 42"/>
                  <a:gd name="T13" fmla="*/ 9 h 72"/>
                  <a:gd name="T14" fmla="*/ 42 w 42"/>
                  <a:gd name="T15" fmla="*/ 0 h 72"/>
                  <a:gd name="T16" fmla="*/ 30 w 42"/>
                  <a:gd name="T17" fmla="*/ 26 h 72"/>
                  <a:gd name="T18" fmla="*/ 42 w 42"/>
                  <a:gd name="T19" fmla="*/ 69 h 72"/>
                  <a:gd name="T20" fmla="*/ 12 w 42"/>
                  <a:gd name="T21" fmla="*/ 102 h 72"/>
                  <a:gd name="T22" fmla="*/ 6 w 42"/>
                  <a:gd name="T23" fmla="*/ 52 h 72"/>
                  <a:gd name="T24" fmla="*/ 6 w 42"/>
                  <a:gd name="T25" fmla="*/ 5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2" h="72">
                    <a:moveTo>
                      <a:pt x="6" y="36"/>
                    </a:moveTo>
                    <a:lnTo>
                      <a:pt x="0" y="18"/>
                    </a:lnTo>
                    <a:lnTo>
                      <a:pt x="12" y="6"/>
                    </a:lnTo>
                    <a:lnTo>
                      <a:pt x="0" y="6"/>
                    </a:lnTo>
                    <a:lnTo>
                      <a:pt x="12" y="6"/>
                    </a:lnTo>
                    <a:lnTo>
                      <a:pt x="24" y="6"/>
                    </a:lnTo>
                    <a:lnTo>
                      <a:pt x="36" y="6"/>
                    </a:lnTo>
                    <a:lnTo>
                      <a:pt x="42" y="0"/>
                    </a:lnTo>
                    <a:lnTo>
                      <a:pt x="30" y="18"/>
                    </a:lnTo>
                    <a:lnTo>
                      <a:pt x="42" y="48"/>
                    </a:lnTo>
                    <a:lnTo>
                      <a:pt x="12" y="72"/>
                    </a:lnTo>
                    <a:lnTo>
                      <a:pt x="6" y="3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grpSp>
        <p:sp>
          <p:nvSpPr>
            <p:cNvPr id="11" name="Freeform 14"/>
            <p:cNvSpPr>
              <a:spLocks/>
            </p:cNvSpPr>
            <p:nvPr userDrawn="1"/>
          </p:nvSpPr>
          <p:spPr bwMode="ltGray">
            <a:xfrm>
              <a:off x="0" y="3792"/>
              <a:ext cx="3976" cy="535"/>
            </a:xfrm>
            <a:custGeom>
              <a:avLst/>
              <a:gdLst>
                <a:gd name="T0" fmla="*/ 3976 w 3976"/>
                <a:gd name="T1" fmla="*/ 527 h 527"/>
                <a:gd name="T2" fmla="*/ 3970 w 3976"/>
                <a:gd name="T3" fmla="*/ 527 h 527"/>
                <a:gd name="T4" fmla="*/ 3844 w 3976"/>
                <a:gd name="T5" fmla="*/ 509 h 527"/>
                <a:gd name="T6" fmla="*/ 2487 w 3976"/>
                <a:gd name="T7" fmla="*/ 305 h 527"/>
                <a:gd name="T8" fmla="*/ 2039 w 3976"/>
                <a:gd name="T9" fmla="*/ 36 h 527"/>
                <a:gd name="T10" fmla="*/ 1907 w 3976"/>
                <a:gd name="T11" fmla="*/ 24 h 527"/>
                <a:gd name="T12" fmla="*/ 1883 w 3976"/>
                <a:gd name="T13" fmla="*/ 54 h 527"/>
                <a:gd name="T14" fmla="*/ 1859 w 3976"/>
                <a:gd name="T15" fmla="*/ 54 h 527"/>
                <a:gd name="T16" fmla="*/ 1830 w 3976"/>
                <a:gd name="T17" fmla="*/ 30 h 527"/>
                <a:gd name="T18" fmla="*/ 1704 w 3976"/>
                <a:gd name="T19" fmla="*/ 102 h 527"/>
                <a:gd name="T20" fmla="*/ 1608 w 3976"/>
                <a:gd name="T21" fmla="*/ 126 h 527"/>
                <a:gd name="T22" fmla="*/ 1561 w 3976"/>
                <a:gd name="T23" fmla="*/ 132 h 527"/>
                <a:gd name="T24" fmla="*/ 1495 w 3976"/>
                <a:gd name="T25" fmla="*/ 102 h 527"/>
                <a:gd name="T26" fmla="*/ 1357 w 3976"/>
                <a:gd name="T27" fmla="*/ 126 h 527"/>
                <a:gd name="T28" fmla="*/ 1285 w 3976"/>
                <a:gd name="T29" fmla="*/ 24 h 527"/>
                <a:gd name="T30" fmla="*/ 1280 w 3976"/>
                <a:gd name="T31" fmla="*/ 18 h 527"/>
                <a:gd name="T32" fmla="*/ 1262 w 3976"/>
                <a:gd name="T33" fmla="*/ 12 h 527"/>
                <a:gd name="T34" fmla="*/ 1238 w 3976"/>
                <a:gd name="T35" fmla="*/ 6 h 527"/>
                <a:gd name="T36" fmla="*/ 1220 w 3976"/>
                <a:gd name="T37" fmla="*/ 0 h 527"/>
                <a:gd name="T38" fmla="*/ 1196 w 3976"/>
                <a:gd name="T39" fmla="*/ 0 h 527"/>
                <a:gd name="T40" fmla="*/ 1166 w 3976"/>
                <a:gd name="T41" fmla="*/ 0 h 527"/>
                <a:gd name="T42" fmla="*/ 1142 w 3976"/>
                <a:gd name="T43" fmla="*/ 0 h 527"/>
                <a:gd name="T44" fmla="*/ 1136 w 3976"/>
                <a:gd name="T45" fmla="*/ 0 h 527"/>
                <a:gd name="T46" fmla="*/ 1130 w 3976"/>
                <a:gd name="T47" fmla="*/ 0 h 527"/>
                <a:gd name="T48" fmla="*/ 1124 w 3976"/>
                <a:gd name="T49" fmla="*/ 6 h 527"/>
                <a:gd name="T50" fmla="*/ 1118 w 3976"/>
                <a:gd name="T51" fmla="*/ 12 h 527"/>
                <a:gd name="T52" fmla="*/ 1100 w 3976"/>
                <a:gd name="T53" fmla="*/ 18 h 527"/>
                <a:gd name="T54" fmla="*/ 1088 w 3976"/>
                <a:gd name="T55" fmla="*/ 18 h 527"/>
                <a:gd name="T56" fmla="*/ 1070 w 3976"/>
                <a:gd name="T57" fmla="*/ 24 h 527"/>
                <a:gd name="T58" fmla="*/ 1052 w 3976"/>
                <a:gd name="T59" fmla="*/ 30 h 527"/>
                <a:gd name="T60" fmla="*/ 1034 w 3976"/>
                <a:gd name="T61" fmla="*/ 36 h 527"/>
                <a:gd name="T62" fmla="*/ 1028 w 3976"/>
                <a:gd name="T63" fmla="*/ 42 h 527"/>
                <a:gd name="T64" fmla="*/ 969 w 3976"/>
                <a:gd name="T65" fmla="*/ 60 h 527"/>
                <a:gd name="T66" fmla="*/ 921 w 3976"/>
                <a:gd name="T67" fmla="*/ 72 h 527"/>
                <a:gd name="T68" fmla="*/ 855 w 3976"/>
                <a:gd name="T69" fmla="*/ 48 h 527"/>
                <a:gd name="T70" fmla="*/ 825 w 3976"/>
                <a:gd name="T71" fmla="*/ 48 h 527"/>
                <a:gd name="T72" fmla="*/ 759 w 3976"/>
                <a:gd name="T73" fmla="*/ 72 h 527"/>
                <a:gd name="T74" fmla="*/ 735 w 3976"/>
                <a:gd name="T75" fmla="*/ 72 h 527"/>
                <a:gd name="T76" fmla="*/ 706 w 3976"/>
                <a:gd name="T77" fmla="*/ 60 h 527"/>
                <a:gd name="T78" fmla="*/ 640 w 3976"/>
                <a:gd name="T79" fmla="*/ 60 h 527"/>
                <a:gd name="T80" fmla="*/ 544 w 3976"/>
                <a:gd name="T81" fmla="*/ 72 h 527"/>
                <a:gd name="T82" fmla="*/ 389 w 3976"/>
                <a:gd name="T83" fmla="*/ 18 h 527"/>
                <a:gd name="T84" fmla="*/ 323 w 3976"/>
                <a:gd name="T85" fmla="*/ 60 h 527"/>
                <a:gd name="T86" fmla="*/ 317 w 3976"/>
                <a:gd name="T87" fmla="*/ 60 h 527"/>
                <a:gd name="T88" fmla="*/ 305 w 3976"/>
                <a:gd name="T89" fmla="*/ 72 h 527"/>
                <a:gd name="T90" fmla="*/ 287 w 3976"/>
                <a:gd name="T91" fmla="*/ 78 h 527"/>
                <a:gd name="T92" fmla="*/ 263 w 3976"/>
                <a:gd name="T93" fmla="*/ 90 h 527"/>
                <a:gd name="T94" fmla="*/ 203 w 3976"/>
                <a:gd name="T95" fmla="*/ 120 h 527"/>
                <a:gd name="T96" fmla="*/ 149 w 3976"/>
                <a:gd name="T97" fmla="*/ 150 h 527"/>
                <a:gd name="T98" fmla="*/ 78 w 3976"/>
                <a:gd name="T99" fmla="*/ 168 h 527"/>
                <a:gd name="T100" fmla="*/ 0 w 3976"/>
                <a:gd name="T101" fmla="*/ 180 h 527"/>
                <a:gd name="T102" fmla="*/ 0 w 3976"/>
                <a:gd name="T103" fmla="*/ 527 h 527"/>
                <a:gd name="T104" fmla="*/ 1010 w 3976"/>
                <a:gd name="T105" fmla="*/ 527 h 527"/>
                <a:gd name="T106" fmla="*/ 3725 w 3976"/>
                <a:gd name="T107" fmla="*/ 527 h 527"/>
                <a:gd name="T108" fmla="*/ 3976 w 3976"/>
                <a:gd name="T109" fmla="*/ 527 h 527"/>
                <a:gd name="T110" fmla="*/ 3976 w 3976"/>
                <a:gd name="T111" fmla="*/ 527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976" h="527">
                  <a:moveTo>
                    <a:pt x="3976" y="527"/>
                  </a:moveTo>
                  <a:lnTo>
                    <a:pt x="3970" y="527"/>
                  </a:lnTo>
                  <a:lnTo>
                    <a:pt x="3844" y="509"/>
                  </a:lnTo>
                  <a:lnTo>
                    <a:pt x="2487" y="305"/>
                  </a:lnTo>
                  <a:lnTo>
                    <a:pt x="2039" y="36"/>
                  </a:lnTo>
                  <a:lnTo>
                    <a:pt x="1907" y="24"/>
                  </a:lnTo>
                  <a:lnTo>
                    <a:pt x="1883" y="54"/>
                  </a:lnTo>
                  <a:lnTo>
                    <a:pt x="1859" y="54"/>
                  </a:lnTo>
                  <a:lnTo>
                    <a:pt x="1830" y="30"/>
                  </a:lnTo>
                  <a:lnTo>
                    <a:pt x="1704" y="102"/>
                  </a:lnTo>
                  <a:lnTo>
                    <a:pt x="1608" y="126"/>
                  </a:lnTo>
                  <a:lnTo>
                    <a:pt x="1561" y="132"/>
                  </a:lnTo>
                  <a:lnTo>
                    <a:pt x="1495" y="102"/>
                  </a:lnTo>
                  <a:lnTo>
                    <a:pt x="1357" y="126"/>
                  </a:lnTo>
                  <a:lnTo>
                    <a:pt x="1285" y="24"/>
                  </a:lnTo>
                  <a:lnTo>
                    <a:pt x="1280" y="18"/>
                  </a:lnTo>
                  <a:lnTo>
                    <a:pt x="1262" y="12"/>
                  </a:lnTo>
                  <a:lnTo>
                    <a:pt x="1238" y="6"/>
                  </a:lnTo>
                  <a:lnTo>
                    <a:pt x="1220" y="0"/>
                  </a:lnTo>
                  <a:lnTo>
                    <a:pt x="1196" y="0"/>
                  </a:lnTo>
                  <a:lnTo>
                    <a:pt x="1166" y="0"/>
                  </a:lnTo>
                  <a:lnTo>
                    <a:pt x="1142" y="0"/>
                  </a:lnTo>
                  <a:lnTo>
                    <a:pt x="1136" y="0"/>
                  </a:lnTo>
                  <a:lnTo>
                    <a:pt x="1130" y="0"/>
                  </a:lnTo>
                  <a:lnTo>
                    <a:pt x="1124" y="6"/>
                  </a:lnTo>
                  <a:lnTo>
                    <a:pt x="1118" y="12"/>
                  </a:lnTo>
                  <a:lnTo>
                    <a:pt x="1100" y="18"/>
                  </a:lnTo>
                  <a:lnTo>
                    <a:pt x="1088" y="18"/>
                  </a:lnTo>
                  <a:lnTo>
                    <a:pt x="1070" y="24"/>
                  </a:lnTo>
                  <a:lnTo>
                    <a:pt x="1052" y="30"/>
                  </a:lnTo>
                  <a:lnTo>
                    <a:pt x="1034" y="36"/>
                  </a:lnTo>
                  <a:lnTo>
                    <a:pt x="1028" y="42"/>
                  </a:lnTo>
                  <a:lnTo>
                    <a:pt x="969" y="60"/>
                  </a:lnTo>
                  <a:lnTo>
                    <a:pt x="921" y="72"/>
                  </a:lnTo>
                  <a:lnTo>
                    <a:pt x="855" y="48"/>
                  </a:lnTo>
                  <a:lnTo>
                    <a:pt x="825" y="48"/>
                  </a:lnTo>
                  <a:lnTo>
                    <a:pt x="759" y="72"/>
                  </a:lnTo>
                  <a:lnTo>
                    <a:pt x="735" y="72"/>
                  </a:lnTo>
                  <a:lnTo>
                    <a:pt x="706" y="60"/>
                  </a:lnTo>
                  <a:lnTo>
                    <a:pt x="640" y="60"/>
                  </a:lnTo>
                  <a:lnTo>
                    <a:pt x="544" y="72"/>
                  </a:lnTo>
                  <a:lnTo>
                    <a:pt x="389" y="18"/>
                  </a:lnTo>
                  <a:lnTo>
                    <a:pt x="323" y="60"/>
                  </a:lnTo>
                  <a:lnTo>
                    <a:pt x="317" y="60"/>
                  </a:lnTo>
                  <a:lnTo>
                    <a:pt x="305" y="72"/>
                  </a:lnTo>
                  <a:lnTo>
                    <a:pt x="287" y="78"/>
                  </a:lnTo>
                  <a:lnTo>
                    <a:pt x="263" y="90"/>
                  </a:lnTo>
                  <a:lnTo>
                    <a:pt x="203" y="120"/>
                  </a:lnTo>
                  <a:lnTo>
                    <a:pt x="149" y="150"/>
                  </a:lnTo>
                  <a:lnTo>
                    <a:pt x="78" y="168"/>
                  </a:lnTo>
                  <a:lnTo>
                    <a:pt x="0" y="180"/>
                  </a:lnTo>
                  <a:lnTo>
                    <a:pt x="0" y="527"/>
                  </a:lnTo>
                  <a:lnTo>
                    <a:pt x="1010" y="527"/>
                  </a:lnTo>
                  <a:lnTo>
                    <a:pt x="3725" y="527"/>
                  </a:lnTo>
                  <a:lnTo>
                    <a:pt x="3976" y="527"/>
                  </a:lnTo>
                  <a:lnTo>
                    <a:pt x="3976" y="527"/>
                  </a:lnTo>
                  <a:close/>
                </a:path>
              </a:pathLst>
            </a:custGeom>
            <a:gradFill rotWithShape="0">
              <a:gsLst>
                <a:gs pos="0">
                  <a:schemeClr val="bg2">
                    <a:gamma/>
                    <a:tint val="75686"/>
                    <a:invGamma/>
                  </a:schemeClr>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ru-RU">
                <a:latin typeface="Arial" charset="0"/>
              </a:endParaRPr>
            </a:p>
          </p:txBody>
        </p:sp>
      </p:grpSp>
      <p:grpSp>
        <p:nvGrpSpPr>
          <p:cNvPr id="17" name="Group 15"/>
          <p:cNvGrpSpPr>
            <a:grpSpLocks/>
          </p:cNvGrpSpPr>
          <p:nvPr/>
        </p:nvGrpSpPr>
        <p:grpSpPr bwMode="auto">
          <a:xfrm>
            <a:off x="627063" y="6021388"/>
            <a:ext cx="5684837" cy="849312"/>
            <a:chOff x="395" y="3793"/>
            <a:chExt cx="3581" cy="535"/>
          </a:xfrm>
        </p:grpSpPr>
        <p:sp>
          <p:nvSpPr>
            <p:cNvPr id="18" name="Freeform 16"/>
            <p:cNvSpPr>
              <a:spLocks/>
            </p:cNvSpPr>
            <p:nvPr userDrawn="1"/>
          </p:nvSpPr>
          <p:spPr bwMode="auto">
            <a:xfrm>
              <a:off x="1196" y="3793"/>
              <a:ext cx="365" cy="291"/>
            </a:xfrm>
            <a:custGeom>
              <a:avLst/>
              <a:gdLst>
                <a:gd name="T0" fmla="*/ 24 w 365"/>
                <a:gd name="T1" fmla="*/ 24 h 287"/>
                <a:gd name="T2" fmla="*/ 0 w 365"/>
                <a:gd name="T3" fmla="*/ 63 h 287"/>
                <a:gd name="T4" fmla="*/ 66 w 365"/>
                <a:gd name="T5" fmla="*/ 114 h 287"/>
                <a:gd name="T6" fmla="*/ 143 w 365"/>
                <a:gd name="T7" fmla="*/ 189 h 287"/>
                <a:gd name="T8" fmla="*/ 191 w 365"/>
                <a:gd name="T9" fmla="*/ 174 h 287"/>
                <a:gd name="T10" fmla="*/ 341 w 365"/>
                <a:gd name="T11" fmla="*/ 299 h 287"/>
                <a:gd name="T12" fmla="*/ 305 w 365"/>
                <a:gd name="T13" fmla="*/ 180 h 287"/>
                <a:gd name="T14" fmla="*/ 365 w 365"/>
                <a:gd name="T15" fmla="*/ 138 h 287"/>
                <a:gd name="T16" fmla="*/ 359 w 365"/>
                <a:gd name="T17" fmla="*/ 132 h 287"/>
                <a:gd name="T18" fmla="*/ 335 w 365"/>
                <a:gd name="T19" fmla="*/ 120 h 287"/>
                <a:gd name="T20" fmla="*/ 299 w 365"/>
                <a:gd name="T21" fmla="*/ 93 h 287"/>
                <a:gd name="T22" fmla="*/ 257 w 365"/>
                <a:gd name="T23" fmla="*/ 75 h 287"/>
                <a:gd name="T24" fmla="*/ 215 w 365"/>
                <a:gd name="T25" fmla="*/ 57 h 287"/>
                <a:gd name="T26" fmla="*/ 173 w 365"/>
                <a:gd name="T27" fmla="*/ 39 h 287"/>
                <a:gd name="T28" fmla="*/ 143 w 365"/>
                <a:gd name="T29" fmla="*/ 24 h 287"/>
                <a:gd name="T30" fmla="*/ 131 w 365"/>
                <a:gd name="T31" fmla="*/ 18 h 287"/>
                <a:gd name="T32" fmla="*/ 107 w 365"/>
                <a:gd name="T33" fmla="*/ 18 h 287"/>
                <a:gd name="T34" fmla="*/ 95 w 365"/>
                <a:gd name="T35" fmla="*/ 18 h 287"/>
                <a:gd name="T36" fmla="*/ 72 w 365"/>
                <a:gd name="T37" fmla="*/ 12 h 287"/>
                <a:gd name="T38" fmla="*/ 66 w 365"/>
                <a:gd name="T39" fmla="*/ 12 h 287"/>
                <a:gd name="T40" fmla="*/ 54 w 365"/>
                <a:gd name="T41" fmla="*/ 6 h 287"/>
                <a:gd name="T42" fmla="*/ 42 w 365"/>
                <a:gd name="T43" fmla="*/ 0 h 287"/>
                <a:gd name="T44" fmla="*/ 30 w 365"/>
                <a:gd name="T45" fmla="*/ 0 h 287"/>
                <a:gd name="T46" fmla="*/ 24 w 365"/>
                <a:gd name="T47" fmla="*/ 24 h 287"/>
                <a:gd name="T48" fmla="*/ 24 w 365"/>
                <a:gd name="T49" fmla="*/ 24 h 28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365" h="287">
                  <a:moveTo>
                    <a:pt x="24" y="24"/>
                  </a:moveTo>
                  <a:lnTo>
                    <a:pt x="0" y="60"/>
                  </a:lnTo>
                  <a:lnTo>
                    <a:pt x="66" y="108"/>
                  </a:lnTo>
                  <a:lnTo>
                    <a:pt x="143" y="180"/>
                  </a:lnTo>
                  <a:lnTo>
                    <a:pt x="191" y="168"/>
                  </a:lnTo>
                  <a:lnTo>
                    <a:pt x="341" y="287"/>
                  </a:lnTo>
                  <a:lnTo>
                    <a:pt x="305" y="174"/>
                  </a:lnTo>
                  <a:lnTo>
                    <a:pt x="365" y="132"/>
                  </a:lnTo>
                  <a:lnTo>
                    <a:pt x="359" y="126"/>
                  </a:lnTo>
                  <a:lnTo>
                    <a:pt x="335" y="114"/>
                  </a:lnTo>
                  <a:lnTo>
                    <a:pt x="299" y="90"/>
                  </a:lnTo>
                  <a:lnTo>
                    <a:pt x="257" y="72"/>
                  </a:lnTo>
                  <a:lnTo>
                    <a:pt x="215" y="54"/>
                  </a:lnTo>
                  <a:lnTo>
                    <a:pt x="173" y="36"/>
                  </a:lnTo>
                  <a:lnTo>
                    <a:pt x="143" y="24"/>
                  </a:lnTo>
                  <a:lnTo>
                    <a:pt x="131" y="18"/>
                  </a:lnTo>
                  <a:lnTo>
                    <a:pt x="107" y="18"/>
                  </a:lnTo>
                  <a:lnTo>
                    <a:pt x="95" y="18"/>
                  </a:lnTo>
                  <a:lnTo>
                    <a:pt x="72" y="12"/>
                  </a:lnTo>
                  <a:lnTo>
                    <a:pt x="66" y="12"/>
                  </a:lnTo>
                  <a:lnTo>
                    <a:pt x="54" y="6"/>
                  </a:lnTo>
                  <a:lnTo>
                    <a:pt x="42" y="0"/>
                  </a:lnTo>
                  <a:lnTo>
                    <a:pt x="30" y="0"/>
                  </a:lnTo>
                  <a:lnTo>
                    <a:pt x="24" y="24"/>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sp>
          <p:nvSpPr>
            <p:cNvPr id="19" name="Freeform 17"/>
            <p:cNvSpPr>
              <a:spLocks/>
            </p:cNvSpPr>
            <p:nvPr userDrawn="1"/>
          </p:nvSpPr>
          <p:spPr bwMode="auto">
            <a:xfrm>
              <a:off x="1943" y="3829"/>
              <a:ext cx="2033" cy="499"/>
            </a:xfrm>
            <a:custGeom>
              <a:avLst/>
              <a:gdLst>
                <a:gd name="T0" fmla="*/ 186 w 2033"/>
                <a:gd name="T1" fmla="*/ 18 h 499"/>
                <a:gd name="T2" fmla="*/ 138 w 2033"/>
                <a:gd name="T3" fmla="*/ 6 h 499"/>
                <a:gd name="T4" fmla="*/ 96 w 2033"/>
                <a:gd name="T5" fmla="*/ 0 h 499"/>
                <a:gd name="T6" fmla="*/ 36 w 2033"/>
                <a:gd name="T7" fmla="*/ 0 h 499"/>
                <a:gd name="T8" fmla="*/ 12 w 2033"/>
                <a:gd name="T9" fmla="*/ 25 h 499"/>
                <a:gd name="T10" fmla="*/ 0 w 2033"/>
                <a:gd name="T11" fmla="*/ 128 h 499"/>
                <a:gd name="T12" fmla="*/ 60 w 2033"/>
                <a:gd name="T13" fmla="*/ 104 h 499"/>
                <a:gd name="T14" fmla="*/ 90 w 2033"/>
                <a:gd name="T15" fmla="*/ 134 h 499"/>
                <a:gd name="T16" fmla="*/ 150 w 2033"/>
                <a:gd name="T17" fmla="*/ 153 h 499"/>
                <a:gd name="T18" fmla="*/ 209 w 2033"/>
                <a:gd name="T19" fmla="*/ 273 h 499"/>
                <a:gd name="T20" fmla="*/ 401 w 2033"/>
                <a:gd name="T21" fmla="*/ 359 h 499"/>
                <a:gd name="T22" fmla="*/ 777 w 2033"/>
                <a:gd name="T23" fmla="*/ 359 h 499"/>
                <a:gd name="T24" fmla="*/ 2033 w 2033"/>
                <a:gd name="T25" fmla="*/ 499 h 499"/>
                <a:gd name="T26" fmla="*/ 2033 w 2033"/>
                <a:gd name="T27" fmla="*/ 499 h 499"/>
                <a:gd name="T28" fmla="*/ 1991 w 2033"/>
                <a:gd name="T29" fmla="*/ 493 h 499"/>
                <a:gd name="T30" fmla="*/ 676 w 2033"/>
                <a:gd name="T31" fmla="*/ 243 h 499"/>
                <a:gd name="T32" fmla="*/ 514 w 2033"/>
                <a:gd name="T33" fmla="*/ 159 h 499"/>
                <a:gd name="T34" fmla="*/ 425 w 2033"/>
                <a:gd name="T35" fmla="*/ 110 h 499"/>
                <a:gd name="T36" fmla="*/ 365 w 2033"/>
                <a:gd name="T37" fmla="*/ 92 h 499"/>
                <a:gd name="T38" fmla="*/ 281 w 2033"/>
                <a:gd name="T39" fmla="*/ 61 h 499"/>
                <a:gd name="T40" fmla="*/ 186 w 2033"/>
                <a:gd name="T41" fmla="*/ 18 h 499"/>
                <a:gd name="T42" fmla="*/ 186 w 2033"/>
                <a:gd name="T43" fmla="*/ 18 h 49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033" h="499">
                  <a:moveTo>
                    <a:pt x="186" y="18"/>
                  </a:moveTo>
                  <a:lnTo>
                    <a:pt x="138" y="6"/>
                  </a:lnTo>
                  <a:lnTo>
                    <a:pt x="96" y="0"/>
                  </a:lnTo>
                  <a:lnTo>
                    <a:pt x="36" y="0"/>
                  </a:lnTo>
                  <a:lnTo>
                    <a:pt x="12" y="25"/>
                  </a:lnTo>
                  <a:lnTo>
                    <a:pt x="0" y="128"/>
                  </a:lnTo>
                  <a:lnTo>
                    <a:pt x="60" y="104"/>
                  </a:lnTo>
                  <a:lnTo>
                    <a:pt x="90" y="134"/>
                  </a:lnTo>
                  <a:lnTo>
                    <a:pt x="150" y="153"/>
                  </a:lnTo>
                  <a:lnTo>
                    <a:pt x="209" y="273"/>
                  </a:lnTo>
                  <a:lnTo>
                    <a:pt x="401" y="359"/>
                  </a:lnTo>
                  <a:lnTo>
                    <a:pt x="777" y="359"/>
                  </a:lnTo>
                  <a:lnTo>
                    <a:pt x="2033" y="499"/>
                  </a:lnTo>
                  <a:lnTo>
                    <a:pt x="1991" y="493"/>
                  </a:lnTo>
                  <a:lnTo>
                    <a:pt x="676" y="243"/>
                  </a:lnTo>
                  <a:lnTo>
                    <a:pt x="514" y="159"/>
                  </a:lnTo>
                  <a:lnTo>
                    <a:pt x="425" y="110"/>
                  </a:lnTo>
                  <a:lnTo>
                    <a:pt x="365" y="92"/>
                  </a:lnTo>
                  <a:lnTo>
                    <a:pt x="281" y="61"/>
                  </a:lnTo>
                  <a:lnTo>
                    <a:pt x="186" y="1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sp>
          <p:nvSpPr>
            <p:cNvPr id="20" name="Freeform 18"/>
            <p:cNvSpPr>
              <a:spLocks/>
            </p:cNvSpPr>
            <p:nvPr userDrawn="1"/>
          </p:nvSpPr>
          <p:spPr bwMode="auto">
            <a:xfrm>
              <a:off x="1830" y="3823"/>
              <a:ext cx="71" cy="61"/>
            </a:xfrm>
            <a:custGeom>
              <a:avLst/>
              <a:gdLst>
                <a:gd name="T0" fmla="*/ 0 w 71"/>
                <a:gd name="T1" fmla="*/ 18 h 60"/>
                <a:gd name="T2" fmla="*/ 6 w 71"/>
                <a:gd name="T3" fmla="*/ 18 h 60"/>
                <a:gd name="T4" fmla="*/ 12 w 71"/>
                <a:gd name="T5" fmla="*/ 12 h 60"/>
                <a:gd name="T6" fmla="*/ 6 w 71"/>
                <a:gd name="T7" fmla="*/ 6 h 60"/>
                <a:gd name="T8" fmla="*/ 0 w 71"/>
                <a:gd name="T9" fmla="*/ 0 h 60"/>
                <a:gd name="T10" fmla="*/ 29 w 71"/>
                <a:gd name="T11" fmla="*/ 18 h 60"/>
                <a:gd name="T12" fmla="*/ 53 w 71"/>
                <a:gd name="T13" fmla="*/ 18 h 60"/>
                <a:gd name="T14" fmla="*/ 59 w 71"/>
                <a:gd name="T15" fmla="*/ 33 h 60"/>
                <a:gd name="T16" fmla="*/ 65 w 71"/>
                <a:gd name="T17" fmla="*/ 45 h 60"/>
                <a:gd name="T18" fmla="*/ 71 w 71"/>
                <a:gd name="T19" fmla="*/ 57 h 60"/>
                <a:gd name="T20" fmla="*/ 71 w 71"/>
                <a:gd name="T21" fmla="*/ 63 h 60"/>
                <a:gd name="T22" fmla="*/ 59 w 71"/>
                <a:gd name="T23" fmla="*/ 57 h 60"/>
                <a:gd name="T24" fmla="*/ 47 w 71"/>
                <a:gd name="T25" fmla="*/ 45 h 60"/>
                <a:gd name="T26" fmla="*/ 23 w 71"/>
                <a:gd name="T27" fmla="*/ 33 h 60"/>
                <a:gd name="T28" fmla="*/ 23 w 71"/>
                <a:gd name="T29" fmla="*/ 39 h 60"/>
                <a:gd name="T30" fmla="*/ 18 w 71"/>
                <a:gd name="T31" fmla="*/ 45 h 60"/>
                <a:gd name="T32" fmla="*/ 12 w 71"/>
                <a:gd name="T33" fmla="*/ 51 h 60"/>
                <a:gd name="T34" fmla="*/ 6 w 71"/>
                <a:gd name="T35" fmla="*/ 51 h 60"/>
                <a:gd name="T36" fmla="*/ 6 w 71"/>
                <a:gd name="T37" fmla="*/ 51 h 60"/>
                <a:gd name="T38" fmla="*/ 6 w 71"/>
                <a:gd name="T39" fmla="*/ 39 h 60"/>
                <a:gd name="T40" fmla="*/ 0 w 71"/>
                <a:gd name="T41" fmla="*/ 18 h 60"/>
                <a:gd name="T42" fmla="*/ 0 w 71"/>
                <a:gd name="T43" fmla="*/ 18 h 6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71" h="60">
                  <a:moveTo>
                    <a:pt x="0" y="18"/>
                  </a:moveTo>
                  <a:lnTo>
                    <a:pt x="6" y="18"/>
                  </a:lnTo>
                  <a:lnTo>
                    <a:pt x="12" y="12"/>
                  </a:lnTo>
                  <a:lnTo>
                    <a:pt x="6" y="6"/>
                  </a:lnTo>
                  <a:lnTo>
                    <a:pt x="0" y="0"/>
                  </a:lnTo>
                  <a:lnTo>
                    <a:pt x="29" y="18"/>
                  </a:lnTo>
                  <a:lnTo>
                    <a:pt x="53" y="18"/>
                  </a:lnTo>
                  <a:lnTo>
                    <a:pt x="59" y="30"/>
                  </a:lnTo>
                  <a:lnTo>
                    <a:pt x="65" y="42"/>
                  </a:lnTo>
                  <a:lnTo>
                    <a:pt x="71" y="54"/>
                  </a:lnTo>
                  <a:lnTo>
                    <a:pt x="71" y="60"/>
                  </a:lnTo>
                  <a:lnTo>
                    <a:pt x="59" y="54"/>
                  </a:lnTo>
                  <a:lnTo>
                    <a:pt x="47" y="42"/>
                  </a:lnTo>
                  <a:lnTo>
                    <a:pt x="23" y="30"/>
                  </a:lnTo>
                  <a:lnTo>
                    <a:pt x="23" y="36"/>
                  </a:lnTo>
                  <a:lnTo>
                    <a:pt x="18" y="42"/>
                  </a:lnTo>
                  <a:lnTo>
                    <a:pt x="12" y="48"/>
                  </a:lnTo>
                  <a:lnTo>
                    <a:pt x="6" y="48"/>
                  </a:lnTo>
                  <a:lnTo>
                    <a:pt x="6" y="36"/>
                  </a:lnTo>
                  <a:lnTo>
                    <a:pt x="0" y="1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sp>
          <p:nvSpPr>
            <p:cNvPr id="21" name="Freeform 19"/>
            <p:cNvSpPr>
              <a:spLocks/>
            </p:cNvSpPr>
            <p:nvPr userDrawn="1"/>
          </p:nvSpPr>
          <p:spPr bwMode="auto">
            <a:xfrm>
              <a:off x="855" y="3842"/>
              <a:ext cx="161" cy="164"/>
            </a:xfrm>
            <a:custGeom>
              <a:avLst/>
              <a:gdLst>
                <a:gd name="T0" fmla="*/ 30 w 161"/>
                <a:gd name="T1" fmla="*/ 0 h 162"/>
                <a:gd name="T2" fmla="*/ 48 w 161"/>
                <a:gd name="T3" fmla="*/ 6 h 162"/>
                <a:gd name="T4" fmla="*/ 72 w 161"/>
                <a:gd name="T5" fmla="*/ 6 h 162"/>
                <a:gd name="T6" fmla="*/ 114 w 161"/>
                <a:gd name="T7" fmla="*/ 12 h 162"/>
                <a:gd name="T8" fmla="*/ 96 w 161"/>
                <a:gd name="T9" fmla="*/ 57 h 162"/>
                <a:gd name="T10" fmla="*/ 96 w 161"/>
                <a:gd name="T11" fmla="*/ 63 h 162"/>
                <a:gd name="T12" fmla="*/ 102 w 161"/>
                <a:gd name="T13" fmla="*/ 75 h 162"/>
                <a:gd name="T14" fmla="*/ 108 w 161"/>
                <a:gd name="T15" fmla="*/ 87 h 162"/>
                <a:gd name="T16" fmla="*/ 120 w 161"/>
                <a:gd name="T17" fmla="*/ 99 h 162"/>
                <a:gd name="T18" fmla="*/ 143 w 161"/>
                <a:gd name="T19" fmla="*/ 117 h 162"/>
                <a:gd name="T20" fmla="*/ 155 w 161"/>
                <a:gd name="T21" fmla="*/ 144 h 162"/>
                <a:gd name="T22" fmla="*/ 161 w 161"/>
                <a:gd name="T23" fmla="*/ 162 h 162"/>
                <a:gd name="T24" fmla="*/ 161 w 161"/>
                <a:gd name="T25" fmla="*/ 168 h 162"/>
                <a:gd name="T26" fmla="*/ 96 w 161"/>
                <a:gd name="T27" fmla="*/ 105 h 162"/>
                <a:gd name="T28" fmla="*/ 30 w 161"/>
                <a:gd name="T29" fmla="*/ 57 h 162"/>
                <a:gd name="T30" fmla="*/ 0 w 161"/>
                <a:gd name="T31" fmla="*/ 0 h 162"/>
                <a:gd name="T32" fmla="*/ 30 w 161"/>
                <a:gd name="T33" fmla="*/ 0 h 162"/>
                <a:gd name="T34" fmla="*/ 30 w 161"/>
                <a:gd name="T35" fmla="*/ 0 h 16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61" h="162">
                  <a:moveTo>
                    <a:pt x="30" y="0"/>
                  </a:moveTo>
                  <a:lnTo>
                    <a:pt x="48" y="6"/>
                  </a:lnTo>
                  <a:lnTo>
                    <a:pt x="72" y="6"/>
                  </a:lnTo>
                  <a:lnTo>
                    <a:pt x="114" y="12"/>
                  </a:lnTo>
                  <a:lnTo>
                    <a:pt x="96" y="54"/>
                  </a:lnTo>
                  <a:lnTo>
                    <a:pt x="96" y="60"/>
                  </a:lnTo>
                  <a:lnTo>
                    <a:pt x="102" y="72"/>
                  </a:lnTo>
                  <a:lnTo>
                    <a:pt x="108" y="84"/>
                  </a:lnTo>
                  <a:lnTo>
                    <a:pt x="120" y="96"/>
                  </a:lnTo>
                  <a:lnTo>
                    <a:pt x="143" y="114"/>
                  </a:lnTo>
                  <a:lnTo>
                    <a:pt x="155" y="138"/>
                  </a:lnTo>
                  <a:lnTo>
                    <a:pt x="161" y="156"/>
                  </a:lnTo>
                  <a:lnTo>
                    <a:pt x="161" y="162"/>
                  </a:lnTo>
                  <a:lnTo>
                    <a:pt x="96" y="102"/>
                  </a:lnTo>
                  <a:lnTo>
                    <a:pt x="30" y="54"/>
                  </a:lnTo>
                  <a:lnTo>
                    <a:pt x="0" y="0"/>
                  </a:lnTo>
                  <a:lnTo>
                    <a:pt x="3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sp>
          <p:nvSpPr>
            <p:cNvPr id="22" name="Freeform 20"/>
            <p:cNvSpPr>
              <a:spLocks/>
            </p:cNvSpPr>
            <p:nvPr userDrawn="1"/>
          </p:nvSpPr>
          <p:spPr bwMode="auto">
            <a:xfrm>
              <a:off x="706" y="3854"/>
              <a:ext cx="59" cy="61"/>
            </a:xfrm>
            <a:custGeom>
              <a:avLst/>
              <a:gdLst>
                <a:gd name="T0" fmla="*/ 59 w 59"/>
                <a:gd name="T1" fmla="*/ 6 h 60"/>
                <a:gd name="T2" fmla="*/ 41 w 59"/>
                <a:gd name="T3" fmla="*/ 33 h 60"/>
                <a:gd name="T4" fmla="*/ 41 w 59"/>
                <a:gd name="T5" fmla="*/ 39 h 60"/>
                <a:gd name="T6" fmla="*/ 47 w 59"/>
                <a:gd name="T7" fmla="*/ 45 h 60"/>
                <a:gd name="T8" fmla="*/ 53 w 59"/>
                <a:gd name="T9" fmla="*/ 57 h 60"/>
                <a:gd name="T10" fmla="*/ 53 w 59"/>
                <a:gd name="T11" fmla="*/ 63 h 60"/>
                <a:gd name="T12" fmla="*/ 47 w 59"/>
                <a:gd name="T13" fmla="*/ 57 h 60"/>
                <a:gd name="T14" fmla="*/ 35 w 59"/>
                <a:gd name="T15" fmla="*/ 51 h 60"/>
                <a:gd name="T16" fmla="*/ 23 w 59"/>
                <a:gd name="T17" fmla="*/ 39 h 60"/>
                <a:gd name="T18" fmla="*/ 17 w 59"/>
                <a:gd name="T19" fmla="*/ 33 h 60"/>
                <a:gd name="T20" fmla="*/ 0 w 59"/>
                <a:gd name="T21" fmla="*/ 0 h 60"/>
                <a:gd name="T22" fmla="*/ 59 w 59"/>
                <a:gd name="T23" fmla="*/ 6 h 60"/>
                <a:gd name="T24" fmla="*/ 59 w 59"/>
                <a:gd name="T25" fmla="*/ 6 h 6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9" h="60">
                  <a:moveTo>
                    <a:pt x="59" y="6"/>
                  </a:moveTo>
                  <a:lnTo>
                    <a:pt x="41" y="30"/>
                  </a:lnTo>
                  <a:lnTo>
                    <a:pt x="41" y="36"/>
                  </a:lnTo>
                  <a:lnTo>
                    <a:pt x="47" y="42"/>
                  </a:lnTo>
                  <a:lnTo>
                    <a:pt x="53" y="54"/>
                  </a:lnTo>
                  <a:lnTo>
                    <a:pt x="53" y="60"/>
                  </a:lnTo>
                  <a:lnTo>
                    <a:pt x="47" y="54"/>
                  </a:lnTo>
                  <a:lnTo>
                    <a:pt x="35" y="48"/>
                  </a:lnTo>
                  <a:lnTo>
                    <a:pt x="23" y="36"/>
                  </a:lnTo>
                  <a:lnTo>
                    <a:pt x="17" y="30"/>
                  </a:lnTo>
                  <a:lnTo>
                    <a:pt x="0" y="0"/>
                  </a:lnTo>
                  <a:lnTo>
                    <a:pt x="59" y="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sp>
          <p:nvSpPr>
            <p:cNvPr id="23" name="Freeform 21"/>
            <p:cNvSpPr>
              <a:spLocks/>
            </p:cNvSpPr>
            <p:nvPr userDrawn="1"/>
          </p:nvSpPr>
          <p:spPr bwMode="auto">
            <a:xfrm>
              <a:off x="395" y="3811"/>
              <a:ext cx="245" cy="207"/>
            </a:xfrm>
            <a:custGeom>
              <a:avLst/>
              <a:gdLst>
                <a:gd name="T0" fmla="*/ 233 w 245"/>
                <a:gd name="T1" fmla="*/ 39 h 204"/>
                <a:gd name="T2" fmla="*/ 245 w 245"/>
                <a:gd name="T3" fmla="*/ 45 h 204"/>
                <a:gd name="T4" fmla="*/ 209 w 245"/>
                <a:gd name="T5" fmla="*/ 87 h 204"/>
                <a:gd name="T6" fmla="*/ 143 w 245"/>
                <a:gd name="T7" fmla="*/ 138 h 204"/>
                <a:gd name="T8" fmla="*/ 167 w 245"/>
                <a:gd name="T9" fmla="*/ 162 h 204"/>
                <a:gd name="T10" fmla="*/ 179 w 245"/>
                <a:gd name="T11" fmla="*/ 213 h 204"/>
                <a:gd name="T12" fmla="*/ 77 w 245"/>
                <a:gd name="T13" fmla="*/ 138 h 204"/>
                <a:gd name="T14" fmla="*/ 47 w 245"/>
                <a:gd name="T15" fmla="*/ 87 h 204"/>
                <a:gd name="T16" fmla="*/ 89 w 245"/>
                <a:gd name="T17" fmla="*/ 69 h 204"/>
                <a:gd name="T18" fmla="*/ 59 w 245"/>
                <a:gd name="T19" fmla="*/ 39 h 204"/>
                <a:gd name="T20" fmla="*/ 0 w 245"/>
                <a:gd name="T21" fmla="*/ 12 h 204"/>
                <a:gd name="T22" fmla="*/ 0 w 245"/>
                <a:gd name="T23" fmla="*/ 0 h 204"/>
                <a:gd name="T24" fmla="*/ 6 w 245"/>
                <a:gd name="T25" fmla="*/ 0 h 204"/>
                <a:gd name="T26" fmla="*/ 12 w 245"/>
                <a:gd name="T27" fmla="*/ 0 h 204"/>
                <a:gd name="T28" fmla="*/ 47 w 245"/>
                <a:gd name="T29" fmla="*/ 6 h 204"/>
                <a:gd name="T30" fmla="*/ 77 w 245"/>
                <a:gd name="T31" fmla="*/ 6 h 204"/>
                <a:gd name="T32" fmla="*/ 83 w 245"/>
                <a:gd name="T33" fmla="*/ 6 h 204"/>
                <a:gd name="T34" fmla="*/ 89 w 245"/>
                <a:gd name="T35" fmla="*/ 6 h 204"/>
                <a:gd name="T36" fmla="*/ 101 w 245"/>
                <a:gd name="T37" fmla="*/ 12 h 204"/>
                <a:gd name="T38" fmla="*/ 125 w 245"/>
                <a:gd name="T39" fmla="*/ 12 h 204"/>
                <a:gd name="T40" fmla="*/ 143 w 245"/>
                <a:gd name="T41" fmla="*/ 18 h 204"/>
                <a:gd name="T42" fmla="*/ 149 w 245"/>
                <a:gd name="T43" fmla="*/ 18 h 204"/>
                <a:gd name="T44" fmla="*/ 149 w 245"/>
                <a:gd name="T45" fmla="*/ 18 h 204"/>
                <a:gd name="T46" fmla="*/ 203 w 245"/>
                <a:gd name="T47" fmla="*/ 24 h 204"/>
                <a:gd name="T48" fmla="*/ 233 w 245"/>
                <a:gd name="T49" fmla="*/ 39 h 204"/>
                <a:gd name="T50" fmla="*/ 233 w 245"/>
                <a:gd name="T51" fmla="*/ 39 h 20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245" h="204">
                  <a:moveTo>
                    <a:pt x="233" y="36"/>
                  </a:moveTo>
                  <a:lnTo>
                    <a:pt x="245" y="42"/>
                  </a:lnTo>
                  <a:lnTo>
                    <a:pt x="209" y="84"/>
                  </a:lnTo>
                  <a:lnTo>
                    <a:pt x="143" y="132"/>
                  </a:lnTo>
                  <a:lnTo>
                    <a:pt x="167" y="156"/>
                  </a:lnTo>
                  <a:lnTo>
                    <a:pt x="179" y="204"/>
                  </a:lnTo>
                  <a:lnTo>
                    <a:pt x="77" y="132"/>
                  </a:lnTo>
                  <a:lnTo>
                    <a:pt x="47" y="84"/>
                  </a:lnTo>
                  <a:lnTo>
                    <a:pt x="89" y="66"/>
                  </a:lnTo>
                  <a:lnTo>
                    <a:pt x="59" y="36"/>
                  </a:lnTo>
                  <a:lnTo>
                    <a:pt x="0" y="12"/>
                  </a:lnTo>
                  <a:lnTo>
                    <a:pt x="0" y="0"/>
                  </a:lnTo>
                  <a:lnTo>
                    <a:pt x="6" y="0"/>
                  </a:lnTo>
                  <a:lnTo>
                    <a:pt x="12" y="0"/>
                  </a:lnTo>
                  <a:lnTo>
                    <a:pt x="47" y="6"/>
                  </a:lnTo>
                  <a:lnTo>
                    <a:pt x="77" y="6"/>
                  </a:lnTo>
                  <a:lnTo>
                    <a:pt x="83" y="6"/>
                  </a:lnTo>
                  <a:lnTo>
                    <a:pt x="89" y="6"/>
                  </a:lnTo>
                  <a:lnTo>
                    <a:pt x="101" y="12"/>
                  </a:lnTo>
                  <a:lnTo>
                    <a:pt x="125" y="12"/>
                  </a:lnTo>
                  <a:lnTo>
                    <a:pt x="143" y="18"/>
                  </a:lnTo>
                  <a:lnTo>
                    <a:pt x="149" y="18"/>
                  </a:lnTo>
                  <a:lnTo>
                    <a:pt x="203" y="24"/>
                  </a:lnTo>
                  <a:lnTo>
                    <a:pt x="233" y="3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grpSp>
      <p:sp>
        <p:nvSpPr>
          <p:cNvPr id="48150" name="Rectangle 22"/>
          <p:cNvSpPr>
            <a:spLocks noGrp="1" noChangeArrowheads="1"/>
          </p:cNvSpPr>
          <p:nvPr>
            <p:ph type="ctrTitle" sz="quarter"/>
          </p:nvPr>
        </p:nvSpPr>
        <p:spPr>
          <a:xfrm>
            <a:off x="457200" y="1447800"/>
            <a:ext cx="8229600" cy="1736725"/>
          </a:xfrm>
        </p:spPr>
        <p:txBody>
          <a:bodyPr/>
          <a:lstStyle>
            <a:lvl1pPr>
              <a:defRPr sz="5400"/>
            </a:lvl1pPr>
          </a:lstStyle>
          <a:p>
            <a:pPr lvl="0"/>
            <a:r>
              <a:rPr lang="ru-RU" noProof="0" smtClean="0"/>
              <a:t>Образец заголовка</a:t>
            </a:r>
          </a:p>
        </p:txBody>
      </p:sp>
      <p:sp>
        <p:nvSpPr>
          <p:cNvPr id="48151" name="Rectangle 23"/>
          <p:cNvSpPr>
            <a:spLocks noGrp="1" noChangeArrowheads="1"/>
          </p:cNvSpPr>
          <p:nvPr>
            <p:ph type="subTitle" sz="quarter" idx="1"/>
          </p:nvPr>
        </p:nvSpPr>
        <p:spPr>
          <a:xfrm>
            <a:off x="1371600" y="3429000"/>
            <a:ext cx="6400800" cy="1752600"/>
          </a:xfrm>
        </p:spPr>
        <p:txBody>
          <a:bodyPr/>
          <a:lstStyle>
            <a:lvl1pPr marL="0" indent="0" algn="ctr">
              <a:buFontTx/>
              <a:buNone/>
              <a:defRPr>
                <a:effectLst>
                  <a:outerShdw blurRad="38100" dist="38100" dir="2700000" algn="tl">
                    <a:srgbClr val="000000"/>
                  </a:outerShdw>
                </a:effectLst>
              </a:defRPr>
            </a:lvl1pPr>
          </a:lstStyle>
          <a:p>
            <a:pPr lvl="0"/>
            <a:r>
              <a:rPr lang="ru-RU" noProof="0" smtClean="0"/>
              <a:t>Образец подзаголовка</a:t>
            </a:r>
          </a:p>
        </p:txBody>
      </p:sp>
      <p:sp>
        <p:nvSpPr>
          <p:cNvPr id="24" name="Rectangle 24"/>
          <p:cNvSpPr>
            <a:spLocks noGrp="1" noChangeArrowheads="1"/>
          </p:cNvSpPr>
          <p:nvPr>
            <p:ph type="dt" sz="quarter" idx="10"/>
          </p:nvPr>
        </p:nvSpPr>
        <p:spPr/>
        <p:txBody>
          <a:bodyPr/>
          <a:lstStyle>
            <a:lvl1pPr>
              <a:defRPr/>
            </a:lvl1pPr>
          </a:lstStyle>
          <a:p>
            <a:pPr>
              <a:defRPr/>
            </a:pPr>
            <a:endParaRPr lang="ru-RU"/>
          </a:p>
        </p:txBody>
      </p:sp>
      <p:sp>
        <p:nvSpPr>
          <p:cNvPr id="25" name="Rectangle 25"/>
          <p:cNvSpPr>
            <a:spLocks noGrp="1" noChangeArrowheads="1"/>
          </p:cNvSpPr>
          <p:nvPr>
            <p:ph type="sldNum" sz="quarter" idx="11"/>
          </p:nvPr>
        </p:nvSpPr>
        <p:spPr/>
        <p:txBody>
          <a:bodyPr/>
          <a:lstStyle>
            <a:lvl1pPr>
              <a:defRPr/>
            </a:lvl1pPr>
          </a:lstStyle>
          <a:p>
            <a:pPr>
              <a:defRPr/>
            </a:pPr>
            <a:fld id="{66371094-D534-4366-8FCF-882574B0ABA1}" type="slidenum">
              <a:rPr lang="ru-RU"/>
              <a:pPr>
                <a:defRPr/>
              </a:pPr>
              <a:t>‹#›</a:t>
            </a:fld>
            <a:endParaRPr lang="ru-RU"/>
          </a:p>
        </p:txBody>
      </p:sp>
      <p:sp>
        <p:nvSpPr>
          <p:cNvPr id="26" name="Rectangle 26"/>
          <p:cNvSpPr>
            <a:spLocks noGrp="1" noChangeArrowheads="1"/>
          </p:cNvSpPr>
          <p:nvPr>
            <p:ph type="ftr" sz="quarter" idx="12"/>
          </p:nvPr>
        </p:nvSpPr>
        <p:spPr/>
        <p:txBody>
          <a:bodyPr/>
          <a:lstStyle>
            <a:lvl1pPr>
              <a:defRPr/>
            </a:lvl1pPr>
          </a:lstStyle>
          <a:p>
            <a:pPr>
              <a:defRPr/>
            </a:pPr>
            <a:endParaRPr lang="ru-RU"/>
          </a:p>
        </p:txBody>
      </p:sp>
    </p:spTree>
    <p:extLst>
      <p:ext uri="{BB962C8B-B14F-4D97-AF65-F5344CB8AC3E}">
        <p14:creationId xmlns:p14="http://schemas.microsoft.com/office/powerpoint/2010/main" val="831904759"/>
      </p:ext>
    </p:extLst>
  </p:cSld>
  <p:clrMapOvr>
    <a:masterClrMapping/>
  </p:clrMapOvr>
  <p:transition>
    <p:checke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Rectangle 24"/>
          <p:cNvSpPr>
            <a:spLocks noGrp="1" noChangeArrowheads="1"/>
          </p:cNvSpPr>
          <p:nvPr>
            <p:ph type="dt" sz="half" idx="10"/>
          </p:nvPr>
        </p:nvSpPr>
        <p:spPr>
          <a:ln/>
        </p:spPr>
        <p:txBody>
          <a:bodyPr/>
          <a:lstStyle>
            <a:lvl1pPr>
              <a:defRPr/>
            </a:lvl1pPr>
          </a:lstStyle>
          <a:p>
            <a:pPr>
              <a:defRPr/>
            </a:pPr>
            <a:endParaRPr lang="ru-RU"/>
          </a:p>
        </p:txBody>
      </p:sp>
      <p:sp>
        <p:nvSpPr>
          <p:cNvPr id="5" name="Rectangle 25"/>
          <p:cNvSpPr>
            <a:spLocks noGrp="1" noChangeArrowheads="1"/>
          </p:cNvSpPr>
          <p:nvPr>
            <p:ph type="ftr" sz="quarter" idx="11"/>
          </p:nvPr>
        </p:nvSpPr>
        <p:spPr>
          <a:ln/>
        </p:spPr>
        <p:txBody>
          <a:bodyPr/>
          <a:lstStyle>
            <a:lvl1pPr>
              <a:defRPr/>
            </a:lvl1pPr>
          </a:lstStyle>
          <a:p>
            <a:pPr>
              <a:defRPr/>
            </a:pPr>
            <a:endParaRPr lang="ru-RU"/>
          </a:p>
        </p:txBody>
      </p:sp>
      <p:sp>
        <p:nvSpPr>
          <p:cNvPr id="6" name="Rectangle 26"/>
          <p:cNvSpPr>
            <a:spLocks noGrp="1" noChangeArrowheads="1"/>
          </p:cNvSpPr>
          <p:nvPr>
            <p:ph type="sldNum" sz="quarter" idx="12"/>
          </p:nvPr>
        </p:nvSpPr>
        <p:spPr>
          <a:ln/>
        </p:spPr>
        <p:txBody>
          <a:bodyPr/>
          <a:lstStyle>
            <a:lvl1pPr>
              <a:defRPr/>
            </a:lvl1pPr>
          </a:lstStyle>
          <a:p>
            <a:pPr>
              <a:defRPr/>
            </a:pPr>
            <a:fld id="{08C86CC0-B8D5-4479-9752-9911EB37123A}" type="slidenum">
              <a:rPr lang="ru-RU"/>
              <a:pPr>
                <a:defRPr/>
              </a:pPr>
              <a:t>‹#›</a:t>
            </a:fld>
            <a:endParaRPr lang="ru-RU"/>
          </a:p>
        </p:txBody>
      </p:sp>
    </p:spTree>
    <p:extLst>
      <p:ext uri="{BB962C8B-B14F-4D97-AF65-F5344CB8AC3E}">
        <p14:creationId xmlns:p14="http://schemas.microsoft.com/office/powerpoint/2010/main" val="1154281313"/>
      </p:ext>
    </p:extLst>
  </p:cSld>
  <p:clrMapOvr>
    <a:masterClrMapping/>
  </p:clrMapOvr>
  <p:transition>
    <p:checke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ru-RU" smtClean="0"/>
              <a:t>Образец текста</a:t>
            </a:r>
          </a:p>
        </p:txBody>
      </p:sp>
      <p:sp>
        <p:nvSpPr>
          <p:cNvPr id="4" name="Rectangle 24"/>
          <p:cNvSpPr>
            <a:spLocks noGrp="1" noChangeArrowheads="1"/>
          </p:cNvSpPr>
          <p:nvPr>
            <p:ph type="dt" sz="half" idx="10"/>
          </p:nvPr>
        </p:nvSpPr>
        <p:spPr>
          <a:ln/>
        </p:spPr>
        <p:txBody>
          <a:bodyPr/>
          <a:lstStyle>
            <a:lvl1pPr>
              <a:defRPr/>
            </a:lvl1pPr>
          </a:lstStyle>
          <a:p>
            <a:pPr>
              <a:defRPr/>
            </a:pPr>
            <a:endParaRPr lang="ru-RU"/>
          </a:p>
        </p:txBody>
      </p:sp>
      <p:sp>
        <p:nvSpPr>
          <p:cNvPr id="5" name="Rectangle 25"/>
          <p:cNvSpPr>
            <a:spLocks noGrp="1" noChangeArrowheads="1"/>
          </p:cNvSpPr>
          <p:nvPr>
            <p:ph type="ftr" sz="quarter" idx="11"/>
          </p:nvPr>
        </p:nvSpPr>
        <p:spPr>
          <a:ln/>
        </p:spPr>
        <p:txBody>
          <a:bodyPr/>
          <a:lstStyle>
            <a:lvl1pPr>
              <a:defRPr/>
            </a:lvl1pPr>
          </a:lstStyle>
          <a:p>
            <a:pPr>
              <a:defRPr/>
            </a:pPr>
            <a:endParaRPr lang="ru-RU"/>
          </a:p>
        </p:txBody>
      </p:sp>
      <p:sp>
        <p:nvSpPr>
          <p:cNvPr id="6" name="Rectangle 26"/>
          <p:cNvSpPr>
            <a:spLocks noGrp="1" noChangeArrowheads="1"/>
          </p:cNvSpPr>
          <p:nvPr>
            <p:ph type="sldNum" sz="quarter" idx="12"/>
          </p:nvPr>
        </p:nvSpPr>
        <p:spPr>
          <a:ln/>
        </p:spPr>
        <p:txBody>
          <a:bodyPr/>
          <a:lstStyle>
            <a:lvl1pPr>
              <a:defRPr/>
            </a:lvl1pPr>
          </a:lstStyle>
          <a:p>
            <a:pPr>
              <a:defRPr/>
            </a:pPr>
            <a:fld id="{85ABDCAF-7E3C-4D89-A1C2-B0CAC414DC9C}" type="slidenum">
              <a:rPr lang="ru-RU"/>
              <a:pPr>
                <a:defRPr/>
              </a:pPr>
              <a:t>‹#›</a:t>
            </a:fld>
            <a:endParaRPr lang="ru-RU"/>
          </a:p>
        </p:txBody>
      </p:sp>
    </p:spTree>
    <p:extLst>
      <p:ext uri="{BB962C8B-B14F-4D97-AF65-F5344CB8AC3E}">
        <p14:creationId xmlns:p14="http://schemas.microsoft.com/office/powerpoint/2010/main" val="2038883051"/>
      </p:ext>
    </p:extLst>
  </p:cSld>
  <p:clrMapOvr>
    <a:masterClrMapping/>
  </p:clrMapOvr>
  <p:transition>
    <p:checke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sz="half" idx="1"/>
          </p:nvPr>
        </p:nvSpPr>
        <p:spPr>
          <a:xfrm>
            <a:off x="457200" y="1600200"/>
            <a:ext cx="40386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Объект 3"/>
          <p:cNvSpPr>
            <a:spLocks noGrp="1"/>
          </p:cNvSpPr>
          <p:nvPr>
            <p:ph sz="half" idx="2"/>
          </p:nvPr>
        </p:nvSpPr>
        <p:spPr>
          <a:xfrm>
            <a:off x="4648200" y="1600200"/>
            <a:ext cx="40386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Rectangle 24"/>
          <p:cNvSpPr>
            <a:spLocks noGrp="1" noChangeArrowheads="1"/>
          </p:cNvSpPr>
          <p:nvPr>
            <p:ph type="dt" sz="half" idx="10"/>
          </p:nvPr>
        </p:nvSpPr>
        <p:spPr>
          <a:ln/>
        </p:spPr>
        <p:txBody>
          <a:bodyPr/>
          <a:lstStyle>
            <a:lvl1pPr>
              <a:defRPr/>
            </a:lvl1pPr>
          </a:lstStyle>
          <a:p>
            <a:pPr>
              <a:defRPr/>
            </a:pPr>
            <a:endParaRPr lang="ru-RU"/>
          </a:p>
        </p:txBody>
      </p:sp>
      <p:sp>
        <p:nvSpPr>
          <p:cNvPr id="6" name="Rectangle 25"/>
          <p:cNvSpPr>
            <a:spLocks noGrp="1" noChangeArrowheads="1"/>
          </p:cNvSpPr>
          <p:nvPr>
            <p:ph type="ftr" sz="quarter" idx="11"/>
          </p:nvPr>
        </p:nvSpPr>
        <p:spPr>
          <a:ln/>
        </p:spPr>
        <p:txBody>
          <a:bodyPr/>
          <a:lstStyle>
            <a:lvl1pPr>
              <a:defRPr/>
            </a:lvl1pPr>
          </a:lstStyle>
          <a:p>
            <a:pPr>
              <a:defRPr/>
            </a:pPr>
            <a:endParaRPr lang="ru-RU"/>
          </a:p>
        </p:txBody>
      </p:sp>
      <p:sp>
        <p:nvSpPr>
          <p:cNvPr id="7" name="Rectangle 26"/>
          <p:cNvSpPr>
            <a:spLocks noGrp="1" noChangeArrowheads="1"/>
          </p:cNvSpPr>
          <p:nvPr>
            <p:ph type="sldNum" sz="quarter" idx="12"/>
          </p:nvPr>
        </p:nvSpPr>
        <p:spPr>
          <a:ln/>
        </p:spPr>
        <p:txBody>
          <a:bodyPr/>
          <a:lstStyle>
            <a:lvl1pPr>
              <a:defRPr/>
            </a:lvl1pPr>
          </a:lstStyle>
          <a:p>
            <a:pPr>
              <a:defRPr/>
            </a:pPr>
            <a:fld id="{04C4C0AB-E5C0-4F2A-9D4E-0B6FF038C33E}" type="slidenum">
              <a:rPr lang="ru-RU"/>
              <a:pPr>
                <a:defRPr/>
              </a:pPr>
              <a:t>‹#›</a:t>
            </a:fld>
            <a:endParaRPr lang="ru-RU"/>
          </a:p>
        </p:txBody>
      </p:sp>
    </p:spTree>
    <p:extLst>
      <p:ext uri="{BB962C8B-B14F-4D97-AF65-F5344CB8AC3E}">
        <p14:creationId xmlns:p14="http://schemas.microsoft.com/office/powerpoint/2010/main" val="3310051076"/>
      </p:ext>
    </p:extLst>
  </p:cSld>
  <p:clrMapOvr>
    <a:masterClrMapping/>
  </p:clrMapOvr>
  <p:transition>
    <p:checke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Rectangle 24"/>
          <p:cNvSpPr>
            <a:spLocks noGrp="1" noChangeArrowheads="1"/>
          </p:cNvSpPr>
          <p:nvPr>
            <p:ph type="dt" sz="half" idx="10"/>
          </p:nvPr>
        </p:nvSpPr>
        <p:spPr>
          <a:ln/>
        </p:spPr>
        <p:txBody>
          <a:bodyPr/>
          <a:lstStyle>
            <a:lvl1pPr>
              <a:defRPr/>
            </a:lvl1pPr>
          </a:lstStyle>
          <a:p>
            <a:pPr>
              <a:defRPr/>
            </a:pPr>
            <a:endParaRPr lang="ru-RU"/>
          </a:p>
        </p:txBody>
      </p:sp>
      <p:sp>
        <p:nvSpPr>
          <p:cNvPr id="8" name="Rectangle 25"/>
          <p:cNvSpPr>
            <a:spLocks noGrp="1" noChangeArrowheads="1"/>
          </p:cNvSpPr>
          <p:nvPr>
            <p:ph type="ftr" sz="quarter" idx="11"/>
          </p:nvPr>
        </p:nvSpPr>
        <p:spPr>
          <a:ln/>
        </p:spPr>
        <p:txBody>
          <a:bodyPr/>
          <a:lstStyle>
            <a:lvl1pPr>
              <a:defRPr/>
            </a:lvl1pPr>
          </a:lstStyle>
          <a:p>
            <a:pPr>
              <a:defRPr/>
            </a:pPr>
            <a:endParaRPr lang="ru-RU"/>
          </a:p>
        </p:txBody>
      </p:sp>
      <p:sp>
        <p:nvSpPr>
          <p:cNvPr id="9" name="Rectangle 26"/>
          <p:cNvSpPr>
            <a:spLocks noGrp="1" noChangeArrowheads="1"/>
          </p:cNvSpPr>
          <p:nvPr>
            <p:ph type="sldNum" sz="quarter" idx="12"/>
          </p:nvPr>
        </p:nvSpPr>
        <p:spPr>
          <a:ln/>
        </p:spPr>
        <p:txBody>
          <a:bodyPr/>
          <a:lstStyle>
            <a:lvl1pPr>
              <a:defRPr/>
            </a:lvl1pPr>
          </a:lstStyle>
          <a:p>
            <a:pPr>
              <a:defRPr/>
            </a:pPr>
            <a:fld id="{5DC5562E-3209-4F6A-AAB6-7BCBB49B4F15}" type="slidenum">
              <a:rPr lang="ru-RU"/>
              <a:pPr>
                <a:defRPr/>
              </a:pPr>
              <a:t>‹#›</a:t>
            </a:fld>
            <a:endParaRPr lang="ru-RU"/>
          </a:p>
        </p:txBody>
      </p:sp>
    </p:spTree>
    <p:extLst>
      <p:ext uri="{BB962C8B-B14F-4D97-AF65-F5344CB8AC3E}">
        <p14:creationId xmlns:p14="http://schemas.microsoft.com/office/powerpoint/2010/main" val="1721958226"/>
      </p:ext>
    </p:extLst>
  </p:cSld>
  <p:clrMapOvr>
    <a:masterClrMapping/>
  </p:clrMapOvr>
  <p:transition>
    <p:checke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Rectangle 24"/>
          <p:cNvSpPr>
            <a:spLocks noGrp="1" noChangeArrowheads="1"/>
          </p:cNvSpPr>
          <p:nvPr>
            <p:ph type="dt" sz="half" idx="10"/>
          </p:nvPr>
        </p:nvSpPr>
        <p:spPr>
          <a:ln/>
        </p:spPr>
        <p:txBody>
          <a:bodyPr/>
          <a:lstStyle>
            <a:lvl1pPr>
              <a:defRPr/>
            </a:lvl1pPr>
          </a:lstStyle>
          <a:p>
            <a:pPr>
              <a:defRPr/>
            </a:pPr>
            <a:endParaRPr lang="ru-RU"/>
          </a:p>
        </p:txBody>
      </p:sp>
      <p:sp>
        <p:nvSpPr>
          <p:cNvPr id="4" name="Rectangle 25"/>
          <p:cNvSpPr>
            <a:spLocks noGrp="1" noChangeArrowheads="1"/>
          </p:cNvSpPr>
          <p:nvPr>
            <p:ph type="ftr" sz="quarter" idx="11"/>
          </p:nvPr>
        </p:nvSpPr>
        <p:spPr>
          <a:ln/>
        </p:spPr>
        <p:txBody>
          <a:bodyPr/>
          <a:lstStyle>
            <a:lvl1pPr>
              <a:defRPr/>
            </a:lvl1pPr>
          </a:lstStyle>
          <a:p>
            <a:pPr>
              <a:defRPr/>
            </a:pPr>
            <a:endParaRPr lang="ru-RU"/>
          </a:p>
        </p:txBody>
      </p:sp>
      <p:sp>
        <p:nvSpPr>
          <p:cNvPr id="5" name="Rectangle 26"/>
          <p:cNvSpPr>
            <a:spLocks noGrp="1" noChangeArrowheads="1"/>
          </p:cNvSpPr>
          <p:nvPr>
            <p:ph type="sldNum" sz="quarter" idx="12"/>
          </p:nvPr>
        </p:nvSpPr>
        <p:spPr>
          <a:ln/>
        </p:spPr>
        <p:txBody>
          <a:bodyPr/>
          <a:lstStyle>
            <a:lvl1pPr>
              <a:defRPr/>
            </a:lvl1pPr>
          </a:lstStyle>
          <a:p>
            <a:pPr>
              <a:defRPr/>
            </a:pPr>
            <a:fld id="{0D2DBF49-08FB-4959-9493-4D5742247979}" type="slidenum">
              <a:rPr lang="ru-RU"/>
              <a:pPr>
                <a:defRPr/>
              </a:pPr>
              <a:t>‹#›</a:t>
            </a:fld>
            <a:endParaRPr lang="ru-RU"/>
          </a:p>
        </p:txBody>
      </p:sp>
    </p:spTree>
    <p:extLst>
      <p:ext uri="{BB962C8B-B14F-4D97-AF65-F5344CB8AC3E}">
        <p14:creationId xmlns:p14="http://schemas.microsoft.com/office/powerpoint/2010/main" val="3807669735"/>
      </p:ext>
    </p:extLst>
  </p:cSld>
  <p:clrMapOvr>
    <a:masterClrMapping/>
  </p:clrMapOvr>
  <p:transition>
    <p:checke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Rectangle 24"/>
          <p:cNvSpPr>
            <a:spLocks noGrp="1" noChangeArrowheads="1"/>
          </p:cNvSpPr>
          <p:nvPr>
            <p:ph type="dt" sz="half" idx="10"/>
          </p:nvPr>
        </p:nvSpPr>
        <p:spPr>
          <a:ln/>
        </p:spPr>
        <p:txBody>
          <a:bodyPr/>
          <a:lstStyle>
            <a:lvl1pPr>
              <a:defRPr/>
            </a:lvl1pPr>
          </a:lstStyle>
          <a:p>
            <a:pPr>
              <a:defRPr/>
            </a:pPr>
            <a:endParaRPr lang="ru-RU"/>
          </a:p>
        </p:txBody>
      </p:sp>
      <p:sp>
        <p:nvSpPr>
          <p:cNvPr id="3" name="Rectangle 25"/>
          <p:cNvSpPr>
            <a:spLocks noGrp="1" noChangeArrowheads="1"/>
          </p:cNvSpPr>
          <p:nvPr>
            <p:ph type="ftr" sz="quarter" idx="11"/>
          </p:nvPr>
        </p:nvSpPr>
        <p:spPr>
          <a:ln/>
        </p:spPr>
        <p:txBody>
          <a:bodyPr/>
          <a:lstStyle>
            <a:lvl1pPr>
              <a:defRPr/>
            </a:lvl1pPr>
          </a:lstStyle>
          <a:p>
            <a:pPr>
              <a:defRPr/>
            </a:pPr>
            <a:endParaRPr lang="ru-RU"/>
          </a:p>
        </p:txBody>
      </p:sp>
      <p:sp>
        <p:nvSpPr>
          <p:cNvPr id="4" name="Rectangle 26"/>
          <p:cNvSpPr>
            <a:spLocks noGrp="1" noChangeArrowheads="1"/>
          </p:cNvSpPr>
          <p:nvPr>
            <p:ph type="sldNum" sz="quarter" idx="12"/>
          </p:nvPr>
        </p:nvSpPr>
        <p:spPr>
          <a:ln/>
        </p:spPr>
        <p:txBody>
          <a:bodyPr/>
          <a:lstStyle>
            <a:lvl1pPr>
              <a:defRPr/>
            </a:lvl1pPr>
          </a:lstStyle>
          <a:p>
            <a:pPr>
              <a:defRPr/>
            </a:pPr>
            <a:fld id="{1D0F37E9-0011-4530-AEE5-08E3B2061F64}" type="slidenum">
              <a:rPr lang="ru-RU"/>
              <a:pPr>
                <a:defRPr/>
              </a:pPr>
              <a:t>‹#›</a:t>
            </a:fld>
            <a:endParaRPr lang="ru-RU"/>
          </a:p>
        </p:txBody>
      </p:sp>
    </p:spTree>
    <p:extLst>
      <p:ext uri="{BB962C8B-B14F-4D97-AF65-F5344CB8AC3E}">
        <p14:creationId xmlns:p14="http://schemas.microsoft.com/office/powerpoint/2010/main" val="4106337136"/>
      </p:ext>
    </p:extLst>
  </p:cSld>
  <p:clrMapOvr>
    <a:masterClrMapping/>
  </p:clrMapOvr>
  <p:transition>
    <p:checke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Объект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Rectangle 24"/>
          <p:cNvSpPr>
            <a:spLocks noGrp="1" noChangeArrowheads="1"/>
          </p:cNvSpPr>
          <p:nvPr>
            <p:ph type="dt" sz="half" idx="10"/>
          </p:nvPr>
        </p:nvSpPr>
        <p:spPr>
          <a:ln/>
        </p:spPr>
        <p:txBody>
          <a:bodyPr/>
          <a:lstStyle>
            <a:lvl1pPr>
              <a:defRPr/>
            </a:lvl1pPr>
          </a:lstStyle>
          <a:p>
            <a:pPr>
              <a:defRPr/>
            </a:pPr>
            <a:endParaRPr lang="ru-RU"/>
          </a:p>
        </p:txBody>
      </p:sp>
      <p:sp>
        <p:nvSpPr>
          <p:cNvPr id="6" name="Rectangle 25"/>
          <p:cNvSpPr>
            <a:spLocks noGrp="1" noChangeArrowheads="1"/>
          </p:cNvSpPr>
          <p:nvPr>
            <p:ph type="ftr" sz="quarter" idx="11"/>
          </p:nvPr>
        </p:nvSpPr>
        <p:spPr>
          <a:ln/>
        </p:spPr>
        <p:txBody>
          <a:bodyPr/>
          <a:lstStyle>
            <a:lvl1pPr>
              <a:defRPr/>
            </a:lvl1pPr>
          </a:lstStyle>
          <a:p>
            <a:pPr>
              <a:defRPr/>
            </a:pPr>
            <a:endParaRPr lang="ru-RU"/>
          </a:p>
        </p:txBody>
      </p:sp>
      <p:sp>
        <p:nvSpPr>
          <p:cNvPr id="7" name="Rectangle 26"/>
          <p:cNvSpPr>
            <a:spLocks noGrp="1" noChangeArrowheads="1"/>
          </p:cNvSpPr>
          <p:nvPr>
            <p:ph type="sldNum" sz="quarter" idx="12"/>
          </p:nvPr>
        </p:nvSpPr>
        <p:spPr>
          <a:ln/>
        </p:spPr>
        <p:txBody>
          <a:bodyPr/>
          <a:lstStyle>
            <a:lvl1pPr>
              <a:defRPr/>
            </a:lvl1pPr>
          </a:lstStyle>
          <a:p>
            <a:pPr>
              <a:defRPr/>
            </a:pPr>
            <a:fld id="{26512756-0A79-4E0C-84E1-32C9395ECB19}" type="slidenum">
              <a:rPr lang="ru-RU"/>
              <a:pPr>
                <a:defRPr/>
              </a:pPr>
              <a:t>‹#›</a:t>
            </a:fld>
            <a:endParaRPr lang="ru-RU"/>
          </a:p>
        </p:txBody>
      </p:sp>
    </p:spTree>
    <p:extLst>
      <p:ext uri="{BB962C8B-B14F-4D97-AF65-F5344CB8AC3E}">
        <p14:creationId xmlns:p14="http://schemas.microsoft.com/office/powerpoint/2010/main" val="1789352602"/>
      </p:ext>
    </p:extLst>
  </p:cSld>
  <p:clrMapOvr>
    <a:masterClrMapping/>
  </p:clrMapOvr>
  <p:transition>
    <p:checke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ru-RU" noProof="0" smtClean="0"/>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Rectangle 24"/>
          <p:cNvSpPr>
            <a:spLocks noGrp="1" noChangeArrowheads="1"/>
          </p:cNvSpPr>
          <p:nvPr>
            <p:ph type="dt" sz="half" idx="10"/>
          </p:nvPr>
        </p:nvSpPr>
        <p:spPr>
          <a:ln/>
        </p:spPr>
        <p:txBody>
          <a:bodyPr/>
          <a:lstStyle>
            <a:lvl1pPr>
              <a:defRPr/>
            </a:lvl1pPr>
          </a:lstStyle>
          <a:p>
            <a:pPr>
              <a:defRPr/>
            </a:pPr>
            <a:endParaRPr lang="ru-RU"/>
          </a:p>
        </p:txBody>
      </p:sp>
      <p:sp>
        <p:nvSpPr>
          <p:cNvPr id="6" name="Rectangle 25"/>
          <p:cNvSpPr>
            <a:spLocks noGrp="1" noChangeArrowheads="1"/>
          </p:cNvSpPr>
          <p:nvPr>
            <p:ph type="ftr" sz="quarter" idx="11"/>
          </p:nvPr>
        </p:nvSpPr>
        <p:spPr>
          <a:ln/>
        </p:spPr>
        <p:txBody>
          <a:bodyPr/>
          <a:lstStyle>
            <a:lvl1pPr>
              <a:defRPr/>
            </a:lvl1pPr>
          </a:lstStyle>
          <a:p>
            <a:pPr>
              <a:defRPr/>
            </a:pPr>
            <a:endParaRPr lang="ru-RU"/>
          </a:p>
        </p:txBody>
      </p:sp>
      <p:sp>
        <p:nvSpPr>
          <p:cNvPr id="7" name="Rectangle 26"/>
          <p:cNvSpPr>
            <a:spLocks noGrp="1" noChangeArrowheads="1"/>
          </p:cNvSpPr>
          <p:nvPr>
            <p:ph type="sldNum" sz="quarter" idx="12"/>
          </p:nvPr>
        </p:nvSpPr>
        <p:spPr>
          <a:ln/>
        </p:spPr>
        <p:txBody>
          <a:bodyPr/>
          <a:lstStyle>
            <a:lvl1pPr>
              <a:defRPr/>
            </a:lvl1pPr>
          </a:lstStyle>
          <a:p>
            <a:pPr>
              <a:defRPr/>
            </a:pPr>
            <a:fld id="{E02154AA-BB2F-4D18-B098-AF73027B928E}" type="slidenum">
              <a:rPr lang="ru-RU"/>
              <a:pPr>
                <a:defRPr/>
              </a:pPr>
              <a:t>‹#›</a:t>
            </a:fld>
            <a:endParaRPr lang="ru-RU"/>
          </a:p>
        </p:txBody>
      </p:sp>
    </p:spTree>
    <p:extLst>
      <p:ext uri="{BB962C8B-B14F-4D97-AF65-F5344CB8AC3E}">
        <p14:creationId xmlns:p14="http://schemas.microsoft.com/office/powerpoint/2010/main" val="1198129653"/>
      </p:ext>
    </p:extLst>
  </p:cSld>
  <p:clrMapOvr>
    <a:masterClrMapping/>
  </p:clrMapOvr>
  <p:transition>
    <p:checke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Rectangle 24"/>
          <p:cNvSpPr>
            <a:spLocks noGrp="1" noChangeArrowheads="1"/>
          </p:cNvSpPr>
          <p:nvPr>
            <p:ph type="dt" sz="half" idx="10"/>
          </p:nvPr>
        </p:nvSpPr>
        <p:spPr>
          <a:ln/>
        </p:spPr>
        <p:txBody>
          <a:bodyPr/>
          <a:lstStyle>
            <a:lvl1pPr>
              <a:defRPr/>
            </a:lvl1pPr>
          </a:lstStyle>
          <a:p>
            <a:pPr>
              <a:defRPr/>
            </a:pPr>
            <a:endParaRPr lang="ru-RU"/>
          </a:p>
        </p:txBody>
      </p:sp>
      <p:sp>
        <p:nvSpPr>
          <p:cNvPr id="5" name="Rectangle 25"/>
          <p:cNvSpPr>
            <a:spLocks noGrp="1" noChangeArrowheads="1"/>
          </p:cNvSpPr>
          <p:nvPr>
            <p:ph type="ftr" sz="quarter" idx="11"/>
          </p:nvPr>
        </p:nvSpPr>
        <p:spPr>
          <a:ln/>
        </p:spPr>
        <p:txBody>
          <a:bodyPr/>
          <a:lstStyle>
            <a:lvl1pPr>
              <a:defRPr/>
            </a:lvl1pPr>
          </a:lstStyle>
          <a:p>
            <a:pPr>
              <a:defRPr/>
            </a:pPr>
            <a:endParaRPr lang="ru-RU"/>
          </a:p>
        </p:txBody>
      </p:sp>
      <p:sp>
        <p:nvSpPr>
          <p:cNvPr id="6" name="Rectangle 26"/>
          <p:cNvSpPr>
            <a:spLocks noGrp="1" noChangeArrowheads="1"/>
          </p:cNvSpPr>
          <p:nvPr>
            <p:ph type="sldNum" sz="quarter" idx="12"/>
          </p:nvPr>
        </p:nvSpPr>
        <p:spPr>
          <a:ln/>
        </p:spPr>
        <p:txBody>
          <a:bodyPr/>
          <a:lstStyle>
            <a:lvl1pPr>
              <a:defRPr/>
            </a:lvl1pPr>
          </a:lstStyle>
          <a:p>
            <a:pPr>
              <a:defRPr/>
            </a:pPr>
            <a:fld id="{FF321144-1412-43FB-A46C-61E8D4E1C6A6}" type="slidenum">
              <a:rPr lang="ru-RU"/>
              <a:pPr>
                <a:defRPr/>
              </a:pPr>
              <a:t>‹#›</a:t>
            </a:fld>
            <a:endParaRPr lang="ru-RU"/>
          </a:p>
        </p:txBody>
      </p:sp>
    </p:spTree>
    <p:extLst>
      <p:ext uri="{BB962C8B-B14F-4D97-AF65-F5344CB8AC3E}">
        <p14:creationId xmlns:p14="http://schemas.microsoft.com/office/powerpoint/2010/main" val="102827904"/>
      </p:ext>
    </p:extLst>
  </p:cSld>
  <p:clrMapOvr>
    <a:masterClrMapping/>
  </p:clrMapOvr>
  <p:transition>
    <p:checke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28600"/>
            <a:ext cx="2057400" cy="5867400"/>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28600"/>
            <a:ext cx="6019800" cy="5867400"/>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Rectangle 24"/>
          <p:cNvSpPr>
            <a:spLocks noGrp="1" noChangeArrowheads="1"/>
          </p:cNvSpPr>
          <p:nvPr>
            <p:ph type="dt" sz="half" idx="10"/>
          </p:nvPr>
        </p:nvSpPr>
        <p:spPr>
          <a:ln/>
        </p:spPr>
        <p:txBody>
          <a:bodyPr/>
          <a:lstStyle>
            <a:lvl1pPr>
              <a:defRPr/>
            </a:lvl1pPr>
          </a:lstStyle>
          <a:p>
            <a:pPr>
              <a:defRPr/>
            </a:pPr>
            <a:endParaRPr lang="ru-RU"/>
          </a:p>
        </p:txBody>
      </p:sp>
      <p:sp>
        <p:nvSpPr>
          <p:cNvPr id="5" name="Rectangle 25"/>
          <p:cNvSpPr>
            <a:spLocks noGrp="1" noChangeArrowheads="1"/>
          </p:cNvSpPr>
          <p:nvPr>
            <p:ph type="ftr" sz="quarter" idx="11"/>
          </p:nvPr>
        </p:nvSpPr>
        <p:spPr>
          <a:ln/>
        </p:spPr>
        <p:txBody>
          <a:bodyPr/>
          <a:lstStyle>
            <a:lvl1pPr>
              <a:defRPr/>
            </a:lvl1pPr>
          </a:lstStyle>
          <a:p>
            <a:pPr>
              <a:defRPr/>
            </a:pPr>
            <a:endParaRPr lang="ru-RU"/>
          </a:p>
        </p:txBody>
      </p:sp>
      <p:sp>
        <p:nvSpPr>
          <p:cNvPr id="6" name="Rectangle 26"/>
          <p:cNvSpPr>
            <a:spLocks noGrp="1" noChangeArrowheads="1"/>
          </p:cNvSpPr>
          <p:nvPr>
            <p:ph type="sldNum" sz="quarter" idx="12"/>
          </p:nvPr>
        </p:nvSpPr>
        <p:spPr>
          <a:ln/>
        </p:spPr>
        <p:txBody>
          <a:bodyPr/>
          <a:lstStyle>
            <a:lvl1pPr>
              <a:defRPr/>
            </a:lvl1pPr>
          </a:lstStyle>
          <a:p>
            <a:pPr>
              <a:defRPr/>
            </a:pPr>
            <a:fld id="{1C87DAF0-FD14-4F11-B58B-02514F1DB71C}" type="slidenum">
              <a:rPr lang="ru-RU"/>
              <a:pPr>
                <a:defRPr/>
              </a:pPr>
              <a:t>‹#›</a:t>
            </a:fld>
            <a:endParaRPr lang="ru-RU"/>
          </a:p>
        </p:txBody>
      </p:sp>
    </p:spTree>
    <p:extLst>
      <p:ext uri="{BB962C8B-B14F-4D97-AF65-F5344CB8AC3E}">
        <p14:creationId xmlns:p14="http://schemas.microsoft.com/office/powerpoint/2010/main" val="2588964841"/>
      </p:ext>
    </p:extLst>
  </p:cSld>
  <p:clrMapOvr>
    <a:masterClrMapping/>
  </p:clrMapOvr>
  <p:transition>
    <p:checke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Заголовок, текст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28600"/>
            <a:ext cx="8229600" cy="1143000"/>
          </a:xfrm>
        </p:spPr>
        <p:txBody>
          <a:bodyPr/>
          <a:lstStyle/>
          <a:p>
            <a:r>
              <a:rPr lang="ru-RU" smtClean="0"/>
              <a:t>Образец заголовка</a:t>
            </a:r>
            <a:endParaRPr lang="ru-RU"/>
          </a:p>
        </p:txBody>
      </p:sp>
      <p:sp>
        <p:nvSpPr>
          <p:cNvPr id="3" name="Текст 2"/>
          <p:cNvSpPr>
            <a:spLocks noGrp="1"/>
          </p:cNvSpPr>
          <p:nvPr>
            <p:ph type="body" sz="half" idx="1"/>
          </p:nvPr>
        </p:nvSpPr>
        <p:spPr>
          <a:xfrm>
            <a:off x="457200" y="1600200"/>
            <a:ext cx="4038600" cy="4495800"/>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Объект 3"/>
          <p:cNvSpPr>
            <a:spLocks noGrp="1"/>
          </p:cNvSpPr>
          <p:nvPr>
            <p:ph sz="half" idx="2"/>
          </p:nvPr>
        </p:nvSpPr>
        <p:spPr>
          <a:xfrm>
            <a:off x="4648200" y="1600200"/>
            <a:ext cx="4038600" cy="4495800"/>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Rectangle 24"/>
          <p:cNvSpPr>
            <a:spLocks noGrp="1" noChangeArrowheads="1"/>
          </p:cNvSpPr>
          <p:nvPr>
            <p:ph type="dt" sz="half" idx="10"/>
          </p:nvPr>
        </p:nvSpPr>
        <p:spPr>
          <a:ln/>
        </p:spPr>
        <p:txBody>
          <a:bodyPr/>
          <a:lstStyle>
            <a:lvl1pPr>
              <a:defRPr/>
            </a:lvl1pPr>
          </a:lstStyle>
          <a:p>
            <a:pPr>
              <a:defRPr/>
            </a:pPr>
            <a:endParaRPr lang="ru-RU"/>
          </a:p>
        </p:txBody>
      </p:sp>
      <p:sp>
        <p:nvSpPr>
          <p:cNvPr id="6" name="Rectangle 25"/>
          <p:cNvSpPr>
            <a:spLocks noGrp="1" noChangeArrowheads="1"/>
          </p:cNvSpPr>
          <p:nvPr>
            <p:ph type="ftr" sz="quarter" idx="11"/>
          </p:nvPr>
        </p:nvSpPr>
        <p:spPr>
          <a:ln/>
        </p:spPr>
        <p:txBody>
          <a:bodyPr/>
          <a:lstStyle>
            <a:lvl1pPr>
              <a:defRPr/>
            </a:lvl1pPr>
          </a:lstStyle>
          <a:p>
            <a:pPr>
              <a:defRPr/>
            </a:pPr>
            <a:endParaRPr lang="ru-RU"/>
          </a:p>
        </p:txBody>
      </p:sp>
      <p:sp>
        <p:nvSpPr>
          <p:cNvPr id="7" name="Rectangle 26"/>
          <p:cNvSpPr>
            <a:spLocks noGrp="1" noChangeArrowheads="1"/>
          </p:cNvSpPr>
          <p:nvPr>
            <p:ph type="sldNum" sz="quarter" idx="12"/>
          </p:nvPr>
        </p:nvSpPr>
        <p:spPr>
          <a:ln/>
        </p:spPr>
        <p:txBody>
          <a:bodyPr/>
          <a:lstStyle>
            <a:lvl1pPr>
              <a:defRPr/>
            </a:lvl1pPr>
          </a:lstStyle>
          <a:p>
            <a:pPr>
              <a:defRPr/>
            </a:pPr>
            <a:fld id="{8B522CD5-7208-47E1-BADB-50DFC735FCC8}" type="slidenum">
              <a:rPr lang="ru-RU"/>
              <a:pPr>
                <a:defRPr/>
              </a:pPr>
              <a:t>‹#›</a:t>
            </a:fld>
            <a:endParaRPr lang="ru-RU"/>
          </a:p>
        </p:txBody>
      </p:sp>
    </p:spTree>
    <p:extLst>
      <p:ext uri="{BB962C8B-B14F-4D97-AF65-F5344CB8AC3E}">
        <p14:creationId xmlns:p14="http://schemas.microsoft.com/office/powerpoint/2010/main" val="2484413894"/>
      </p:ext>
    </p:extLst>
  </p:cSld>
  <p:clrMapOvr>
    <a:masterClrMapping/>
  </p:clrMapOvr>
  <p:transition>
    <p:checke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amma/>
                <a:shade val="46275"/>
                <a:invGamma/>
              </a:schemeClr>
            </a:gs>
            <a:gs pos="100000">
              <a:schemeClr val="bg1"/>
            </a:gs>
          </a:gsLst>
          <a:lin ang="5400000" scaled="1"/>
        </a:gra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0" y="0"/>
            <a:ext cx="9144000" cy="6858000"/>
            <a:chOff x="0" y="0"/>
            <a:chExt cx="5760" cy="4320"/>
          </a:xfrm>
        </p:grpSpPr>
        <p:sp>
          <p:nvSpPr>
            <p:cNvPr id="1049" name="Freeform 3"/>
            <p:cNvSpPr>
              <a:spLocks/>
            </p:cNvSpPr>
            <p:nvPr/>
          </p:nvSpPr>
          <p:spPr bwMode="hidden">
            <a:xfrm>
              <a:off x="0" y="3072"/>
              <a:ext cx="5760" cy="1248"/>
            </a:xfrm>
            <a:custGeom>
              <a:avLst/>
              <a:gdLst>
                <a:gd name="T0" fmla="*/ 5261 w 6027"/>
                <a:gd name="T1" fmla="*/ 369 h 2296"/>
                <a:gd name="T2" fmla="*/ 0 w 6027"/>
                <a:gd name="T3" fmla="*/ 369 h 2296"/>
                <a:gd name="T4" fmla="*/ 0 w 6027"/>
                <a:gd name="T5" fmla="*/ 0 h 2296"/>
                <a:gd name="T6" fmla="*/ 5261 w 6027"/>
                <a:gd name="T7" fmla="*/ 0 h 2296"/>
                <a:gd name="T8" fmla="*/ 5261 w 6027"/>
                <a:gd name="T9" fmla="*/ 369 h 2296"/>
                <a:gd name="T10" fmla="*/ 5261 w 6027"/>
                <a:gd name="T11" fmla="*/ 369 h 229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027" h="2296">
                  <a:moveTo>
                    <a:pt x="6027" y="2296"/>
                  </a:moveTo>
                  <a:lnTo>
                    <a:pt x="0" y="2296"/>
                  </a:lnTo>
                  <a:lnTo>
                    <a:pt x="0" y="0"/>
                  </a:lnTo>
                  <a:lnTo>
                    <a:pt x="6027" y="0"/>
                  </a:lnTo>
                  <a:lnTo>
                    <a:pt x="6027" y="2296"/>
                  </a:lnTo>
                  <a:close/>
                </a:path>
              </a:pathLst>
            </a:custGeom>
            <a:gradFill rotWithShape="0">
              <a:gsLst>
                <a:gs pos="0">
                  <a:schemeClr val="bg1"/>
                </a:gs>
                <a:gs pos="100000">
                  <a:schemeClr val="accent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sp>
          <p:nvSpPr>
            <p:cNvPr id="47108" name="Freeform 4"/>
            <p:cNvSpPr>
              <a:spLocks/>
            </p:cNvSpPr>
            <p:nvPr/>
          </p:nvSpPr>
          <p:spPr bwMode="hidden">
            <a:xfrm>
              <a:off x="0" y="0"/>
              <a:ext cx="5760" cy="3072"/>
            </a:xfrm>
            <a:custGeom>
              <a:avLst/>
              <a:gdLst>
                <a:gd name="T0" fmla="*/ 6027 w 6027"/>
                <a:gd name="T1" fmla="*/ 2296 h 2296"/>
                <a:gd name="T2" fmla="*/ 0 w 6027"/>
                <a:gd name="T3" fmla="*/ 2296 h 2296"/>
                <a:gd name="T4" fmla="*/ 0 w 6027"/>
                <a:gd name="T5" fmla="*/ 0 h 2296"/>
                <a:gd name="T6" fmla="*/ 6027 w 6027"/>
                <a:gd name="T7" fmla="*/ 0 h 2296"/>
                <a:gd name="T8" fmla="*/ 6027 w 6027"/>
                <a:gd name="T9" fmla="*/ 2296 h 2296"/>
                <a:gd name="T10" fmla="*/ 6027 w 6027"/>
                <a:gd name="T11" fmla="*/ 2296 h 2296"/>
              </a:gdLst>
              <a:ahLst/>
              <a:cxnLst>
                <a:cxn ang="0">
                  <a:pos x="T0" y="T1"/>
                </a:cxn>
                <a:cxn ang="0">
                  <a:pos x="T2" y="T3"/>
                </a:cxn>
                <a:cxn ang="0">
                  <a:pos x="T4" y="T5"/>
                </a:cxn>
                <a:cxn ang="0">
                  <a:pos x="T6" y="T7"/>
                </a:cxn>
                <a:cxn ang="0">
                  <a:pos x="T8" y="T9"/>
                </a:cxn>
                <a:cxn ang="0">
                  <a:pos x="T10" y="T11"/>
                </a:cxn>
              </a:cxnLst>
              <a:rect l="0" t="0" r="r" b="b"/>
              <a:pathLst>
                <a:path w="6027" h="2296">
                  <a:moveTo>
                    <a:pt x="6027" y="2296"/>
                  </a:moveTo>
                  <a:lnTo>
                    <a:pt x="0" y="2296"/>
                  </a:lnTo>
                  <a:lnTo>
                    <a:pt x="0" y="0"/>
                  </a:lnTo>
                  <a:lnTo>
                    <a:pt x="6027" y="0"/>
                  </a:lnTo>
                  <a:lnTo>
                    <a:pt x="6027" y="2296"/>
                  </a:lnTo>
                  <a:lnTo>
                    <a:pt x="6027" y="2296"/>
                  </a:lnTo>
                  <a:close/>
                </a:path>
              </a:pathLst>
            </a:custGeom>
            <a:gradFill rotWithShape="0">
              <a:gsLst>
                <a:gs pos="0">
                  <a:schemeClr val="bg1">
                    <a:gamma/>
                    <a:shade val="46275"/>
                    <a:invGamma/>
                  </a:schemeClr>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ru-RU">
                <a:latin typeface="Arial" charset="0"/>
              </a:endParaRPr>
            </a:p>
          </p:txBody>
        </p:sp>
      </p:grpSp>
      <p:sp>
        <p:nvSpPr>
          <p:cNvPr id="1027" name="Freeform 5"/>
          <p:cNvSpPr>
            <a:spLocks/>
          </p:cNvSpPr>
          <p:nvPr/>
        </p:nvSpPr>
        <p:spPr bwMode="hidden">
          <a:xfrm>
            <a:off x="6248400" y="6262688"/>
            <a:ext cx="2895600" cy="609600"/>
          </a:xfrm>
          <a:custGeom>
            <a:avLst/>
            <a:gdLst>
              <a:gd name="T0" fmla="*/ 2147483647 w 5748"/>
              <a:gd name="T1" fmla="*/ 2147483647 h 246"/>
              <a:gd name="T2" fmla="*/ 0 w 5748"/>
              <a:gd name="T3" fmla="*/ 2147483647 h 246"/>
              <a:gd name="T4" fmla="*/ 0 w 5748"/>
              <a:gd name="T5" fmla="*/ 0 h 246"/>
              <a:gd name="T6" fmla="*/ 2147483647 w 5748"/>
              <a:gd name="T7" fmla="*/ 0 h 246"/>
              <a:gd name="T8" fmla="*/ 2147483647 w 5748"/>
              <a:gd name="T9" fmla="*/ 2147483647 h 246"/>
              <a:gd name="T10" fmla="*/ 2147483647 w 5748"/>
              <a:gd name="T11" fmla="*/ 2147483647 h 24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48" h="246">
                <a:moveTo>
                  <a:pt x="5748" y="246"/>
                </a:moveTo>
                <a:lnTo>
                  <a:pt x="0" y="246"/>
                </a:lnTo>
                <a:lnTo>
                  <a:pt x="0" y="0"/>
                </a:lnTo>
                <a:lnTo>
                  <a:pt x="5748" y="0"/>
                </a:lnTo>
                <a:lnTo>
                  <a:pt x="5748" y="246"/>
                </a:lnTo>
                <a:close/>
              </a:path>
            </a:pathLst>
          </a:cu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grpSp>
        <p:nvGrpSpPr>
          <p:cNvPr id="1028" name="Group 6"/>
          <p:cNvGrpSpPr>
            <a:grpSpLocks/>
          </p:cNvGrpSpPr>
          <p:nvPr/>
        </p:nvGrpSpPr>
        <p:grpSpPr bwMode="auto">
          <a:xfrm>
            <a:off x="0" y="6019800"/>
            <a:ext cx="7848600" cy="857250"/>
            <a:chOff x="0" y="3792"/>
            <a:chExt cx="4944" cy="540"/>
          </a:xfrm>
        </p:grpSpPr>
        <p:sp>
          <p:nvSpPr>
            <p:cNvPr id="47111" name="Freeform 7"/>
            <p:cNvSpPr>
              <a:spLocks/>
            </p:cNvSpPr>
            <p:nvPr userDrawn="1"/>
          </p:nvSpPr>
          <p:spPr bwMode="ltGray">
            <a:xfrm>
              <a:off x="1488" y="3792"/>
              <a:ext cx="3240" cy="536"/>
            </a:xfrm>
            <a:custGeom>
              <a:avLst/>
              <a:gdLst>
                <a:gd name="T0" fmla="*/ 3132 w 3240"/>
                <a:gd name="T1" fmla="*/ 469 h 536"/>
                <a:gd name="T2" fmla="*/ 2995 w 3240"/>
                <a:gd name="T3" fmla="*/ 395 h 536"/>
                <a:gd name="T4" fmla="*/ 2911 w 3240"/>
                <a:gd name="T5" fmla="*/ 375 h 536"/>
                <a:gd name="T6" fmla="*/ 2678 w 3240"/>
                <a:gd name="T7" fmla="*/ 228 h 536"/>
                <a:gd name="T8" fmla="*/ 2553 w 3240"/>
                <a:gd name="T9" fmla="*/ 74 h 536"/>
                <a:gd name="T10" fmla="*/ 2457 w 3240"/>
                <a:gd name="T11" fmla="*/ 7 h 536"/>
                <a:gd name="T12" fmla="*/ 2403 w 3240"/>
                <a:gd name="T13" fmla="*/ 47 h 536"/>
                <a:gd name="T14" fmla="*/ 2289 w 3240"/>
                <a:gd name="T15" fmla="*/ 74 h 536"/>
                <a:gd name="T16" fmla="*/ 2134 w 3240"/>
                <a:gd name="T17" fmla="*/ 74 h 536"/>
                <a:gd name="T18" fmla="*/ 2044 w 3240"/>
                <a:gd name="T19" fmla="*/ 128 h 536"/>
                <a:gd name="T20" fmla="*/ 1775 w 3240"/>
                <a:gd name="T21" fmla="*/ 222 h 536"/>
                <a:gd name="T22" fmla="*/ 1602 w 3240"/>
                <a:gd name="T23" fmla="*/ 181 h 536"/>
                <a:gd name="T24" fmla="*/ 1560 w 3240"/>
                <a:gd name="T25" fmla="*/ 101 h 536"/>
                <a:gd name="T26" fmla="*/ 1542 w 3240"/>
                <a:gd name="T27" fmla="*/ 87 h 536"/>
                <a:gd name="T28" fmla="*/ 1446 w 3240"/>
                <a:gd name="T29" fmla="*/ 60 h 536"/>
                <a:gd name="T30" fmla="*/ 1375 w 3240"/>
                <a:gd name="T31" fmla="*/ 74 h 536"/>
                <a:gd name="T32" fmla="*/ 1309 w 3240"/>
                <a:gd name="T33" fmla="*/ 87 h 536"/>
                <a:gd name="T34" fmla="*/ 1243 w 3240"/>
                <a:gd name="T35" fmla="*/ 13 h 536"/>
                <a:gd name="T36" fmla="*/ 1225 w 3240"/>
                <a:gd name="T37" fmla="*/ 0 h 536"/>
                <a:gd name="T38" fmla="*/ 1189 w 3240"/>
                <a:gd name="T39" fmla="*/ 0 h 536"/>
                <a:gd name="T40" fmla="*/ 1106 w 3240"/>
                <a:gd name="T41" fmla="*/ 34 h 536"/>
                <a:gd name="T42" fmla="*/ 1106 w 3240"/>
                <a:gd name="T43" fmla="*/ 34 h 536"/>
                <a:gd name="T44" fmla="*/ 1094 w 3240"/>
                <a:gd name="T45" fmla="*/ 40 h 536"/>
                <a:gd name="T46" fmla="*/ 1070 w 3240"/>
                <a:gd name="T47" fmla="*/ 54 h 536"/>
                <a:gd name="T48" fmla="*/ 1034 w 3240"/>
                <a:gd name="T49" fmla="*/ 74 h 536"/>
                <a:gd name="T50" fmla="*/ 1004 w 3240"/>
                <a:gd name="T51" fmla="*/ 74 h 536"/>
                <a:gd name="T52" fmla="*/ 986 w 3240"/>
                <a:gd name="T53" fmla="*/ 74 h 536"/>
                <a:gd name="T54" fmla="*/ 956 w 3240"/>
                <a:gd name="T55" fmla="*/ 81 h 536"/>
                <a:gd name="T56" fmla="*/ 920 w 3240"/>
                <a:gd name="T57" fmla="*/ 94 h 536"/>
                <a:gd name="T58" fmla="*/ 884 w 3240"/>
                <a:gd name="T59" fmla="*/ 107 h 536"/>
                <a:gd name="T60" fmla="*/ 843 w 3240"/>
                <a:gd name="T61" fmla="*/ 128 h 536"/>
                <a:gd name="T62" fmla="*/ 813 w 3240"/>
                <a:gd name="T63" fmla="*/ 141 h 536"/>
                <a:gd name="T64" fmla="*/ 789 w 3240"/>
                <a:gd name="T65" fmla="*/ 148 h 536"/>
                <a:gd name="T66" fmla="*/ 783 w 3240"/>
                <a:gd name="T67" fmla="*/ 154 h 536"/>
                <a:gd name="T68" fmla="*/ 556 w 3240"/>
                <a:gd name="T69" fmla="*/ 228 h 536"/>
                <a:gd name="T70" fmla="*/ 394 w 3240"/>
                <a:gd name="T71" fmla="*/ 294 h 536"/>
                <a:gd name="T72" fmla="*/ 107 w 3240"/>
                <a:gd name="T73" fmla="*/ 462 h 536"/>
                <a:gd name="T74" fmla="*/ 0 w 3240"/>
                <a:gd name="T75" fmla="*/ 536 h 536"/>
                <a:gd name="T76" fmla="*/ 3240 w 3240"/>
                <a:gd name="T77" fmla="*/ 536 h 536"/>
                <a:gd name="T78" fmla="*/ 3132 w 3240"/>
                <a:gd name="T79" fmla="*/ 469 h 536"/>
                <a:gd name="T80" fmla="*/ 3132 w 3240"/>
                <a:gd name="T81" fmla="*/ 469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240" h="536">
                  <a:moveTo>
                    <a:pt x="3132" y="469"/>
                  </a:moveTo>
                  <a:lnTo>
                    <a:pt x="2995" y="395"/>
                  </a:lnTo>
                  <a:lnTo>
                    <a:pt x="2911" y="375"/>
                  </a:lnTo>
                  <a:lnTo>
                    <a:pt x="2678" y="228"/>
                  </a:lnTo>
                  <a:lnTo>
                    <a:pt x="2553" y="74"/>
                  </a:lnTo>
                  <a:lnTo>
                    <a:pt x="2457" y="7"/>
                  </a:lnTo>
                  <a:lnTo>
                    <a:pt x="2403" y="47"/>
                  </a:lnTo>
                  <a:lnTo>
                    <a:pt x="2289" y="74"/>
                  </a:lnTo>
                  <a:lnTo>
                    <a:pt x="2134" y="74"/>
                  </a:lnTo>
                  <a:lnTo>
                    <a:pt x="2044" y="128"/>
                  </a:lnTo>
                  <a:lnTo>
                    <a:pt x="1775" y="222"/>
                  </a:lnTo>
                  <a:lnTo>
                    <a:pt x="1602" y="181"/>
                  </a:lnTo>
                  <a:lnTo>
                    <a:pt x="1560" y="101"/>
                  </a:lnTo>
                  <a:lnTo>
                    <a:pt x="1542" y="87"/>
                  </a:lnTo>
                  <a:lnTo>
                    <a:pt x="1446" y="60"/>
                  </a:lnTo>
                  <a:lnTo>
                    <a:pt x="1375" y="74"/>
                  </a:lnTo>
                  <a:lnTo>
                    <a:pt x="1309" y="87"/>
                  </a:lnTo>
                  <a:lnTo>
                    <a:pt x="1243" y="13"/>
                  </a:lnTo>
                  <a:lnTo>
                    <a:pt x="1225" y="0"/>
                  </a:lnTo>
                  <a:lnTo>
                    <a:pt x="1189" y="0"/>
                  </a:lnTo>
                  <a:lnTo>
                    <a:pt x="1106" y="34"/>
                  </a:lnTo>
                  <a:lnTo>
                    <a:pt x="1106" y="34"/>
                  </a:lnTo>
                  <a:lnTo>
                    <a:pt x="1094" y="40"/>
                  </a:lnTo>
                  <a:lnTo>
                    <a:pt x="1070" y="54"/>
                  </a:lnTo>
                  <a:lnTo>
                    <a:pt x="1034" y="74"/>
                  </a:lnTo>
                  <a:lnTo>
                    <a:pt x="1004" y="74"/>
                  </a:lnTo>
                  <a:lnTo>
                    <a:pt x="986" y="74"/>
                  </a:lnTo>
                  <a:lnTo>
                    <a:pt x="956" y="81"/>
                  </a:lnTo>
                  <a:lnTo>
                    <a:pt x="920" y="94"/>
                  </a:lnTo>
                  <a:lnTo>
                    <a:pt x="884" y="107"/>
                  </a:lnTo>
                  <a:lnTo>
                    <a:pt x="843" y="128"/>
                  </a:lnTo>
                  <a:lnTo>
                    <a:pt x="813" y="141"/>
                  </a:lnTo>
                  <a:lnTo>
                    <a:pt x="789" y="148"/>
                  </a:lnTo>
                  <a:lnTo>
                    <a:pt x="783" y="154"/>
                  </a:lnTo>
                  <a:lnTo>
                    <a:pt x="556" y="228"/>
                  </a:lnTo>
                  <a:lnTo>
                    <a:pt x="394" y="294"/>
                  </a:lnTo>
                  <a:lnTo>
                    <a:pt x="107" y="462"/>
                  </a:lnTo>
                  <a:lnTo>
                    <a:pt x="0" y="536"/>
                  </a:lnTo>
                  <a:lnTo>
                    <a:pt x="3240" y="536"/>
                  </a:lnTo>
                  <a:lnTo>
                    <a:pt x="3132" y="469"/>
                  </a:lnTo>
                  <a:lnTo>
                    <a:pt x="3132" y="469"/>
                  </a:lnTo>
                  <a:close/>
                </a:path>
              </a:pathLst>
            </a:custGeom>
            <a:gradFill rotWithShape="0">
              <a:gsLst>
                <a:gs pos="0">
                  <a:schemeClr val="bg2">
                    <a:gamma/>
                    <a:tint val="66667"/>
                    <a:invGamma/>
                  </a:schemeClr>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ru-RU">
                <a:latin typeface="Arial" charset="0"/>
              </a:endParaRPr>
            </a:p>
          </p:txBody>
        </p:sp>
        <p:grpSp>
          <p:nvGrpSpPr>
            <p:cNvPr id="1042" name="Group 8"/>
            <p:cNvGrpSpPr>
              <a:grpSpLocks/>
            </p:cNvGrpSpPr>
            <p:nvPr userDrawn="1"/>
          </p:nvGrpSpPr>
          <p:grpSpPr bwMode="auto">
            <a:xfrm>
              <a:off x="2486" y="3792"/>
              <a:ext cx="2458" cy="540"/>
              <a:chOff x="2486" y="3792"/>
              <a:chExt cx="2458" cy="540"/>
            </a:xfrm>
          </p:grpSpPr>
          <p:sp>
            <p:nvSpPr>
              <p:cNvPr id="1044" name="Freeform 9"/>
              <p:cNvSpPr>
                <a:spLocks/>
              </p:cNvSpPr>
              <p:nvPr userDrawn="1"/>
            </p:nvSpPr>
            <p:spPr bwMode="ltGray">
              <a:xfrm>
                <a:off x="3948" y="3799"/>
                <a:ext cx="996" cy="533"/>
              </a:xfrm>
              <a:custGeom>
                <a:avLst/>
                <a:gdLst>
                  <a:gd name="T0" fmla="*/ 636 w 996"/>
                  <a:gd name="T1" fmla="*/ 373 h 533"/>
                  <a:gd name="T2" fmla="*/ 495 w 996"/>
                  <a:gd name="T3" fmla="*/ 370 h 533"/>
                  <a:gd name="T4" fmla="*/ 280 w 996"/>
                  <a:gd name="T5" fmla="*/ 249 h 533"/>
                  <a:gd name="T6" fmla="*/ 127 w 996"/>
                  <a:gd name="T7" fmla="*/ 66 h 533"/>
                  <a:gd name="T8" fmla="*/ 0 w 996"/>
                  <a:gd name="T9" fmla="*/ 0 h 533"/>
                  <a:gd name="T10" fmla="*/ 22 w 996"/>
                  <a:gd name="T11" fmla="*/ 26 h 533"/>
                  <a:gd name="T12" fmla="*/ 0 w 996"/>
                  <a:gd name="T13" fmla="*/ 65 h 533"/>
                  <a:gd name="T14" fmla="*/ 30 w 996"/>
                  <a:gd name="T15" fmla="*/ 119 h 533"/>
                  <a:gd name="T16" fmla="*/ 75 w 996"/>
                  <a:gd name="T17" fmla="*/ 243 h 533"/>
                  <a:gd name="T18" fmla="*/ 45 w 996"/>
                  <a:gd name="T19" fmla="*/ 422 h 533"/>
                  <a:gd name="T20" fmla="*/ 200 w 996"/>
                  <a:gd name="T21" fmla="*/ 329 h 533"/>
                  <a:gd name="T22" fmla="*/ 612 w 996"/>
                  <a:gd name="T23" fmla="*/ 533 h 533"/>
                  <a:gd name="T24" fmla="*/ 996 w 996"/>
                  <a:gd name="T25" fmla="*/ 529 h 533"/>
                  <a:gd name="T26" fmla="*/ 828 w 996"/>
                  <a:gd name="T27" fmla="*/ 473 h 533"/>
                  <a:gd name="T28" fmla="*/ 636 w 996"/>
                  <a:gd name="T29" fmla="*/ 373 h 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996" h="533">
                    <a:moveTo>
                      <a:pt x="636" y="373"/>
                    </a:moveTo>
                    <a:lnTo>
                      <a:pt x="495" y="370"/>
                    </a:lnTo>
                    <a:lnTo>
                      <a:pt x="280" y="249"/>
                    </a:lnTo>
                    <a:lnTo>
                      <a:pt x="127" y="66"/>
                    </a:lnTo>
                    <a:lnTo>
                      <a:pt x="0" y="0"/>
                    </a:lnTo>
                    <a:lnTo>
                      <a:pt x="22" y="26"/>
                    </a:lnTo>
                    <a:lnTo>
                      <a:pt x="0" y="65"/>
                    </a:lnTo>
                    <a:lnTo>
                      <a:pt x="30" y="119"/>
                    </a:lnTo>
                    <a:lnTo>
                      <a:pt x="75" y="243"/>
                    </a:lnTo>
                    <a:lnTo>
                      <a:pt x="45" y="422"/>
                    </a:lnTo>
                    <a:lnTo>
                      <a:pt x="200" y="329"/>
                    </a:lnTo>
                    <a:lnTo>
                      <a:pt x="612" y="533"/>
                    </a:lnTo>
                    <a:lnTo>
                      <a:pt x="996" y="529"/>
                    </a:lnTo>
                    <a:lnTo>
                      <a:pt x="828" y="473"/>
                    </a:lnTo>
                    <a:lnTo>
                      <a:pt x="636" y="373"/>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sp>
            <p:nvSpPr>
              <p:cNvPr id="1045" name="Freeform 10"/>
              <p:cNvSpPr>
                <a:spLocks/>
              </p:cNvSpPr>
              <p:nvPr userDrawn="1"/>
            </p:nvSpPr>
            <p:spPr bwMode="ltGray">
              <a:xfrm>
                <a:off x="2677" y="3792"/>
                <a:ext cx="186" cy="395"/>
              </a:xfrm>
              <a:custGeom>
                <a:avLst/>
                <a:gdLst>
                  <a:gd name="T0" fmla="*/ 36 w 186"/>
                  <a:gd name="T1" fmla="*/ 0 h 353"/>
                  <a:gd name="T2" fmla="*/ 54 w 186"/>
                  <a:gd name="T3" fmla="*/ 25 h 353"/>
                  <a:gd name="T4" fmla="*/ 24 w 186"/>
                  <a:gd name="T5" fmla="*/ 43 h 353"/>
                  <a:gd name="T6" fmla="*/ 18 w 186"/>
                  <a:gd name="T7" fmla="*/ 93 h 353"/>
                  <a:gd name="T8" fmla="*/ 42 w 186"/>
                  <a:gd name="T9" fmla="*/ 160 h 353"/>
                  <a:gd name="T10" fmla="*/ 48 w 186"/>
                  <a:gd name="T11" fmla="*/ 227 h 353"/>
                  <a:gd name="T12" fmla="*/ 0 w 186"/>
                  <a:gd name="T13" fmla="*/ 495 h 353"/>
                  <a:gd name="T14" fmla="*/ 54 w 186"/>
                  <a:gd name="T15" fmla="*/ 327 h 353"/>
                  <a:gd name="T16" fmla="*/ 84 w 186"/>
                  <a:gd name="T17" fmla="*/ 303 h 353"/>
                  <a:gd name="T18" fmla="*/ 126 w 186"/>
                  <a:gd name="T19" fmla="*/ 177 h 353"/>
                  <a:gd name="T20" fmla="*/ 144 w 186"/>
                  <a:gd name="T21" fmla="*/ 168 h 353"/>
                  <a:gd name="T22" fmla="*/ 144 w 186"/>
                  <a:gd name="T23" fmla="*/ 126 h 353"/>
                  <a:gd name="T24" fmla="*/ 186 w 186"/>
                  <a:gd name="T25" fmla="*/ 93 h 353"/>
                  <a:gd name="T26" fmla="*/ 162 w 186"/>
                  <a:gd name="T27" fmla="*/ 84 h 353"/>
                  <a:gd name="T28" fmla="*/ 36 w 186"/>
                  <a:gd name="T29" fmla="*/ 0 h 353"/>
                  <a:gd name="T30" fmla="*/ 36 w 186"/>
                  <a:gd name="T31" fmla="*/ 0 h 35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86" h="353">
                    <a:moveTo>
                      <a:pt x="36" y="0"/>
                    </a:moveTo>
                    <a:lnTo>
                      <a:pt x="54" y="18"/>
                    </a:lnTo>
                    <a:lnTo>
                      <a:pt x="24" y="30"/>
                    </a:lnTo>
                    <a:lnTo>
                      <a:pt x="18" y="66"/>
                    </a:lnTo>
                    <a:lnTo>
                      <a:pt x="42" y="114"/>
                    </a:lnTo>
                    <a:lnTo>
                      <a:pt x="48" y="162"/>
                    </a:lnTo>
                    <a:lnTo>
                      <a:pt x="0" y="353"/>
                    </a:lnTo>
                    <a:lnTo>
                      <a:pt x="54" y="233"/>
                    </a:lnTo>
                    <a:lnTo>
                      <a:pt x="84" y="216"/>
                    </a:lnTo>
                    <a:lnTo>
                      <a:pt x="126" y="126"/>
                    </a:lnTo>
                    <a:lnTo>
                      <a:pt x="144" y="120"/>
                    </a:lnTo>
                    <a:lnTo>
                      <a:pt x="144" y="90"/>
                    </a:lnTo>
                    <a:lnTo>
                      <a:pt x="186" y="66"/>
                    </a:lnTo>
                    <a:lnTo>
                      <a:pt x="162" y="60"/>
                    </a:lnTo>
                    <a:lnTo>
                      <a:pt x="36"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sp>
            <p:nvSpPr>
              <p:cNvPr id="1046" name="Freeform 11"/>
              <p:cNvSpPr>
                <a:spLocks/>
              </p:cNvSpPr>
              <p:nvPr userDrawn="1"/>
            </p:nvSpPr>
            <p:spPr bwMode="ltGray">
              <a:xfrm>
                <a:off x="3030" y="3893"/>
                <a:ext cx="378" cy="271"/>
              </a:xfrm>
              <a:custGeom>
                <a:avLst/>
                <a:gdLst>
                  <a:gd name="T0" fmla="*/ 18 w 378"/>
                  <a:gd name="T1" fmla="*/ 0 h 271"/>
                  <a:gd name="T2" fmla="*/ 12 w 378"/>
                  <a:gd name="T3" fmla="*/ 13 h 271"/>
                  <a:gd name="T4" fmla="*/ 0 w 378"/>
                  <a:gd name="T5" fmla="*/ 40 h 271"/>
                  <a:gd name="T6" fmla="*/ 60 w 378"/>
                  <a:gd name="T7" fmla="*/ 121 h 271"/>
                  <a:gd name="T8" fmla="*/ 310 w 378"/>
                  <a:gd name="T9" fmla="*/ 271 h 271"/>
                  <a:gd name="T10" fmla="*/ 290 w 378"/>
                  <a:gd name="T11" fmla="*/ 139 h 271"/>
                  <a:gd name="T12" fmla="*/ 378 w 378"/>
                  <a:gd name="T13" fmla="*/ 76 h 271"/>
                  <a:gd name="T14" fmla="*/ 251 w 378"/>
                  <a:gd name="T15" fmla="*/ 94 h 271"/>
                  <a:gd name="T16" fmla="*/ 90 w 378"/>
                  <a:gd name="T17" fmla="*/ 54 h 271"/>
                  <a:gd name="T18" fmla="*/ 18 w 378"/>
                  <a:gd name="T19" fmla="*/ 0 h 271"/>
                  <a:gd name="T20" fmla="*/ 18 w 378"/>
                  <a:gd name="T21" fmla="*/ 0 h 27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8" h="271">
                    <a:moveTo>
                      <a:pt x="18" y="0"/>
                    </a:moveTo>
                    <a:lnTo>
                      <a:pt x="12" y="13"/>
                    </a:lnTo>
                    <a:lnTo>
                      <a:pt x="0" y="40"/>
                    </a:lnTo>
                    <a:lnTo>
                      <a:pt x="60" y="121"/>
                    </a:lnTo>
                    <a:lnTo>
                      <a:pt x="310" y="271"/>
                    </a:lnTo>
                    <a:lnTo>
                      <a:pt x="290" y="139"/>
                    </a:lnTo>
                    <a:lnTo>
                      <a:pt x="378" y="76"/>
                    </a:lnTo>
                    <a:lnTo>
                      <a:pt x="251" y="94"/>
                    </a:lnTo>
                    <a:lnTo>
                      <a:pt x="90" y="54"/>
                    </a:lnTo>
                    <a:lnTo>
                      <a:pt x="18"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sp>
            <p:nvSpPr>
              <p:cNvPr id="1047" name="Freeform 12"/>
              <p:cNvSpPr>
                <a:spLocks/>
              </p:cNvSpPr>
              <p:nvPr userDrawn="1"/>
            </p:nvSpPr>
            <p:spPr bwMode="ltGray">
              <a:xfrm>
                <a:off x="3628" y="3866"/>
                <a:ext cx="155" cy="74"/>
              </a:xfrm>
              <a:custGeom>
                <a:avLst/>
                <a:gdLst>
                  <a:gd name="T0" fmla="*/ 114 w 155"/>
                  <a:gd name="T1" fmla="*/ 0 h 66"/>
                  <a:gd name="T2" fmla="*/ 0 w 155"/>
                  <a:gd name="T3" fmla="*/ 0 h 66"/>
                  <a:gd name="T4" fmla="*/ 0 w 155"/>
                  <a:gd name="T5" fmla="*/ 0 h 66"/>
                  <a:gd name="T6" fmla="*/ 6 w 155"/>
                  <a:gd name="T7" fmla="*/ 9 h 66"/>
                  <a:gd name="T8" fmla="*/ 6 w 155"/>
                  <a:gd name="T9" fmla="*/ 25 h 66"/>
                  <a:gd name="T10" fmla="*/ 0 w 155"/>
                  <a:gd name="T11" fmla="*/ 34 h 66"/>
                  <a:gd name="T12" fmla="*/ 78 w 155"/>
                  <a:gd name="T13" fmla="*/ 84 h 66"/>
                  <a:gd name="T14" fmla="*/ 96 w 155"/>
                  <a:gd name="T15" fmla="*/ 59 h 66"/>
                  <a:gd name="T16" fmla="*/ 155 w 155"/>
                  <a:gd name="T17" fmla="*/ 93 h 66"/>
                  <a:gd name="T18" fmla="*/ 126 w 155"/>
                  <a:gd name="T19" fmla="*/ 34 h 66"/>
                  <a:gd name="T20" fmla="*/ 149 w 155"/>
                  <a:gd name="T21" fmla="*/ 0 h 66"/>
                  <a:gd name="T22" fmla="*/ 114 w 155"/>
                  <a:gd name="T23" fmla="*/ 0 h 66"/>
                  <a:gd name="T24" fmla="*/ 114 w 155"/>
                  <a:gd name="T25" fmla="*/ 0 h 6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5" h="66">
                    <a:moveTo>
                      <a:pt x="114" y="0"/>
                    </a:moveTo>
                    <a:lnTo>
                      <a:pt x="0" y="0"/>
                    </a:lnTo>
                    <a:lnTo>
                      <a:pt x="6" y="6"/>
                    </a:lnTo>
                    <a:lnTo>
                      <a:pt x="6" y="18"/>
                    </a:lnTo>
                    <a:lnTo>
                      <a:pt x="0" y="24"/>
                    </a:lnTo>
                    <a:lnTo>
                      <a:pt x="78" y="60"/>
                    </a:lnTo>
                    <a:lnTo>
                      <a:pt x="96" y="42"/>
                    </a:lnTo>
                    <a:lnTo>
                      <a:pt x="155" y="66"/>
                    </a:lnTo>
                    <a:lnTo>
                      <a:pt x="126" y="24"/>
                    </a:lnTo>
                    <a:lnTo>
                      <a:pt x="149" y="0"/>
                    </a:lnTo>
                    <a:lnTo>
                      <a:pt x="114"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sp>
            <p:nvSpPr>
              <p:cNvPr id="1048" name="Freeform 13"/>
              <p:cNvSpPr>
                <a:spLocks/>
              </p:cNvSpPr>
              <p:nvPr userDrawn="1"/>
            </p:nvSpPr>
            <p:spPr bwMode="ltGray">
              <a:xfrm>
                <a:off x="2486" y="3859"/>
                <a:ext cx="42" cy="81"/>
              </a:xfrm>
              <a:custGeom>
                <a:avLst/>
                <a:gdLst>
                  <a:gd name="T0" fmla="*/ 6 w 42"/>
                  <a:gd name="T1" fmla="*/ 52 h 72"/>
                  <a:gd name="T2" fmla="*/ 0 w 42"/>
                  <a:gd name="T3" fmla="*/ 26 h 72"/>
                  <a:gd name="T4" fmla="*/ 12 w 42"/>
                  <a:gd name="T5" fmla="*/ 9 h 72"/>
                  <a:gd name="T6" fmla="*/ 0 w 42"/>
                  <a:gd name="T7" fmla="*/ 9 h 72"/>
                  <a:gd name="T8" fmla="*/ 12 w 42"/>
                  <a:gd name="T9" fmla="*/ 9 h 72"/>
                  <a:gd name="T10" fmla="*/ 24 w 42"/>
                  <a:gd name="T11" fmla="*/ 9 h 72"/>
                  <a:gd name="T12" fmla="*/ 36 w 42"/>
                  <a:gd name="T13" fmla="*/ 9 h 72"/>
                  <a:gd name="T14" fmla="*/ 42 w 42"/>
                  <a:gd name="T15" fmla="*/ 0 h 72"/>
                  <a:gd name="T16" fmla="*/ 30 w 42"/>
                  <a:gd name="T17" fmla="*/ 26 h 72"/>
                  <a:gd name="T18" fmla="*/ 42 w 42"/>
                  <a:gd name="T19" fmla="*/ 69 h 72"/>
                  <a:gd name="T20" fmla="*/ 12 w 42"/>
                  <a:gd name="T21" fmla="*/ 102 h 72"/>
                  <a:gd name="T22" fmla="*/ 6 w 42"/>
                  <a:gd name="T23" fmla="*/ 52 h 72"/>
                  <a:gd name="T24" fmla="*/ 6 w 42"/>
                  <a:gd name="T25" fmla="*/ 5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2" h="72">
                    <a:moveTo>
                      <a:pt x="6" y="36"/>
                    </a:moveTo>
                    <a:lnTo>
                      <a:pt x="0" y="18"/>
                    </a:lnTo>
                    <a:lnTo>
                      <a:pt x="12" y="6"/>
                    </a:lnTo>
                    <a:lnTo>
                      <a:pt x="0" y="6"/>
                    </a:lnTo>
                    <a:lnTo>
                      <a:pt x="12" y="6"/>
                    </a:lnTo>
                    <a:lnTo>
                      <a:pt x="24" y="6"/>
                    </a:lnTo>
                    <a:lnTo>
                      <a:pt x="36" y="6"/>
                    </a:lnTo>
                    <a:lnTo>
                      <a:pt x="42" y="0"/>
                    </a:lnTo>
                    <a:lnTo>
                      <a:pt x="30" y="18"/>
                    </a:lnTo>
                    <a:lnTo>
                      <a:pt x="42" y="48"/>
                    </a:lnTo>
                    <a:lnTo>
                      <a:pt x="12" y="72"/>
                    </a:lnTo>
                    <a:lnTo>
                      <a:pt x="6" y="3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grpSp>
        <p:sp>
          <p:nvSpPr>
            <p:cNvPr id="47118" name="Freeform 14"/>
            <p:cNvSpPr>
              <a:spLocks/>
            </p:cNvSpPr>
            <p:nvPr userDrawn="1"/>
          </p:nvSpPr>
          <p:spPr bwMode="ltGray">
            <a:xfrm>
              <a:off x="0" y="3792"/>
              <a:ext cx="3976" cy="535"/>
            </a:xfrm>
            <a:custGeom>
              <a:avLst/>
              <a:gdLst>
                <a:gd name="T0" fmla="*/ 3976 w 3976"/>
                <a:gd name="T1" fmla="*/ 527 h 527"/>
                <a:gd name="T2" fmla="*/ 3970 w 3976"/>
                <a:gd name="T3" fmla="*/ 527 h 527"/>
                <a:gd name="T4" fmla="*/ 3844 w 3976"/>
                <a:gd name="T5" fmla="*/ 509 h 527"/>
                <a:gd name="T6" fmla="*/ 2487 w 3976"/>
                <a:gd name="T7" fmla="*/ 305 h 527"/>
                <a:gd name="T8" fmla="*/ 2039 w 3976"/>
                <a:gd name="T9" fmla="*/ 36 h 527"/>
                <a:gd name="T10" fmla="*/ 1907 w 3976"/>
                <a:gd name="T11" fmla="*/ 24 h 527"/>
                <a:gd name="T12" fmla="*/ 1883 w 3976"/>
                <a:gd name="T13" fmla="*/ 54 h 527"/>
                <a:gd name="T14" fmla="*/ 1859 w 3976"/>
                <a:gd name="T15" fmla="*/ 54 h 527"/>
                <a:gd name="T16" fmla="*/ 1830 w 3976"/>
                <a:gd name="T17" fmla="*/ 30 h 527"/>
                <a:gd name="T18" fmla="*/ 1704 w 3976"/>
                <a:gd name="T19" fmla="*/ 102 h 527"/>
                <a:gd name="T20" fmla="*/ 1608 w 3976"/>
                <a:gd name="T21" fmla="*/ 126 h 527"/>
                <a:gd name="T22" fmla="*/ 1561 w 3976"/>
                <a:gd name="T23" fmla="*/ 132 h 527"/>
                <a:gd name="T24" fmla="*/ 1495 w 3976"/>
                <a:gd name="T25" fmla="*/ 102 h 527"/>
                <a:gd name="T26" fmla="*/ 1357 w 3976"/>
                <a:gd name="T27" fmla="*/ 126 h 527"/>
                <a:gd name="T28" fmla="*/ 1285 w 3976"/>
                <a:gd name="T29" fmla="*/ 24 h 527"/>
                <a:gd name="T30" fmla="*/ 1280 w 3976"/>
                <a:gd name="T31" fmla="*/ 18 h 527"/>
                <a:gd name="T32" fmla="*/ 1262 w 3976"/>
                <a:gd name="T33" fmla="*/ 12 h 527"/>
                <a:gd name="T34" fmla="*/ 1238 w 3976"/>
                <a:gd name="T35" fmla="*/ 6 h 527"/>
                <a:gd name="T36" fmla="*/ 1220 w 3976"/>
                <a:gd name="T37" fmla="*/ 0 h 527"/>
                <a:gd name="T38" fmla="*/ 1196 w 3976"/>
                <a:gd name="T39" fmla="*/ 0 h 527"/>
                <a:gd name="T40" fmla="*/ 1166 w 3976"/>
                <a:gd name="T41" fmla="*/ 0 h 527"/>
                <a:gd name="T42" fmla="*/ 1142 w 3976"/>
                <a:gd name="T43" fmla="*/ 0 h 527"/>
                <a:gd name="T44" fmla="*/ 1136 w 3976"/>
                <a:gd name="T45" fmla="*/ 0 h 527"/>
                <a:gd name="T46" fmla="*/ 1130 w 3976"/>
                <a:gd name="T47" fmla="*/ 0 h 527"/>
                <a:gd name="T48" fmla="*/ 1124 w 3976"/>
                <a:gd name="T49" fmla="*/ 6 h 527"/>
                <a:gd name="T50" fmla="*/ 1118 w 3976"/>
                <a:gd name="T51" fmla="*/ 12 h 527"/>
                <a:gd name="T52" fmla="*/ 1100 w 3976"/>
                <a:gd name="T53" fmla="*/ 18 h 527"/>
                <a:gd name="T54" fmla="*/ 1088 w 3976"/>
                <a:gd name="T55" fmla="*/ 18 h 527"/>
                <a:gd name="T56" fmla="*/ 1070 w 3976"/>
                <a:gd name="T57" fmla="*/ 24 h 527"/>
                <a:gd name="T58" fmla="*/ 1052 w 3976"/>
                <a:gd name="T59" fmla="*/ 30 h 527"/>
                <a:gd name="T60" fmla="*/ 1034 w 3976"/>
                <a:gd name="T61" fmla="*/ 36 h 527"/>
                <a:gd name="T62" fmla="*/ 1028 w 3976"/>
                <a:gd name="T63" fmla="*/ 42 h 527"/>
                <a:gd name="T64" fmla="*/ 969 w 3976"/>
                <a:gd name="T65" fmla="*/ 60 h 527"/>
                <a:gd name="T66" fmla="*/ 921 w 3976"/>
                <a:gd name="T67" fmla="*/ 72 h 527"/>
                <a:gd name="T68" fmla="*/ 855 w 3976"/>
                <a:gd name="T69" fmla="*/ 48 h 527"/>
                <a:gd name="T70" fmla="*/ 825 w 3976"/>
                <a:gd name="T71" fmla="*/ 48 h 527"/>
                <a:gd name="T72" fmla="*/ 759 w 3976"/>
                <a:gd name="T73" fmla="*/ 72 h 527"/>
                <a:gd name="T74" fmla="*/ 735 w 3976"/>
                <a:gd name="T75" fmla="*/ 72 h 527"/>
                <a:gd name="T76" fmla="*/ 706 w 3976"/>
                <a:gd name="T77" fmla="*/ 60 h 527"/>
                <a:gd name="T78" fmla="*/ 640 w 3976"/>
                <a:gd name="T79" fmla="*/ 60 h 527"/>
                <a:gd name="T80" fmla="*/ 544 w 3976"/>
                <a:gd name="T81" fmla="*/ 72 h 527"/>
                <a:gd name="T82" fmla="*/ 389 w 3976"/>
                <a:gd name="T83" fmla="*/ 18 h 527"/>
                <a:gd name="T84" fmla="*/ 323 w 3976"/>
                <a:gd name="T85" fmla="*/ 60 h 527"/>
                <a:gd name="T86" fmla="*/ 317 w 3976"/>
                <a:gd name="T87" fmla="*/ 60 h 527"/>
                <a:gd name="T88" fmla="*/ 305 w 3976"/>
                <a:gd name="T89" fmla="*/ 72 h 527"/>
                <a:gd name="T90" fmla="*/ 287 w 3976"/>
                <a:gd name="T91" fmla="*/ 78 h 527"/>
                <a:gd name="T92" fmla="*/ 263 w 3976"/>
                <a:gd name="T93" fmla="*/ 90 h 527"/>
                <a:gd name="T94" fmla="*/ 203 w 3976"/>
                <a:gd name="T95" fmla="*/ 120 h 527"/>
                <a:gd name="T96" fmla="*/ 149 w 3976"/>
                <a:gd name="T97" fmla="*/ 150 h 527"/>
                <a:gd name="T98" fmla="*/ 78 w 3976"/>
                <a:gd name="T99" fmla="*/ 168 h 527"/>
                <a:gd name="T100" fmla="*/ 0 w 3976"/>
                <a:gd name="T101" fmla="*/ 180 h 527"/>
                <a:gd name="T102" fmla="*/ 0 w 3976"/>
                <a:gd name="T103" fmla="*/ 527 h 527"/>
                <a:gd name="T104" fmla="*/ 1010 w 3976"/>
                <a:gd name="T105" fmla="*/ 527 h 527"/>
                <a:gd name="T106" fmla="*/ 3725 w 3976"/>
                <a:gd name="T107" fmla="*/ 527 h 527"/>
                <a:gd name="T108" fmla="*/ 3976 w 3976"/>
                <a:gd name="T109" fmla="*/ 527 h 527"/>
                <a:gd name="T110" fmla="*/ 3976 w 3976"/>
                <a:gd name="T111" fmla="*/ 527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976" h="527">
                  <a:moveTo>
                    <a:pt x="3976" y="527"/>
                  </a:moveTo>
                  <a:lnTo>
                    <a:pt x="3970" y="527"/>
                  </a:lnTo>
                  <a:lnTo>
                    <a:pt x="3844" y="509"/>
                  </a:lnTo>
                  <a:lnTo>
                    <a:pt x="2487" y="305"/>
                  </a:lnTo>
                  <a:lnTo>
                    <a:pt x="2039" y="36"/>
                  </a:lnTo>
                  <a:lnTo>
                    <a:pt x="1907" y="24"/>
                  </a:lnTo>
                  <a:lnTo>
                    <a:pt x="1883" y="54"/>
                  </a:lnTo>
                  <a:lnTo>
                    <a:pt x="1859" y="54"/>
                  </a:lnTo>
                  <a:lnTo>
                    <a:pt x="1830" y="30"/>
                  </a:lnTo>
                  <a:lnTo>
                    <a:pt x="1704" y="102"/>
                  </a:lnTo>
                  <a:lnTo>
                    <a:pt x="1608" y="126"/>
                  </a:lnTo>
                  <a:lnTo>
                    <a:pt x="1561" y="132"/>
                  </a:lnTo>
                  <a:lnTo>
                    <a:pt x="1495" y="102"/>
                  </a:lnTo>
                  <a:lnTo>
                    <a:pt x="1357" y="126"/>
                  </a:lnTo>
                  <a:lnTo>
                    <a:pt x="1285" y="24"/>
                  </a:lnTo>
                  <a:lnTo>
                    <a:pt x="1280" y="18"/>
                  </a:lnTo>
                  <a:lnTo>
                    <a:pt x="1262" y="12"/>
                  </a:lnTo>
                  <a:lnTo>
                    <a:pt x="1238" y="6"/>
                  </a:lnTo>
                  <a:lnTo>
                    <a:pt x="1220" y="0"/>
                  </a:lnTo>
                  <a:lnTo>
                    <a:pt x="1196" y="0"/>
                  </a:lnTo>
                  <a:lnTo>
                    <a:pt x="1166" y="0"/>
                  </a:lnTo>
                  <a:lnTo>
                    <a:pt x="1142" y="0"/>
                  </a:lnTo>
                  <a:lnTo>
                    <a:pt x="1136" y="0"/>
                  </a:lnTo>
                  <a:lnTo>
                    <a:pt x="1130" y="0"/>
                  </a:lnTo>
                  <a:lnTo>
                    <a:pt x="1124" y="6"/>
                  </a:lnTo>
                  <a:lnTo>
                    <a:pt x="1118" y="12"/>
                  </a:lnTo>
                  <a:lnTo>
                    <a:pt x="1100" y="18"/>
                  </a:lnTo>
                  <a:lnTo>
                    <a:pt x="1088" y="18"/>
                  </a:lnTo>
                  <a:lnTo>
                    <a:pt x="1070" y="24"/>
                  </a:lnTo>
                  <a:lnTo>
                    <a:pt x="1052" y="30"/>
                  </a:lnTo>
                  <a:lnTo>
                    <a:pt x="1034" y="36"/>
                  </a:lnTo>
                  <a:lnTo>
                    <a:pt x="1028" y="42"/>
                  </a:lnTo>
                  <a:lnTo>
                    <a:pt x="969" y="60"/>
                  </a:lnTo>
                  <a:lnTo>
                    <a:pt x="921" y="72"/>
                  </a:lnTo>
                  <a:lnTo>
                    <a:pt x="855" y="48"/>
                  </a:lnTo>
                  <a:lnTo>
                    <a:pt x="825" y="48"/>
                  </a:lnTo>
                  <a:lnTo>
                    <a:pt x="759" y="72"/>
                  </a:lnTo>
                  <a:lnTo>
                    <a:pt x="735" y="72"/>
                  </a:lnTo>
                  <a:lnTo>
                    <a:pt x="706" y="60"/>
                  </a:lnTo>
                  <a:lnTo>
                    <a:pt x="640" y="60"/>
                  </a:lnTo>
                  <a:lnTo>
                    <a:pt x="544" y="72"/>
                  </a:lnTo>
                  <a:lnTo>
                    <a:pt x="389" y="18"/>
                  </a:lnTo>
                  <a:lnTo>
                    <a:pt x="323" y="60"/>
                  </a:lnTo>
                  <a:lnTo>
                    <a:pt x="317" y="60"/>
                  </a:lnTo>
                  <a:lnTo>
                    <a:pt x="305" y="72"/>
                  </a:lnTo>
                  <a:lnTo>
                    <a:pt x="287" y="78"/>
                  </a:lnTo>
                  <a:lnTo>
                    <a:pt x="263" y="90"/>
                  </a:lnTo>
                  <a:lnTo>
                    <a:pt x="203" y="120"/>
                  </a:lnTo>
                  <a:lnTo>
                    <a:pt x="149" y="150"/>
                  </a:lnTo>
                  <a:lnTo>
                    <a:pt x="78" y="168"/>
                  </a:lnTo>
                  <a:lnTo>
                    <a:pt x="0" y="180"/>
                  </a:lnTo>
                  <a:lnTo>
                    <a:pt x="0" y="527"/>
                  </a:lnTo>
                  <a:lnTo>
                    <a:pt x="1010" y="527"/>
                  </a:lnTo>
                  <a:lnTo>
                    <a:pt x="3725" y="527"/>
                  </a:lnTo>
                  <a:lnTo>
                    <a:pt x="3976" y="527"/>
                  </a:lnTo>
                  <a:lnTo>
                    <a:pt x="3976" y="527"/>
                  </a:lnTo>
                  <a:close/>
                </a:path>
              </a:pathLst>
            </a:custGeom>
            <a:gradFill rotWithShape="0">
              <a:gsLst>
                <a:gs pos="0">
                  <a:schemeClr val="bg2">
                    <a:gamma/>
                    <a:tint val="75686"/>
                    <a:invGamma/>
                  </a:schemeClr>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ru-RU">
                <a:latin typeface="Arial" charset="0"/>
              </a:endParaRPr>
            </a:p>
          </p:txBody>
        </p:sp>
      </p:grpSp>
      <p:grpSp>
        <p:nvGrpSpPr>
          <p:cNvPr id="1029" name="Group 15"/>
          <p:cNvGrpSpPr>
            <a:grpSpLocks/>
          </p:cNvGrpSpPr>
          <p:nvPr/>
        </p:nvGrpSpPr>
        <p:grpSpPr bwMode="auto">
          <a:xfrm>
            <a:off x="627063" y="6021388"/>
            <a:ext cx="5684837" cy="849312"/>
            <a:chOff x="395" y="3793"/>
            <a:chExt cx="3581" cy="535"/>
          </a:xfrm>
        </p:grpSpPr>
        <p:sp>
          <p:nvSpPr>
            <p:cNvPr id="1035" name="Freeform 16"/>
            <p:cNvSpPr>
              <a:spLocks/>
            </p:cNvSpPr>
            <p:nvPr/>
          </p:nvSpPr>
          <p:spPr bwMode="auto">
            <a:xfrm>
              <a:off x="1196" y="3793"/>
              <a:ext cx="365" cy="291"/>
            </a:xfrm>
            <a:custGeom>
              <a:avLst/>
              <a:gdLst>
                <a:gd name="T0" fmla="*/ 24 w 365"/>
                <a:gd name="T1" fmla="*/ 24 h 287"/>
                <a:gd name="T2" fmla="*/ 0 w 365"/>
                <a:gd name="T3" fmla="*/ 63 h 287"/>
                <a:gd name="T4" fmla="*/ 66 w 365"/>
                <a:gd name="T5" fmla="*/ 114 h 287"/>
                <a:gd name="T6" fmla="*/ 143 w 365"/>
                <a:gd name="T7" fmla="*/ 189 h 287"/>
                <a:gd name="T8" fmla="*/ 191 w 365"/>
                <a:gd name="T9" fmla="*/ 174 h 287"/>
                <a:gd name="T10" fmla="*/ 341 w 365"/>
                <a:gd name="T11" fmla="*/ 299 h 287"/>
                <a:gd name="T12" fmla="*/ 305 w 365"/>
                <a:gd name="T13" fmla="*/ 180 h 287"/>
                <a:gd name="T14" fmla="*/ 365 w 365"/>
                <a:gd name="T15" fmla="*/ 138 h 287"/>
                <a:gd name="T16" fmla="*/ 359 w 365"/>
                <a:gd name="T17" fmla="*/ 132 h 287"/>
                <a:gd name="T18" fmla="*/ 335 w 365"/>
                <a:gd name="T19" fmla="*/ 120 h 287"/>
                <a:gd name="T20" fmla="*/ 299 w 365"/>
                <a:gd name="T21" fmla="*/ 93 h 287"/>
                <a:gd name="T22" fmla="*/ 257 w 365"/>
                <a:gd name="T23" fmla="*/ 75 h 287"/>
                <a:gd name="T24" fmla="*/ 215 w 365"/>
                <a:gd name="T25" fmla="*/ 57 h 287"/>
                <a:gd name="T26" fmla="*/ 173 w 365"/>
                <a:gd name="T27" fmla="*/ 39 h 287"/>
                <a:gd name="T28" fmla="*/ 143 w 365"/>
                <a:gd name="T29" fmla="*/ 24 h 287"/>
                <a:gd name="T30" fmla="*/ 131 w 365"/>
                <a:gd name="T31" fmla="*/ 18 h 287"/>
                <a:gd name="T32" fmla="*/ 107 w 365"/>
                <a:gd name="T33" fmla="*/ 18 h 287"/>
                <a:gd name="T34" fmla="*/ 95 w 365"/>
                <a:gd name="T35" fmla="*/ 18 h 287"/>
                <a:gd name="T36" fmla="*/ 72 w 365"/>
                <a:gd name="T37" fmla="*/ 12 h 287"/>
                <a:gd name="T38" fmla="*/ 66 w 365"/>
                <a:gd name="T39" fmla="*/ 12 h 287"/>
                <a:gd name="T40" fmla="*/ 54 w 365"/>
                <a:gd name="T41" fmla="*/ 6 h 287"/>
                <a:gd name="T42" fmla="*/ 42 w 365"/>
                <a:gd name="T43" fmla="*/ 0 h 287"/>
                <a:gd name="T44" fmla="*/ 30 w 365"/>
                <a:gd name="T45" fmla="*/ 0 h 287"/>
                <a:gd name="T46" fmla="*/ 24 w 365"/>
                <a:gd name="T47" fmla="*/ 24 h 287"/>
                <a:gd name="T48" fmla="*/ 24 w 365"/>
                <a:gd name="T49" fmla="*/ 24 h 28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365" h="287">
                  <a:moveTo>
                    <a:pt x="24" y="24"/>
                  </a:moveTo>
                  <a:lnTo>
                    <a:pt x="0" y="60"/>
                  </a:lnTo>
                  <a:lnTo>
                    <a:pt x="66" y="108"/>
                  </a:lnTo>
                  <a:lnTo>
                    <a:pt x="143" y="180"/>
                  </a:lnTo>
                  <a:lnTo>
                    <a:pt x="191" y="168"/>
                  </a:lnTo>
                  <a:lnTo>
                    <a:pt x="341" y="287"/>
                  </a:lnTo>
                  <a:lnTo>
                    <a:pt x="305" y="174"/>
                  </a:lnTo>
                  <a:lnTo>
                    <a:pt x="365" y="132"/>
                  </a:lnTo>
                  <a:lnTo>
                    <a:pt x="359" y="126"/>
                  </a:lnTo>
                  <a:lnTo>
                    <a:pt x="335" y="114"/>
                  </a:lnTo>
                  <a:lnTo>
                    <a:pt x="299" y="90"/>
                  </a:lnTo>
                  <a:lnTo>
                    <a:pt x="257" y="72"/>
                  </a:lnTo>
                  <a:lnTo>
                    <a:pt x="215" y="54"/>
                  </a:lnTo>
                  <a:lnTo>
                    <a:pt x="173" y="36"/>
                  </a:lnTo>
                  <a:lnTo>
                    <a:pt x="143" y="24"/>
                  </a:lnTo>
                  <a:lnTo>
                    <a:pt x="131" y="18"/>
                  </a:lnTo>
                  <a:lnTo>
                    <a:pt x="107" y="18"/>
                  </a:lnTo>
                  <a:lnTo>
                    <a:pt x="95" y="18"/>
                  </a:lnTo>
                  <a:lnTo>
                    <a:pt x="72" y="12"/>
                  </a:lnTo>
                  <a:lnTo>
                    <a:pt x="66" y="12"/>
                  </a:lnTo>
                  <a:lnTo>
                    <a:pt x="54" y="6"/>
                  </a:lnTo>
                  <a:lnTo>
                    <a:pt x="42" y="0"/>
                  </a:lnTo>
                  <a:lnTo>
                    <a:pt x="30" y="0"/>
                  </a:lnTo>
                  <a:lnTo>
                    <a:pt x="24" y="24"/>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sp>
          <p:nvSpPr>
            <p:cNvPr id="1036" name="Freeform 17"/>
            <p:cNvSpPr>
              <a:spLocks/>
            </p:cNvSpPr>
            <p:nvPr/>
          </p:nvSpPr>
          <p:spPr bwMode="auto">
            <a:xfrm>
              <a:off x="1943" y="3829"/>
              <a:ext cx="2033" cy="499"/>
            </a:xfrm>
            <a:custGeom>
              <a:avLst/>
              <a:gdLst>
                <a:gd name="T0" fmla="*/ 186 w 2033"/>
                <a:gd name="T1" fmla="*/ 18 h 499"/>
                <a:gd name="T2" fmla="*/ 138 w 2033"/>
                <a:gd name="T3" fmla="*/ 6 h 499"/>
                <a:gd name="T4" fmla="*/ 96 w 2033"/>
                <a:gd name="T5" fmla="*/ 0 h 499"/>
                <a:gd name="T6" fmla="*/ 36 w 2033"/>
                <a:gd name="T7" fmla="*/ 0 h 499"/>
                <a:gd name="T8" fmla="*/ 12 w 2033"/>
                <a:gd name="T9" fmla="*/ 25 h 499"/>
                <a:gd name="T10" fmla="*/ 0 w 2033"/>
                <a:gd name="T11" fmla="*/ 128 h 499"/>
                <a:gd name="T12" fmla="*/ 60 w 2033"/>
                <a:gd name="T13" fmla="*/ 104 h 499"/>
                <a:gd name="T14" fmla="*/ 90 w 2033"/>
                <a:gd name="T15" fmla="*/ 134 h 499"/>
                <a:gd name="T16" fmla="*/ 150 w 2033"/>
                <a:gd name="T17" fmla="*/ 153 h 499"/>
                <a:gd name="T18" fmla="*/ 209 w 2033"/>
                <a:gd name="T19" fmla="*/ 273 h 499"/>
                <a:gd name="T20" fmla="*/ 401 w 2033"/>
                <a:gd name="T21" fmla="*/ 359 h 499"/>
                <a:gd name="T22" fmla="*/ 777 w 2033"/>
                <a:gd name="T23" fmla="*/ 359 h 499"/>
                <a:gd name="T24" fmla="*/ 2033 w 2033"/>
                <a:gd name="T25" fmla="*/ 499 h 499"/>
                <a:gd name="T26" fmla="*/ 2033 w 2033"/>
                <a:gd name="T27" fmla="*/ 499 h 499"/>
                <a:gd name="T28" fmla="*/ 1991 w 2033"/>
                <a:gd name="T29" fmla="*/ 493 h 499"/>
                <a:gd name="T30" fmla="*/ 676 w 2033"/>
                <a:gd name="T31" fmla="*/ 243 h 499"/>
                <a:gd name="T32" fmla="*/ 514 w 2033"/>
                <a:gd name="T33" fmla="*/ 159 h 499"/>
                <a:gd name="T34" fmla="*/ 425 w 2033"/>
                <a:gd name="T35" fmla="*/ 110 h 499"/>
                <a:gd name="T36" fmla="*/ 365 w 2033"/>
                <a:gd name="T37" fmla="*/ 92 h 499"/>
                <a:gd name="T38" fmla="*/ 281 w 2033"/>
                <a:gd name="T39" fmla="*/ 61 h 499"/>
                <a:gd name="T40" fmla="*/ 186 w 2033"/>
                <a:gd name="T41" fmla="*/ 18 h 499"/>
                <a:gd name="T42" fmla="*/ 186 w 2033"/>
                <a:gd name="T43" fmla="*/ 18 h 49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033" h="499">
                  <a:moveTo>
                    <a:pt x="186" y="18"/>
                  </a:moveTo>
                  <a:lnTo>
                    <a:pt x="138" y="6"/>
                  </a:lnTo>
                  <a:lnTo>
                    <a:pt x="96" y="0"/>
                  </a:lnTo>
                  <a:lnTo>
                    <a:pt x="36" y="0"/>
                  </a:lnTo>
                  <a:lnTo>
                    <a:pt x="12" y="25"/>
                  </a:lnTo>
                  <a:lnTo>
                    <a:pt x="0" y="128"/>
                  </a:lnTo>
                  <a:lnTo>
                    <a:pt x="60" y="104"/>
                  </a:lnTo>
                  <a:lnTo>
                    <a:pt x="90" y="134"/>
                  </a:lnTo>
                  <a:lnTo>
                    <a:pt x="150" y="153"/>
                  </a:lnTo>
                  <a:lnTo>
                    <a:pt x="209" y="273"/>
                  </a:lnTo>
                  <a:lnTo>
                    <a:pt x="401" y="359"/>
                  </a:lnTo>
                  <a:lnTo>
                    <a:pt x="777" y="359"/>
                  </a:lnTo>
                  <a:lnTo>
                    <a:pt x="2033" y="499"/>
                  </a:lnTo>
                  <a:lnTo>
                    <a:pt x="1991" y="493"/>
                  </a:lnTo>
                  <a:lnTo>
                    <a:pt x="676" y="243"/>
                  </a:lnTo>
                  <a:lnTo>
                    <a:pt x="514" y="159"/>
                  </a:lnTo>
                  <a:lnTo>
                    <a:pt x="425" y="110"/>
                  </a:lnTo>
                  <a:lnTo>
                    <a:pt x="365" y="92"/>
                  </a:lnTo>
                  <a:lnTo>
                    <a:pt x="281" y="61"/>
                  </a:lnTo>
                  <a:lnTo>
                    <a:pt x="186" y="1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sp>
          <p:nvSpPr>
            <p:cNvPr id="1037" name="Freeform 18"/>
            <p:cNvSpPr>
              <a:spLocks/>
            </p:cNvSpPr>
            <p:nvPr/>
          </p:nvSpPr>
          <p:spPr bwMode="auto">
            <a:xfrm>
              <a:off x="1830" y="3823"/>
              <a:ext cx="71" cy="61"/>
            </a:xfrm>
            <a:custGeom>
              <a:avLst/>
              <a:gdLst>
                <a:gd name="T0" fmla="*/ 0 w 71"/>
                <a:gd name="T1" fmla="*/ 18 h 60"/>
                <a:gd name="T2" fmla="*/ 6 w 71"/>
                <a:gd name="T3" fmla="*/ 18 h 60"/>
                <a:gd name="T4" fmla="*/ 12 w 71"/>
                <a:gd name="T5" fmla="*/ 12 h 60"/>
                <a:gd name="T6" fmla="*/ 6 w 71"/>
                <a:gd name="T7" fmla="*/ 6 h 60"/>
                <a:gd name="T8" fmla="*/ 0 w 71"/>
                <a:gd name="T9" fmla="*/ 0 h 60"/>
                <a:gd name="T10" fmla="*/ 29 w 71"/>
                <a:gd name="T11" fmla="*/ 18 h 60"/>
                <a:gd name="T12" fmla="*/ 53 w 71"/>
                <a:gd name="T13" fmla="*/ 18 h 60"/>
                <a:gd name="T14" fmla="*/ 59 w 71"/>
                <a:gd name="T15" fmla="*/ 33 h 60"/>
                <a:gd name="T16" fmla="*/ 65 w 71"/>
                <a:gd name="T17" fmla="*/ 45 h 60"/>
                <a:gd name="T18" fmla="*/ 71 w 71"/>
                <a:gd name="T19" fmla="*/ 57 h 60"/>
                <a:gd name="T20" fmla="*/ 71 w 71"/>
                <a:gd name="T21" fmla="*/ 63 h 60"/>
                <a:gd name="T22" fmla="*/ 59 w 71"/>
                <a:gd name="T23" fmla="*/ 57 h 60"/>
                <a:gd name="T24" fmla="*/ 47 w 71"/>
                <a:gd name="T25" fmla="*/ 45 h 60"/>
                <a:gd name="T26" fmla="*/ 23 w 71"/>
                <a:gd name="T27" fmla="*/ 33 h 60"/>
                <a:gd name="T28" fmla="*/ 23 w 71"/>
                <a:gd name="T29" fmla="*/ 39 h 60"/>
                <a:gd name="T30" fmla="*/ 18 w 71"/>
                <a:gd name="T31" fmla="*/ 45 h 60"/>
                <a:gd name="T32" fmla="*/ 12 w 71"/>
                <a:gd name="T33" fmla="*/ 51 h 60"/>
                <a:gd name="T34" fmla="*/ 6 w 71"/>
                <a:gd name="T35" fmla="*/ 51 h 60"/>
                <a:gd name="T36" fmla="*/ 6 w 71"/>
                <a:gd name="T37" fmla="*/ 51 h 60"/>
                <a:gd name="T38" fmla="*/ 6 w 71"/>
                <a:gd name="T39" fmla="*/ 39 h 60"/>
                <a:gd name="T40" fmla="*/ 0 w 71"/>
                <a:gd name="T41" fmla="*/ 18 h 60"/>
                <a:gd name="T42" fmla="*/ 0 w 71"/>
                <a:gd name="T43" fmla="*/ 18 h 6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71" h="60">
                  <a:moveTo>
                    <a:pt x="0" y="18"/>
                  </a:moveTo>
                  <a:lnTo>
                    <a:pt x="6" y="18"/>
                  </a:lnTo>
                  <a:lnTo>
                    <a:pt x="12" y="12"/>
                  </a:lnTo>
                  <a:lnTo>
                    <a:pt x="6" y="6"/>
                  </a:lnTo>
                  <a:lnTo>
                    <a:pt x="0" y="0"/>
                  </a:lnTo>
                  <a:lnTo>
                    <a:pt x="29" y="18"/>
                  </a:lnTo>
                  <a:lnTo>
                    <a:pt x="53" y="18"/>
                  </a:lnTo>
                  <a:lnTo>
                    <a:pt x="59" y="30"/>
                  </a:lnTo>
                  <a:lnTo>
                    <a:pt x="65" y="42"/>
                  </a:lnTo>
                  <a:lnTo>
                    <a:pt x="71" y="54"/>
                  </a:lnTo>
                  <a:lnTo>
                    <a:pt x="71" y="60"/>
                  </a:lnTo>
                  <a:lnTo>
                    <a:pt x="59" y="54"/>
                  </a:lnTo>
                  <a:lnTo>
                    <a:pt x="47" y="42"/>
                  </a:lnTo>
                  <a:lnTo>
                    <a:pt x="23" y="30"/>
                  </a:lnTo>
                  <a:lnTo>
                    <a:pt x="23" y="36"/>
                  </a:lnTo>
                  <a:lnTo>
                    <a:pt x="18" y="42"/>
                  </a:lnTo>
                  <a:lnTo>
                    <a:pt x="12" y="48"/>
                  </a:lnTo>
                  <a:lnTo>
                    <a:pt x="6" y="48"/>
                  </a:lnTo>
                  <a:lnTo>
                    <a:pt x="6" y="36"/>
                  </a:lnTo>
                  <a:lnTo>
                    <a:pt x="0" y="1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sp>
          <p:nvSpPr>
            <p:cNvPr id="1038" name="Freeform 19"/>
            <p:cNvSpPr>
              <a:spLocks/>
            </p:cNvSpPr>
            <p:nvPr/>
          </p:nvSpPr>
          <p:spPr bwMode="auto">
            <a:xfrm>
              <a:off x="855" y="3842"/>
              <a:ext cx="161" cy="164"/>
            </a:xfrm>
            <a:custGeom>
              <a:avLst/>
              <a:gdLst>
                <a:gd name="T0" fmla="*/ 30 w 161"/>
                <a:gd name="T1" fmla="*/ 0 h 162"/>
                <a:gd name="T2" fmla="*/ 48 w 161"/>
                <a:gd name="T3" fmla="*/ 6 h 162"/>
                <a:gd name="T4" fmla="*/ 72 w 161"/>
                <a:gd name="T5" fmla="*/ 6 h 162"/>
                <a:gd name="T6" fmla="*/ 114 w 161"/>
                <a:gd name="T7" fmla="*/ 12 h 162"/>
                <a:gd name="T8" fmla="*/ 96 w 161"/>
                <a:gd name="T9" fmla="*/ 57 h 162"/>
                <a:gd name="T10" fmla="*/ 96 w 161"/>
                <a:gd name="T11" fmla="*/ 63 h 162"/>
                <a:gd name="T12" fmla="*/ 102 w 161"/>
                <a:gd name="T13" fmla="*/ 75 h 162"/>
                <a:gd name="T14" fmla="*/ 108 w 161"/>
                <a:gd name="T15" fmla="*/ 87 h 162"/>
                <a:gd name="T16" fmla="*/ 120 w 161"/>
                <a:gd name="T17" fmla="*/ 99 h 162"/>
                <a:gd name="T18" fmla="*/ 143 w 161"/>
                <a:gd name="T19" fmla="*/ 117 h 162"/>
                <a:gd name="T20" fmla="*/ 155 w 161"/>
                <a:gd name="T21" fmla="*/ 144 h 162"/>
                <a:gd name="T22" fmla="*/ 161 w 161"/>
                <a:gd name="T23" fmla="*/ 162 h 162"/>
                <a:gd name="T24" fmla="*/ 161 w 161"/>
                <a:gd name="T25" fmla="*/ 168 h 162"/>
                <a:gd name="T26" fmla="*/ 96 w 161"/>
                <a:gd name="T27" fmla="*/ 105 h 162"/>
                <a:gd name="T28" fmla="*/ 30 w 161"/>
                <a:gd name="T29" fmla="*/ 57 h 162"/>
                <a:gd name="T30" fmla="*/ 0 w 161"/>
                <a:gd name="T31" fmla="*/ 0 h 162"/>
                <a:gd name="T32" fmla="*/ 30 w 161"/>
                <a:gd name="T33" fmla="*/ 0 h 162"/>
                <a:gd name="T34" fmla="*/ 30 w 161"/>
                <a:gd name="T35" fmla="*/ 0 h 16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61" h="162">
                  <a:moveTo>
                    <a:pt x="30" y="0"/>
                  </a:moveTo>
                  <a:lnTo>
                    <a:pt x="48" y="6"/>
                  </a:lnTo>
                  <a:lnTo>
                    <a:pt x="72" y="6"/>
                  </a:lnTo>
                  <a:lnTo>
                    <a:pt x="114" y="12"/>
                  </a:lnTo>
                  <a:lnTo>
                    <a:pt x="96" y="54"/>
                  </a:lnTo>
                  <a:lnTo>
                    <a:pt x="96" y="60"/>
                  </a:lnTo>
                  <a:lnTo>
                    <a:pt x="102" y="72"/>
                  </a:lnTo>
                  <a:lnTo>
                    <a:pt x="108" y="84"/>
                  </a:lnTo>
                  <a:lnTo>
                    <a:pt x="120" y="96"/>
                  </a:lnTo>
                  <a:lnTo>
                    <a:pt x="143" y="114"/>
                  </a:lnTo>
                  <a:lnTo>
                    <a:pt x="155" y="138"/>
                  </a:lnTo>
                  <a:lnTo>
                    <a:pt x="161" y="156"/>
                  </a:lnTo>
                  <a:lnTo>
                    <a:pt x="161" y="162"/>
                  </a:lnTo>
                  <a:lnTo>
                    <a:pt x="96" y="102"/>
                  </a:lnTo>
                  <a:lnTo>
                    <a:pt x="30" y="54"/>
                  </a:lnTo>
                  <a:lnTo>
                    <a:pt x="0" y="0"/>
                  </a:lnTo>
                  <a:lnTo>
                    <a:pt x="3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sp>
          <p:nvSpPr>
            <p:cNvPr id="1039" name="Freeform 20"/>
            <p:cNvSpPr>
              <a:spLocks/>
            </p:cNvSpPr>
            <p:nvPr/>
          </p:nvSpPr>
          <p:spPr bwMode="auto">
            <a:xfrm>
              <a:off x="706" y="3854"/>
              <a:ext cx="59" cy="61"/>
            </a:xfrm>
            <a:custGeom>
              <a:avLst/>
              <a:gdLst>
                <a:gd name="T0" fmla="*/ 59 w 59"/>
                <a:gd name="T1" fmla="*/ 6 h 60"/>
                <a:gd name="T2" fmla="*/ 41 w 59"/>
                <a:gd name="T3" fmla="*/ 33 h 60"/>
                <a:gd name="T4" fmla="*/ 41 w 59"/>
                <a:gd name="T5" fmla="*/ 39 h 60"/>
                <a:gd name="T6" fmla="*/ 47 w 59"/>
                <a:gd name="T7" fmla="*/ 45 h 60"/>
                <a:gd name="T8" fmla="*/ 53 w 59"/>
                <a:gd name="T9" fmla="*/ 57 h 60"/>
                <a:gd name="T10" fmla="*/ 53 w 59"/>
                <a:gd name="T11" fmla="*/ 63 h 60"/>
                <a:gd name="T12" fmla="*/ 47 w 59"/>
                <a:gd name="T13" fmla="*/ 57 h 60"/>
                <a:gd name="T14" fmla="*/ 35 w 59"/>
                <a:gd name="T15" fmla="*/ 51 h 60"/>
                <a:gd name="T16" fmla="*/ 23 w 59"/>
                <a:gd name="T17" fmla="*/ 39 h 60"/>
                <a:gd name="T18" fmla="*/ 17 w 59"/>
                <a:gd name="T19" fmla="*/ 33 h 60"/>
                <a:gd name="T20" fmla="*/ 0 w 59"/>
                <a:gd name="T21" fmla="*/ 0 h 60"/>
                <a:gd name="T22" fmla="*/ 59 w 59"/>
                <a:gd name="T23" fmla="*/ 6 h 60"/>
                <a:gd name="T24" fmla="*/ 59 w 59"/>
                <a:gd name="T25" fmla="*/ 6 h 6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9" h="60">
                  <a:moveTo>
                    <a:pt x="59" y="6"/>
                  </a:moveTo>
                  <a:lnTo>
                    <a:pt x="41" y="30"/>
                  </a:lnTo>
                  <a:lnTo>
                    <a:pt x="41" y="36"/>
                  </a:lnTo>
                  <a:lnTo>
                    <a:pt x="47" y="42"/>
                  </a:lnTo>
                  <a:lnTo>
                    <a:pt x="53" y="54"/>
                  </a:lnTo>
                  <a:lnTo>
                    <a:pt x="53" y="60"/>
                  </a:lnTo>
                  <a:lnTo>
                    <a:pt x="47" y="54"/>
                  </a:lnTo>
                  <a:lnTo>
                    <a:pt x="35" y="48"/>
                  </a:lnTo>
                  <a:lnTo>
                    <a:pt x="23" y="36"/>
                  </a:lnTo>
                  <a:lnTo>
                    <a:pt x="17" y="30"/>
                  </a:lnTo>
                  <a:lnTo>
                    <a:pt x="0" y="0"/>
                  </a:lnTo>
                  <a:lnTo>
                    <a:pt x="59" y="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sp>
          <p:nvSpPr>
            <p:cNvPr id="1040" name="Freeform 21"/>
            <p:cNvSpPr>
              <a:spLocks/>
            </p:cNvSpPr>
            <p:nvPr/>
          </p:nvSpPr>
          <p:spPr bwMode="auto">
            <a:xfrm>
              <a:off x="395" y="3811"/>
              <a:ext cx="245" cy="207"/>
            </a:xfrm>
            <a:custGeom>
              <a:avLst/>
              <a:gdLst>
                <a:gd name="T0" fmla="*/ 233 w 245"/>
                <a:gd name="T1" fmla="*/ 39 h 204"/>
                <a:gd name="T2" fmla="*/ 245 w 245"/>
                <a:gd name="T3" fmla="*/ 45 h 204"/>
                <a:gd name="T4" fmla="*/ 209 w 245"/>
                <a:gd name="T5" fmla="*/ 87 h 204"/>
                <a:gd name="T6" fmla="*/ 143 w 245"/>
                <a:gd name="T7" fmla="*/ 138 h 204"/>
                <a:gd name="T8" fmla="*/ 167 w 245"/>
                <a:gd name="T9" fmla="*/ 162 h 204"/>
                <a:gd name="T10" fmla="*/ 179 w 245"/>
                <a:gd name="T11" fmla="*/ 213 h 204"/>
                <a:gd name="T12" fmla="*/ 77 w 245"/>
                <a:gd name="T13" fmla="*/ 138 h 204"/>
                <a:gd name="T14" fmla="*/ 47 w 245"/>
                <a:gd name="T15" fmla="*/ 87 h 204"/>
                <a:gd name="T16" fmla="*/ 89 w 245"/>
                <a:gd name="T17" fmla="*/ 69 h 204"/>
                <a:gd name="T18" fmla="*/ 59 w 245"/>
                <a:gd name="T19" fmla="*/ 39 h 204"/>
                <a:gd name="T20" fmla="*/ 0 w 245"/>
                <a:gd name="T21" fmla="*/ 12 h 204"/>
                <a:gd name="T22" fmla="*/ 0 w 245"/>
                <a:gd name="T23" fmla="*/ 0 h 204"/>
                <a:gd name="T24" fmla="*/ 6 w 245"/>
                <a:gd name="T25" fmla="*/ 0 h 204"/>
                <a:gd name="T26" fmla="*/ 12 w 245"/>
                <a:gd name="T27" fmla="*/ 0 h 204"/>
                <a:gd name="T28" fmla="*/ 47 w 245"/>
                <a:gd name="T29" fmla="*/ 6 h 204"/>
                <a:gd name="T30" fmla="*/ 77 w 245"/>
                <a:gd name="T31" fmla="*/ 6 h 204"/>
                <a:gd name="T32" fmla="*/ 83 w 245"/>
                <a:gd name="T33" fmla="*/ 6 h 204"/>
                <a:gd name="T34" fmla="*/ 89 w 245"/>
                <a:gd name="T35" fmla="*/ 6 h 204"/>
                <a:gd name="T36" fmla="*/ 101 w 245"/>
                <a:gd name="T37" fmla="*/ 12 h 204"/>
                <a:gd name="T38" fmla="*/ 125 w 245"/>
                <a:gd name="T39" fmla="*/ 12 h 204"/>
                <a:gd name="T40" fmla="*/ 143 w 245"/>
                <a:gd name="T41" fmla="*/ 18 h 204"/>
                <a:gd name="T42" fmla="*/ 149 w 245"/>
                <a:gd name="T43" fmla="*/ 18 h 204"/>
                <a:gd name="T44" fmla="*/ 149 w 245"/>
                <a:gd name="T45" fmla="*/ 18 h 204"/>
                <a:gd name="T46" fmla="*/ 203 w 245"/>
                <a:gd name="T47" fmla="*/ 24 h 204"/>
                <a:gd name="T48" fmla="*/ 233 w 245"/>
                <a:gd name="T49" fmla="*/ 39 h 204"/>
                <a:gd name="T50" fmla="*/ 233 w 245"/>
                <a:gd name="T51" fmla="*/ 39 h 20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245" h="204">
                  <a:moveTo>
                    <a:pt x="233" y="36"/>
                  </a:moveTo>
                  <a:lnTo>
                    <a:pt x="245" y="42"/>
                  </a:lnTo>
                  <a:lnTo>
                    <a:pt x="209" y="84"/>
                  </a:lnTo>
                  <a:lnTo>
                    <a:pt x="143" y="132"/>
                  </a:lnTo>
                  <a:lnTo>
                    <a:pt x="167" y="156"/>
                  </a:lnTo>
                  <a:lnTo>
                    <a:pt x="179" y="204"/>
                  </a:lnTo>
                  <a:lnTo>
                    <a:pt x="77" y="132"/>
                  </a:lnTo>
                  <a:lnTo>
                    <a:pt x="47" y="84"/>
                  </a:lnTo>
                  <a:lnTo>
                    <a:pt x="89" y="66"/>
                  </a:lnTo>
                  <a:lnTo>
                    <a:pt x="59" y="36"/>
                  </a:lnTo>
                  <a:lnTo>
                    <a:pt x="0" y="12"/>
                  </a:lnTo>
                  <a:lnTo>
                    <a:pt x="0" y="0"/>
                  </a:lnTo>
                  <a:lnTo>
                    <a:pt x="6" y="0"/>
                  </a:lnTo>
                  <a:lnTo>
                    <a:pt x="12" y="0"/>
                  </a:lnTo>
                  <a:lnTo>
                    <a:pt x="47" y="6"/>
                  </a:lnTo>
                  <a:lnTo>
                    <a:pt x="77" y="6"/>
                  </a:lnTo>
                  <a:lnTo>
                    <a:pt x="83" y="6"/>
                  </a:lnTo>
                  <a:lnTo>
                    <a:pt x="89" y="6"/>
                  </a:lnTo>
                  <a:lnTo>
                    <a:pt x="101" y="12"/>
                  </a:lnTo>
                  <a:lnTo>
                    <a:pt x="125" y="12"/>
                  </a:lnTo>
                  <a:lnTo>
                    <a:pt x="143" y="18"/>
                  </a:lnTo>
                  <a:lnTo>
                    <a:pt x="149" y="18"/>
                  </a:lnTo>
                  <a:lnTo>
                    <a:pt x="203" y="24"/>
                  </a:lnTo>
                  <a:lnTo>
                    <a:pt x="233" y="3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p>
          </p:txBody>
        </p:sp>
      </p:grpSp>
      <p:sp>
        <p:nvSpPr>
          <p:cNvPr id="47126" name="Rectangle 22"/>
          <p:cNvSpPr>
            <a:spLocks noGrp="1" noChangeArrowheads="1"/>
          </p:cNvSpPr>
          <p:nvPr>
            <p:ph type="title"/>
          </p:nvPr>
        </p:nvSpPr>
        <p:spPr bwMode="auto">
          <a:xfrm>
            <a:off x="457200" y="228600"/>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ru-RU" smtClean="0"/>
              <a:t>Образец заголовка</a:t>
            </a:r>
          </a:p>
        </p:txBody>
      </p:sp>
      <p:sp>
        <p:nvSpPr>
          <p:cNvPr id="1031" name="Rectangle 23"/>
          <p:cNvSpPr>
            <a:spLocks noGrp="1" noChangeArrowheads="1"/>
          </p:cNvSpPr>
          <p:nvPr>
            <p:ph type="body" idx="1"/>
          </p:nvPr>
        </p:nvSpPr>
        <p:spPr bwMode="auto">
          <a:xfrm>
            <a:off x="457200" y="1600200"/>
            <a:ext cx="8229600"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p>
        </p:txBody>
      </p:sp>
      <p:sp>
        <p:nvSpPr>
          <p:cNvPr id="47128" name="Rectangle 24"/>
          <p:cNvSpPr>
            <a:spLocks noGrp="1" noChangeArrowheads="1"/>
          </p:cNvSpPr>
          <p:nvPr>
            <p:ph type="dt" sz="half" idx="2"/>
          </p:nvPr>
        </p:nvSpPr>
        <p:spPr bwMode="auto">
          <a:xfrm>
            <a:off x="457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effectLst>
                  <a:outerShdw blurRad="38100" dist="38100" dir="2700000" algn="tl">
                    <a:srgbClr val="000000"/>
                  </a:outerShdw>
                </a:effectLst>
                <a:latin typeface="Arial" charset="0"/>
              </a:defRPr>
            </a:lvl1pPr>
          </a:lstStyle>
          <a:p>
            <a:pPr>
              <a:defRPr/>
            </a:pPr>
            <a:endParaRPr lang="ru-RU"/>
          </a:p>
        </p:txBody>
      </p:sp>
      <p:sp>
        <p:nvSpPr>
          <p:cNvPr id="47129" name="Rectangle 2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defRPr sz="1200">
                <a:effectLst>
                  <a:outerShdw blurRad="38100" dist="38100" dir="2700000" algn="tl">
                    <a:srgbClr val="000000"/>
                  </a:outerShdw>
                </a:effectLst>
                <a:latin typeface="Arial" charset="0"/>
              </a:defRPr>
            </a:lvl1pPr>
          </a:lstStyle>
          <a:p>
            <a:pPr>
              <a:defRPr/>
            </a:pPr>
            <a:endParaRPr lang="ru-RU"/>
          </a:p>
        </p:txBody>
      </p:sp>
      <p:sp>
        <p:nvSpPr>
          <p:cNvPr id="47130" name="Rectangle 26"/>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effectLst>
                  <a:outerShdw blurRad="38100" dist="38100" dir="2700000" algn="tl">
                    <a:srgbClr val="000000"/>
                  </a:outerShdw>
                </a:effectLst>
                <a:latin typeface="Arial" charset="0"/>
              </a:defRPr>
            </a:lvl1pPr>
          </a:lstStyle>
          <a:p>
            <a:pPr>
              <a:defRPr/>
            </a:pPr>
            <a:fld id="{438F0D30-E761-4E8C-BEAC-C94F652AF84F}" type="slidenum">
              <a:rPr lang="ru-RU"/>
              <a:pPr>
                <a:defRPr/>
              </a:pPr>
              <a:t>‹#›</a:t>
            </a:fld>
            <a:endParaRPr lang="ru-RU"/>
          </a:p>
        </p:txBody>
      </p:sp>
    </p:spTree>
  </p:cSld>
  <p:clrMap bg1="dk2" tx1="lt1" bg2="dk1" tx2="lt2" accent1="accent1" accent2="accent2" accent3="accent3" accent4="accent4" accent5="accent5" accent6="accent6" hlink="hlink" folHlink="folHlink"/>
  <p:sldLayoutIdLst>
    <p:sldLayoutId id="2147483704"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Lst>
  <p:transition>
    <p:checker/>
  </p:transition>
  <p:timing>
    <p:tnLst>
      <p:par>
        <p:cTn id="1" dur="indefinite" restart="never" nodeType="tmRoot"/>
      </p:par>
    </p:tnLst>
  </p:timing>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p:titleStyle>
    <p:bodyStyle>
      <a:lvl1pPr marL="342900" indent="-342900" algn="l" rtl="0" eaLnBrk="0" fontAlgn="base" hangingPunct="0">
        <a:spcBef>
          <a:spcPct val="20000"/>
        </a:spcBef>
        <a:spcAft>
          <a:spcPct val="0"/>
        </a:spcAft>
        <a:buClr>
          <a:schemeClr val="tx2"/>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lr>
          <a:schemeClr val="tx2"/>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vl6pPr marL="2514600" indent="-228600" algn="l" rtl="0" fontAlgn="base">
        <a:spcBef>
          <a:spcPct val="20000"/>
        </a:spcBef>
        <a:spcAft>
          <a:spcPct val="0"/>
        </a:spcAft>
        <a:buClr>
          <a:schemeClr val="tx2"/>
        </a:buClr>
        <a:buChar char="•"/>
        <a:defRPr sz="2000">
          <a:solidFill>
            <a:schemeClr val="tx1"/>
          </a:solidFill>
          <a:latin typeface="+mn-lt"/>
        </a:defRPr>
      </a:lvl6pPr>
      <a:lvl7pPr marL="2971800" indent="-228600" algn="l" rtl="0" fontAlgn="base">
        <a:spcBef>
          <a:spcPct val="20000"/>
        </a:spcBef>
        <a:spcAft>
          <a:spcPct val="0"/>
        </a:spcAft>
        <a:buClr>
          <a:schemeClr val="tx2"/>
        </a:buClr>
        <a:buChar char="•"/>
        <a:defRPr sz="2000">
          <a:solidFill>
            <a:schemeClr val="tx1"/>
          </a:solidFill>
          <a:latin typeface="+mn-lt"/>
        </a:defRPr>
      </a:lvl7pPr>
      <a:lvl8pPr marL="3429000" indent="-228600" algn="l" rtl="0" fontAlgn="base">
        <a:spcBef>
          <a:spcPct val="20000"/>
        </a:spcBef>
        <a:spcAft>
          <a:spcPct val="0"/>
        </a:spcAft>
        <a:buClr>
          <a:schemeClr val="tx2"/>
        </a:buClr>
        <a:buChar char="•"/>
        <a:defRPr sz="2000">
          <a:solidFill>
            <a:schemeClr val="tx1"/>
          </a:solidFill>
          <a:latin typeface="+mn-lt"/>
        </a:defRPr>
      </a:lvl8pPr>
      <a:lvl9pPr marL="3886200" indent="-228600" algn="l" rtl="0" fontAlgn="base">
        <a:spcBef>
          <a:spcPct val="20000"/>
        </a:spcBef>
        <a:spcAft>
          <a:spcPct val="0"/>
        </a:spcAft>
        <a:buClr>
          <a:schemeClr val="tx2"/>
        </a:buClr>
        <a:buChar char="•"/>
        <a:defRPr sz="2000">
          <a:solidFill>
            <a:schemeClr val="tx1"/>
          </a:solidFill>
          <a:latin typeface="+mn-lt"/>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slide" Target="slide2.xml"/><Relationship Id="rId1" Type="http://schemas.openxmlformats.org/officeDocument/2006/relationships/slideLayout" Target="../slideLayouts/slideLayout2.xml"/><Relationship Id="rId6" Type="http://schemas.openxmlformats.org/officeDocument/2006/relationships/slide" Target="slide20.xml"/><Relationship Id="rId5" Type="http://schemas.openxmlformats.org/officeDocument/2006/relationships/slide" Target="slide15.xml"/><Relationship Id="rId4" Type="http://schemas.openxmlformats.org/officeDocument/2006/relationships/slide" Target="slide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2.xml"/><Relationship Id="rId1" Type="http://schemas.openxmlformats.org/officeDocument/2006/relationships/vmlDrawing" Target="../drawings/vmlDrawing3.vml"/><Relationship Id="rId5" Type="http://schemas.openxmlformats.org/officeDocument/2006/relationships/slide" Target="slide1.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2.xml"/><Relationship Id="rId1" Type="http://schemas.openxmlformats.org/officeDocument/2006/relationships/vmlDrawing" Target="../drawings/vmlDrawing4.v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slide" Target="slide1.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12.xml"/><Relationship Id="rId1" Type="http://schemas.openxmlformats.org/officeDocument/2006/relationships/vmlDrawing" Target="../drawings/vmlDrawing6.vml"/><Relationship Id="rId5" Type="http://schemas.openxmlformats.org/officeDocument/2006/relationships/slide" Target="slide1.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slide" Target="slide1.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slide" Target="slide1.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8" Type="http://schemas.openxmlformats.org/officeDocument/2006/relationships/image" Target="../media/image14.wmf"/><Relationship Id="rId3" Type="http://schemas.openxmlformats.org/officeDocument/2006/relationships/oleObject" Target="../embeddings/oleObject9.bin"/><Relationship Id="rId7" Type="http://schemas.openxmlformats.org/officeDocument/2006/relationships/oleObject" Target="../embeddings/oleObject11.bin"/><Relationship Id="rId2" Type="http://schemas.openxmlformats.org/officeDocument/2006/relationships/slideLayout" Target="../slideLayouts/slideLayout12.xml"/><Relationship Id="rId1" Type="http://schemas.openxmlformats.org/officeDocument/2006/relationships/vmlDrawing" Target="../drawings/vmlDrawing9.vml"/><Relationship Id="rId6" Type="http://schemas.openxmlformats.org/officeDocument/2006/relationships/image" Target="../media/image13.wmf"/><Relationship Id="rId5" Type="http://schemas.openxmlformats.org/officeDocument/2006/relationships/oleObject" Target="../embeddings/oleObject10.bin"/><Relationship Id="rId4" Type="http://schemas.openxmlformats.org/officeDocument/2006/relationships/image" Target="../media/image12.png"/><Relationship Id="rId9" Type="http://schemas.openxmlformats.org/officeDocument/2006/relationships/slide" Target="slide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16.w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4"/>
          <p:cNvSpPr>
            <a:spLocks noGrp="1" noChangeArrowheads="1"/>
          </p:cNvSpPr>
          <p:nvPr>
            <p:ph type="title"/>
          </p:nvPr>
        </p:nvSpPr>
        <p:spPr>
          <a:xfrm>
            <a:off x="0" y="404813"/>
            <a:ext cx="9144000" cy="2016125"/>
          </a:xfrm>
        </p:spPr>
        <p:txBody>
          <a:bodyPr/>
          <a:lstStyle/>
          <a:p>
            <a:pPr eaLnBrk="1" hangingPunct="1">
              <a:defRPr/>
            </a:pPr>
            <a:r>
              <a:rPr lang="ru-RU" sz="1600" b="1" i="1" dirty="0" smtClean="0">
                <a:solidFill>
                  <a:schemeClr val="tx1"/>
                </a:solidFill>
              </a:rPr>
              <a:t>Курс:</a:t>
            </a:r>
            <a:r>
              <a:rPr lang="ru-RU" sz="2000" dirty="0" smtClean="0">
                <a:solidFill>
                  <a:schemeClr val="tx1"/>
                </a:solidFill>
              </a:rPr>
              <a:t> </a:t>
            </a:r>
            <a:r>
              <a:rPr lang="ru-RU" sz="2000" dirty="0" err="1" smtClean="0">
                <a:solidFill>
                  <a:schemeClr val="tx1"/>
                </a:solidFill>
              </a:rPr>
              <a:t>Ахборотларни</a:t>
            </a:r>
            <a:r>
              <a:rPr lang="ru-RU" sz="2000" dirty="0" smtClean="0">
                <a:solidFill>
                  <a:schemeClr val="tx1"/>
                </a:solidFill>
              </a:rPr>
              <a:t> </a:t>
            </a:r>
            <a:r>
              <a:rPr lang="ru-RU" sz="2000" dirty="0" err="1" smtClean="0">
                <a:solidFill>
                  <a:schemeClr val="tx1"/>
                </a:solidFill>
              </a:rPr>
              <a:t>криптографик</a:t>
            </a:r>
            <a:r>
              <a:rPr lang="ru-RU" sz="2000" dirty="0" smtClean="0">
                <a:solidFill>
                  <a:schemeClr val="tx1"/>
                </a:solidFill>
              </a:rPr>
              <a:t> </a:t>
            </a:r>
            <a:r>
              <a:rPr lang="ru-RU" sz="2000" dirty="0" err="1" smtClean="0">
                <a:solidFill>
                  <a:schemeClr val="tx1"/>
                </a:solidFill>
              </a:rPr>
              <a:t>химоялаш</a:t>
            </a:r>
            <a:r>
              <a:rPr lang="ru-RU" sz="2000" dirty="0" smtClean="0">
                <a:solidFill>
                  <a:schemeClr val="tx1"/>
                </a:solidFill>
              </a:rPr>
              <a:t> </a:t>
            </a:r>
            <a:r>
              <a:rPr lang="ru-RU" sz="2000" dirty="0" err="1" smtClean="0">
                <a:solidFill>
                  <a:schemeClr val="tx1"/>
                </a:solidFill>
              </a:rPr>
              <a:t>услублари</a:t>
            </a:r>
            <a:r>
              <a:rPr lang="ru-RU" sz="2000" dirty="0" smtClean="0">
                <a:solidFill>
                  <a:schemeClr val="tx1"/>
                </a:solidFill>
              </a:rPr>
              <a:t>(практика).</a:t>
            </a:r>
            <a:r>
              <a:rPr lang="en-US" sz="2000" dirty="0" smtClean="0">
                <a:solidFill>
                  <a:schemeClr val="tx1"/>
                </a:solidFill>
              </a:rPr>
              <a:t/>
            </a:r>
            <a:br>
              <a:rPr lang="en-US" sz="2000" dirty="0" smtClean="0">
                <a:solidFill>
                  <a:schemeClr val="tx1"/>
                </a:solidFill>
              </a:rPr>
            </a:br>
            <a:r>
              <a:rPr lang="uz-Cyrl-UZ" sz="1600" b="1" dirty="0" smtClean="0">
                <a:solidFill>
                  <a:schemeClr val="tx1"/>
                </a:solidFill>
              </a:rPr>
              <a:t>Амалий машғулот №1</a:t>
            </a:r>
            <a:r>
              <a:rPr lang="uz-Cyrl-UZ" sz="2000" dirty="0" smtClean="0">
                <a:solidFill>
                  <a:schemeClr val="tx1"/>
                </a:solidFill>
              </a:rPr>
              <a:t/>
            </a:r>
            <a:br>
              <a:rPr lang="uz-Cyrl-UZ" sz="2000" dirty="0" smtClean="0">
                <a:solidFill>
                  <a:schemeClr val="tx1"/>
                </a:solidFill>
              </a:rPr>
            </a:br>
            <a:r>
              <a:rPr lang="uz-Cyrl-UZ" sz="2000" dirty="0" smtClean="0">
                <a:solidFill>
                  <a:schemeClr val="tx1"/>
                </a:solidFill>
              </a:rPr>
              <a:t>Мавзу: </a:t>
            </a:r>
            <a:r>
              <a:rPr lang="uz-Cyrl-UZ" sz="2000" b="1" dirty="0" smtClean="0">
                <a:solidFill>
                  <a:schemeClr val="tx1"/>
                </a:solidFill>
              </a:rPr>
              <a:t>Тарихий шифрлар ва уларнинг тадбиқлари. Ўрнига қўйиш ва ўриналмаштириш шифрлаш методлари.(2 с.)</a:t>
            </a:r>
            <a:r>
              <a:rPr lang="ru-RU" sz="1800" dirty="0" smtClean="0"/>
              <a:t> </a:t>
            </a:r>
            <a:br>
              <a:rPr lang="ru-RU" sz="1800" dirty="0" smtClean="0"/>
            </a:br>
            <a:r>
              <a:rPr lang="uz-Cyrl-UZ" sz="2000" dirty="0" smtClean="0">
                <a:solidFill>
                  <a:schemeClr val="tx1"/>
                </a:solidFill>
              </a:rPr>
              <a:t>Тема: </a:t>
            </a:r>
            <a:r>
              <a:rPr lang="ru-RU" sz="2000" b="1" dirty="0" smtClean="0">
                <a:solidFill>
                  <a:schemeClr val="tx1"/>
                </a:solidFill>
              </a:rPr>
              <a:t>Исторические шифры и их применение</a:t>
            </a:r>
            <a:r>
              <a:rPr lang="uz-Cyrl-UZ" sz="2000" dirty="0" smtClean="0">
                <a:solidFill>
                  <a:schemeClr val="tx1"/>
                </a:solidFill>
              </a:rPr>
              <a:t>. </a:t>
            </a:r>
            <a:r>
              <a:rPr lang="uz-Cyrl-UZ" sz="2000" b="1" dirty="0" smtClean="0">
                <a:solidFill>
                  <a:schemeClr val="tx1"/>
                </a:solidFill>
              </a:rPr>
              <a:t>Шифры замены и престановки. </a:t>
            </a:r>
            <a:r>
              <a:rPr lang="uz-Cyrl-UZ" sz="2000" dirty="0" smtClean="0">
                <a:solidFill>
                  <a:schemeClr val="tx1"/>
                </a:solidFill>
              </a:rPr>
              <a:t/>
            </a:r>
            <a:br>
              <a:rPr lang="uz-Cyrl-UZ" sz="2000" dirty="0" smtClean="0">
                <a:solidFill>
                  <a:schemeClr val="tx1"/>
                </a:solidFill>
              </a:rPr>
            </a:br>
            <a:endParaRPr lang="ru-RU" sz="2000" dirty="0" smtClean="0">
              <a:solidFill>
                <a:schemeClr val="tx1"/>
              </a:solidFill>
            </a:endParaRPr>
          </a:p>
        </p:txBody>
      </p:sp>
      <p:sp>
        <p:nvSpPr>
          <p:cNvPr id="3075" name="Rectangle 5"/>
          <p:cNvSpPr>
            <a:spLocks noGrp="1" noChangeArrowheads="1"/>
          </p:cNvSpPr>
          <p:nvPr>
            <p:ph type="body" idx="1"/>
          </p:nvPr>
        </p:nvSpPr>
        <p:spPr>
          <a:xfrm>
            <a:off x="395288" y="2565400"/>
            <a:ext cx="8540750" cy="2808288"/>
          </a:xfrm>
        </p:spPr>
        <p:txBody>
          <a:bodyPr/>
          <a:lstStyle/>
          <a:p>
            <a:pPr marL="800100" eaLnBrk="1" hangingPunct="1"/>
            <a:r>
              <a:rPr lang="uz-Cyrl-UZ" sz="2000" smtClean="0">
                <a:hlinkClick r:id="rId2" action="ppaction://hlinksldjump"/>
              </a:rPr>
              <a:t>Оддий алмаштириш ва ўрин алмаштириш шифрларига мисоллар(Цезарь шифри).</a:t>
            </a:r>
            <a:endParaRPr lang="uz-Cyrl-UZ" sz="2000" smtClean="0"/>
          </a:p>
          <a:p>
            <a:pPr marL="800100" eaLnBrk="1" hangingPunct="1"/>
            <a:r>
              <a:rPr lang="uz-Cyrl-UZ" sz="2000" smtClean="0">
                <a:hlinkClick r:id="rId3" action="ppaction://hlinksldjump"/>
              </a:rPr>
              <a:t>Композицион шифрлар.</a:t>
            </a:r>
            <a:r>
              <a:rPr lang="ru-RU" smtClean="0">
                <a:hlinkClick r:id="rId3" action="ppaction://hlinksldjump"/>
              </a:rPr>
              <a:t> </a:t>
            </a:r>
            <a:endParaRPr lang="uz-Cyrl-UZ" smtClean="0"/>
          </a:p>
          <a:p>
            <a:pPr marL="800100" eaLnBrk="1" hangingPunct="1"/>
            <a:r>
              <a:rPr lang="uz-Cyrl-UZ" sz="2000" smtClean="0">
                <a:hlinkClick r:id="rId4" action="ppaction://hlinksldjump"/>
              </a:rPr>
              <a:t>Кўп қийматли алмаштириш шифрлари.</a:t>
            </a:r>
            <a:r>
              <a:rPr lang="ru-RU" smtClean="0">
                <a:hlinkClick r:id="rId4" action="ppaction://hlinksldjump"/>
              </a:rPr>
              <a:t> </a:t>
            </a:r>
            <a:endParaRPr lang="uz-Cyrl-UZ" smtClean="0"/>
          </a:p>
          <a:p>
            <a:pPr marL="800100" eaLnBrk="1" hangingPunct="1"/>
            <a:r>
              <a:rPr lang="uz-Cyrl-UZ" sz="2000" smtClean="0">
                <a:hlinkClick r:id="rId5" action="ppaction://hlinksldjump"/>
              </a:rPr>
              <a:t>Ҳар-хил қийматли алмаштириш шифрлари.</a:t>
            </a:r>
            <a:r>
              <a:rPr lang="ru-RU" smtClean="0">
                <a:hlinkClick r:id="rId5" action="ppaction://hlinksldjump"/>
              </a:rPr>
              <a:t> </a:t>
            </a:r>
            <a:endParaRPr lang="ru-RU" smtClean="0"/>
          </a:p>
        </p:txBody>
      </p:sp>
      <p:sp>
        <p:nvSpPr>
          <p:cNvPr id="3076" name="AutoShape 6">
            <a:hlinkClick r:id="rId6" action="ppaction://hlinksldjump" highlightClick="1"/>
          </p:cNvPr>
          <p:cNvSpPr>
            <a:spLocks noChangeArrowheads="1"/>
          </p:cNvSpPr>
          <p:nvPr/>
        </p:nvSpPr>
        <p:spPr bwMode="auto">
          <a:xfrm>
            <a:off x="7524750" y="6021388"/>
            <a:ext cx="1296988" cy="431800"/>
          </a:xfrm>
          <a:prstGeom prst="actionButtonBlank">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uz-Cyrl-UZ" dirty="0"/>
              <a:t>Тамом</a:t>
            </a:r>
            <a:endParaRPr lang="ru-RU" dirty="0"/>
          </a:p>
        </p:txBody>
      </p:sp>
    </p:spTree>
  </p:cSld>
  <p:clrMapOvr>
    <a:masterClrMapping/>
  </p:clrMapOvr>
  <p:transition advClick="0">
    <p:checke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8" name="Rectangle 12"/>
          <p:cNvSpPr>
            <a:spLocks noGrp="1" noChangeArrowheads="1"/>
          </p:cNvSpPr>
          <p:nvPr>
            <p:ph type="title"/>
          </p:nvPr>
        </p:nvSpPr>
        <p:spPr/>
        <p:txBody>
          <a:bodyPr/>
          <a:lstStyle/>
          <a:p>
            <a:pPr eaLnBrk="1" hangingPunct="1">
              <a:defRPr/>
            </a:pPr>
            <a:r>
              <a:rPr lang="uz-Cyrl-UZ" sz="2400" b="1" smtClean="0"/>
              <a:t>Оддий алмаштириш шифри</a:t>
            </a:r>
            <a:r>
              <a:rPr lang="ru-RU" smtClean="0"/>
              <a:t> </a:t>
            </a:r>
          </a:p>
        </p:txBody>
      </p:sp>
      <p:sp>
        <p:nvSpPr>
          <p:cNvPr id="4099" name="Rectangle 13"/>
          <p:cNvSpPr>
            <a:spLocks noGrp="1" noChangeArrowheads="1"/>
          </p:cNvSpPr>
          <p:nvPr>
            <p:ph type="body" idx="1"/>
          </p:nvPr>
        </p:nvSpPr>
        <p:spPr>
          <a:xfrm>
            <a:off x="457200" y="1843088"/>
            <a:ext cx="8229600" cy="3863975"/>
          </a:xfrm>
        </p:spPr>
        <p:txBody>
          <a:bodyPr/>
          <a:lstStyle/>
          <a:p>
            <a:pPr indent="4763" algn="just" eaLnBrk="1" hangingPunct="1">
              <a:buFontTx/>
              <a:buNone/>
            </a:pPr>
            <a:endParaRPr lang="ru-RU" sz="2000" b="1" i="1" smtClean="0"/>
          </a:p>
          <a:p>
            <a:pPr indent="4763" algn="just" eaLnBrk="1" hangingPunct="1">
              <a:buFontTx/>
              <a:buNone/>
            </a:pPr>
            <a:r>
              <a:rPr lang="uz-Cyrl-UZ" sz="2000" b="1" i="1" smtClean="0"/>
              <a:t>Таъриф.</a:t>
            </a:r>
            <a:r>
              <a:rPr lang="uz-Cyrl-UZ" sz="2000" smtClean="0"/>
              <a:t> Агар очиқ матн бўлаги (харф ёки харфлар гурухи) шифр матнда унинг эквиваленти билан алмаштирилса, бу каби шифрлар, алмаштириш шифрлаш синфига тегишли бўлади(Цезар шифри ва б.).</a:t>
            </a:r>
          </a:p>
          <a:p>
            <a:pPr indent="4763" algn="just" eaLnBrk="1" hangingPunct="1">
              <a:buFontTx/>
              <a:buNone/>
            </a:pPr>
            <a:endParaRPr lang="ru-RU" sz="2000" smtClean="0"/>
          </a:p>
          <a:p>
            <a:pPr indent="4763" algn="just" eaLnBrk="1" hangingPunct="1">
              <a:buFontTx/>
              <a:buNone/>
            </a:pPr>
            <a:endParaRPr lang="uz-Cyrl-UZ" sz="2000" smtClean="0"/>
          </a:p>
          <a:p>
            <a:pPr indent="4763" algn="just" eaLnBrk="1" hangingPunct="1">
              <a:buFontTx/>
              <a:buNone/>
            </a:pPr>
            <a:r>
              <a:rPr lang="ru-RU" sz="2000" b="1" i="1" smtClean="0"/>
              <a:t>Определение.</a:t>
            </a:r>
            <a:r>
              <a:rPr lang="ru-RU" sz="2000" smtClean="0"/>
              <a:t> Если фрагменты открытого текста (отдельные буквы или группы букв) заменяются некоторыми их эквивалентами в шифртексте, то соответствующий шифр относится к классу шифров замены. </a:t>
            </a:r>
          </a:p>
        </p:txBody>
      </p:sp>
      <p:sp>
        <p:nvSpPr>
          <p:cNvPr id="4100" name="AutoShape 14">
            <a:hlinkClick r:id="" action="ppaction://hlinkshowjump?jump=previousslide" highlightClick="1"/>
          </p:cNvPr>
          <p:cNvSpPr>
            <a:spLocks noChangeArrowheads="1"/>
          </p:cNvSpPr>
          <p:nvPr/>
        </p:nvSpPr>
        <p:spPr bwMode="auto">
          <a:xfrm>
            <a:off x="5651500" y="6165850"/>
            <a:ext cx="1296988" cy="431800"/>
          </a:xfrm>
          <a:prstGeom prst="actionButtonBlank">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ru-RU"/>
              <a:t>О</a:t>
            </a:r>
            <a:r>
              <a:rPr lang="uz-Cyrl-UZ"/>
              <a:t>рқ</a:t>
            </a:r>
            <a:r>
              <a:rPr lang="ru-RU"/>
              <a:t>ага</a:t>
            </a:r>
          </a:p>
        </p:txBody>
      </p:sp>
      <p:sp>
        <p:nvSpPr>
          <p:cNvPr id="4101" name="AutoShape 15">
            <a:hlinkClick r:id="" action="ppaction://hlinkshowjump?jump=nextslide" highlightClick="1"/>
          </p:cNvPr>
          <p:cNvSpPr>
            <a:spLocks noChangeArrowheads="1"/>
          </p:cNvSpPr>
          <p:nvPr/>
        </p:nvSpPr>
        <p:spPr bwMode="auto">
          <a:xfrm>
            <a:off x="7092950" y="6165850"/>
            <a:ext cx="1296988" cy="431800"/>
          </a:xfrm>
          <a:prstGeom prst="actionButtonBlank">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uz-Cyrl-UZ"/>
              <a:t>Давоми</a:t>
            </a:r>
            <a:endParaRPr lang="ru-RU"/>
          </a:p>
        </p:txBody>
      </p:sp>
    </p:spTree>
  </p:cSld>
  <p:clrMapOvr>
    <a:masterClrMapping/>
  </p:clrMapOvr>
  <p:transition advClick="0">
    <p:checke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Rectangle 5"/>
          <p:cNvSpPr>
            <a:spLocks noGrp="1" noChangeArrowheads="1"/>
          </p:cNvSpPr>
          <p:nvPr>
            <p:ph type="title"/>
          </p:nvPr>
        </p:nvSpPr>
        <p:spPr>
          <a:xfrm>
            <a:off x="457200" y="228600"/>
            <a:ext cx="8229600" cy="849313"/>
          </a:xfrm>
        </p:spPr>
        <p:txBody>
          <a:bodyPr/>
          <a:lstStyle/>
          <a:p>
            <a:pPr eaLnBrk="1" hangingPunct="1">
              <a:defRPr/>
            </a:pPr>
            <a:r>
              <a:rPr lang="ru-RU" sz="2400" b="1" smtClean="0"/>
              <a:t>Мисол:</a:t>
            </a:r>
          </a:p>
        </p:txBody>
      </p:sp>
      <p:sp>
        <p:nvSpPr>
          <p:cNvPr id="5123" name="Rectangle 3"/>
          <p:cNvSpPr>
            <a:spLocks noGrp="1" noChangeArrowheads="1"/>
          </p:cNvSpPr>
          <p:nvPr>
            <p:ph type="body" sz="half" idx="1"/>
          </p:nvPr>
        </p:nvSpPr>
        <p:spPr>
          <a:xfrm>
            <a:off x="457200" y="1600200"/>
            <a:ext cx="8218488" cy="1244600"/>
          </a:xfrm>
        </p:spPr>
        <p:txBody>
          <a:bodyPr/>
          <a:lstStyle/>
          <a:p>
            <a:pPr indent="4763" eaLnBrk="1" hangingPunct="1">
              <a:lnSpc>
                <a:spcPct val="90000"/>
              </a:lnSpc>
              <a:buFontTx/>
              <a:buNone/>
            </a:pPr>
            <a:r>
              <a:rPr lang="uz-Cyrl-UZ" sz="2000" smtClean="0"/>
              <a:t>Алфавит 26 та белгидан иборат ва </a:t>
            </a:r>
            <a:r>
              <a:rPr lang="ru-RU" sz="2000" smtClean="0"/>
              <a:t>у</a:t>
            </a:r>
            <a:r>
              <a:rPr lang="uz-Cyrl-UZ" sz="2000" smtClean="0"/>
              <a:t> қуйида келтирилган жадвалнинг биринчи сатрига жойлаштирилган бўлсин. Ушбу алфавит харфларини бирор k=4 та бирликка силжитиш билан эса, жадвалнинг иккинчи сатри хосил қилинади.</a:t>
            </a:r>
            <a:r>
              <a:rPr lang="ru-RU" sz="2000" smtClean="0"/>
              <a:t> </a:t>
            </a:r>
          </a:p>
        </p:txBody>
      </p:sp>
      <p:graphicFrame>
        <p:nvGraphicFramePr>
          <p:cNvPr id="5124" name="Object 4"/>
          <p:cNvGraphicFramePr>
            <a:graphicFrameLocks noGrp="1" noChangeAspect="1"/>
          </p:cNvGraphicFramePr>
          <p:nvPr>
            <p:ph sz="half" idx="2"/>
          </p:nvPr>
        </p:nvGraphicFramePr>
        <p:xfrm>
          <a:off x="0" y="3213100"/>
          <a:ext cx="9144000" cy="719138"/>
        </p:xfrm>
        <a:graphic>
          <a:graphicData uri="http://schemas.openxmlformats.org/presentationml/2006/ole">
            <mc:AlternateContent xmlns:mc="http://schemas.openxmlformats.org/markup-compatibility/2006">
              <mc:Choice xmlns:v="urn:schemas-microsoft-com:vml" Requires="v">
                <p:oleObj spid="_x0000_s5131" name="Точечный рисунок" r:id="rId3" imgW="6087325" imgH="371527" progId="Paint.Picture">
                  <p:embed/>
                </p:oleObj>
              </mc:Choice>
              <mc:Fallback>
                <p:oleObj name="Точечный рисунок" r:id="rId3" imgW="6087325" imgH="371527" progId="Paint.Picture">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3213100"/>
                        <a:ext cx="9144000" cy="719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25" name="Rectangle 7"/>
          <p:cNvSpPr>
            <a:spLocks noChangeArrowheads="1"/>
          </p:cNvSpPr>
          <p:nvPr/>
        </p:nvSpPr>
        <p:spPr bwMode="auto">
          <a:xfrm>
            <a:off x="611188" y="4048125"/>
            <a:ext cx="8218487" cy="1973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4763">
              <a:lnSpc>
                <a:spcPct val="90000"/>
              </a:lnSpc>
              <a:spcBef>
                <a:spcPct val="20000"/>
              </a:spcBef>
              <a:buClr>
                <a:schemeClr val="tx2"/>
              </a:buClr>
            </a:pPr>
            <a:endParaRPr lang="ru-RU" sz="2000"/>
          </a:p>
          <a:p>
            <a:pPr marL="342900" indent="4763">
              <a:lnSpc>
                <a:spcPct val="90000"/>
              </a:lnSpc>
              <a:spcBef>
                <a:spcPct val="20000"/>
              </a:spcBef>
              <a:buClr>
                <a:schemeClr val="tx2"/>
              </a:buClr>
            </a:pPr>
            <a:endParaRPr lang="ru-RU" sz="2000"/>
          </a:p>
          <a:p>
            <a:pPr marL="342900" indent="4763">
              <a:lnSpc>
                <a:spcPct val="90000"/>
              </a:lnSpc>
              <a:spcBef>
                <a:spcPct val="20000"/>
              </a:spcBef>
              <a:buClr>
                <a:schemeClr val="tx2"/>
              </a:buClr>
            </a:pPr>
            <a:endParaRPr lang="ru-RU" sz="2000"/>
          </a:p>
        </p:txBody>
      </p:sp>
      <p:sp>
        <p:nvSpPr>
          <p:cNvPr id="5126" name="Rectangle 9"/>
          <p:cNvSpPr>
            <a:spLocks noChangeArrowheads="1"/>
          </p:cNvSpPr>
          <p:nvPr/>
        </p:nvSpPr>
        <p:spPr bwMode="auto">
          <a:xfrm>
            <a:off x="468313" y="4221163"/>
            <a:ext cx="8218487" cy="1439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4763">
              <a:spcBef>
                <a:spcPct val="20000"/>
              </a:spcBef>
              <a:buClr>
                <a:schemeClr val="tx2"/>
              </a:buClr>
            </a:pPr>
            <a:r>
              <a:rPr lang="ru-RU" sz="2000"/>
              <a:t>     Хосил бўлган жадвал калит вазифасини ўтайди.</a:t>
            </a:r>
            <a:r>
              <a:rPr lang="uz-Cyrl-UZ" sz="2000"/>
              <a:t> Олинган калит асосида “</a:t>
            </a:r>
            <a:r>
              <a:rPr lang="uz-Cyrl-UZ" sz="2000" b="1"/>
              <a:t>uzbekistan</a:t>
            </a:r>
            <a:r>
              <a:rPr lang="uz-Cyrl-UZ" sz="2000"/>
              <a:t>” сўзини шифрлаш натижасида қуйидаги кўринишдаги шифр иборага эга бўлинади:</a:t>
            </a:r>
            <a:endParaRPr lang="uz-Cyrl-UZ" sz="2000" b="1"/>
          </a:p>
          <a:p>
            <a:pPr marL="342900" indent="4763" algn="ctr">
              <a:spcBef>
                <a:spcPct val="20000"/>
              </a:spcBef>
              <a:buClr>
                <a:schemeClr val="tx2"/>
              </a:buClr>
            </a:pPr>
            <a:r>
              <a:rPr lang="uz-Cyrl-UZ" sz="2000" b="1"/>
              <a:t>ydfiomwxer</a:t>
            </a:r>
            <a:r>
              <a:rPr lang="uz-Cyrl-UZ" sz="2000"/>
              <a:t> .</a:t>
            </a:r>
            <a:endParaRPr lang="ru-RU" sz="2000"/>
          </a:p>
        </p:txBody>
      </p:sp>
      <p:sp>
        <p:nvSpPr>
          <p:cNvPr id="5127" name="AutoShape 10">
            <a:hlinkClick r:id="" action="ppaction://hlinkshowjump?jump=previousslide" highlightClick="1"/>
          </p:cNvPr>
          <p:cNvSpPr>
            <a:spLocks noChangeArrowheads="1"/>
          </p:cNvSpPr>
          <p:nvPr/>
        </p:nvSpPr>
        <p:spPr bwMode="auto">
          <a:xfrm>
            <a:off x="5651500" y="6165850"/>
            <a:ext cx="1296988" cy="431800"/>
          </a:xfrm>
          <a:prstGeom prst="actionButtonBlank">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ru-RU"/>
              <a:t>О</a:t>
            </a:r>
            <a:r>
              <a:rPr lang="uz-Cyrl-UZ"/>
              <a:t>рқ</a:t>
            </a:r>
            <a:r>
              <a:rPr lang="ru-RU"/>
              <a:t>ага</a:t>
            </a:r>
          </a:p>
        </p:txBody>
      </p:sp>
      <p:sp>
        <p:nvSpPr>
          <p:cNvPr id="5128" name="AutoShape 11">
            <a:hlinkClick r:id="" action="ppaction://hlinkshowjump?jump=nextslide" highlightClick="1"/>
          </p:cNvPr>
          <p:cNvSpPr>
            <a:spLocks noChangeArrowheads="1"/>
          </p:cNvSpPr>
          <p:nvPr/>
        </p:nvSpPr>
        <p:spPr bwMode="auto">
          <a:xfrm>
            <a:off x="7092950" y="6165850"/>
            <a:ext cx="1296988" cy="431800"/>
          </a:xfrm>
          <a:prstGeom prst="actionButtonBlank">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uz-Cyrl-UZ"/>
              <a:t>Давоми</a:t>
            </a:r>
            <a:endParaRPr lang="ru-RU"/>
          </a:p>
        </p:txBody>
      </p:sp>
    </p:spTree>
  </p:cSld>
  <p:clrMapOvr>
    <a:masterClrMapping/>
  </p:clrMapOvr>
  <p:transition advClick="0">
    <p:checke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468313" y="765175"/>
            <a:ext cx="8229600" cy="1139825"/>
          </a:xfrm>
        </p:spPr>
        <p:txBody>
          <a:bodyPr/>
          <a:lstStyle/>
          <a:p>
            <a:pPr eaLnBrk="1" hangingPunct="1">
              <a:defRPr/>
            </a:pPr>
            <a:r>
              <a:rPr lang="uz-Cyrl-UZ" sz="2400" b="1" smtClean="0"/>
              <a:t>Оддий алмаштириш шифрининг математик асоси</a:t>
            </a:r>
            <a:r>
              <a:rPr lang="uz-Cyrl-UZ" sz="2400" smtClean="0"/>
              <a:t> </a:t>
            </a:r>
            <a:endParaRPr lang="ru-RU" sz="2400" smtClean="0"/>
          </a:p>
        </p:txBody>
      </p:sp>
      <p:graphicFrame>
        <p:nvGraphicFramePr>
          <p:cNvPr id="6147" name="Object 4"/>
          <p:cNvGraphicFramePr>
            <a:graphicFrameLocks noGrp="1" noChangeAspect="1"/>
          </p:cNvGraphicFramePr>
          <p:nvPr>
            <p:ph idx="1"/>
          </p:nvPr>
        </p:nvGraphicFramePr>
        <p:xfrm>
          <a:off x="0" y="2492375"/>
          <a:ext cx="9144000" cy="2089150"/>
        </p:xfrm>
        <a:graphic>
          <a:graphicData uri="http://schemas.openxmlformats.org/presentationml/2006/ole">
            <mc:AlternateContent xmlns:mc="http://schemas.openxmlformats.org/markup-compatibility/2006">
              <mc:Choice xmlns:v="urn:schemas-microsoft-com:vml" Requires="v">
                <p:oleObj spid="_x0000_s6152" name="Точечный рисунок" r:id="rId3" imgW="6458852" imgH="1000000" progId="Paint.Picture">
                  <p:embed/>
                </p:oleObj>
              </mc:Choice>
              <mc:Fallback>
                <p:oleObj name="Точечный рисунок" r:id="rId3" imgW="6458852" imgH="1000000" progId="Paint.Picture">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492375"/>
                        <a:ext cx="9144000" cy="2089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148" name="AutoShape 6">
            <a:hlinkClick r:id="" action="ppaction://hlinkshowjump?jump=previousslide" highlightClick="1"/>
          </p:cNvPr>
          <p:cNvSpPr>
            <a:spLocks noChangeArrowheads="1"/>
          </p:cNvSpPr>
          <p:nvPr/>
        </p:nvSpPr>
        <p:spPr bwMode="auto">
          <a:xfrm>
            <a:off x="5651500" y="6165850"/>
            <a:ext cx="1296988" cy="431800"/>
          </a:xfrm>
          <a:prstGeom prst="actionButtonBlank">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ru-RU"/>
              <a:t>О</a:t>
            </a:r>
            <a:r>
              <a:rPr lang="uz-Cyrl-UZ"/>
              <a:t>рқ</a:t>
            </a:r>
            <a:r>
              <a:rPr lang="ru-RU"/>
              <a:t>ага</a:t>
            </a:r>
          </a:p>
        </p:txBody>
      </p:sp>
      <p:sp>
        <p:nvSpPr>
          <p:cNvPr id="6149" name="AutoShape 7">
            <a:hlinkClick r:id="" action="ppaction://hlinkshowjump?jump=nextslide" highlightClick="1"/>
          </p:cNvPr>
          <p:cNvSpPr>
            <a:spLocks noChangeArrowheads="1"/>
          </p:cNvSpPr>
          <p:nvPr/>
        </p:nvSpPr>
        <p:spPr bwMode="auto">
          <a:xfrm>
            <a:off x="7092950" y="6165850"/>
            <a:ext cx="1296988" cy="431800"/>
          </a:xfrm>
          <a:prstGeom prst="actionButtonBlank">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uz-Cyrl-UZ"/>
              <a:t>Давоми</a:t>
            </a:r>
            <a:endParaRPr lang="ru-RU"/>
          </a:p>
        </p:txBody>
      </p:sp>
    </p:spTree>
  </p:cSld>
  <p:clrMapOvr>
    <a:masterClrMapping/>
  </p:clrMapOvr>
  <p:transition advClick="0">
    <p:checke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57200" y="228600"/>
            <a:ext cx="8229600" cy="849313"/>
          </a:xfrm>
        </p:spPr>
        <p:txBody>
          <a:bodyPr/>
          <a:lstStyle/>
          <a:p>
            <a:pPr eaLnBrk="1" hangingPunct="1">
              <a:defRPr/>
            </a:pPr>
            <a:r>
              <a:rPr lang="uz-Cyrl-UZ" sz="2400" b="1" smtClean="0"/>
              <a:t>Ўрин алмаштириш шифри.</a:t>
            </a:r>
            <a:r>
              <a:rPr lang="uz-Cyrl-UZ" smtClean="0"/>
              <a:t> </a:t>
            </a:r>
            <a:endParaRPr lang="ru-RU" smtClean="0"/>
          </a:p>
        </p:txBody>
      </p:sp>
      <p:sp>
        <p:nvSpPr>
          <p:cNvPr id="7171" name="Rectangle 3"/>
          <p:cNvSpPr>
            <a:spLocks noGrp="1" noChangeArrowheads="1"/>
          </p:cNvSpPr>
          <p:nvPr>
            <p:ph type="body" idx="1"/>
          </p:nvPr>
        </p:nvSpPr>
        <p:spPr>
          <a:xfrm>
            <a:off x="323850" y="1600200"/>
            <a:ext cx="8496300" cy="3989388"/>
          </a:xfrm>
        </p:spPr>
        <p:txBody>
          <a:bodyPr/>
          <a:lstStyle/>
          <a:p>
            <a:pPr marL="87313" indent="0" algn="just" eaLnBrk="1" hangingPunct="1">
              <a:lnSpc>
                <a:spcPct val="90000"/>
              </a:lnSpc>
              <a:buFontTx/>
              <a:buNone/>
            </a:pPr>
            <a:r>
              <a:rPr lang="ru-RU" sz="2000" b="1" i="1" smtClean="0"/>
              <a:t>Таъриф.</a:t>
            </a:r>
            <a:r>
              <a:rPr lang="ru-RU" sz="2000" smtClean="0"/>
              <a:t> </a:t>
            </a:r>
            <a:r>
              <a:rPr lang="uz-Cyrl-UZ" sz="2000" smtClean="0"/>
              <a:t>Агар очиқ матндаги белгилар ўринлари шифрлаш жараёнида ўзаро алмаштирилса, демак, ушбу шифр ўрин алмаштириш шифри хисобланади(Сцитала , атбаш, Кардано ва б.).</a:t>
            </a:r>
            <a:endParaRPr lang="ru-RU" sz="2000" smtClean="0"/>
          </a:p>
          <a:p>
            <a:pPr marL="87313" indent="0" algn="just" eaLnBrk="1" hangingPunct="1">
              <a:lnSpc>
                <a:spcPct val="90000"/>
              </a:lnSpc>
              <a:buFontTx/>
              <a:buNone/>
            </a:pPr>
            <a:endParaRPr lang="ru-RU" sz="2000" smtClean="0"/>
          </a:p>
          <a:p>
            <a:pPr marL="87313" indent="0" algn="just" eaLnBrk="1" hangingPunct="1">
              <a:lnSpc>
                <a:spcPct val="90000"/>
              </a:lnSpc>
              <a:buFontTx/>
              <a:buNone/>
            </a:pPr>
            <a:r>
              <a:rPr lang="ru-RU" sz="2000" b="1" i="1" smtClean="0"/>
              <a:t>Определение.</a:t>
            </a:r>
            <a:r>
              <a:rPr lang="ru-RU" sz="2000" smtClean="0"/>
              <a:t> Если буквы открытого текста при шифровании лищь меняются местами друг с другом, то соответствующий шифр относится к классу шифров перестановки.</a:t>
            </a:r>
          </a:p>
          <a:p>
            <a:pPr marL="87313" indent="0" algn="just" eaLnBrk="1" hangingPunct="1">
              <a:lnSpc>
                <a:spcPct val="90000"/>
              </a:lnSpc>
              <a:buFontTx/>
              <a:buNone/>
            </a:pPr>
            <a:endParaRPr lang="ru-RU" sz="2000" smtClean="0"/>
          </a:p>
          <a:p>
            <a:pPr marL="87313" indent="0" eaLnBrk="1" hangingPunct="1">
              <a:lnSpc>
                <a:spcPct val="90000"/>
              </a:lnSpc>
              <a:buFontTx/>
              <a:buNone/>
            </a:pPr>
            <a:r>
              <a:rPr lang="uz-Cyrl-UZ" sz="2000" smtClean="0"/>
              <a:t>Хозирги кунгача қўлланилиб келинган ўрин алмаштириш шифрларини шартли равишда икки турга ажратиш мумкин.</a:t>
            </a:r>
            <a:endParaRPr lang="ru-RU" sz="2000" smtClean="0"/>
          </a:p>
          <a:p>
            <a:pPr marL="87313" indent="0" eaLnBrk="1" hangingPunct="1">
              <a:lnSpc>
                <a:spcPct val="90000"/>
              </a:lnSpc>
              <a:buFontTx/>
              <a:buNone/>
            </a:pPr>
            <a:r>
              <a:rPr lang="ru-RU" sz="2000" smtClean="0"/>
              <a:t>             1. Маршрутли ўрин алмаштириш шифри.</a:t>
            </a:r>
          </a:p>
          <a:p>
            <a:pPr marL="87313" indent="0" eaLnBrk="1" hangingPunct="1">
              <a:lnSpc>
                <a:spcPct val="90000"/>
              </a:lnSpc>
              <a:buFontTx/>
              <a:buNone/>
            </a:pPr>
            <a:r>
              <a:rPr lang="ru-RU" sz="2000" smtClean="0"/>
              <a:t>             2. Вертикал ўрин алмаштириш шифри.</a:t>
            </a:r>
          </a:p>
        </p:txBody>
      </p:sp>
      <p:sp>
        <p:nvSpPr>
          <p:cNvPr id="7172" name="AutoShape 4">
            <a:hlinkClick r:id="" action="ppaction://hlinkshowjump?jump=previousslide" highlightClick="1"/>
          </p:cNvPr>
          <p:cNvSpPr>
            <a:spLocks noChangeArrowheads="1"/>
          </p:cNvSpPr>
          <p:nvPr/>
        </p:nvSpPr>
        <p:spPr bwMode="auto">
          <a:xfrm>
            <a:off x="5651500" y="6165850"/>
            <a:ext cx="1296988" cy="431800"/>
          </a:xfrm>
          <a:prstGeom prst="actionButtonBlank">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ru-RU"/>
              <a:t>О</a:t>
            </a:r>
            <a:r>
              <a:rPr lang="uz-Cyrl-UZ"/>
              <a:t>рқ</a:t>
            </a:r>
            <a:r>
              <a:rPr lang="ru-RU"/>
              <a:t>ага</a:t>
            </a:r>
          </a:p>
        </p:txBody>
      </p:sp>
      <p:sp>
        <p:nvSpPr>
          <p:cNvPr id="7173" name="AutoShape 5">
            <a:hlinkClick r:id="" action="ppaction://hlinkshowjump?jump=nextslide" highlightClick="1"/>
          </p:cNvPr>
          <p:cNvSpPr>
            <a:spLocks noChangeArrowheads="1"/>
          </p:cNvSpPr>
          <p:nvPr/>
        </p:nvSpPr>
        <p:spPr bwMode="auto">
          <a:xfrm>
            <a:off x="7092950" y="6165850"/>
            <a:ext cx="1296988" cy="431800"/>
          </a:xfrm>
          <a:prstGeom prst="actionButtonBlank">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uz-Cyrl-UZ"/>
              <a:t>Давоми</a:t>
            </a:r>
            <a:endParaRPr lang="ru-RU"/>
          </a:p>
        </p:txBody>
      </p:sp>
    </p:spTree>
  </p:cSld>
  <p:clrMapOvr>
    <a:masterClrMapping/>
  </p:clrMapOvr>
  <p:transition advClick="0">
    <p:checke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395288" y="260350"/>
            <a:ext cx="8229600" cy="436563"/>
          </a:xfrm>
        </p:spPr>
        <p:txBody>
          <a:bodyPr/>
          <a:lstStyle/>
          <a:p>
            <a:pPr eaLnBrk="1" hangingPunct="1">
              <a:defRPr/>
            </a:pPr>
            <a:r>
              <a:rPr lang="ru-RU" sz="2000" b="1" smtClean="0"/>
              <a:t>Маршрутли ўрин алмаштириш шифри.</a:t>
            </a:r>
          </a:p>
        </p:txBody>
      </p:sp>
      <p:sp>
        <p:nvSpPr>
          <p:cNvPr id="8195" name="Rectangle 3"/>
          <p:cNvSpPr>
            <a:spLocks noGrp="1" noChangeArrowheads="1"/>
          </p:cNvSpPr>
          <p:nvPr>
            <p:ph type="body" sz="half" idx="1"/>
          </p:nvPr>
        </p:nvSpPr>
        <p:spPr>
          <a:xfrm>
            <a:off x="323850" y="836613"/>
            <a:ext cx="8507413" cy="3384550"/>
          </a:xfrm>
        </p:spPr>
        <p:txBody>
          <a:bodyPr/>
          <a:lstStyle/>
          <a:p>
            <a:pPr marL="82550" indent="4763" algn="just" eaLnBrk="1" hangingPunct="1">
              <a:lnSpc>
                <a:spcPct val="90000"/>
              </a:lnSpc>
              <a:buFontTx/>
              <a:buNone/>
            </a:pPr>
            <a:r>
              <a:rPr lang="uz-Cyrl-UZ" sz="2000" i="1" smtClean="0"/>
              <a:t>Маршрутли ўрин алмаштириш шифри</a:t>
            </a:r>
            <a:r>
              <a:rPr lang="uz-Cyrl-UZ" sz="2000" smtClean="0"/>
              <a:t>да, очиқ матннинг бир қисми бирор геометрик фигурага ихтиёрий маршрут асосида жойлаштирилади. Бошқа маршрут асосида олинган белгилар кетма-кетлиги эса, шифр матннинг </a:t>
            </a:r>
            <a:r>
              <a:rPr lang="ru-RU" sz="2000" smtClean="0"/>
              <a:t>мос</a:t>
            </a:r>
            <a:r>
              <a:rPr lang="uz-Cyrl-UZ" sz="2000" smtClean="0"/>
              <a:t> қисмини ифодалайди.</a:t>
            </a:r>
            <a:endParaRPr lang="ru-RU" sz="2000" smtClean="0"/>
          </a:p>
          <a:p>
            <a:pPr marL="82550" indent="4763" algn="just" eaLnBrk="1" hangingPunct="1">
              <a:lnSpc>
                <a:spcPct val="90000"/>
              </a:lnSpc>
              <a:buFontTx/>
              <a:buNone/>
            </a:pPr>
            <a:r>
              <a:rPr lang="ru-RU" sz="2000" b="1" i="1" smtClean="0"/>
              <a:t>Определение. </a:t>
            </a:r>
            <a:r>
              <a:rPr lang="ru-RU" sz="2000" smtClean="0"/>
              <a:t>В шифре маршрутной перестановки отрезок открытого текста записывается в такую фигуру по некоторой траектории. Шифрованным текстом является последовательность, полученая при выписывании текста по другой траектории.</a:t>
            </a:r>
          </a:p>
          <a:p>
            <a:pPr marL="82550" indent="4763" algn="just" eaLnBrk="1" hangingPunct="1">
              <a:lnSpc>
                <a:spcPct val="90000"/>
              </a:lnSpc>
              <a:buFontTx/>
              <a:buNone/>
            </a:pPr>
            <a:r>
              <a:rPr lang="uz-Cyrl-UZ" sz="2000" b="1" i="1" smtClean="0"/>
              <a:t>Масалан:</a:t>
            </a:r>
            <a:r>
              <a:rPr lang="uz-Cyrl-UZ" sz="2000" smtClean="0"/>
              <a:t> “</a:t>
            </a:r>
            <a:r>
              <a:rPr lang="uz-Cyrl-UZ" sz="2000" b="1" smtClean="0"/>
              <a:t>криптография криптологиянинг бир қисми</a:t>
            </a:r>
            <a:r>
              <a:rPr lang="uz-Cyrl-UZ" sz="2000" smtClean="0"/>
              <a:t> “ иборасини шифрлашда, уни 5х7 ўлчамли тўғри тўртбурчакли жадвалга горизонтал маршрут бўйлаб жойлаштирамиз.</a:t>
            </a:r>
            <a:endParaRPr lang="ru-RU" sz="2000" smtClean="0"/>
          </a:p>
        </p:txBody>
      </p:sp>
      <p:sp>
        <p:nvSpPr>
          <p:cNvPr id="8196" name="AutoShape 7">
            <a:hlinkClick r:id="" action="ppaction://hlinkshowjump?jump=previousslide" highlightClick="1"/>
          </p:cNvPr>
          <p:cNvSpPr>
            <a:spLocks noChangeArrowheads="1"/>
          </p:cNvSpPr>
          <p:nvPr/>
        </p:nvSpPr>
        <p:spPr bwMode="auto">
          <a:xfrm>
            <a:off x="5651500" y="6310313"/>
            <a:ext cx="1296988" cy="431800"/>
          </a:xfrm>
          <a:prstGeom prst="actionButtonBlank">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ru-RU"/>
              <a:t>О</a:t>
            </a:r>
            <a:r>
              <a:rPr lang="uz-Cyrl-UZ"/>
              <a:t>рқ</a:t>
            </a:r>
            <a:r>
              <a:rPr lang="ru-RU"/>
              <a:t>ага</a:t>
            </a:r>
          </a:p>
        </p:txBody>
      </p:sp>
      <p:sp>
        <p:nvSpPr>
          <p:cNvPr id="8197" name="AutoShape 8">
            <a:hlinkClick r:id="" action="ppaction://hlinkshowjump?jump=nextslide" highlightClick="1"/>
          </p:cNvPr>
          <p:cNvSpPr>
            <a:spLocks noChangeArrowheads="1"/>
          </p:cNvSpPr>
          <p:nvPr/>
        </p:nvSpPr>
        <p:spPr bwMode="auto">
          <a:xfrm>
            <a:off x="7092950" y="6310313"/>
            <a:ext cx="1296988" cy="431800"/>
          </a:xfrm>
          <a:prstGeom prst="actionButtonBlank">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uz-Cyrl-UZ"/>
              <a:t>Давоми</a:t>
            </a:r>
            <a:endParaRPr lang="ru-RU"/>
          </a:p>
        </p:txBody>
      </p:sp>
      <p:pic>
        <p:nvPicPr>
          <p:cNvPr id="8198"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863" y="4221163"/>
            <a:ext cx="8124825" cy="1876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advClick="0">
    <p:checke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ChangeArrowheads="1"/>
          </p:cNvSpPr>
          <p:nvPr/>
        </p:nvSpPr>
        <p:spPr bwMode="auto">
          <a:xfrm>
            <a:off x="468313" y="981075"/>
            <a:ext cx="8110537" cy="273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82550" indent="4763">
              <a:spcBef>
                <a:spcPct val="20000"/>
              </a:spcBef>
              <a:buClr>
                <a:schemeClr val="tx2"/>
              </a:buClr>
            </a:pPr>
            <a:r>
              <a:rPr lang="ru-RU" sz="2000"/>
              <a:t> </a:t>
            </a:r>
            <a:r>
              <a:rPr lang="uz-Cyrl-UZ" sz="2000"/>
              <a:t>Шифр матнни хосил қилиш жараёнида эса, бошқа маршрут, яъни вертикал маршрут асосида белгилар олинади. Натижада,  қуйидаги белгилар кетма-кетлигига эга бўламиз:</a:t>
            </a:r>
            <a:endParaRPr lang="uz-Cyrl-UZ" sz="2000" b="1"/>
          </a:p>
          <a:p>
            <a:pPr marL="82550" indent="4763">
              <a:spcBef>
                <a:spcPct val="20000"/>
              </a:spcBef>
              <a:buClr>
                <a:schemeClr val="tx2"/>
              </a:buClr>
            </a:pPr>
            <a:r>
              <a:rPr lang="ru-RU" sz="2000" b="1"/>
              <a:t>                 </a:t>
            </a:r>
            <a:r>
              <a:rPr lang="uz-Cyrl-UZ" sz="2000" b="1"/>
              <a:t>гргиимяоаотфлнсииоипиятнқргпкркриби .</a:t>
            </a:r>
            <a:endParaRPr lang="uz-Cyrl-UZ" sz="2000"/>
          </a:p>
          <a:p>
            <a:pPr marL="82550" indent="4763">
              <a:spcBef>
                <a:spcPct val="20000"/>
              </a:spcBef>
              <a:buClr>
                <a:schemeClr val="tx2"/>
              </a:buClr>
            </a:pPr>
            <a:r>
              <a:rPr lang="ru-RU" sz="2000"/>
              <a:t> Б</a:t>
            </a:r>
            <a:r>
              <a:rPr lang="uz-Cyrl-UZ" sz="2000"/>
              <a:t>у каби шифрларда калит вазифасини геометрик фигуранинг шакли ва ўлчамлари, хамда маршрут йўналиши ўтайди.</a:t>
            </a:r>
            <a:endParaRPr lang="ru-RU" sz="2000"/>
          </a:p>
        </p:txBody>
      </p:sp>
      <p:sp>
        <p:nvSpPr>
          <p:cNvPr id="9219" name="AutoShape 5">
            <a:hlinkClick r:id="" action="ppaction://hlinkshowjump?jump=previousslide" highlightClick="1"/>
          </p:cNvPr>
          <p:cNvSpPr>
            <a:spLocks noChangeArrowheads="1"/>
          </p:cNvSpPr>
          <p:nvPr/>
        </p:nvSpPr>
        <p:spPr bwMode="auto">
          <a:xfrm>
            <a:off x="5651500" y="6165850"/>
            <a:ext cx="1296988" cy="431800"/>
          </a:xfrm>
          <a:prstGeom prst="actionButtonBlank">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ru-RU"/>
              <a:t>О</a:t>
            </a:r>
            <a:r>
              <a:rPr lang="uz-Cyrl-UZ"/>
              <a:t>рқ</a:t>
            </a:r>
            <a:r>
              <a:rPr lang="ru-RU"/>
              <a:t>ага</a:t>
            </a:r>
          </a:p>
        </p:txBody>
      </p:sp>
      <p:sp>
        <p:nvSpPr>
          <p:cNvPr id="9220" name="AutoShape 6">
            <a:hlinkClick r:id="" action="ppaction://hlinkshowjump?jump=nextslide" highlightClick="1"/>
          </p:cNvPr>
          <p:cNvSpPr>
            <a:spLocks noChangeArrowheads="1"/>
          </p:cNvSpPr>
          <p:nvPr/>
        </p:nvSpPr>
        <p:spPr bwMode="auto">
          <a:xfrm>
            <a:off x="7092950" y="6165850"/>
            <a:ext cx="1296988" cy="431800"/>
          </a:xfrm>
          <a:prstGeom prst="actionButtonBlank">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uz-Cyrl-UZ"/>
              <a:t>Давоми</a:t>
            </a:r>
            <a:endParaRPr lang="ru-RU"/>
          </a:p>
        </p:txBody>
      </p:sp>
    </p:spTree>
  </p:cSld>
  <p:clrMapOvr>
    <a:masterClrMapping/>
  </p:clrMapOvr>
  <p:transition advClick="0">
    <p:checke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defRPr/>
            </a:pPr>
            <a:endParaRPr lang="ru-RU" dirty="0"/>
          </a:p>
        </p:txBody>
      </p:sp>
      <p:sp>
        <p:nvSpPr>
          <p:cNvPr id="10243" name="Текст 2"/>
          <p:cNvSpPr>
            <a:spLocks noGrp="1"/>
          </p:cNvSpPr>
          <p:nvPr>
            <p:ph type="body" sz="half" idx="1"/>
          </p:nvPr>
        </p:nvSpPr>
        <p:spPr/>
        <p:txBody>
          <a:bodyPr/>
          <a:lstStyle/>
          <a:p>
            <a:endParaRPr lang="ru-RU" smtClean="0"/>
          </a:p>
        </p:txBody>
      </p:sp>
      <p:graphicFrame>
        <p:nvGraphicFramePr>
          <p:cNvPr id="5" name="Объект 4"/>
          <p:cNvGraphicFramePr>
            <a:graphicFrameLocks noGrp="1" noChangeAspect="1"/>
          </p:cNvGraphicFramePr>
          <p:nvPr>
            <p:ph sz="half" idx="2"/>
          </p:nvPr>
        </p:nvGraphicFramePr>
        <p:xfrm>
          <a:off x="684213" y="1773238"/>
          <a:ext cx="3527424" cy="3840480"/>
        </p:xfrm>
        <a:graphic>
          <a:graphicData uri="http://schemas.openxmlformats.org/drawingml/2006/table">
            <a:tbl>
              <a:tblPr firstRow="1" firstCol="1" bandRow="1">
                <a:tableStyleId>{8A107856-5554-42FB-B03E-39F5DBC370BA}</a:tableStyleId>
              </a:tblPr>
              <a:tblGrid>
                <a:gridCol w="587904"/>
                <a:gridCol w="587904"/>
                <a:gridCol w="587904"/>
                <a:gridCol w="587904"/>
                <a:gridCol w="587904"/>
                <a:gridCol w="587904"/>
              </a:tblGrid>
              <a:tr h="640027">
                <a:tc>
                  <a:txBody>
                    <a:bodyPr/>
                    <a:lstStyle/>
                    <a:p>
                      <a:pPr algn="ctr">
                        <a:lnSpc>
                          <a:spcPct val="150000"/>
                        </a:lnSpc>
                        <a:spcAft>
                          <a:spcPts val="0"/>
                        </a:spcAft>
                        <a:tabLst>
                          <a:tab pos="1066800" algn="l"/>
                        </a:tabLst>
                      </a:pPr>
                      <a:r>
                        <a:rPr lang="uz-Cyrl-UZ" sz="2800" dirty="0">
                          <a:effectLst/>
                        </a:rPr>
                        <a:t>к</a:t>
                      </a:r>
                      <a:endParaRPr lang="ru-RU" sz="2400" dirty="0">
                        <a:effectLst/>
                        <a:latin typeface="Times New Roman"/>
                        <a:ea typeface="Times New Roman"/>
                      </a:endParaRPr>
                    </a:p>
                  </a:txBody>
                  <a:tcPr marL="68561" marR="68561" marT="0" marB="0"/>
                </a:tc>
                <a:tc>
                  <a:txBody>
                    <a:bodyPr/>
                    <a:lstStyle/>
                    <a:p>
                      <a:pPr algn="ctr">
                        <a:lnSpc>
                          <a:spcPct val="150000"/>
                        </a:lnSpc>
                        <a:spcAft>
                          <a:spcPts val="0"/>
                        </a:spcAft>
                        <a:tabLst>
                          <a:tab pos="1066800" algn="l"/>
                        </a:tabLst>
                      </a:pPr>
                      <a:r>
                        <a:rPr lang="uz-Cyrl-UZ" sz="2800" dirty="0">
                          <a:effectLst/>
                        </a:rPr>
                        <a:t>р</a:t>
                      </a:r>
                      <a:endParaRPr lang="ru-RU" sz="2400" dirty="0">
                        <a:effectLst/>
                        <a:latin typeface="Times New Roman"/>
                        <a:ea typeface="Times New Roman"/>
                      </a:endParaRPr>
                    </a:p>
                  </a:txBody>
                  <a:tcPr marL="68561" marR="68561" marT="0" marB="0"/>
                </a:tc>
                <a:tc>
                  <a:txBody>
                    <a:bodyPr/>
                    <a:lstStyle/>
                    <a:p>
                      <a:pPr algn="ctr">
                        <a:lnSpc>
                          <a:spcPct val="150000"/>
                        </a:lnSpc>
                        <a:spcAft>
                          <a:spcPts val="0"/>
                        </a:spcAft>
                        <a:tabLst>
                          <a:tab pos="1066800" algn="l"/>
                        </a:tabLst>
                      </a:pPr>
                      <a:r>
                        <a:rPr lang="uz-Cyrl-UZ" sz="2800" dirty="0">
                          <a:effectLst/>
                        </a:rPr>
                        <a:t>и</a:t>
                      </a:r>
                      <a:endParaRPr lang="ru-RU" sz="2400" dirty="0">
                        <a:effectLst/>
                        <a:latin typeface="Times New Roman"/>
                        <a:ea typeface="Times New Roman"/>
                      </a:endParaRPr>
                    </a:p>
                  </a:txBody>
                  <a:tcPr marL="68561" marR="68561" marT="0" marB="0"/>
                </a:tc>
                <a:tc>
                  <a:txBody>
                    <a:bodyPr/>
                    <a:lstStyle/>
                    <a:p>
                      <a:pPr algn="ctr">
                        <a:lnSpc>
                          <a:spcPct val="150000"/>
                        </a:lnSpc>
                        <a:spcAft>
                          <a:spcPts val="0"/>
                        </a:spcAft>
                        <a:tabLst>
                          <a:tab pos="1066800" algn="l"/>
                        </a:tabLst>
                      </a:pPr>
                      <a:r>
                        <a:rPr lang="uz-Cyrl-UZ" sz="2800" dirty="0">
                          <a:effectLst/>
                        </a:rPr>
                        <a:t>п</a:t>
                      </a:r>
                      <a:endParaRPr lang="ru-RU" sz="2400" dirty="0">
                        <a:effectLst/>
                        <a:latin typeface="Times New Roman"/>
                        <a:ea typeface="Times New Roman"/>
                      </a:endParaRPr>
                    </a:p>
                  </a:txBody>
                  <a:tcPr marL="68561" marR="68561" marT="0" marB="0"/>
                </a:tc>
                <a:tc>
                  <a:txBody>
                    <a:bodyPr/>
                    <a:lstStyle/>
                    <a:p>
                      <a:pPr algn="ctr">
                        <a:lnSpc>
                          <a:spcPct val="150000"/>
                        </a:lnSpc>
                        <a:spcAft>
                          <a:spcPts val="0"/>
                        </a:spcAft>
                        <a:tabLst>
                          <a:tab pos="1066800" algn="l"/>
                        </a:tabLst>
                      </a:pPr>
                      <a:r>
                        <a:rPr lang="uz-Cyrl-UZ" sz="2800">
                          <a:effectLst/>
                        </a:rPr>
                        <a:t>т</a:t>
                      </a:r>
                      <a:endParaRPr lang="ru-RU" sz="2400">
                        <a:effectLst/>
                        <a:latin typeface="Times New Roman"/>
                        <a:ea typeface="Times New Roman"/>
                      </a:endParaRPr>
                    </a:p>
                  </a:txBody>
                  <a:tcPr marL="68561" marR="68561" marT="0" marB="0"/>
                </a:tc>
                <a:tc>
                  <a:txBody>
                    <a:bodyPr/>
                    <a:lstStyle/>
                    <a:p>
                      <a:pPr algn="ctr">
                        <a:lnSpc>
                          <a:spcPct val="150000"/>
                        </a:lnSpc>
                        <a:spcAft>
                          <a:spcPts val="0"/>
                        </a:spcAft>
                        <a:tabLst>
                          <a:tab pos="1066800" algn="l"/>
                        </a:tabLst>
                      </a:pPr>
                      <a:r>
                        <a:rPr lang="uz-Cyrl-UZ" sz="2800">
                          <a:effectLst/>
                        </a:rPr>
                        <a:t>о</a:t>
                      </a:r>
                      <a:endParaRPr lang="ru-RU" sz="2400">
                        <a:effectLst/>
                        <a:latin typeface="Times New Roman"/>
                        <a:ea typeface="Times New Roman"/>
                      </a:endParaRPr>
                    </a:p>
                  </a:txBody>
                  <a:tcPr marL="68561" marR="68561" marT="0" marB="0"/>
                </a:tc>
              </a:tr>
              <a:tr h="640027">
                <a:tc>
                  <a:txBody>
                    <a:bodyPr/>
                    <a:lstStyle/>
                    <a:p>
                      <a:pPr algn="ctr">
                        <a:lnSpc>
                          <a:spcPct val="150000"/>
                        </a:lnSpc>
                        <a:spcAft>
                          <a:spcPts val="0"/>
                        </a:spcAft>
                        <a:tabLst>
                          <a:tab pos="1066800" algn="l"/>
                        </a:tabLst>
                      </a:pPr>
                      <a:r>
                        <a:rPr lang="uz-Cyrl-UZ" sz="2800">
                          <a:effectLst/>
                        </a:rPr>
                        <a:t>г</a:t>
                      </a:r>
                      <a:endParaRPr lang="ru-RU" sz="2400">
                        <a:effectLst/>
                        <a:latin typeface="Times New Roman"/>
                        <a:ea typeface="Times New Roman"/>
                      </a:endParaRPr>
                    </a:p>
                  </a:txBody>
                  <a:tcPr marL="68561" marR="68561" marT="0" marB="0"/>
                </a:tc>
                <a:tc>
                  <a:txBody>
                    <a:bodyPr/>
                    <a:lstStyle/>
                    <a:p>
                      <a:pPr algn="ctr">
                        <a:lnSpc>
                          <a:spcPct val="150000"/>
                        </a:lnSpc>
                        <a:spcAft>
                          <a:spcPts val="0"/>
                        </a:spcAft>
                        <a:tabLst>
                          <a:tab pos="1066800" algn="l"/>
                        </a:tabLst>
                      </a:pPr>
                      <a:r>
                        <a:rPr lang="uz-Cyrl-UZ" sz="2800">
                          <a:effectLst/>
                        </a:rPr>
                        <a:t>р</a:t>
                      </a:r>
                      <a:endParaRPr lang="ru-RU" sz="2400">
                        <a:effectLst/>
                        <a:latin typeface="Times New Roman"/>
                        <a:ea typeface="Times New Roman"/>
                      </a:endParaRPr>
                    </a:p>
                  </a:txBody>
                  <a:tcPr marL="68561" marR="68561" marT="0" marB="0"/>
                </a:tc>
                <a:tc>
                  <a:txBody>
                    <a:bodyPr/>
                    <a:lstStyle/>
                    <a:p>
                      <a:pPr algn="ctr">
                        <a:lnSpc>
                          <a:spcPct val="150000"/>
                        </a:lnSpc>
                        <a:spcAft>
                          <a:spcPts val="0"/>
                        </a:spcAft>
                        <a:tabLst>
                          <a:tab pos="1066800" algn="l"/>
                        </a:tabLst>
                      </a:pPr>
                      <a:r>
                        <a:rPr lang="uz-Cyrl-UZ" sz="2800">
                          <a:effectLst/>
                        </a:rPr>
                        <a:t>а</a:t>
                      </a:r>
                      <a:endParaRPr lang="ru-RU" sz="2400">
                        <a:effectLst/>
                        <a:latin typeface="Times New Roman"/>
                        <a:ea typeface="Times New Roman"/>
                      </a:endParaRPr>
                    </a:p>
                  </a:txBody>
                  <a:tcPr marL="68561" marR="68561" marT="0" marB="0"/>
                </a:tc>
                <a:tc>
                  <a:txBody>
                    <a:bodyPr/>
                    <a:lstStyle/>
                    <a:p>
                      <a:pPr algn="ctr">
                        <a:lnSpc>
                          <a:spcPct val="150000"/>
                        </a:lnSpc>
                        <a:spcAft>
                          <a:spcPts val="0"/>
                        </a:spcAft>
                        <a:tabLst>
                          <a:tab pos="1066800" algn="l"/>
                        </a:tabLst>
                      </a:pPr>
                      <a:r>
                        <a:rPr lang="uz-Cyrl-UZ" sz="2800" dirty="0">
                          <a:effectLst/>
                        </a:rPr>
                        <a:t>ф</a:t>
                      </a:r>
                      <a:endParaRPr lang="ru-RU" sz="2400" dirty="0">
                        <a:effectLst/>
                        <a:latin typeface="Times New Roman"/>
                        <a:ea typeface="Times New Roman"/>
                      </a:endParaRPr>
                    </a:p>
                  </a:txBody>
                  <a:tcPr marL="68561" marR="68561" marT="0" marB="0"/>
                </a:tc>
                <a:tc>
                  <a:txBody>
                    <a:bodyPr/>
                    <a:lstStyle/>
                    <a:p>
                      <a:pPr algn="ctr">
                        <a:lnSpc>
                          <a:spcPct val="150000"/>
                        </a:lnSpc>
                        <a:spcAft>
                          <a:spcPts val="0"/>
                        </a:spcAft>
                        <a:tabLst>
                          <a:tab pos="1066800" algn="l"/>
                        </a:tabLst>
                      </a:pPr>
                      <a:r>
                        <a:rPr lang="uz-Cyrl-UZ" sz="2800" dirty="0">
                          <a:effectLst/>
                        </a:rPr>
                        <a:t>и</a:t>
                      </a:r>
                      <a:endParaRPr lang="ru-RU" sz="2400" dirty="0">
                        <a:effectLst/>
                        <a:latin typeface="Times New Roman"/>
                        <a:ea typeface="Times New Roman"/>
                      </a:endParaRPr>
                    </a:p>
                  </a:txBody>
                  <a:tcPr marL="68561" marR="68561" marT="0" marB="0"/>
                </a:tc>
                <a:tc>
                  <a:txBody>
                    <a:bodyPr/>
                    <a:lstStyle/>
                    <a:p>
                      <a:pPr algn="ctr">
                        <a:lnSpc>
                          <a:spcPct val="150000"/>
                        </a:lnSpc>
                        <a:spcAft>
                          <a:spcPts val="0"/>
                        </a:spcAft>
                        <a:tabLst>
                          <a:tab pos="1066800" algn="l"/>
                        </a:tabLst>
                      </a:pPr>
                      <a:r>
                        <a:rPr lang="uz-Cyrl-UZ" sz="2800">
                          <a:effectLst/>
                        </a:rPr>
                        <a:t>я</a:t>
                      </a:r>
                      <a:endParaRPr lang="ru-RU" sz="2400">
                        <a:effectLst/>
                        <a:latin typeface="Times New Roman"/>
                        <a:ea typeface="Times New Roman"/>
                      </a:endParaRPr>
                    </a:p>
                  </a:txBody>
                  <a:tcPr marL="68561" marR="68561" marT="0" marB="0"/>
                </a:tc>
              </a:tr>
              <a:tr h="640027">
                <a:tc>
                  <a:txBody>
                    <a:bodyPr/>
                    <a:lstStyle/>
                    <a:p>
                      <a:pPr algn="ctr">
                        <a:lnSpc>
                          <a:spcPct val="150000"/>
                        </a:lnSpc>
                        <a:spcAft>
                          <a:spcPts val="0"/>
                        </a:spcAft>
                        <a:tabLst>
                          <a:tab pos="1066800" algn="l"/>
                        </a:tabLst>
                      </a:pPr>
                      <a:r>
                        <a:rPr lang="uz-Cyrl-UZ" sz="2800">
                          <a:effectLst/>
                        </a:rPr>
                        <a:t>к</a:t>
                      </a:r>
                      <a:endParaRPr lang="ru-RU" sz="2400">
                        <a:effectLst/>
                        <a:latin typeface="Times New Roman"/>
                        <a:ea typeface="Times New Roman"/>
                      </a:endParaRPr>
                    </a:p>
                  </a:txBody>
                  <a:tcPr marL="68561" marR="68561" marT="0" marB="0"/>
                </a:tc>
                <a:tc>
                  <a:txBody>
                    <a:bodyPr/>
                    <a:lstStyle/>
                    <a:p>
                      <a:pPr algn="ctr">
                        <a:lnSpc>
                          <a:spcPct val="150000"/>
                        </a:lnSpc>
                        <a:spcAft>
                          <a:spcPts val="0"/>
                        </a:spcAft>
                        <a:tabLst>
                          <a:tab pos="1066800" algn="l"/>
                        </a:tabLst>
                      </a:pPr>
                      <a:r>
                        <a:rPr lang="uz-Cyrl-UZ" sz="2800">
                          <a:effectLst/>
                        </a:rPr>
                        <a:t>р</a:t>
                      </a:r>
                      <a:endParaRPr lang="ru-RU" sz="2400">
                        <a:effectLst/>
                        <a:latin typeface="Times New Roman"/>
                        <a:ea typeface="Times New Roman"/>
                      </a:endParaRPr>
                    </a:p>
                  </a:txBody>
                  <a:tcPr marL="68561" marR="68561" marT="0" marB="0"/>
                </a:tc>
                <a:tc>
                  <a:txBody>
                    <a:bodyPr/>
                    <a:lstStyle/>
                    <a:p>
                      <a:pPr algn="ctr">
                        <a:lnSpc>
                          <a:spcPct val="150000"/>
                        </a:lnSpc>
                        <a:spcAft>
                          <a:spcPts val="0"/>
                        </a:spcAft>
                        <a:tabLst>
                          <a:tab pos="1066800" algn="l"/>
                        </a:tabLst>
                      </a:pPr>
                      <a:r>
                        <a:rPr lang="uz-Cyrl-UZ" sz="2800">
                          <a:effectLst/>
                        </a:rPr>
                        <a:t>и</a:t>
                      </a:r>
                      <a:endParaRPr lang="ru-RU" sz="2400">
                        <a:effectLst/>
                        <a:latin typeface="Times New Roman"/>
                        <a:ea typeface="Times New Roman"/>
                      </a:endParaRPr>
                    </a:p>
                  </a:txBody>
                  <a:tcPr marL="68561" marR="68561" marT="0" marB="0"/>
                </a:tc>
                <a:tc>
                  <a:txBody>
                    <a:bodyPr/>
                    <a:lstStyle/>
                    <a:p>
                      <a:pPr algn="ctr">
                        <a:lnSpc>
                          <a:spcPct val="150000"/>
                        </a:lnSpc>
                        <a:spcAft>
                          <a:spcPts val="0"/>
                        </a:spcAft>
                        <a:tabLst>
                          <a:tab pos="1066800" algn="l"/>
                        </a:tabLst>
                      </a:pPr>
                      <a:r>
                        <a:rPr lang="uz-Cyrl-UZ" sz="2800">
                          <a:effectLst/>
                        </a:rPr>
                        <a:t>п</a:t>
                      </a:r>
                      <a:endParaRPr lang="ru-RU" sz="2400">
                        <a:effectLst/>
                        <a:latin typeface="Times New Roman"/>
                        <a:ea typeface="Times New Roman"/>
                      </a:endParaRPr>
                    </a:p>
                  </a:txBody>
                  <a:tcPr marL="68561" marR="68561" marT="0" marB="0"/>
                </a:tc>
                <a:tc>
                  <a:txBody>
                    <a:bodyPr/>
                    <a:lstStyle/>
                    <a:p>
                      <a:pPr algn="ctr">
                        <a:lnSpc>
                          <a:spcPct val="150000"/>
                        </a:lnSpc>
                        <a:spcAft>
                          <a:spcPts val="0"/>
                        </a:spcAft>
                        <a:tabLst>
                          <a:tab pos="1066800" algn="l"/>
                        </a:tabLst>
                      </a:pPr>
                      <a:r>
                        <a:rPr lang="uz-Cyrl-UZ" sz="2800" dirty="0">
                          <a:effectLst/>
                        </a:rPr>
                        <a:t>т</a:t>
                      </a:r>
                      <a:endParaRPr lang="ru-RU" sz="2400" dirty="0">
                        <a:effectLst/>
                        <a:latin typeface="Times New Roman"/>
                        <a:ea typeface="Times New Roman"/>
                      </a:endParaRPr>
                    </a:p>
                  </a:txBody>
                  <a:tcPr marL="68561" marR="68561" marT="0" marB="0"/>
                </a:tc>
                <a:tc>
                  <a:txBody>
                    <a:bodyPr/>
                    <a:lstStyle/>
                    <a:p>
                      <a:pPr algn="ctr">
                        <a:lnSpc>
                          <a:spcPct val="150000"/>
                        </a:lnSpc>
                        <a:spcAft>
                          <a:spcPts val="0"/>
                        </a:spcAft>
                        <a:tabLst>
                          <a:tab pos="1066800" algn="l"/>
                        </a:tabLst>
                      </a:pPr>
                      <a:r>
                        <a:rPr lang="uz-Cyrl-UZ" sz="2800">
                          <a:effectLst/>
                        </a:rPr>
                        <a:t>о</a:t>
                      </a:r>
                      <a:endParaRPr lang="ru-RU" sz="2400">
                        <a:effectLst/>
                        <a:latin typeface="Times New Roman"/>
                        <a:ea typeface="Times New Roman"/>
                      </a:endParaRPr>
                    </a:p>
                  </a:txBody>
                  <a:tcPr marL="68561" marR="68561" marT="0" marB="0"/>
                </a:tc>
              </a:tr>
              <a:tr h="640027">
                <a:tc>
                  <a:txBody>
                    <a:bodyPr/>
                    <a:lstStyle/>
                    <a:p>
                      <a:pPr algn="ctr">
                        <a:lnSpc>
                          <a:spcPct val="150000"/>
                        </a:lnSpc>
                        <a:spcAft>
                          <a:spcPts val="0"/>
                        </a:spcAft>
                        <a:tabLst>
                          <a:tab pos="1066800" algn="l"/>
                        </a:tabLst>
                      </a:pPr>
                      <a:r>
                        <a:rPr lang="uz-Cyrl-UZ" sz="2800">
                          <a:effectLst/>
                        </a:rPr>
                        <a:t>л</a:t>
                      </a:r>
                      <a:endParaRPr lang="ru-RU" sz="2400">
                        <a:effectLst/>
                        <a:latin typeface="Times New Roman"/>
                        <a:ea typeface="Times New Roman"/>
                      </a:endParaRPr>
                    </a:p>
                  </a:txBody>
                  <a:tcPr marL="68561" marR="68561" marT="0" marB="0"/>
                </a:tc>
                <a:tc>
                  <a:txBody>
                    <a:bodyPr/>
                    <a:lstStyle/>
                    <a:p>
                      <a:pPr algn="ctr">
                        <a:lnSpc>
                          <a:spcPct val="150000"/>
                        </a:lnSpc>
                        <a:spcAft>
                          <a:spcPts val="0"/>
                        </a:spcAft>
                        <a:tabLst>
                          <a:tab pos="1066800" algn="l"/>
                        </a:tabLst>
                      </a:pPr>
                      <a:r>
                        <a:rPr lang="uz-Cyrl-UZ" sz="2800">
                          <a:effectLst/>
                        </a:rPr>
                        <a:t>о</a:t>
                      </a:r>
                      <a:endParaRPr lang="ru-RU" sz="2400">
                        <a:effectLst/>
                        <a:latin typeface="Times New Roman"/>
                        <a:ea typeface="Times New Roman"/>
                      </a:endParaRPr>
                    </a:p>
                  </a:txBody>
                  <a:tcPr marL="68561" marR="68561" marT="0" marB="0"/>
                </a:tc>
                <a:tc>
                  <a:txBody>
                    <a:bodyPr/>
                    <a:lstStyle/>
                    <a:p>
                      <a:pPr algn="ctr">
                        <a:lnSpc>
                          <a:spcPct val="150000"/>
                        </a:lnSpc>
                        <a:spcAft>
                          <a:spcPts val="0"/>
                        </a:spcAft>
                        <a:tabLst>
                          <a:tab pos="1066800" algn="l"/>
                        </a:tabLst>
                      </a:pPr>
                      <a:r>
                        <a:rPr lang="uz-Cyrl-UZ" sz="2800">
                          <a:effectLst/>
                        </a:rPr>
                        <a:t>г</a:t>
                      </a:r>
                      <a:endParaRPr lang="ru-RU" sz="2400">
                        <a:effectLst/>
                        <a:latin typeface="Times New Roman"/>
                        <a:ea typeface="Times New Roman"/>
                      </a:endParaRPr>
                    </a:p>
                  </a:txBody>
                  <a:tcPr marL="68561" marR="68561" marT="0" marB="0"/>
                </a:tc>
                <a:tc>
                  <a:txBody>
                    <a:bodyPr/>
                    <a:lstStyle/>
                    <a:p>
                      <a:pPr algn="ctr">
                        <a:lnSpc>
                          <a:spcPct val="150000"/>
                        </a:lnSpc>
                        <a:spcAft>
                          <a:spcPts val="0"/>
                        </a:spcAft>
                        <a:tabLst>
                          <a:tab pos="1066800" algn="l"/>
                        </a:tabLst>
                      </a:pPr>
                      <a:r>
                        <a:rPr lang="uz-Cyrl-UZ" sz="2800">
                          <a:effectLst/>
                        </a:rPr>
                        <a:t>и</a:t>
                      </a:r>
                      <a:endParaRPr lang="ru-RU" sz="2400">
                        <a:effectLst/>
                        <a:latin typeface="Times New Roman"/>
                        <a:ea typeface="Times New Roman"/>
                      </a:endParaRPr>
                    </a:p>
                  </a:txBody>
                  <a:tcPr marL="68561" marR="68561" marT="0" marB="0"/>
                </a:tc>
                <a:tc>
                  <a:txBody>
                    <a:bodyPr/>
                    <a:lstStyle/>
                    <a:p>
                      <a:pPr algn="ctr">
                        <a:lnSpc>
                          <a:spcPct val="150000"/>
                        </a:lnSpc>
                        <a:spcAft>
                          <a:spcPts val="0"/>
                        </a:spcAft>
                        <a:tabLst>
                          <a:tab pos="1066800" algn="l"/>
                        </a:tabLst>
                      </a:pPr>
                      <a:r>
                        <a:rPr lang="uz-Cyrl-UZ" sz="2800" dirty="0">
                          <a:effectLst/>
                        </a:rPr>
                        <a:t>я</a:t>
                      </a:r>
                      <a:endParaRPr lang="ru-RU" sz="2400" dirty="0">
                        <a:effectLst/>
                        <a:latin typeface="Times New Roman"/>
                        <a:ea typeface="Times New Roman"/>
                      </a:endParaRPr>
                    </a:p>
                  </a:txBody>
                  <a:tcPr marL="68561" marR="68561" marT="0" marB="0"/>
                </a:tc>
                <a:tc>
                  <a:txBody>
                    <a:bodyPr/>
                    <a:lstStyle/>
                    <a:p>
                      <a:pPr algn="ctr">
                        <a:lnSpc>
                          <a:spcPct val="150000"/>
                        </a:lnSpc>
                        <a:spcAft>
                          <a:spcPts val="0"/>
                        </a:spcAft>
                        <a:tabLst>
                          <a:tab pos="1066800" algn="l"/>
                        </a:tabLst>
                      </a:pPr>
                      <a:r>
                        <a:rPr lang="uz-Cyrl-UZ" sz="2800" dirty="0">
                          <a:effectLst/>
                        </a:rPr>
                        <a:t>н</a:t>
                      </a:r>
                      <a:endParaRPr lang="ru-RU" sz="2400" dirty="0">
                        <a:effectLst/>
                        <a:latin typeface="Times New Roman"/>
                        <a:ea typeface="Times New Roman"/>
                      </a:endParaRPr>
                    </a:p>
                  </a:txBody>
                  <a:tcPr marL="68561" marR="68561" marT="0" marB="0"/>
                </a:tc>
              </a:tr>
              <a:tr h="640027">
                <a:tc>
                  <a:txBody>
                    <a:bodyPr/>
                    <a:lstStyle/>
                    <a:p>
                      <a:pPr algn="ctr">
                        <a:lnSpc>
                          <a:spcPct val="150000"/>
                        </a:lnSpc>
                        <a:spcAft>
                          <a:spcPts val="0"/>
                        </a:spcAft>
                        <a:tabLst>
                          <a:tab pos="1066800" algn="l"/>
                        </a:tabLst>
                      </a:pPr>
                      <a:r>
                        <a:rPr lang="uz-Cyrl-UZ" sz="2800">
                          <a:effectLst/>
                        </a:rPr>
                        <a:t>и</a:t>
                      </a:r>
                      <a:endParaRPr lang="ru-RU" sz="2400">
                        <a:effectLst/>
                        <a:latin typeface="Times New Roman"/>
                        <a:ea typeface="Times New Roman"/>
                      </a:endParaRPr>
                    </a:p>
                  </a:txBody>
                  <a:tcPr marL="68561" marR="68561" marT="0" marB="0"/>
                </a:tc>
                <a:tc>
                  <a:txBody>
                    <a:bodyPr/>
                    <a:lstStyle/>
                    <a:p>
                      <a:pPr algn="ctr">
                        <a:lnSpc>
                          <a:spcPct val="150000"/>
                        </a:lnSpc>
                        <a:spcAft>
                          <a:spcPts val="0"/>
                        </a:spcAft>
                        <a:tabLst>
                          <a:tab pos="1066800" algn="l"/>
                        </a:tabLst>
                      </a:pPr>
                      <a:r>
                        <a:rPr lang="uz-Cyrl-UZ" sz="2800">
                          <a:effectLst/>
                        </a:rPr>
                        <a:t>н</a:t>
                      </a:r>
                      <a:endParaRPr lang="ru-RU" sz="2400">
                        <a:effectLst/>
                        <a:latin typeface="Times New Roman"/>
                        <a:ea typeface="Times New Roman"/>
                      </a:endParaRPr>
                    </a:p>
                  </a:txBody>
                  <a:tcPr marL="68561" marR="68561" marT="0" marB="0"/>
                </a:tc>
                <a:tc>
                  <a:txBody>
                    <a:bodyPr/>
                    <a:lstStyle/>
                    <a:p>
                      <a:pPr algn="ctr">
                        <a:lnSpc>
                          <a:spcPct val="150000"/>
                        </a:lnSpc>
                        <a:spcAft>
                          <a:spcPts val="0"/>
                        </a:spcAft>
                        <a:tabLst>
                          <a:tab pos="1066800" algn="l"/>
                        </a:tabLst>
                      </a:pPr>
                      <a:r>
                        <a:rPr lang="uz-Cyrl-UZ" sz="2800">
                          <a:effectLst/>
                        </a:rPr>
                        <a:t>г</a:t>
                      </a:r>
                      <a:endParaRPr lang="ru-RU" sz="2400">
                        <a:effectLst/>
                        <a:latin typeface="Times New Roman"/>
                        <a:ea typeface="Times New Roman"/>
                      </a:endParaRPr>
                    </a:p>
                  </a:txBody>
                  <a:tcPr marL="68561" marR="68561" marT="0" marB="0"/>
                </a:tc>
                <a:tc>
                  <a:txBody>
                    <a:bodyPr/>
                    <a:lstStyle/>
                    <a:p>
                      <a:pPr algn="ctr">
                        <a:lnSpc>
                          <a:spcPct val="150000"/>
                        </a:lnSpc>
                        <a:spcAft>
                          <a:spcPts val="0"/>
                        </a:spcAft>
                        <a:tabLst>
                          <a:tab pos="1066800" algn="l"/>
                        </a:tabLst>
                      </a:pPr>
                      <a:r>
                        <a:rPr lang="uz-Cyrl-UZ" sz="2800">
                          <a:effectLst/>
                        </a:rPr>
                        <a:t>б</a:t>
                      </a:r>
                      <a:endParaRPr lang="ru-RU" sz="2400">
                        <a:effectLst/>
                        <a:latin typeface="Times New Roman"/>
                        <a:ea typeface="Times New Roman"/>
                      </a:endParaRPr>
                    </a:p>
                  </a:txBody>
                  <a:tcPr marL="68561" marR="68561" marT="0" marB="0"/>
                </a:tc>
                <a:tc>
                  <a:txBody>
                    <a:bodyPr/>
                    <a:lstStyle/>
                    <a:p>
                      <a:pPr algn="ctr">
                        <a:lnSpc>
                          <a:spcPct val="150000"/>
                        </a:lnSpc>
                        <a:spcAft>
                          <a:spcPts val="0"/>
                        </a:spcAft>
                        <a:tabLst>
                          <a:tab pos="1066800" algn="l"/>
                        </a:tabLst>
                      </a:pPr>
                      <a:r>
                        <a:rPr lang="uz-Cyrl-UZ" sz="2800">
                          <a:effectLst/>
                        </a:rPr>
                        <a:t>и</a:t>
                      </a:r>
                      <a:endParaRPr lang="ru-RU" sz="2400">
                        <a:effectLst/>
                        <a:latin typeface="Times New Roman"/>
                        <a:ea typeface="Times New Roman"/>
                      </a:endParaRPr>
                    </a:p>
                  </a:txBody>
                  <a:tcPr marL="68561" marR="68561" marT="0" marB="0"/>
                </a:tc>
                <a:tc>
                  <a:txBody>
                    <a:bodyPr/>
                    <a:lstStyle/>
                    <a:p>
                      <a:pPr algn="ctr">
                        <a:lnSpc>
                          <a:spcPct val="150000"/>
                        </a:lnSpc>
                        <a:spcAft>
                          <a:spcPts val="0"/>
                        </a:spcAft>
                        <a:tabLst>
                          <a:tab pos="1066800" algn="l"/>
                        </a:tabLst>
                      </a:pPr>
                      <a:r>
                        <a:rPr lang="uz-Cyrl-UZ" sz="2800" dirty="0">
                          <a:effectLst/>
                        </a:rPr>
                        <a:t>р</a:t>
                      </a:r>
                      <a:endParaRPr lang="ru-RU" sz="2400" dirty="0">
                        <a:effectLst/>
                        <a:latin typeface="Times New Roman"/>
                        <a:ea typeface="Times New Roman"/>
                      </a:endParaRPr>
                    </a:p>
                  </a:txBody>
                  <a:tcPr marL="68561" marR="68561" marT="0" marB="0"/>
                </a:tc>
              </a:tr>
              <a:tr h="640027">
                <a:tc>
                  <a:txBody>
                    <a:bodyPr/>
                    <a:lstStyle/>
                    <a:p>
                      <a:pPr algn="ctr">
                        <a:lnSpc>
                          <a:spcPct val="150000"/>
                        </a:lnSpc>
                        <a:spcAft>
                          <a:spcPts val="0"/>
                        </a:spcAft>
                        <a:tabLst>
                          <a:tab pos="1066800" algn="l"/>
                        </a:tabLst>
                      </a:pPr>
                      <a:r>
                        <a:rPr lang="uz-Cyrl-UZ" sz="2800">
                          <a:effectLst/>
                        </a:rPr>
                        <a:t>қ</a:t>
                      </a:r>
                      <a:endParaRPr lang="ru-RU" sz="2400">
                        <a:effectLst/>
                        <a:latin typeface="Times New Roman"/>
                        <a:ea typeface="Times New Roman"/>
                      </a:endParaRPr>
                    </a:p>
                  </a:txBody>
                  <a:tcPr marL="68561" marR="68561" marT="0" marB="0"/>
                </a:tc>
                <a:tc>
                  <a:txBody>
                    <a:bodyPr/>
                    <a:lstStyle/>
                    <a:p>
                      <a:pPr algn="ctr">
                        <a:lnSpc>
                          <a:spcPct val="150000"/>
                        </a:lnSpc>
                        <a:spcAft>
                          <a:spcPts val="0"/>
                        </a:spcAft>
                        <a:tabLst>
                          <a:tab pos="1066800" algn="l"/>
                        </a:tabLst>
                      </a:pPr>
                      <a:r>
                        <a:rPr lang="uz-Cyrl-UZ" sz="2800">
                          <a:effectLst/>
                        </a:rPr>
                        <a:t>и</a:t>
                      </a:r>
                      <a:endParaRPr lang="ru-RU" sz="2400">
                        <a:effectLst/>
                        <a:latin typeface="Times New Roman"/>
                        <a:ea typeface="Times New Roman"/>
                      </a:endParaRPr>
                    </a:p>
                  </a:txBody>
                  <a:tcPr marL="68561" marR="68561" marT="0" marB="0"/>
                </a:tc>
                <a:tc>
                  <a:txBody>
                    <a:bodyPr/>
                    <a:lstStyle/>
                    <a:p>
                      <a:pPr algn="ctr">
                        <a:lnSpc>
                          <a:spcPct val="150000"/>
                        </a:lnSpc>
                        <a:spcAft>
                          <a:spcPts val="0"/>
                        </a:spcAft>
                        <a:tabLst>
                          <a:tab pos="1066800" algn="l"/>
                        </a:tabLst>
                      </a:pPr>
                      <a:r>
                        <a:rPr lang="uz-Cyrl-UZ" sz="2800">
                          <a:effectLst/>
                        </a:rPr>
                        <a:t>с</a:t>
                      </a:r>
                      <a:endParaRPr lang="ru-RU" sz="2400">
                        <a:effectLst/>
                        <a:latin typeface="Times New Roman"/>
                        <a:ea typeface="Times New Roman"/>
                      </a:endParaRPr>
                    </a:p>
                  </a:txBody>
                  <a:tcPr marL="68561" marR="68561" marT="0" marB="0"/>
                </a:tc>
                <a:tc>
                  <a:txBody>
                    <a:bodyPr/>
                    <a:lstStyle/>
                    <a:p>
                      <a:pPr algn="ctr">
                        <a:lnSpc>
                          <a:spcPct val="150000"/>
                        </a:lnSpc>
                        <a:spcAft>
                          <a:spcPts val="0"/>
                        </a:spcAft>
                        <a:tabLst>
                          <a:tab pos="1066800" algn="l"/>
                        </a:tabLst>
                      </a:pPr>
                      <a:r>
                        <a:rPr lang="uz-Cyrl-UZ" sz="2800">
                          <a:effectLst/>
                        </a:rPr>
                        <a:t>м</a:t>
                      </a:r>
                      <a:endParaRPr lang="ru-RU" sz="2400">
                        <a:effectLst/>
                        <a:latin typeface="Times New Roman"/>
                        <a:ea typeface="Times New Roman"/>
                      </a:endParaRPr>
                    </a:p>
                  </a:txBody>
                  <a:tcPr marL="68561" marR="68561" marT="0" marB="0"/>
                </a:tc>
                <a:tc>
                  <a:txBody>
                    <a:bodyPr/>
                    <a:lstStyle/>
                    <a:p>
                      <a:pPr algn="ctr">
                        <a:lnSpc>
                          <a:spcPct val="150000"/>
                        </a:lnSpc>
                        <a:spcAft>
                          <a:spcPts val="0"/>
                        </a:spcAft>
                        <a:tabLst>
                          <a:tab pos="1066800" algn="l"/>
                        </a:tabLst>
                      </a:pPr>
                      <a:r>
                        <a:rPr lang="uz-Cyrl-UZ" sz="2800">
                          <a:effectLst/>
                        </a:rPr>
                        <a:t>и</a:t>
                      </a:r>
                      <a:endParaRPr lang="ru-RU" sz="2400">
                        <a:effectLst/>
                        <a:latin typeface="Times New Roman"/>
                        <a:ea typeface="Times New Roman"/>
                      </a:endParaRPr>
                    </a:p>
                  </a:txBody>
                  <a:tcPr marL="68561" marR="68561" marT="0" marB="0"/>
                </a:tc>
                <a:tc>
                  <a:txBody>
                    <a:bodyPr/>
                    <a:lstStyle/>
                    <a:p>
                      <a:pPr algn="ctr">
                        <a:lnSpc>
                          <a:spcPct val="150000"/>
                        </a:lnSpc>
                        <a:spcAft>
                          <a:spcPts val="0"/>
                        </a:spcAft>
                        <a:tabLst>
                          <a:tab pos="1066800" algn="l"/>
                        </a:tabLst>
                      </a:pPr>
                      <a:r>
                        <a:rPr lang="uz-Cyrl-UZ" sz="2800" dirty="0">
                          <a:effectLst/>
                        </a:rPr>
                        <a:t> </a:t>
                      </a:r>
                      <a:endParaRPr lang="ru-RU" sz="2400" dirty="0">
                        <a:effectLst/>
                        <a:latin typeface="Times New Roman"/>
                        <a:ea typeface="Times New Roman"/>
                      </a:endParaRPr>
                    </a:p>
                  </a:txBody>
                  <a:tcPr marL="68561" marR="68561" marT="0" marB="0"/>
                </a:tc>
              </a:tr>
            </a:tbl>
          </a:graphicData>
        </a:graphic>
      </p:graphicFrame>
      <p:sp>
        <p:nvSpPr>
          <p:cNvPr id="1029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ru-RU"/>
          </a:p>
        </p:txBody>
      </p:sp>
      <p:pic>
        <p:nvPicPr>
          <p:cNvPr id="10296"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3438" y="1628775"/>
            <a:ext cx="3962400" cy="376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97"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ru-RU"/>
          </a:p>
        </p:txBody>
      </p:sp>
      <p:sp>
        <p:nvSpPr>
          <p:cNvPr id="10298"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ru-RU"/>
          </a:p>
        </p:txBody>
      </p:sp>
      <p:pic>
        <p:nvPicPr>
          <p:cNvPr id="4301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4663" y="1412875"/>
            <a:ext cx="4859337" cy="484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hecke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43013"/>
                                        </p:tgtEl>
                                        <p:attrNameLst>
                                          <p:attrName>style.visibility</p:attrName>
                                        </p:attrNameLst>
                                      </p:cBhvr>
                                      <p:to>
                                        <p:strVal val="visible"/>
                                      </p:to>
                                    </p:set>
                                    <p:animEffect transition="in" filter="fade">
                                      <p:cBhvr>
                                        <p:cTn id="7" dur="1000"/>
                                        <p:tgtEl>
                                          <p:spTgt spid="43013"/>
                                        </p:tgtEl>
                                      </p:cBhvr>
                                    </p:animEffect>
                                    <p:anim calcmode="lin" valueType="num">
                                      <p:cBhvr>
                                        <p:cTn id="8" dur="1000" fill="hold"/>
                                        <p:tgtEl>
                                          <p:spTgt spid="43013"/>
                                        </p:tgtEl>
                                        <p:attrNameLst>
                                          <p:attrName>ppt_x</p:attrName>
                                        </p:attrNameLst>
                                      </p:cBhvr>
                                      <p:tavLst>
                                        <p:tav tm="0">
                                          <p:val>
                                            <p:strVal val="#ppt_x"/>
                                          </p:val>
                                        </p:tav>
                                        <p:tav tm="100000">
                                          <p:val>
                                            <p:strVal val="#ppt_x"/>
                                          </p:val>
                                        </p:tav>
                                      </p:tavLst>
                                    </p:anim>
                                    <p:anim calcmode="lin" valueType="num">
                                      <p:cBhvr>
                                        <p:cTn id="9" dur="1000" fill="hold"/>
                                        <p:tgtEl>
                                          <p:spTgt spid="430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539750" y="0"/>
            <a:ext cx="8229600" cy="581025"/>
          </a:xfrm>
        </p:spPr>
        <p:txBody>
          <a:bodyPr/>
          <a:lstStyle/>
          <a:p>
            <a:pPr eaLnBrk="1" hangingPunct="1">
              <a:defRPr/>
            </a:pPr>
            <a:r>
              <a:rPr lang="ru-RU" sz="2400" b="1" smtClean="0"/>
              <a:t>Вертикал ўрин алмаштириш шифри</a:t>
            </a:r>
          </a:p>
        </p:txBody>
      </p:sp>
      <p:sp>
        <p:nvSpPr>
          <p:cNvPr id="11267" name="Rectangle 3"/>
          <p:cNvSpPr>
            <a:spLocks noGrp="1" noChangeArrowheads="1"/>
          </p:cNvSpPr>
          <p:nvPr>
            <p:ph type="body" sz="half" idx="1"/>
          </p:nvPr>
        </p:nvSpPr>
        <p:spPr>
          <a:xfrm>
            <a:off x="0" y="765175"/>
            <a:ext cx="9144000" cy="3024188"/>
          </a:xfrm>
        </p:spPr>
        <p:txBody>
          <a:bodyPr/>
          <a:lstStyle/>
          <a:p>
            <a:pPr marL="82550" indent="4763" algn="just" eaLnBrk="1" hangingPunct="1">
              <a:buFontTx/>
              <a:buNone/>
            </a:pPr>
            <a:r>
              <a:rPr lang="uz-Cyrl-UZ" sz="2000" i="1" smtClean="0"/>
              <a:t>Вертикал ўрин алмаштириш шифри</a:t>
            </a:r>
            <a:r>
              <a:rPr lang="uz-Cyrl-UZ" sz="2000" smtClean="0"/>
              <a:t>да очиқ матн бўлаги тўғри тўртбурчакли жадвалга оддий усулда(чапдан ўнга томон) жойлаштирилади. Ўқиб олиш жараёни эса, вертикал (юқоридан пастга) тарзда амалга оширилади. Бунда ўқиладига</a:t>
            </a:r>
            <a:r>
              <a:rPr lang="ru-RU" sz="2000" smtClean="0"/>
              <a:t>н</a:t>
            </a:r>
            <a:r>
              <a:rPr lang="uz-Cyrl-UZ" sz="2000" smtClean="0"/>
              <a:t> устунлар кетма-кетликги тартиби бирор сонли калит орқали аниқланади. </a:t>
            </a:r>
            <a:endParaRPr lang="ru-RU" sz="2000" smtClean="0"/>
          </a:p>
          <a:p>
            <a:pPr marL="82550" indent="4763" algn="just" eaLnBrk="1" hangingPunct="1">
              <a:buFontTx/>
              <a:buNone/>
            </a:pPr>
            <a:r>
              <a:rPr lang="ru-RU" sz="2000" smtClean="0"/>
              <a:t> </a:t>
            </a:r>
            <a:r>
              <a:rPr lang="ru-RU" sz="2000" b="1" i="1" smtClean="0"/>
              <a:t>Определение.</a:t>
            </a:r>
            <a:r>
              <a:rPr lang="ru-RU" sz="2000" smtClean="0"/>
              <a:t> В системе вертикальной перестановки также используется прямоугольная таблица, в которую сообщение записывается обычным образом. Выписывается же сообщение по вертикалям, при этом столбцы выбираются в порядке, определяемом числовым ключом.</a:t>
            </a:r>
            <a:endParaRPr lang="ru-RU" sz="2000" b="1" i="1" smtClean="0"/>
          </a:p>
          <a:p>
            <a:pPr marL="82550" indent="4763" algn="just" eaLnBrk="1" hangingPunct="1">
              <a:buFontTx/>
              <a:buNone/>
            </a:pPr>
            <a:r>
              <a:rPr lang="uz-Cyrl-UZ" sz="2000" smtClean="0"/>
              <a:t>Я</a:t>
            </a:r>
            <a:r>
              <a:rPr lang="ru-RU" sz="2000" smtClean="0"/>
              <a:t>ъни,</a:t>
            </a:r>
          </a:p>
        </p:txBody>
      </p:sp>
      <p:graphicFrame>
        <p:nvGraphicFramePr>
          <p:cNvPr id="11268" name="Object 4"/>
          <p:cNvGraphicFramePr>
            <a:graphicFrameLocks noGrp="1" noChangeAspect="1"/>
          </p:cNvGraphicFramePr>
          <p:nvPr>
            <p:ph sz="half" idx="2"/>
          </p:nvPr>
        </p:nvGraphicFramePr>
        <p:xfrm>
          <a:off x="1187450" y="3989388"/>
          <a:ext cx="6696075" cy="1644650"/>
        </p:xfrm>
        <a:graphic>
          <a:graphicData uri="http://schemas.openxmlformats.org/presentationml/2006/ole">
            <mc:AlternateContent xmlns:mc="http://schemas.openxmlformats.org/markup-compatibility/2006">
              <mc:Choice xmlns:v="urn:schemas-microsoft-com:vml" Requires="v">
                <p:oleObj spid="_x0000_s11274" name="Точечный рисунок" r:id="rId3" imgW="4009524" imgH="1095528" progId="PBrush">
                  <p:embed/>
                </p:oleObj>
              </mc:Choice>
              <mc:Fallback>
                <p:oleObj name="Точечный рисунок" r:id="rId3" imgW="4009524" imgH="1095528" progId="PBrush">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450" y="3989388"/>
                        <a:ext cx="6696075" cy="164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269" name="Rectangle 6"/>
          <p:cNvSpPr>
            <a:spLocks noChangeArrowheads="1"/>
          </p:cNvSpPr>
          <p:nvPr/>
        </p:nvSpPr>
        <p:spPr bwMode="auto">
          <a:xfrm>
            <a:off x="647700" y="5634038"/>
            <a:ext cx="8496300" cy="1223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82550" indent="4763">
              <a:spcBef>
                <a:spcPct val="20000"/>
              </a:spcBef>
              <a:buClr>
                <a:schemeClr val="tx2"/>
              </a:buClr>
            </a:pPr>
            <a:r>
              <a:rPr lang="ru-RU" sz="2000" b="1" i="1"/>
              <a:t>Калит:</a:t>
            </a:r>
            <a:r>
              <a:rPr lang="uz-Cyrl-UZ" sz="2000"/>
              <a:t>   ( 3</a:t>
            </a:r>
            <a:r>
              <a:rPr lang="ru-RU" sz="2000"/>
              <a:t>,</a:t>
            </a:r>
            <a:r>
              <a:rPr lang="uz-Cyrl-UZ" sz="2000"/>
              <a:t> 1, 6, 2, 5, 7, 4 ) ва жадвал ўлчамлари (5х7).</a:t>
            </a:r>
          </a:p>
          <a:p>
            <a:pPr marL="82550" indent="4763">
              <a:spcBef>
                <a:spcPct val="20000"/>
              </a:spcBef>
              <a:buClr>
                <a:schemeClr val="tx2"/>
              </a:buClr>
            </a:pPr>
            <a:r>
              <a:rPr lang="uz-Cyrl-UZ" sz="2000"/>
              <a:t>Хосил бўлган шифр матн қуйидаги кўринишга эга бўлади:</a:t>
            </a:r>
            <a:endParaRPr lang="uz-Cyrl-UZ" sz="2000" b="1"/>
          </a:p>
          <a:p>
            <a:pPr marL="82550" indent="4763">
              <a:spcBef>
                <a:spcPct val="20000"/>
              </a:spcBef>
              <a:buClr>
                <a:schemeClr val="tx2"/>
              </a:buClr>
            </a:pPr>
            <a:r>
              <a:rPr lang="ru-RU" sz="2000" b="1"/>
              <a:t>               </a:t>
            </a:r>
            <a:r>
              <a:rPr lang="uz-Cyrl-UZ" sz="2000" b="1"/>
              <a:t>рапярпиоиикрииигргбитялнсифтнқокогм .</a:t>
            </a:r>
            <a:endParaRPr lang="ru-RU" sz="2000" b="1"/>
          </a:p>
        </p:txBody>
      </p:sp>
      <p:sp>
        <p:nvSpPr>
          <p:cNvPr id="11270" name="AutoShape 7">
            <a:hlinkClick r:id="" action="ppaction://hlinkshowjump?jump=previousslide" highlightClick="1"/>
          </p:cNvPr>
          <p:cNvSpPr>
            <a:spLocks noChangeArrowheads="1"/>
          </p:cNvSpPr>
          <p:nvPr/>
        </p:nvSpPr>
        <p:spPr bwMode="auto">
          <a:xfrm>
            <a:off x="7740650" y="5734050"/>
            <a:ext cx="1296988" cy="431800"/>
          </a:xfrm>
          <a:prstGeom prst="actionButtonBlank">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ru-RU"/>
              <a:t>О</a:t>
            </a:r>
            <a:r>
              <a:rPr lang="uz-Cyrl-UZ"/>
              <a:t>рқ</a:t>
            </a:r>
            <a:r>
              <a:rPr lang="ru-RU"/>
              <a:t>ага</a:t>
            </a:r>
          </a:p>
        </p:txBody>
      </p:sp>
      <p:sp>
        <p:nvSpPr>
          <p:cNvPr id="11271" name="AutoShape 8">
            <a:hlinkClick r:id="rId5" action="ppaction://hlinksldjump" highlightClick="1"/>
          </p:cNvPr>
          <p:cNvSpPr>
            <a:spLocks noChangeArrowheads="1"/>
          </p:cNvSpPr>
          <p:nvPr/>
        </p:nvSpPr>
        <p:spPr bwMode="auto">
          <a:xfrm>
            <a:off x="7739063" y="6310313"/>
            <a:ext cx="1296987" cy="431800"/>
          </a:xfrm>
          <a:prstGeom prst="actionButtonBlank">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uz-Cyrl-UZ"/>
              <a:t>Тамом</a:t>
            </a:r>
            <a:endParaRPr lang="ru-RU"/>
          </a:p>
        </p:txBody>
      </p:sp>
    </p:spTree>
  </p:cSld>
  <p:clrMapOvr>
    <a:masterClrMapping/>
  </p:clrMapOvr>
  <p:transition advClick="0">
    <p:checke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Объект 11"/>
          <p:cNvGraphicFramePr>
            <a:graphicFrameLocks noChangeAspect="1"/>
          </p:cNvGraphicFramePr>
          <p:nvPr/>
        </p:nvGraphicFramePr>
        <p:xfrm>
          <a:off x="1187450" y="692150"/>
          <a:ext cx="6696075" cy="1644650"/>
        </p:xfrm>
        <a:graphic>
          <a:graphicData uri="http://schemas.openxmlformats.org/presentationml/2006/ole">
            <mc:AlternateContent xmlns:mc="http://schemas.openxmlformats.org/markup-compatibility/2006">
              <mc:Choice xmlns:v="urn:schemas-microsoft-com:vml" Requires="v">
                <p:oleObj spid="_x0000_s12405" name="Точечный рисунок" r:id="rId3" imgW="0" imgH="0" progId="Paint.Picture">
                  <p:embed/>
                </p:oleObj>
              </mc:Choice>
              <mc:Fallback>
                <p:oleObj name="Точечный рисунок" r:id="rId3" imgW="0" imgH="0" progId="Paint.Picture">
                  <p:embed/>
                  <p:pic>
                    <p:nvPicPr>
                      <p:cNvPr id="0" name="Объект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450" y="692150"/>
                        <a:ext cx="6696075" cy="164465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Объект 4"/>
          <p:cNvGraphicFramePr>
            <a:graphicFrameLocks noGrp="1"/>
          </p:cNvGraphicFramePr>
          <p:nvPr>
            <p:ph sz="half" idx="2"/>
          </p:nvPr>
        </p:nvGraphicFramePr>
        <p:xfrm>
          <a:off x="1187450" y="620713"/>
          <a:ext cx="431800" cy="1828800"/>
        </p:xfrm>
        <a:graphic>
          <a:graphicData uri="http://schemas.openxmlformats.org/drawingml/2006/table">
            <a:tbl>
              <a:tblPr firstRow="1" firstCol="1" bandRow="1">
                <a:tableStyleId>{5C22544A-7EE6-4342-B048-85BDC9FD1C3A}</a:tableStyleId>
              </a:tblPr>
              <a:tblGrid>
                <a:gridCol w="431800"/>
              </a:tblGrid>
              <a:tr h="264029">
                <a:tc>
                  <a:txBody>
                    <a:bodyPr/>
                    <a:lstStyle/>
                    <a:p>
                      <a:pPr algn="ctr">
                        <a:spcAft>
                          <a:spcPts val="0"/>
                        </a:spcAft>
                      </a:pPr>
                      <a:r>
                        <a:rPr lang="uz-Cyrl-UZ" sz="2000" dirty="0">
                          <a:solidFill>
                            <a:schemeClr val="accent4">
                              <a:lumMod val="10000"/>
                            </a:schemeClr>
                          </a:solidFill>
                          <a:effectLst/>
                        </a:rPr>
                        <a:t>3</a:t>
                      </a:r>
                      <a:endParaRPr lang="ru-RU" sz="2000" dirty="0">
                        <a:solidFill>
                          <a:schemeClr val="accent4">
                            <a:lumMod val="10000"/>
                          </a:schemeClr>
                        </a:solidFill>
                        <a:effectLst/>
                        <a:latin typeface="Times New Roman"/>
                        <a:ea typeface="Times New Roman"/>
                      </a:endParaRPr>
                    </a:p>
                  </a:txBody>
                  <a:tcPr marL="68541" marR="68541" marT="0" marB="0"/>
                </a:tc>
              </a:tr>
              <a:tr h="264029">
                <a:tc>
                  <a:txBody>
                    <a:bodyPr/>
                    <a:lstStyle/>
                    <a:p>
                      <a:pPr algn="ctr">
                        <a:spcAft>
                          <a:spcPts val="0"/>
                        </a:spcAft>
                      </a:pPr>
                      <a:r>
                        <a:rPr lang="uz-Cyrl-UZ" sz="2000">
                          <a:effectLst/>
                        </a:rPr>
                        <a:t>К</a:t>
                      </a:r>
                      <a:endParaRPr lang="ru-RU" sz="2000">
                        <a:effectLst/>
                        <a:latin typeface="Times New Roman"/>
                        <a:ea typeface="Times New Roman"/>
                      </a:endParaRPr>
                    </a:p>
                  </a:txBody>
                  <a:tcPr marL="68541" marR="68541" marT="0" marB="0"/>
                </a:tc>
              </a:tr>
              <a:tr h="264029">
                <a:tc>
                  <a:txBody>
                    <a:bodyPr/>
                    <a:lstStyle/>
                    <a:p>
                      <a:pPr algn="ctr">
                        <a:spcAft>
                          <a:spcPts val="0"/>
                        </a:spcAft>
                      </a:pPr>
                      <a:r>
                        <a:rPr lang="uz-Cyrl-UZ" sz="2000" dirty="0">
                          <a:effectLst/>
                        </a:rPr>
                        <a:t>Р</a:t>
                      </a:r>
                      <a:endParaRPr lang="ru-RU" sz="2000" dirty="0">
                        <a:effectLst/>
                        <a:latin typeface="Times New Roman"/>
                        <a:ea typeface="Times New Roman"/>
                      </a:endParaRPr>
                    </a:p>
                  </a:txBody>
                  <a:tcPr marL="68541" marR="68541" marT="0" marB="0"/>
                </a:tc>
              </a:tr>
              <a:tr h="264029">
                <a:tc>
                  <a:txBody>
                    <a:bodyPr/>
                    <a:lstStyle/>
                    <a:p>
                      <a:pPr algn="ctr">
                        <a:spcAft>
                          <a:spcPts val="0"/>
                        </a:spcAft>
                      </a:pPr>
                      <a:r>
                        <a:rPr lang="uz-Cyrl-UZ" sz="2000">
                          <a:effectLst/>
                        </a:rPr>
                        <a:t>И</a:t>
                      </a:r>
                      <a:endParaRPr lang="ru-RU" sz="2000">
                        <a:effectLst/>
                        <a:latin typeface="Times New Roman"/>
                        <a:ea typeface="Times New Roman"/>
                      </a:endParaRPr>
                    </a:p>
                  </a:txBody>
                  <a:tcPr marL="68541" marR="68541" marT="0" marB="0"/>
                </a:tc>
              </a:tr>
              <a:tr h="264029">
                <a:tc>
                  <a:txBody>
                    <a:bodyPr/>
                    <a:lstStyle/>
                    <a:p>
                      <a:pPr algn="ctr">
                        <a:spcAft>
                          <a:spcPts val="0"/>
                        </a:spcAft>
                      </a:pPr>
                      <a:r>
                        <a:rPr lang="uz-Cyrl-UZ" sz="2000">
                          <a:effectLst/>
                        </a:rPr>
                        <a:t>И</a:t>
                      </a:r>
                      <a:endParaRPr lang="ru-RU" sz="2000">
                        <a:effectLst/>
                        <a:latin typeface="Times New Roman"/>
                        <a:ea typeface="Times New Roman"/>
                      </a:endParaRPr>
                    </a:p>
                  </a:txBody>
                  <a:tcPr marL="68541" marR="68541" marT="0" marB="0"/>
                </a:tc>
              </a:tr>
              <a:tr h="264029">
                <a:tc>
                  <a:txBody>
                    <a:bodyPr/>
                    <a:lstStyle/>
                    <a:p>
                      <a:pPr algn="ctr">
                        <a:spcAft>
                          <a:spcPts val="0"/>
                        </a:spcAft>
                      </a:pPr>
                      <a:r>
                        <a:rPr lang="uz-Cyrl-UZ" sz="2000" dirty="0">
                          <a:effectLst/>
                        </a:rPr>
                        <a:t>И</a:t>
                      </a:r>
                      <a:endParaRPr lang="ru-RU" sz="2000" dirty="0">
                        <a:effectLst/>
                        <a:latin typeface="Times New Roman"/>
                        <a:ea typeface="Times New Roman"/>
                      </a:endParaRPr>
                    </a:p>
                  </a:txBody>
                  <a:tcPr marL="68541" marR="68541" marT="0" marB="0"/>
                </a:tc>
              </a:tr>
            </a:tbl>
          </a:graphicData>
        </a:graphic>
      </p:graphicFrame>
      <p:graphicFrame>
        <p:nvGraphicFramePr>
          <p:cNvPr id="6" name="Таблица 5"/>
          <p:cNvGraphicFramePr>
            <a:graphicFrameLocks noGrp="1"/>
          </p:cNvGraphicFramePr>
          <p:nvPr/>
        </p:nvGraphicFramePr>
        <p:xfrm>
          <a:off x="1835150" y="620713"/>
          <a:ext cx="433388" cy="1828800"/>
        </p:xfrm>
        <a:graphic>
          <a:graphicData uri="http://schemas.openxmlformats.org/drawingml/2006/table">
            <a:tbl>
              <a:tblPr firstRow="1" firstCol="1" bandRow="1">
                <a:tableStyleId>{5C22544A-7EE6-4342-B048-85BDC9FD1C3A}</a:tableStyleId>
              </a:tblPr>
              <a:tblGrid>
                <a:gridCol w="433388"/>
              </a:tblGrid>
              <a:tr h="300033">
                <a:tc>
                  <a:txBody>
                    <a:bodyPr/>
                    <a:lstStyle/>
                    <a:p>
                      <a:pPr algn="ctr">
                        <a:spcAft>
                          <a:spcPts val="0"/>
                        </a:spcAft>
                      </a:pPr>
                      <a:r>
                        <a:rPr lang="uz-Cyrl-UZ" sz="2000" dirty="0">
                          <a:solidFill>
                            <a:schemeClr val="accent4">
                              <a:lumMod val="10000"/>
                            </a:schemeClr>
                          </a:solidFill>
                          <a:effectLst/>
                        </a:rPr>
                        <a:t>1</a:t>
                      </a:r>
                      <a:endParaRPr lang="ru-RU" sz="2000" dirty="0">
                        <a:solidFill>
                          <a:schemeClr val="accent4">
                            <a:lumMod val="10000"/>
                          </a:schemeClr>
                        </a:solidFill>
                        <a:effectLst/>
                        <a:latin typeface="Times New Roman"/>
                        <a:ea typeface="Times New Roman"/>
                      </a:endParaRPr>
                    </a:p>
                  </a:txBody>
                  <a:tcPr marL="68793" marR="68793" marT="0" marB="0"/>
                </a:tc>
              </a:tr>
              <a:tr h="300033">
                <a:tc>
                  <a:txBody>
                    <a:bodyPr/>
                    <a:lstStyle/>
                    <a:p>
                      <a:pPr algn="ctr">
                        <a:spcAft>
                          <a:spcPts val="0"/>
                        </a:spcAft>
                      </a:pPr>
                      <a:r>
                        <a:rPr lang="uz-Cyrl-UZ" sz="2000">
                          <a:effectLst/>
                        </a:rPr>
                        <a:t>Р</a:t>
                      </a:r>
                      <a:endParaRPr lang="ru-RU" sz="2000">
                        <a:effectLst/>
                        <a:latin typeface="Times New Roman"/>
                        <a:ea typeface="Times New Roman"/>
                      </a:endParaRPr>
                    </a:p>
                  </a:txBody>
                  <a:tcPr marL="68793" marR="68793" marT="0" marB="0"/>
                </a:tc>
              </a:tr>
              <a:tr h="300033">
                <a:tc>
                  <a:txBody>
                    <a:bodyPr/>
                    <a:lstStyle/>
                    <a:p>
                      <a:pPr algn="ctr">
                        <a:spcAft>
                          <a:spcPts val="0"/>
                        </a:spcAft>
                      </a:pPr>
                      <a:r>
                        <a:rPr lang="uz-Cyrl-UZ" sz="2000" dirty="0">
                          <a:effectLst/>
                        </a:rPr>
                        <a:t>А</a:t>
                      </a:r>
                      <a:endParaRPr lang="ru-RU" sz="2000" dirty="0">
                        <a:effectLst/>
                        <a:latin typeface="Times New Roman"/>
                        <a:ea typeface="Times New Roman"/>
                      </a:endParaRPr>
                    </a:p>
                  </a:txBody>
                  <a:tcPr marL="68793" marR="68793" marT="0" marB="0"/>
                </a:tc>
              </a:tr>
              <a:tr h="300033">
                <a:tc>
                  <a:txBody>
                    <a:bodyPr/>
                    <a:lstStyle/>
                    <a:p>
                      <a:pPr algn="ctr">
                        <a:spcAft>
                          <a:spcPts val="0"/>
                        </a:spcAft>
                      </a:pPr>
                      <a:r>
                        <a:rPr lang="uz-Cyrl-UZ" sz="2000" dirty="0">
                          <a:effectLst/>
                        </a:rPr>
                        <a:t>П</a:t>
                      </a:r>
                      <a:endParaRPr lang="ru-RU" sz="2000" dirty="0">
                        <a:effectLst/>
                        <a:latin typeface="Times New Roman"/>
                        <a:ea typeface="Times New Roman"/>
                      </a:endParaRPr>
                    </a:p>
                  </a:txBody>
                  <a:tcPr marL="68793" marR="68793" marT="0" marB="0"/>
                </a:tc>
              </a:tr>
              <a:tr h="300033">
                <a:tc>
                  <a:txBody>
                    <a:bodyPr/>
                    <a:lstStyle/>
                    <a:p>
                      <a:pPr algn="ctr">
                        <a:spcAft>
                          <a:spcPts val="0"/>
                        </a:spcAft>
                      </a:pPr>
                      <a:r>
                        <a:rPr lang="uz-Cyrl-UZ" sz="2000">
                          <a:effectLst/>
                        </a:rPr>
                        <a:t>Я</a:t>
                      </a:r>
                      <a:endParaRPr lang="ru-RU" sz="2000">
                        <a:effectLst/>
                        <a:latin typeface="Times New Roman"/>
                        <a:ea typeface="Times New Roman"/>
                      </a:endParaRPr>
                    </a:p>
                  </a:txBody>
                  <a:tcPr marL="68793" marR="68793" marT="0" marB="0"/>
                </a:tc>
              </a:tr>
              <a:tr h="300033">
                <a:tc>
                  <a:txBody>
                    <a:bodyPr/>
                    <a:lstStyle/>
                    <a:p>
                      <a:pPr algn="ctr">
                        <a:spcAft>
                          <a:spcPts val="0"/>
                        </a:spcAft>
                      </a:pPr>
                      <a:r>
                        <a:rPr lang="uz-Cyrl-UZ" sz="2000" dirty="0">
                          <a:effectLst/>
                        </a:rPr>
                        <a:t>Р</a:t>
                      </a:r>
                      <a:endParaRPr lang="ru-RU" sz="2000" dirty="0">
                        <a:effectLst/>
                        <a:latin typeface="Times New Roman"/>
                        <a:ea typeface="Times New Roman"/>
                      </a:endParaRPr>
                    </a:p>
                  </a:txBody>
                  <a:tcPr marL="68793" marR="68793" marT="0" marB="0"/>
                </a:tc>
              </a:tr>
            </a:tbl>
          </a:graphicData>
        </a:graphic>
      </p:graphicFrame>
      <p:graphicFrame>
        <p:nvGraphicFramePr>
          <p:cNvPr id="7" name="Таблица 6"/>
          <p:cNvGraphicFramePr>
            <a:graphicFrameLocks noGrp="1"/>
          </p:cNvGraphicFramePr>
          <p:nvPr/>
        </p:nvGraphicFramePr>
        <p:xfrm>
          <a:off x="2411413" y="620713"/>
          <a:ext cx="431800" cy="1828800"/>
        </p:xfrm>
        <a:graphic>
          <a:graphicData uri="http://schemas.openxmlformats.org/drawingml/2006/table">
            <a:tbl>
              <a:tblPr firstRow="1" firstCol="1" bandRow="1">
                <a:tableStyleId>{5C22544A-7EE6-4342-B048-85BDC9FD1C3A}</a:tableStyleId>
              </a:tblPr>
              <a:tblGrid>
                <a:gridCol w="431800"/>
              </a:tblGrid>
              <a:tr h="0">
                <a:tc>
                  <a:txBody>
                    <a:bodyPr/>
                    <a:lstStyle/>
                    <a:p>
                      <a:pPr algn="ctr">
                        <a:spcAft>
                          <a:spcPts val="0"/>
                        </a:spcAft>
                      </a:pPr>
                      <a:r>
                        <a:rPr lang="uz-Cyrl-UZ" sz="2000" dirty="0">
                          <a:solidFill>
                            <a:schemeClr val="accent4">
                              <a:lumMod val="10000"/>
                            </a:schemeClr>
                          </a:solidFill>
                          <a:effectLst/>
                        </a:rPr>
                        <a:t>6</a:t>
                      </a:r>
                      <a:endParaRPr lang="ru-RU" sz="2000" dirty="0">
                        <a:solidFill>
                          <a:schemeClr val="accent4">
                            <a:lumMod val="10000"/>
                          </a:schemeClr>
                        </a:solidFill>
                        <a:effectLst/>
                        <a:latin typeface="Times New Roman"/>
                        <a:ea typeface="Times New Roman"/>
                      </a:endParaRPr>
                    </a:p>
                  </a:txBody>
                  <a:tcPr marL="68541" marR="68541" marT="0" marB="0"/>
                </a:tc>
              </a:tr>
              <a:tr h="0">
                <a:tc>
                  <a:txBody>
                    <a:bodyPr/>
                    <a:lstStyle/>
                    <a:p>
                      <a:pPr algn="ctr">
                        <a:spcAft>
                          <a:spcPts val="0"/>
                        </a:spcAft>
                      </a:pPr>
                      <a:r>
                        <a:rPr lang="uz-Cyrl-UZ" sz="2000">
                          <a:effectLst/>
                        </a:rPr>
                        <a:t>И</a:t>
                      </a:r>
                      <a:endParaRPr lang="ru-RU" sz="2000">
                        <a:effectLst/>
                        <a:latin typeface="Times New Roman"/>
                        <a:ea typeface="Times New Roman"/>
                      </a:endParaRPr>
                    </a:p>
                  </a:txBody>
                  <a:tcPr marL="68541" marR="68541" marT="0" marB="0"/>
                </a:tc>
              </a:tr>
              <a:tr h="0">
                <a:tc>
                  <a:txBody>
                    <a:bodyPr/>
                    <a:lstStyle/>
                    <a:p>
                      <a:pPr algn="ctr">
                        <a:spcAft>
                          <a:spcPts val="0"/>
                        </a:spcAft>
                      </a:pPr>
                      <a:r>
                        <a:rPr lang="uz-Cyrl-UZ" sz="2000" dirty="0">
                          <a:effectLst/>
                        </a:rPr>
                        <a:t>Ф</a:t>
                      </a:r>
                      <a:endParaRPr lang="ru-RU" sz="2000" dirty="0">
                        <a:effectLst/>
                        <a:latin typeface="Times New Roman"/>
                        <a:ea typeface="Times New Roman"/>
                      </a:endParaRPr>
                    </a:p>
                  </a:txBody>
                  <a:tcPr marL="68541" marR="68541" marT="0" marB="0"/>
                </a:tc>
              </a:tr>
              <a:tr h="0">
                <a:tc>
                  <a:txBody>
                    <a:bodyPr/>
                    <a:lstStyle/>
                    <a:p>
                      <a:pPr algn="ctr">
                        <a:spcAft>
                          <a:spcPts val="0"/>
                        </a:spcAft>
                      </a:pPr>
                      <a:r>
                        <a:rPr lang="uz-Cyrl-UZ" sz="2000">
                          <a:effectLst/>
                        </a:rPr>
                        <a:t>Т</a:t>
                      </a:r>
                      <a:endParaRPr lang="ru-RU" sz="2000">
                        <a:effectLst/>
                        <a:latin typeface="Times New Roman"/>
                        <a:ea typeface="Times New Roman"/>
                      </a:endParaRPr>
                    </a:p>
                  </a:txBody>
                  <a:tcPr marL="68541" marR="68541" marT="0" marB="0"/>
                </a:tc>
              </a:tr>
              <a:tr h="0">
                <a:tc>
                  <a:txBody>
                    <a:bodyPr/>
                    <a:lstStyle/>
                    <a:p>
                      <a:pPr algn="ctr">
                        <a:spcAft>
                          <a:spcPts val="0"/>
                        </a:spcAft>
                      </a:pPr>
                      <a:r>
                        <a:rPr lang="uz-Cyrl-UZ" sz="2000">
                          <a:effectLst/>
                        </a:rPr>
                        <a:t>Н</a:t>
                      </a:r>
                      <a:endParaRPr lang="ru-RU" sz="2000">
                        <a:effectLst/>
                        <a:latin typeface="Times New Roman"/>
                        <a:ea typeface="Times New Roman"/>
                      </a:endParaRPr>
                    </a:p>
                  </a:txBody>
                  <a:tcPr marL="68541" marR="68541" marT="0" marB="0"/>
                </a:tc>
              </a:tr>
              <a:tr h="0">
                <a:tc>
                  <a:txBody>
                    <a:bodyPr/>
                    <a:lstStyle/>
                    <a:p>
                      <a:pPr algn="ctr">
                        <a:spcAft>
                          <a:spcPts val="0"/>
                        </a:spcAft>
                      </a:pPr>
                      <a:r>
                        <a:rPr lang="uz-Cyrl-UZ" sz="2000" dirty="0">
                          <a:effectLst/>
                        </a:rPr>
                        <a:t>Қ</a:t>
                      </a:r>
                      <a:endParaRPr lang="ru-RU" sz="2000" dirty="0">
                        <a:effectLst/>
                        <a:latin typeface="Times New Roman"/>
                        <a:ea typeface="Times New Roman"/>
                      </a:endParaRPr>
                    </a:p>
                  </a:txBody>
                  <a:tcPr marL="68541" marR="68541" marT="0" marB="0"/>
                </a:tc>
              </a:tr>
            </a:tbl>
          </a:graphicData>
        </a:graphic>
      </p:graphicFrame>
      <p:graphicFrame>
        <p:nvGraphicFramePr>
          <p:cNvPr id="8" name="Таблица 7"/>
          <p:cNvGraphicFramePr>
            <a:graphicFrameLocks noGrp="1"/>
          </p:cNvGraphicFramePr>
          <p:nvPr/>
        </p:nvGraphicFramePr>
        <p:xfrm>
          <a:off x="2987675" y="620713"/>
          <a:ext cx="431800" cy="1828800"/>
        </p:xfrm>
        <a:graphic>
          <a:graphicData uri="http://schemas.openxmlformats.org/drawingml/2006/table">
            <a:tbl>
              <a:tblPr firstRow="1" firstCol="1" bandRow="1">
                <a:tableStyleId>{5C22544A-7EE6-4342-B048-85BDC9FD1C3A}</a:tableStyleId>
              </a:tblPr>
              <a:tblGrid>
                <a:gridCol w="431800"/>
              </a:tblGrid>
              <a:tr h="0">
                <a:tc>
                  <a:txBody>
                    <a:bodyPr/>
                    <a:lstStyle/>
                    <a:p>
                      <a:pPr algn="ctr">
                        <a:spcAft>
                          <a:spcPts val="0"/>
                        </a:spcAft>
                      </a:pPr>
                      <a:r>
                        <a:rPr lang="uz-Cyrl-UZ" sz="2000" dirty="0">
                          <a:solidFill>
                            <a:schemeClr val="accent4">
                              <a:lumMod val="10000"/>
                            </a:schemeClr>
                          </a:solidFill>
                          <a:effectLst/>
                        </a:rPr>
                        <a:t>2</a:t>
                      </a:r>
                      <a:endParaRPr lang="ru-RU" sz="2000" dirty="0">
                        <a:solidFill>
                          <a:schemeClr val="accent4">
                            <a:lumMod val="10000"/>
                          </a:schemeClr>
                        </a:solidFill>
                        <a:effectLst/>
                        <a:latin typeface="Times New Roman"/>
                        <a:ea typeface="Times New Roman"/>
                      </a:endParaRPr>
                    </a:p>
                  </a:txBody>
                  <a:tcPr marL="68541" marR="68541" marT="0" marB="0"/>
                </a:tc>
              </a:tr>
              <a:tr h="0">
                <a:tc>
                  <a:txBody>
                    <a:bodyPr/>
                    <a:lstStyle/>
                    <a:p>
                      <a:pPr algn="ctr">
                        <a:spcAft>
                          <a:spcPts val="0"/>
                        </a:spcAft>
                      </a:pPr>
                      <a:r>
                        <a:rPr lang="uz-Cyrl-UZ" sz="2000">
                          <a:effectLst/>
                        </a:rPr>
                        <a:t>П</a:t>
                      </a:r>
                      <a:endParaRPr lang="ru-RU" sz="2000">
                        <a:effectLst/>
                        <a:latin typeface="Times New Roman"/>
                        <a:ea typeface="Times New Roman"/>
                      </a:endParaRPr>
                    </a:p>
                  </a:txBody>
                  <a:tcPr marL="68541" marR="68541" marT="0" marB="0"/>
                </a:tc>
              </a:tr>
              <a:tr h="0">
                <a:tc>
                  <a:txBody>
                    <a:bodyPr/>
                    <a:lstStyle/>
                    <a:p>
                      <a:pPr algn="ctr">
                        <a:spcAft>
                          <a:spcPts val="0"/>
                        </a:spcAft>
                      </a:pPr>
                      <a:r>
                        <a:rPr lang="uz-Cyrl-UZ" sz="2000">
                          <a:effectLst/>
                        </a:rPr>
                        <a:t>И</a:t>
                      </a:r>
                      <a:endParaRPr lang="ru-RU" sz="2000">
                        <a:effectLst/>
                        <a:latin typeface="Times New Roman"/>
                        <a:ea typeface="Times New Roman"/>
                      </a:endParaRPr>
                    </a:p>
                  </a:txBody>
                  <a:tcPr marL="68541" marR="68541" marT="0" marB="0"/>
                </a:tc>
              </a:tr>
              <a:tr h="0">
                <a:tc>
                  <a:txBody>
                    <a:bodyPr/>
                    <a:lstStyle/>
                    <a:p>
                      <a:pPr algn="ctr">
                        <a:spcAft>
                          <a:spcPts val="0"/>
                        </a:spcAft>
                      </a:pPr>
                      <a:r>
                        <a:rPr lang="uz-Cyrl-UZ" sz="2000" dirty="0">
                          <a:effectLst/>
                        </a:rPr>
                        <a:t>О</a:t>
                      </a:r>
                      <a:endParaRPr lang="ru-RU" sz="2000" dirty="0">
                        <a:effectLst/>
                        <a:latin typeface="Times New Roman"/>
                        <a:ea typeface="Times New Roman"/>
                      </a:endParaRPr>
                    </a:p>
                  </a:txBody>
                  <a:tcPr marL="68541" marR="68541" marT="0" marB="0"/>
                </a:tc>
              </a:tr>
              <a:tr h="0">
                <a:tc>
                  <a:txBody>
                    <a:bodyPr/>
                    <a:lstStyle/>
                    <a:p>
                      <a:pPr algn="ctr">
                        <a:spcAft>
                          <a:spcPts val="0"/>
                        </a:spcAft>
                      </a:pPr>
                      <a:r>
                        <a:rPr lang="uz-Cyrl-UZ" sz="2000">
                          <a:effectLst/>
                        </a:rPr>
                        <a:t>И</a:t>
                      </a:r>
                      <a:endParaRPr lang="ru-RU" sz="2000">
                        <a:effectLst/>
                        <a:latin typeface="Times New Roman"/>
                        <a:ea typeface="Times New Roman"/>
                      </a:endParaRPr>
                    </a:p>
                  </a:txBody>
                  <a:tcPr marL="68541" marR="68541" marT="0" marB="0"/>
                </a:tc>
              </a:tr>
              <a:tr h="0">
                <a:tc>
                  <a:txBody>
                    <a:bodyPr/>
                    <a:lstStyle/>
                    <a:p>
                      <a:pPr algn="ctr">
                        <a:spcAft>
                          <a:spcPts val="0"/>
                        </a:spcAft>
                      </a:pPr>
                      <a:r>
                        <a:rPr lang="uz-Cyrl-UZ" sz="2000" dirty="0">
                          <a:effectLst/>
                        </a:rPr>
                        <a:t>И</a:t>
                      </a:r>
                      <a:endParaRPr lang="ru-RU" sz="2000" dirty="0">
                        <a:effectLst/>
                        <a:latin typeface="Times New Roman"/>
                        <a:ea typeface="Times New Roman"/>
                      </a:endParaRPr>
                    </a:p>
                  </a:txBody>
                  <a:tcPr marL="68541" marR="68541" marT="0" marB="0"/>
                </a:tc>
              </a:tr>
            </a:tbl>
          </a:graphicData>
        </a:graphic>
      </p:graphicFrame>
      <p:graphicFrame>
        <p:nvGraphicFramePr>
          <p:cNvPr id="9" name="Таблица 8"/>
          <p:cNvGraphicFramePr>
            <a:graphicFrameLocks noGrp="1"/>
          </p:cNvGraphicFramePr>
          <p:nvPr/>
        </p:nvGraphicFramePr>
        <p:xfrm>
          <a:off x="3563938" y="620713"/>
          <a:ext cx="431800" cy="1828800"/>
        </p:xfrm>
        <a:graphic>
          <a:graphicData uri="http://schemas.openxmlformats.org/drawingml/2006/table">
            <a:tbl>
              <a:tblPr firstRow="1" firstCol="1" bandRow="1">
                <a:tableStyleId>{5C22544A-7EE6-4342-B048-85BDC9FD1C3A}</a:tableStyleId>
              </a:tblPr>
              <a:tblGrid>
                <a:gridCol w="431800"/>
              </a:tblGrid>
              <a:tr h="0">
                <a:tc>
                  <a:txBody>
                    <a:bodyPr/>
                    <a:lstStyle/>
                    <a:p>
                      <a:pPr algn="ctr">
                        <a:spcAft>
                          <a:spcPts val="0"/>
                        </a:spcAft>
                      </a:pPr>
                      <a:r>
                        <a:rPr lang="uz-Cyrl-UZ" sz="2000" dirty="0">
                          <a:solidFill>
                            <a:schemeClr val="accent4">
                              <a:lumMod val="10000"/>
                            </a:schemeClr>
                          </a:solidFill>
                          <a:effectLst/>
                        </a:rPr>
                        <a:t>5</a:t>
                      </a:r>
                      <a:endParaRPr lang="ru-RU" sz="2000" dirty="0">
                        <a:solidFill>
                          <a:schemeClr val="accent4">
                            <a:lumMod val="10000"/>
                          </a:schemeClr>
                        </a:solidFill>
                        <a:effectLst/>
                        <a:latin typeface="Times New Roman"/>
                        <a:ea typeface="Times New Roman"/>
                      </a:endParaRPr>
                    </a:p>
                  </a:txBody>
                  <a:tcPr marL="68541" marR="68541" marT="0" marB="0"/>
                </a:tc>
              </a:tr>
              <a:tr h="0">
                <a:tc>
                  <a:txBody>
                    <a:bodyPr/>
                    <a:lstStyle/>
                    <a:p>
                      <a:pPr algn="ctr">
                        <a:spcAft>
                          <a:spcPts val="0"/>
                        </a:spcAft>
                      </a:pPr>
                      <a:r>
                        <a:rPr lang="uz-Cyrl-UZ" sz="2000">
                          <a:effectLst/>
                        </a:rPr>
                        <a:t>Т</a:t>
                      </a:r>
                      <a:endParaRPr lang="ru-RU" sz="2000">
                        <a:effectLst/>
                        <a:latin typeface="Times New Roman"/>
                        <a:ea typeface="Times New Roman"/>
                      </a:endParaRPr>
                    </a:p>
                  </a:txBody>
                  <a:tcPr marL="68541" marR="68541" marT="0" marB="0"/>
                </a:tc>
              </a:tr>
              <a:tr h="0">
                <a:tc>
                  <a:txBody>
                    <a:bodyPr/>
                    <a:lstStyle/>
                    <a:p>
                      <a:pPr algn="ctr">
                        <a:spcAft>
                          <a:spcPts val="0"/>
                        </a:spcAft>
                      </a:pPr>
                      <a:r>
                        <a:rPr lang="uz-Cyrl-UZ" sz="2000">
                          <a:effectLst/>
                        </a:rPr>
                        <a:t>Я</a:t>
                      </a:r>
                      <a:endParaRPr lang="ru-RU" sz="2000">
                        <a:effectLst/>
                        <a:latin typeface="Times New Roman"/>
                        <a:ea typeface="Times New Roman"/>
                      </a:endParaRPr>
                    </a:p>
                  </a:txBody>
                  <a:tcPr marL="68541" marR="68541" marT="0" marB="0"/>
                </a:tc>
              </a:tr>
              <a:tr h="0">
                <a:tc>
                  <a:txBody>
                    <a:bodyPr/>
                    <a:lstStyle/>
                    <a:p>
                      <a:pPr algn="ctr">
                        <a:spcAft>
                          <a:spcPts val="0"/>
                        </a:spcAft>
                      </a:pPr>
                      <a:r>
                        <a:rPr lang="uz-Cyrl-UZ" sz="2000">
                          <a:effectLst/>
                        </a:rPr>
                        <a:t>Л</a:t>
                      </a:r>
                      <a:endParaRPr lang="ru-RU" sz="2000">
                        <a:effectLst/>
                        <a:latin typeface="Times New Roman"/>
                        <a:ea typeface="Times New Roman"/>
                      </a:endParaRPr>
                    </a:p>
                  </a:txBody>
                  <a:tcPr marL="68541" marR="68541" marT="0" marB="0"/>
                </a:tc>
              </a:tr>
              <a:tr h="0">
                <a:tc>
                  <a:txBody>
                    <a:bodyPr/>
                    <a:lstStyle/>
                    <a:p>
                      <a:pPr algn="ctr">
                        <a:spcAft>
                          <a:spcPts val="0"/>
                        </a:spcAft>
                      </a:pPr>
                      <a:r>
                        <a:rPr lang="uz-Cyrl-UZ" sz="2000">
                          <a:effectLst/>
                        </a:rPr>
                        <a:t>Н</a:t>
                      </a:r>
                      <a:endParaRPr lang="ru-RU" sz="2000">
                        <a:effectLst/>
                        <a:latin typeface="Times New Roman"/>
                        <a:ea typeface="Times New Roman"/>
                      </a:endParaRPr>
                    </a:p>
                  </a:txBody>
                  <a:tcPr marL="68541" marR="68541" marT="0" marB="0"/>
                </a:tc>
              </a:tr>
              <a:tr h="0">
                <a:tc>
                  <a:txBody>
                    <a:bodyPr/>
                    <a:lstStyle/>
                    <a:p>
                      <a:pPr algn="ctr">
                        <a:spcAft>
                          <a:spcPts val="0"/>
                        </a:spcAft>
                      </a:pPr>
                      <a:r>
                        <a:rPr lang="uz-Cyrl-UZ" sz="2000" dirty="0">
                          <a:effectLst/>
                        </a:rPr>
                        <a:t>С</a:t>
                      </a:r>
                      <a:endParaRPr lang="ru-RU" sz="2000" dirty="0">
                        <a:effectLst/>
                        <a:latin typeface="Times New Roman"/>
                        <a:ea typeface="Times New Roman"/>
                      </a:endParaRPr>
                    </a:p>
                  </a:txBody>
                  <a:tcPr marL="68541" marR="68541" marT="0" marB="0"/>
                </a:tc>
              </a:tr>
            </a:tbl>
          </a:graphicData>
        </a:graphic>
      </p:graphicFrame>
      <p:graphicFrame>
        <p:nvGraphicFramePr>
          <p:cNvPr id="10" name="Таблица 9"/>
          <p:cNvGraphicFramePr>
            <a:graphicFrameLocks noGrp="1"/>
          </p:cNvGraphicFramePr>
          <p:nvPr/>
        </p:nvGraphicFramePr>
        <p:xfrm>
          <a:off x="4140200" y="620713"/>
          <a:ext cx="431800" cy="1828800"/>
        </p:xfrm>
        <a:graphic>
          <a:graphicData uri="http://schemas.openxmlformats.org/drawingml/2006/table">
            <a:tbl>
              <a:tblPr firstRow="1" firstCol="1" bandRow="1">
                <a:tableStyleId>{5C22544A-7EE6-4342-B048-85BDC9FD1C3A}</a:tableStyleId>
              </a:tblPr>
              <a:tblGrid>
                <a:gridCol w="431800"/>
              </a:tblGrid>
              <a:tr h="0">
                <a:tc>
                  <a:txBody>
                    <a:bodyPr/>
                    <a:lstStyle/>
                    <a:p>
                      <a:pPr algn="ctr">
                        <a:spcAft>
                          <a:spcPts val="0"/>
                        </a:spcAft>
                      </a:pPr>
                      <a:r>
                        <a:rPr lang="uz-Cyrl-UZ" sz="2000" dirty="0">
                          <a:solidFill>
                            <a:schemeClr val="accent4">
                              <a:lumMod val="10000"/>
                            </a:schemeClr>
                          </a:solidFill>
                          <a:effectLst/>
                        </a:rPr>
                        <a:t>7</a:t>
                      </a:r>
                      <a:endParaRPr lang="ru-RU" sz="2000" dirty="0">
                        <a:solidFill>
                          <a:schemeClr val="accent4">
                            <a:lumMod val="10000"/>
                          </a:schemeClr>
                        </a:solidFill>
                        <a:effectLst/>
                        <a:latin typeface="Times New Roman"/>
                        <a:ea typeface="Times New Roman"/>
                      </a:endParaRPr>
                    </a:p>
                  </a:txBody>
                  <a:tcPr marL="68541" marR="68541" marT="0" marB="0"/>
                </a:tc>
              </a:tr>
              <a:tr h="0">
                <a:tc>
                  <a:txBody>
                    <a:bodyPr/>
                    <a:lstStyle/>
                    <a:p>
                      <a:pPr algn="ctr">
                        <a:spcAft>
                          <a:spcPts val="0"/>
                        </a:spcAft>
                      </a:pPr>
                      <a:r>
                        <a:rPr lang="uz-Cyrl-UZ" sz="2000" dirty="0">
                          <a:effectLst/>
                        </a:rPr>
                        <a:t>О</a:t>
                      </a:r>
                      <a:endParaRPr lang="ru-RU" sz="2000" dirty="0">
                        <a:effectLst/>
                        <a:latin typeface="Times New Roman"/>
                        <a:ea typeface="Times New Roman"/>
                      </a:endParaRPr>
                    </a:p>
                  </a:txBody>
                  <a:tcPr marL="68541" marR="68541" marT="0" marB="0"/>
                </a:tc>
              </a:tr>
              <a:tr h="0">
                <a:tc>
                  <a:txBody>
                    <a:bodyPr/>
                    <a:lstStyle/>
                    <a:p>
                      <a:pPr algn="ctr">
                        <a:spcAft>
                          <a:spcPts val="0"/>
                        </a:spcAft>
                      </a:pPr>
                      <a:r>
                        <a:rPr lang="uz-Cyrl-UZ" sz="2000" dirty="0">
                          <a:effectLst/>
                        </a:rPr>
                        <a:t>К</a:t>
                      </a:r>
                      <a:endParaRPr lang="ru-RU" sz="2000" dirty="0">
                        <a:effectLst/>
                        <a:latin typeface="Times New Roman"/>
                        <a:ea typeface="Times New Roman"/>
                      </a:endParaRPr>
                    </a:p>
                  </a:txBody>
                  <a:tcPr marL="68541" marR="68541" marT="0" marB="0"/>
                </a:tc>
              </a:tr>
              <a:tr h="0">
                <a:tc>
                  <a:txBody>
                    <a:bodyPr/>
                    <a:lstStyle/>
                    <a:p>
                      <a:pPr algn="ctr">
                        <a:spcAft>
                          <a:spcPts val="0"/>
                        </a:spcAft>
                      </a:pPr>
                      <a:r>
                        <a:rPr lang="uz-Cyrl-UZ" sz="2000">
                          <a:effectLst/>
                        </a:rPr>
                        <a:t>О</a:t>
                      </a:r>
                      <a:endParaRPr lang="ru-RU" sz="2000">
                        <a:effectLst/>
                        <a:latin typeface="Times New Roman"/>
                        <a:ea typeface="Times New Roman"/>
                      </a:endParaRPr>
                    </a:p>
                  </a:txBody>
                  <a:tcPr marL="68541" marR="68541" marT="0" marB="0"/>
                </a:tc>
              </a:tr>
              <a:tr h="0">
                <a:tc>
                  <a:txBody>
                    <a:bodyPr/>
                    <a:lstStyle/>
                    <a:p>
                      <a:pPr algn="ctr">
                        <a:spcAft>
                          <a:spcPts val="0"/>
                        </a:spcAft>
                      </a:pPr>
                      <a:r>
                        <a:rPr lang="uz-Cyrl-UZ" sz="2000">
                          <a:effectLst/>
                        </a:rPr>
                        <a:t>Г</a:t>
                      </a:r>
                      <a:endParaRPr lang="ru-RU" sz="2000">
                        <a:effectLst/>
                        <a:latin typeface="Times New Roman"/>
                        <a:ea typeface="Times New Roman"/>
                      </a:endParaRPr>
                    </a:p>
                  </a:txBody>
                  <a:tcPr marL="68541" marR="68541" marT="0" marB="0"/>
                </a:tc>
              </a:tr>
              <a:tr h="0">
                <a:tc>
                  <a:txBody>
                    <a:bodyPr/>
                    <a:lstStyle/>
                    <a:p>
                      <a:pPr algn="ctr">
                        <a:spcAft>
                          <a:spcPts val="0"/>
                        </a:spcAft>
                      </a:pPr>
                      <a:r>
                        <a:rPr lang="uz-Cyrl-UZ" sz="2000" dirty="0">
                          <a:effectLst/>
                        </a:rPr>
                        <a:t>М</a:t>
                      </a:r>
                      <a:endParaRPr lang="ru-RU" sz="2000" dirty="0">
                        <a:effectLst/>
                        <a:latin typeface="Times New Roman"/>
                        <a:ea typeface="Times New Roman"/>
                      </a:endParaRPr>
                    </a:p>
                  </a:txBody>
                  <a:tcPr marL="68541" marR="68541" marT="0" marB="0"/>
                </a:tc>
              </a:tr>
            </a:tbl>
          </a:graphicData>
        </a:graphic>
      </p:graphicFrame>
      <p:graphicFrame>
        <p:nvGraphicFramePr>
          <p:cNvPr id="11" name="Таблица 10"/>
          <p:cNvGraphicFramePr>
            <a:graphicFrameLocks noGrp="1"/>
          </p:cNvGraphicFramePr>
          <p:nvPr/>
        </p:nvGraphicFramePr>
        <p:xfrm>
          <a:off x="4716463" y="620713"/>
          <a:ext cx="431800" cy="1828800"/>
        </p:xfrm>
        <a:graphic>
          <a:graphicData uri="http://schemas.openxmlformats.org/drawingml/2006/table">
            <a:tbl>
              <a:tblPr firstRow="1" firstCol="1" bandRow="1">
                <a:tableStyleId>{5C22544A-7EE6-4342-B048-85BDC9FD1C3A}</a:tableStyleId>
              </a:tblPr>
              <a:tblGrid>
                <a:gridCol w="431800"/>
              </a:tblGrid>
              <a:tr h="0">
                <a:tc>
                  <a:txBody>
                    <a:bodyPr/>
                    <a:lstStyle/>
                    <a:p>
                      <a:pPr algn="ctr">
                        <a:spcAft>
                          <a:spcPts val="0"/>
                        </a:spcAft>
                      </a:pPr>
                      <a:r>
                        <a:rPr lang="uz-Cyrl-UZ" sz="2000" dirty="0">
                          <a:solidFill>
                            <a:schemeClr val="accent4">
                              <a:lumMod val="10000"/>
                            </a:schemeClr>
                          </a:solidFill>
                          <a:effectLst/>
                        </a:rPr>
                        <a:t>4</a:t>
                      </a:r>
                      <a:endParaRPr lang="ru-RU" sz="2000" dirty="0">
                        <a:solidFill>
                          <a:schemeClr val="accent4">
                            <a:lumMod val="10000"/>
                          </a:schemeClr>
                        </a:solidFill>
                        <a:effectLst/>
                        <a:latin typeface="Times New Roman"/>
                        <a:ea typeface="Times New Roman"/>
                      </a:endParaRPr>
                    </a:p>
                  </a:txBody>
                  <a:tcPr marL="68541" marR="68541" marT="0" marB="0"/>
                </a:tc>
              </a:tr>
              <a:tr h="0">
                <a:tc>
                  <a:txBody>
                    <a:bodyPr/>
                    <a:lstStyle/>
                    <a:p>
                      <a:pPr algn="ctr">
                        <a:spcAft>
                          <a:spcPts val="0"/>
                        </a:spcAft>
                      </a:pPr>
                      <a:r>
                        <a:rPr lang="uz-Cyrl-UZ" sz="2000">
                          <a:effectLst/>
                        </a:rPr>
                        <a:t>Г</a:t>
                      </a:r>
                      <a:endParaRPr lang="ru-RU" sz="2000">
                        <a:effectLst/>
                        <a:latin typeface="Times New Roman"/>
                        <a:ea typeface="Times New Roman"/>
                      </a:endParaRPr>
                    </a:p>
                  </a:txBody>
                  <a:tcPr marL="68541" marR="68541" marT="0" marB="0"/>
                </a:tc>
              </a:tr>
              <a:tr h="0">
                <a:tc>
                  <a:txBody>
                    <a:bodyPr/>
                    <a:lstStyle/>
                    <a:p>
                      <a:pPr algn="ctr">
                        <a:spcAft>
                          <a:spcPts val="0"/>
                        </a:spcAft>
                      </a:pPr>
                      <a:r>
                        <a:rPr lang="uz-Cyrl-UZ" sz="2000" dirty="0">
                          <a:effectLst/>
                        </a:rPr>
                        <a:t>Р</a:t>
                      </a:r>
                      <a:endParaRPr lang="ru-RU" sz="2000" dirty="0">
                        <a:effectLst/>
                        <a:latin typeface="Times New Roman"/>
                        <a:ea typeface="Times New Roman"/>
                      </a:endParaRPr>
                    </a:p>
                  </a:txBody>
                  <a:tcPr marL="68541" marR="68541" marT="0" marB="0"/>
                </a:tc>
              </a:tr>
              <a:tr h="0">
                <a:tc>
                  <a:txBody>
                    <a:bodyPr/>
                    <a:lstStyle/>
                    <a:p>
                      <a:pPr algn="ctr">
                        <a:spcAft>
                          <a:spcPts val="0"/>
                        </a:spcAft>
                      </a:pPr>
                      <a:r>
                        <a:rPr lang="uz-Cyrl-UZ" sz="2000">
                          <a:effectLst/>
                        </a:rPr>
                        <a:t>Г</a:t>
                      </a:r>
                      <a:endParaRPr lang="ru-RU" sz="2000">
                        <a:effectLst/>
                        <a:latin typeface="Times New Roman"/>
                        <a:ea typeface="Times New Roman"/>
                      </a:endParaRPr>
                    </a:p>
                  </a:txBody>
                  <a:tcPr marL="68541" marR="68541" marT="0" marB="0"/>
                </a:tc>
              </a:tr>
              <a:tr h="0">
                <a:tc>
                  <a:txBody>
                    <a:bodyPr/>
                    <a:lstStyle/>
                    <a:p>
                      <a:pPr algn="ctr">
                        <a:spcAft>
                          <a:spcPts val="0"/>
                        </a:spcAft>
                      </a:pPr>
                      <a:r>
                        <a:rPr lang="uz-Cyrl-UZ" sz="2000">
                          <a:effectLst/>
                        </a:rPr>
                        <a:t>Б</a:t>
                      </a:r>
                      <a:endParaRPr lang="ru-RU" sz="2000">
                        <a:effectLst/>
                        <a:latin typeface="Times New Roman"/>
                        <a:ea typeface="Times New Roman"/>
                      </a:endParaRPr>
                    </a:p>
                  </a:txBody>
                  <a:tcPr marL="68541" marR="68541" marT="0" marB="0"/>
                </a:tc>
              </a:tr>
              <a:tr h="0">
                <a:tc>
                  <a:txBody>
                    <a:bodyPr/>
                    <a:lstStyle/>
                    <a:p>
                      <a:pPr algn="ctr">
                        <a:spcAft>
                          <a:spcPts val="0"/>
                        </a:spcAft>
                      </a:pPr>
                      <a:r>
                        <a:rPr lang="uz-Cyrl-UZ" sz="2000" dirty="0">
                          <a:effectLst/>
                        </a:rPr>
                        <a:t>И</a:t>
                      </a:r>
                      <a:endParaRPr lang="ru-RU" sz="2000" dirty="0">
                        <a:effectLst/>
                        <a:latin typeface="Times New Roman"/>
                        <a:ea typeface="Times New Roman"/>
                      </a:endParaRPr>
                    </a:p>
                  </a:txBody>
                  <a:tcPr marL="68541" marR="68541" marT="0" marB="0"/>
                </a:tc>
              </a:tr>
            </a:tbl>
          </a:graphicData>
        </a:graphic>
      </p:graphicFrame>
    </p:spTree>
  </p:cSld>
  <p:clrMapOvr>
    <a:masterClrMapping/>
  </p:clrMapOvr>
  <p:transition>
    <p:checke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0" presetClass="path" presetSubtype="0" accel="50000" decel="50000" fill="hold" nodeType="clickEffect">
                                  <p:stCondLst>
                                    <p:cond delay="0"/>
                                  </p:stCondLst>
                                  <p:childTnLst>
                                    <p:animMotion origin="layout" path="M 4.44444E-6 2.74578E-6 L -0.03559 2.74578E-6 C -0.05157 2.74578E-6 -0.07084 0.08165 -0.07084 0.14827 L -0.07084 0.29701 " pathEditMode="relative" rAng="0" ptsTypes="FfFF">
                                      <p:cBhvr>
                                        <p:cTn id="6" dur="2000" fill="hold"/>
                                        <p:tgtEl>
                                          <p:spTgt spid="6"/>
                                        </p:tgtEl>
                                        <p:attrNameLst>
                                          <p:attrName>ppt_x</p:attrName>
                                          <p:attrName>ppt_y</p:attrName>
                                        </p:attrNameLst>
                                      </p:cBhvr>
                                      <p:rCtr x="-3542" y="14851"/>
                                    </p:animMotion>
                                  </p:childTnLst>
                                </p:cTn>
                              </p:par>
                            </p:childTnLst>
                          </p:cTn>
                        </p:par>
                        <p:par>
                          <p:cTn id="7" fill="hold" nodeType="afterGroup">
                            <p:stCondLst>
                              <p:cond delay="2000"/>
                            </p:stCondLst>
                            <p:childTnLst>
                              <p:par>
                                <p:cTn id="8" presetID="50" presetClass="path" presetSubtype="0" accel="50000" decel="50000" fill="hold" nodeType="afterEffect">
                                  <p:stCondLst>
                                    <p:cond delay="0"/>
                                  </p:stCondLst>
                                  <p:childTnLst>
                                    <p:animMotion origin="layout" path="M 2.77778E-6 2.74578E-6 L -0.06302 2.74578E-6 C -0.09132 2.74578E-6 -0.12604 0.08165 -0.12604 0.14804 L -0.12604 0.29701 " pathEditMode="relative" rAng="0" ptsTypes="FfFF">
                                      <p:cBhvr>
                                        <p:cTn id="9" dur="2000" fill="hold"/>
                                        <p:tgtEl>
                                          <p:spTgt spid="8"/>
                                        </p:tgtEl>
                                        <p:attrNameLst>
                                          <p:attrName>ppt_x</p:attrName>
                                          <p:attrName>ppt_y</p:attrName>
                                        </p:attrNameLst>
                                      </p:cBhvr>
                                      <p:rCtr x="-6302" y="14851"/>
                                    </p:animMotion>
                                  </p:childTnLst>
                                </p:cTn>
                              </p:par>
                            </p:childTnLst>
                          </p:cTn>
                        </p:par>
                        <p:par>
                          <p:cTn id="10" fill="hold" nodeType="afterGroup">
                            <p:stCondLst>
                              <p:cond delay="4000"/>
                            </p:stCondLst>
                            <p:childTnLst>
                              <p:par>
                                <p:cTn id="11" presetID="50" presetClass="path" presetSubtype="0" accel="50000" decel="50000" fill="hold" nodeType="afterEffect">
                                  <p:stCondLst>
                                    <p:cond delay="0"/>
                                  </p:stCondLst>
                                  <p:childTnLst>
                                    <p:animMotion origin="layout" path="M -2.22222E-6 2.74578E-6 L 0.07066 2.74578E-6 C 0.10261 2.74578E-6 0.14184 0.08119 0.14184 0.14758 L 0.14184 0.29701 " pathEditMode="relative" rAng="0" ptsTypes="FfFF">
                                      <p:cBhvr>
                                        <p:cTn id="12" dur="2000" fill="hold"/>
                                        <p:tgtEl>
                                          <p:spTgt spid="5"/>
                                        </p:tgtEl>
                                        <p:attrNameLst>
                                          <p:attrName>ppt_x</p:attrName>
                                          <p:attrName>ppt_y</p:attrName>
                                        </p:attrNameLst>
                                      </p:cBhvr>
                                      <p:rCtr x="7083" y="14851"/>
                                    </p:animMotion>
                                  </p:childTnLst>
                                </p:cTn>
                              </p:par>
                            </p:childTnLst>
                          </p:cTn>
                        </p:par>
                        <p:par>
                          <p:cTn id="13" fill="hold" nodeType="afterGroup">
                            <p:stCondLst>
                              <p:cond delay="6000"/>
                            </p:stCondLst>
                            <p:childTnLst>
                              <p:par>
                                <p:cTn id="14" presetID="50" presetClass="path" presetSubtype="0" accel="50000" decel="50000" fill="hold" nodeType="afterEffect">
                                  <p:stCondLst>
                                    <p:cond delay="0"/>
                                  </p:stCondLst>
                                  <p:childTnLst>
                                    <p:animMotion origin="layout" path="M 2.77778E-7 2.74578E-6 L -0.09063 2.74578E-6 C -0.13125 2.74578E-6 -0.18108 0.08165 -0.18108 0.14804 L -0.18108 0.29701 " pathEditMode="relative" rAng="0" ptsTypes="FfFF">
                                      <p:cBhvr>
                                        <p:cTn id="15" dur="2000" fill="hold"/>
                                        <p:tgtEl>
                                          <p:spTgt spid="11"/>
                                        </p:tgtEl>
                                        <p:attrNameLst>
                                          <p:attrName>ppt_x</p:attrName>
                                          <p:attrName>ppt_y</p:attrName>
                                        </p:attrNameLst>
                                      </p:cBhvr>
                                      <p:rCtr x="-9063" y="14851"/>
                                    </p:animMotion>
                                  </p:childTnLst>
                                </p:cTn>
                              </p:par>
                            </p:childTnLst>
                          </p:cTn>
                        </p:par>
                        <p:par>
                          <p:cTn id="16" fill="hold" nodeType="afterGroup">
                            <p:stCondLst>
                              <p:cond delay="8000"/>
                            </p:stCondLst>
                            <p:childTnLst>
                              <p:par>
                                <p:cTn id="17" presetID="42" presetClass="path" presetSubtype="0" accel="50000" decel="50000" fill="hold" nodeType="afterEffect">
                                  <p:stCondLst>
                                    <p:cond delay="0"/>
                                  </p:stCondLst>
                                  <p:childTnLst>
                                    <p:animMotion origin="layout" path="M 1.94444E-6 2.74578E-6 L 1.94444E-6 0.29701 " pathEditMode="relative" rAng="0" ptsTypes="AA">
                                      <p:cBhvr>
                                        <p:cTn id="18" dur="2000" fill="hold"/>
                                        <p:tgtEl>
                                          <p:spTgt spid="9"/>
                                        </p:tgtEl>
                                        <p:attrNameLst>
                                          <p:attrName>ppt_x</p:attrName>
                                          <p:attrName>ppt_y</p:attrName>
                                        </p:attrNameLst>
                                      </p:cBhvr>
                                      <p:rCtr x="0" y="14851"/>
                                    </p:animMotion>
                                  </p:childTnLst>
                                </p:cTn>
                              </p:par>
                            </p:childTnLst>
                          </p:cTn>
                        </p:par>
                        <p:par>
                          <p:cTn id="19" fill="hold" nodeType="afterGroup">
                            <p:stCondLst>
                              <p:cond delay="10000"/>
                            </p:stCondLst>
                            <p:childTnLst>
                              <p:par>
                                <p:cTn id="20" presetID="50" presetClass="path" presetSubtype="0" accel="50000" decel="50000" fill="hold" nodeType="afterEffect">
                                  <p:stCondLst>
                                    <p:cond delay="0"/>
                                  </p:stCondLst>
                                  <p:childTnLst>
                                    <p:animMotion origin="layout" path="M 3.61111E-6 2.74578E-6 L 0.09444 2.74578E-6 C 0.1368 2.74578E-6 0.18906 0.08165 0.18906 0.14827 L 0.18906 0.29701 " pathEditMode="relative" rAng="0" ptsTypes="FfFF">
                                      <p:cBhvr>
                                        <p:cTn id="21" dur="2000" fill="hold"/>
                                        <p:tgtEl>
                                          <p:spTgt spid="7"/>
                                        </p:tgtEl>
                                        <p:attrNameLst>
                                          <p:attrName>ppt_x</p:attrName>
                                          <p:attrName>ppt_y</p:attrName>
                                        </p:attrNameLst>
                                      </p:cBhvr>
                                      <p:rCtr x="9444" y="14851"/>
                                    </p:animMotion>
                                  </p:childTnLst>
                                </p:cTn>
                              </p:par>
                            </p:childTnLst>
                          </p:cTn>
                        </p:par>
                        <p:par>
                          <p:cTn id="22" fill="hold" nodeType="afterGroup">
                            <p:stCondLst>
                              <p:cond delay="12000"/>
                            </p:stCondLst>
                            <p:childTnLst>
                              <p:par>
                                <p:cTn id="23" presetID="50" presetClass="path" presetSubtype="0" accel="50000" decel="50000" fill="hold" nodeType="afterEffect">
                                  <p:stCondLst>
                                    <p:cond delay="0"/>
                                  </p:stCondLst>
                                  <p:childTnLst>
                                    <p:animMotion origin="layout" path="M 1.11111E-6 2.74578E-6 L 0.03142 2.74578E-6 C 0.04549 2.74578E-6 0.06302 0.08142 0.06302 0.14781 L 0.06302 0.29701 " pathEditMode="relative" rAng="0" ptsTypes="FfFF">
                                      <p:cBhvr>
                                        <p:cTn id="24" dur="2000" fill="hold"/>
                                        <p:tgtEl>
                                          <p:spTgt spid="10"/>
                                        </p:tgtEl>
                                        <p:attrNameLst>
                                          <p:attrName>ppt_x</p:attrName>
                                          <p:attrName>ppt_y</p:attrName>
                                        </p:attrNameLst>
                                      </p:cBhvr>
                                      <p:rCtr x="3142" y="14851"/>
                                    </p:animMotion>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457200" y="228600"/>
            <a:ext cx="8229600" cy="560388"/>
          </a:xfrm>
        </p:spPr>
        <p:txBody>
          <a:bodyPr/>
          <a:lstStyle/>
          <a:p>
            <a:pPr eaLnBrk="1" hangingPunct="1">
              <a:defRPr/>
            </a:pPr>
            <a:r>
              <a:rPr lang="uz-Cyrl-UZ" sz="2400" b="1" smtClean="0"/>
              <a:t>Композицион шифрлар.</a:t>
            </a:r>
            <a:endParaRPr lang="ru-RU" sz="2400" b="1" smtClean="0"/>
          </a:p>
        </p:txBody>
      </p:sp>
      <p:sp>
        <p:nvSpPr>
          <p:cNvPr id="13315" name="Rectangle 3"/>
          <p:cNvSpPr>
            <a:spLocks noGrp="1" noChangeArrowheads="1"/>
          </p:cNvSpPr>
          <p:nvPr>
            <p:ph type="body" idx="1"/>
          </p:nvPr>
        </p:nvSpPr>
        <p:spPr>
          <a:xfrm>
            <a:off x="395288" y="1268413"/>
            <a:ext cx="8362950" cy="5000625"/>
          </a:xfrm>
        </p:spPr>
        <p:txBody>
          <a:bodyPr/>
          <a:lstStyle/>
          <a:p>
            <a:pPr marL="87313" indent="4763" algn="just" eaLnBrk="1" hangingPunct="1">
              <a:buFontTx/>
              <a:buNone/>
            </a:pPr>
            <a:r>
              <a:rPr lang="ru-RU" sz="2000" b="1" i="1" smtClean="0"/>
              <a:t>Таъриф.</a:t>
            </a:r>
            <a:r>
              <a:rPr lang="ru-RU" sz="2000" smtClean="0"/>
              <a:t> </a:t>
            </a:r>
            <a:r>
              <a:rPr lang="uz-Cyrl-UZ" sz="2000" smtClean="0"/>
              <a:t>Шифрлаш ишончлилигини ошириш мақсадида, бирор шифр асосида олинган шифр матн   яна бир бор бошқа шифр ёрдамида шифрланиши мумкин. </a:t>
            </a:r>
            <a:r>
              <a:rPr lang="ru-RU" sz="2000" smtClean="0"/>
              <a:t>Шифрлашнинг бу каби амалга оширилиши</a:t>
            </a:r>
            <a:r>
              <a:rPr lang="uz-Cyrl-UZ" sz="2000" smtClean="0"/>
              <a:t>,</a:t>
            </a:r>
            <a:r>
              <a:rPr lang="ru-RU" sz="2000" smtClean="0"/>
              <a:t> умумий ҳолда композицион шифрлар деб юритилади.</a:t>
            </a:r>
          </a:p>
          <a:p>
            <a:pPr marL="87313" indent="4763" algn="just" eaLnBrk="1" hangingPunct="1">
              <a:buFontTx/>
              <a:buNone/>
            </a:pPr>
            <a:endParaRPr lang="ru-RU" sz="2000" smtClean="0"/>
          </a:p>
          <a:p>
            <a:pPr marL="87313" indent="4763" algn="just" eaLnBrk="1" hangingPunct="1">
              <a:buFontTx/>
              <a:buNone/>
            </a:pPr>
            <a:r>
              <a:rPr lang="ru-RU" sz="2000" b="1" i="1" smtClean="0"/>
              <a:t>Определение.</a:t>
            </a:r>
            <a:r>
              <a:rPr lang="uz-Cyrl-UZ" sz="2000" smtClean="0"/>
              <a:t> </a:t>
            </a:r>
            <a:r>
              <a:rPr lang="ru-RU" sz="2000" smtClean="0"/>
              <a:t>С целью повышения надежности шифрования шифрованный текст, полученный применением некоторого шифра, может быт еше раз зашифрован с помощью другого шифра. Все возможные такие композиции различных шифров называют композиционными шифрами.</a:t>
            </a:r>
          </a:p>
          <a:p>
            <a:pPr marL="87313" indent="4763" algn="just" eaLnBrk="1" hangingPunct="1">
              <a:buFontTx/>
              <a:buNone/>
            </a:pPr>
            <a:endParaRPr lang="ru-RU" sz="2000" smtClean="0"/>
          </a:p>
          <a:p>
            <a:pPr marL="87313" indent="4763" algn="just" eaLnBrk="1" hangingPunct="1">
              <a:buFontTx/>
              <a:buNone/>
            </a:pPr>
            <a:r>
              <a:rPr lang="uz-Cyrl-UZ" sz="2000" smtClean="0"/>
              <a:t>Масалан, бирор очиқ матн дастлаб, оддий алмаштириш шифри ёрдамида шифрланади сўнгра эса, ўрин алмаштириш шифридан фойдаланиб шифр матн олинади.</a:t>
            </a:r>
            <a:endParaRPr lang="ru-RU" sz="2000" smtClean="0"/>
          </a:p>
        </p:txBody>
      </p:sp>
      <p:sp>
        <p:nvSpPr>
          <p:cNvPr id="13316" name="AutoShape 4">
            <a:hlinkClick r:id="rId2" action="ppaction://hlinksldjump" highlightClick="1"/>
          </p:cNvPr>
          <p:cNvSpPr>
            <a:spLocks noChangeArrowheads="1"/>
          </p:cNvSpPr>
          <p:nvPr/>
        </p:nvSpPr>
        <p:spPr bwMode="auto">
          <a:xfrm>
            <a:off x="5651500" y="6165850"/>
            <a:ext cx="1296988" cy="431800"/>
          </a:xfrm>
          <a:prstGeom prst="actionButtonBlank">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ru-RU"/>
              <a:t>О</a:t>
            </a:r>
            <a:r>
              <a:rPr lang="uz-Cyrl-UZ"/>
              <a:t>рқ</a:t>
            </a:r>
            <a:r>
              <a:rPr lang="ru-RU"/>
              <a:t>ага</a:t>
            </a:r>
          </a:p>
        </p:txBody>
      </p:sp>
      <p:sp>
        <p:nvSpPr>
          <p:cNvPr id="13317" name="AutoShape 5">
            <a:hlinkClick r:id="" action="ppaction://hlinkshowjump?jump=nextslide" highlightClick="1"/>
          </p:cNvPr>
          <p:cNvSpPr>
            <a:spLocks noChangeArrowheads="1"/>
          </p:cNvSpPr>
          <p:nvPr/>
        </p:nvSpPr>
        <p:spPr bwMode="auto">
          <a:xfrm>
            <a:off x="7092950" y="6165850"/>
            <a:ext cx="1296988" cy="431800"/>
          </a:xfrm>
          <a:prstGeom prst="actionButtonBlank">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uz-Cyrl-UZ"/>
              <a:t>Давоми</a:t>
            </a:r>
            <a:endParaRPr lang="ru-RU"/>
          </a:p>
        </p:txBody>
      </p:sp>
    </p:spTree>
  </p:cSld>
  <p:clrMapOvr>
    <a:masterClrMapping/>
  </p:clrMapOvr>
  <p:transition advClick="0">
    <p:checke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468313" y="0"/>
            <a:ext cx="8229600" cy="487363"/>
          </a:xfrm>
        </p:spPr>
        <p:txBody>
          <a:bodyPr/>
          <a:lstStyle/>
          <a:p>
            <a:pPr eaLnBrk="1" hangingPunct="1">
              <a:defRPr/>
            </a:pPr>
            <a:r>
              <a:rPr lang="ru-RU" sz="2400" b="1" smtClean="0"/>
              <a:t>Мисол</a:t>
            </a:r>
          </a:p>
        </p:txBody>
      </p:sp>
      <p:graphicFrame>
        <p:nvGraphicFramePr>
          <p:cNvPr id="14339" name="Object 4"/>
          <p:cNvGraphicFramePr>
            <a:graphicFrameLocks noGrp="1" noChangeAspect="1"/>
          </p:cNvGraphicFramePr>
          <p:nvPr>
            <p:ph idx="1"/>
          </p:nvPr>
        </p:nvGraphicFramePr>
        <p:xfrm>
          <a:off x="0" y="549275"/>
          <a:ext cx="9144000" cy="5616575"/>
        </p:xfrm>
        <a:graphic>
          <a:graphicData uri="http://schemas.openxmlformats.org/presentationml/2006/ole">
            <mc:AlternateContent xmlns:mc="http://schemas.openxmlformats.org/markup-compatibility/2006">
              <mc:Choice xmlns:v="urn:schemas-microsoft-com:vml" Requires="v">
                <p:oleObj spid="_x0000_s14344" name="Точечный рисунок" r:id="rId3" imgW="6219048" imgH="3266667" progId="Paint.Picture">
                  <p:embed/>
                </p:oleObj>
              </mc:Choice>
              <mc:Fallback>
                <p:oleObj name="Точечный рисунок" r:id="rId3" imgW="6219048" imgH="3266667" progId="Paint.Picture">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49275"/>
                        <a:ext cx="9144000" cy="561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340" name="AutoShape 6">
            <a:hlinkClick r:id="" action="ppaction://hlinkshowjump?jump=previousslide" highlightClick="1"/>
          </p:cNvPr>
          <p:cNvSpPr>
            <a:spLocks noChangeArrowheads="1"/>
          </p:cNvSpPr>
          <p:nvPr/>
        </p:nvSpPr>
        <p:spPr bwMode="auto">
          <a:xfrm>
            <a:off x="5651500" y="6310313"/>
            <a:ext cx="1296988" cy="431800"/>
          </a:xfrm>
          <a:prstGeom prst="actionButtonBlank">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ru-RU"/>
              <a:t>О</a:t>
            </a:r>
            <a:r>
              <a:rPr lang="uz-Cyrl-UZ"/>
              <a:t>рқ</a:t>
            </a:r>
            <a:r>
              <a:rPr lang="ru-RU"/>
              <a:t>ага</a:t>
            </a:r>
          </a:p>
        </p:txBody>
      </p:sp>
      <p:sp>
        <p:nvSpPr>
          <p:cNvPr id="14341" name="AutoShape 8">
            <a:hlinkClick r:id="rId5" action="ppaction://hlinksldjump" highlightClick="1"/>
          </p:cNvPr>
          <p:cNvSpPr>
            <a:spLocks noChangeArrowheads="1"/>
          </p:cNvSpPr>
          <p:nvPr/>
        </p:nvSpPr>
        <p:spPr bwMode="auto">
          <a:xfrm>
            <a:off x="7164388" y="6308725"/>
            <a:ext cx="1296987" cy="431800"/>
          </a:xfrm>
          <a:prstGeom prst="actionButtonBlank">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uz-Cyrl-UZ"/>
              <a:t>Тамом</a:t>
            </a:r>
            <a:endParaRPr lang="ru-RU"/>
          </a:p>
        </p:txBody>
      </p:sp>
    </p:spTree>
  </p:cSld>
  <p:clrMapOvr>
    <a:masterClrMapping/>
  </p:clrMapOvr>
  <p:transition advClick="0">
    <p:checke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468313" y="620713"/>
            <a:ext cx="8229600" cy="1139825"/>
          </a:xfrm>
        </p:spPr>
        <p:txBody>
          <a:bodyPr/>
          <a:lstStyle/>
          <a:p>
            <a:pPr eaLnBrk="1" hangingPunct="1">
              <a:defRPr/>
            </a:pPr>
            <a:r>
              <a:rPr lang="uz-Cyrl-UZ" sz="2400" b="1" smtClean="0"/>
              <a:t>Кўп қийматли алмаштириш шифрлари.</a:t>
            </a:r>
            <a:endParaRPr lang="ru-RU" sz="2400" b="1" smtClean="0"/>
          </a:p>
        </p:txBody>
      </p:sp>
      <p:sp>
        <p:nvSpPr>
          <p:cNvPr id="15363" name="Rectangle 3"/>
          <p:cNvSpPr>
            <a:spLocks noGrp="1" noChangeArrowheads="1"/>
          </p:cNvSpPr>
          <p:nvPr>
            <p:ph type="body" sz="half" idx="1"/>
          </p:nvPr>
        </p:nvSpPr>
        <p:spPr>
          <a:xfrm>
            <a:off x="468313" y="2057400"/>
            <a:ext cx="8147050" cy="1601788"/>
          </a:xfrm>
        </p:spPr>
        <p:txBody>
          <a:bodyPr/>
          <a:lstStyle/>
          <a:p>
            <a:pPr indent="4763" algn="just" eaLnBrk="1" hangingPunct="1">
              <a:buFontTx/>
              <a:buNone/>
            </a:pPr>
            <a:r>
              <a:rPr lang="ru-RU" sz="1800" b="1" i="1" smtClean="0"/>
              <a:t>Таъриф.</a:t>
            </a:r>
            <a:r>
              <a:rPr lang="ru-RU" sz="1800" smtClean="0"/>
              <a:t> </a:t>
            </a:r>
            <a:r>
              <a:rPr lang="uz-Cyrl-UZ" sz="1800" smtClean="0"/>
              <a:t>Алфавитнинг ҳар бир  белгисига, белгилар тўплами мос қўйилган бўлса ва ҳар сафар шу тўпламдаги ихтиёрий белги билан алмаштирилса, бу каби шифрлар кўп қийматли алмаштириш шифри деб юритилади.</a:t>
            </a:r>
            <a:r>
              <a:rPr lang="ru-RU" sz="1800" smtClean="0"/>
              <a:t> </a:t>
            </a:r>
          </a:p>
          <a:p>
            <a:pPr indent="4763" algn="just" eaLnBrk="1" hangingPunct="1">
              <a:buFontTx/>
              <a:buNone/>
            </a:pPr>
            <a:endParaRPr lang="ru-RU" sz="1800" smtClean="0"/>
          </a:p>
        </p:txBody>
      </p:sp>
      <p:graphicFrame>
        <p:nvGraphicFramePr>
          <p:cNvPr id="15364" name="Object 4"/>
          <p:cNvGraphicFramePr>
            <a:graphicFrameLocks noGrp="1" noChangeAspect="1"/>
          </p:cNvGraphicFramePr>
          <p:nvPr>
            <p:ph sz="half" idx="2"/>
          </p:nvPr>
        </p:nvGraphicFramePr>
        <p:xfrm>
          <a:off x="900113" y="3630613"/>
          <a:ext cx="7632700" cy="1203325"/>
        </p:xfrm>
        <a:graphic>
          <a:graphicData uri="http://schemas.openxmlformats.org/presentationml/2006/ole">
            <mc:AlternateContent xmlns:mc="http://schemas.openxmlformats.org/markup-compatibility/2006">
              <mc:Choice xmlns:v="urn:schemas-microsoft-com:vml" Requires="v">
                <p:oleObj spid="_x0000_s15369" name="Точечный рисунок" r:id="rId3" imgW="2715004" imgH="419048" progId="Paint.Picture">
                  <p:embed/>
                </p:oleObj>
              </mc:Choice>
              <mc:Fallback>
                <p:oleObj name="Точечный рисунок" r:id="rId3" imgW="2715004" imgH="419048" progId="Paint.Picture">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3630613"/>
                        <a:ext cx="7632700" cy="120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365" name="AutoShape 6">
            <a:hlinkClick r:id="rId5" action="ppaction://hlinksldjump" highlightClick="1"/>
          </p:cNvPr>
          <p:cNvSpPr>
            <a:spLocks noChangeArrowheads="1"/>
          </p:cNvSpPr>
          <p:nvPr/>
        </p:nvSpPr>
        <p:spPr bwMode="auto">
          <a:xfrm>
            <a:off x="5651500" y="6165850"/>
            <a:ext cx="1296988" cy="431800"/>
          </a:xfrm>
          <a:prstGeom prst="actionButtonBlank">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ru-RU"/>
              <a:t>О</a:t>
            </a:r>
            <a:r>
              <a:rPr lang="uz-Cyrl-UZ"/>
              <a:t>рқ</a:t>
            </a:r>
            <a:r>
              <a:rPr lang="ru-RU"/>
              <a:t>ага</a:t>
            </a:r>
          </a:p>
        </p:txBody>
      </p:sp>
      <p:sp>
        <p:nvSpPr>
          <p:cNvPr id="15366" name="AutoShape 7">
            <a:hlinkClick r:id="" action="ppaction://hlinkshowjump?jump=nextslide" highlightClick="1"/>
          </p:cNvPr>
          <p:cNvSpPr>
            <a:spLocks noChangeArrowheads="1"/>
          </p:cNvSpPr>
          <p:nvPr/>
        </p:nvSpPr>
        <p:spPr bwMode="auto">
          <a:xfrm>
            <a:off x="7092950" y="6165850"/>
            <a:ext cx="1296988" cy="431800"/>
          </a:xfrm>
          <a:prstGeom prst="actionButtonBlank">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uz-Cyrl-UZ"/>
              <a:t>Давоми</a:t>
            </a:r>
            <a:endParaRPr lang="ru-RU"/>
          </a:p>
        </p:txBody>
      </p:sp>
    </p:spTree>
  </p:cSld>
  <p:clrMapOvr>
    <a:masterClrMapping/>
  </p:clrMapOvr>
  <p:transition advClick="0">
    <p:checke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468313" y="404813"/>
            <a:ext cx="8229600" cy="414337"/>
          </a:xfrm>
        </p:spPr>
        <p:txBody>
          <a:bodyPr/>
          <a:lstStyle/>
          <a:p>
            <a:pPr eaLnBrk="1" hangingPunct="1">
              <a:defRPr/>
            </a:pPr>
            <a:r>
              <a:rPr lang="ru-RU" sz="2000" b="1" smtClean="0"/>
              <a:t>Мисол</a:t>
            </a:r>
          </a:p>
        </p:txBody>
      </p:sp>
      <p:graphicFrame>
        <p:nvGraphicFramePr>
          <p:cNvPr id="16387" name="Object 4"/>
          <p:cNvGraphicFramePr>
            <a:graphicFrameLocks noGrp="1" noChangeAspect="1"/>
          </p:cNvGraphicFramePr>
          <p:nvPr>
            <p:ph idx="1"/>
          </p:nvPr>
        </p:nvGraphicFramePr>
        <p:xfrm>
          <a:off x="0" y="1268413"/>
          <a:ext cx="9144000" cy="4321175"/>
        </p:xfrm>
        <a:graphic>
          <a:graphicData uri="http://schemas.openxmlformats.org/presentationml/2006/ole">
            <mc:AlternateContent xmlns:mc="http://schemas.openxmlformats.org/markup-compatibility/2006">
              <mc:Choice xmlns:v="urn:schemas-microsoft-com:vml" Requires="v">
                <p:oleObj spid="_x0000_s16392" name="Точечный рисунок" r:id="rId3" imgW="6706536" imgH="2486372" progId="Paint.Picture">
                  <p:embed/>
                </p:oleObj>
              </mc:Choice>
              <mc:Fallback>
                <p:oleObj name="Точечный рисунок" r:id="rId3" imgW="6706536" imgH="2486372" progId="Paint.Picture">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268413"/>
                        <a:ext cx="9144000" cy="432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388" name="AutoShape 6">
            <a:hlinkClick r:id="" action="ppaction://hlinkshowjump?jump=previousslide" highlightClick="1"/>
          </p:cNvPr>
          <p:cNvSpPr>
            <a:spLocks noChangeArrowheads="1"/>
          </p:cNvSpPr>
          <p:nvPr/>
        </p:nvSpPr>
        <p:spPr bwMode="auto">
          <a:xfrm>
            <a:off x="5651500" y="6165850"/>
            <a:ext cx="1296988" cy="431800"/>
          </a:xfrm>
          <a:prstGeom prst="actionButtonBlank">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ru-RU"/>
              <a:t>О</a:t>
            </a:r>
            <a:r>
              <a:rPr lang="uz-Cyrl-UZ"/>
              <a:t>рқ</a:t>
            </a:r>
            <a:r>
              <a:rPr lang="ru-RU"/>
              <a:t>ага</a:t>
            </a:r>
          </a:p>
        </p:txBody>
      </p:sp>
      <p:sp>
        <p:nvSpPr>
          <p:cNvPr id="16389" name="AutoShape 7">
            <a:hlinkClick r:id="rId5" action="ppaction://hlinksldjump" highlightClick="1"/>
          </p:cNvPr>
          <p:cNvSpPr>
            <a:spLocks noChangeArrowheads="1"/>
          </p:cNvSpPr>
          <p:nvPr/>
        </p:nvSpPr>
        <p:spPr bwMode="auto">
          <a:xfrm>
            <a:off x="7092950" y="6165850"/>
            <a:ext cx="1296988" cy="431800"/>
          </a:xfrm>
          <a:prstGeom prst="actionButtonBlank">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uz-Cyrl-UZ"/>
              <a:t>Тамом</a:t>
            </a:r>
            <a:endParaRPr lang="ru-RU"/>
          </a:p>
        </p:txBody>
      </p:sp>
    </p:spTree>
  </p:cSld>
  <p:clrMapOvr>
    <a:masterClrMapping/>
  </p:clrMapOvr>
  <p:transition advClick="0">
    <p:checke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468313" y="981075"/>
            <a:ext cx="8229600" cy="630238"/>
          </a:xfrm>
        </p:spPr>
        <p:txBody>
          <a:bodyPr/>
          <a:lstStyle/>
          <a:p>
            <a:pPr eaLnBrk="1" hangingPunct="1">
              <a:defRPr/>
            </a:pPr>
            <a:r>
              <a:rPr lang="uz-Cyrl-UZ" sz="2400" b="1" smtClean="0"/>
              <a:t>Ҳар-хил қийматли алмаштириш шифрлари.</a:t>
            </a:r>
            <a:endParaRPr lang="ru-RU" sz="2400" b="1" smtClean="0"/>
          </a:p>
        </p:txBody>
      </p:sp>
      <p:sp>
        <p:nvSpPr>
          <p:cNvPr id="17411" name="Rectangle 3"/>
          <p:cNvSpPr>
            <a:spLocks noGrp="1" noChangeArrowheads="1"/>
          </p:cNvSpPr>
          <p:nvPr>
            <p:ph type="body" idx="1"/>
          </p:nvPr>
        </p:nvSpPr>
        <p:spPr>
          <a:xfrm>
            <a:off x="395288" y="2420938"/>
            <a:ext cx="8229600" cy="2189162"/>
          </a:xfrm>
        </p:spPr>
        <p:txBody>
          <a:bodyPr/>
          <a:lstStyle/>
          <a:p>
            <a:pPr indent="4763" algn="just" eaLnBrk="1" hangingPunct="1">
              <a:lnSpc>
                <a:spcPct val="90000"/>
              </a:lnSpc>
              <a:buFontTx/>
              <a:buNone/>
            </a:pPr>
            <a:r>
              <a:rPr lang="uz-Cyrl-UZ" sz="2000" smtClean="0"/>
              <a:t>Алмаштириш шифрларнинг тенг қийматли ва ҳар хил қийматли турлари мавжуд бўлиб, биринчи холатда шифр белгилар бир хил қийматли бўлади, иккинчи холатда эса, хар хил қийматга эга бўлади. Масалан, бирор шифр белги битта белгида иборат бўлса, иккинчиси белгилар жуфтлигидан, яна бошқаси эса кўпроқ белгидан иборат бўлиши мумкин. </a:t>
            </a:r>
            <a:endParaRPr lang="ru-RU" sz="2000" smtClean="0"/>
          </a:p>
        </p:txBody>
      </p:sp>
      <p:sp>
        <p:nvSpPr>
          <p:cNvPr id="17412" name="AutoShape 4">
            <a:hlinkClick r:id="rId2" action="ppaction://hlinksldjump" highlightClick="1"/>
          </p:cNvPr>
          <p:cNvSpPr>
            <a:spLocks noChangeArrowheads="1"/>
          </p:cNvSpPr>
          <p:nvPr/>
        </p:nvSpPr>
        <p:spPr bwMode="auto">
          <a:xfrm>
            <a:off x="5651500" y="6165850"/>
            <a:ext cx="1296988" cy="431800"/>
          </a:xfrm>
          <a:prstGeom prst="actionButtonBlank">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ru-RU"/>
              <a:t>О</a:t>
            </a:r>
            <a:r>
              <a:rPr lang="uz-Cyrl-UZ"/>
              <a:t>рқ</a:t>
            </a:r>
            <a:r>
              <a:rPr lang="ru-RU"/>
              <a:t>ага</a:t>
            </a:r>
          </a:p>
        </p:txBody>
      </p:sp>
      <p:sp>
        <p:nvSpPr>
          <p:cNvPr id="17413" name="AutoShape 5">
            <a:hlinkClick r:id="" action="ppaction://hlinkshowjump?jump=nextslide" highlightClick="1"/>
          </p:cNvPr>
          <p:cNvSpPr>
            <a:spLocks noChangeArrowheads="1"/>
          </p:cNvSpPr>
          <p:nvPr/>
        </p:nvSpPr>
        <p:spPr bwMode="auto">
          <a:xfrm>
            <a:off x="7092950" y="6165850"/>
            <a:ext cx="1296988" cy="431800"/>
          </a:xfrm>
          <a:prstGeom prst="actionButtonBlank">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uz-Cyrl-UZ"/>
              <a:t>Давоми</a:t>
            </a:r>
            <a:endParaRPr lang="ru-RU"/>
          </a:p>
        </p:txBody>
      </p:sp>
    </p:spTree>
  </p:cSld>
  <p:clrMapOvr>
    <a:masterClrMapping/>
  </p:clrMapOvr>
  <p:transition advClick="0">
    <p:checke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3" name="Rectangle 5"/>
          <p:cNvSpPr>
            <a:spLocks noGrp="1" noChangeArrowheads="1"/>
          </p:cNvSpPr>
          <p:nvPr>
            <p:ph type="title"/>
          </p:nvPr>
        </p:nvSpPr>
        <p:spPr>
          <a:xfrm>
            <a:off x="539750" y="260350"/>
            <a:ext cx="8229600" cy="414338"/>
          </a:xfrm>
        </p:spPr>
        <p:txBody>
          <a:bodyPr/>
          <a:lstStyle/>
          <a:p>
            <a:pPr eaLnBrk="1" hangingPunct="1">
              <a:defRPr/>
            </a:pPr>
            <a:r>
              <a:rPr lang="ru-RU" sz="2000" b="1" smtClean="0"/>
              <a:t>Мисол</a:t>
            </a:r>
          </a:p>
        </p:txBody>
      </p:sp>
      <p:graphicFrame>
        <p:nvGraphicFramePr>
          <p:cNvPr id="18435" name="Object 4"/>
          <p:cNvGraphicFramePr>
            <a:graphicFrameLocks noGrp="1" noChangeAspect="1"/>
          </p:cNvGraphicFramePr>
          <p:nvPr>
            <p:ph idx="1"/>
          </p:nvPr>
        </p:nvGraphicFramePr>
        <p:xfrm>
          <a:off x="0" y="836613"/>
          <a:ext cx="9144000" cy="5184775"/>
        </p:xfrm>
        <a:graphic>
          <a:graphicData uri="http://schemas.openxmlformats.org/presentationml/2006/ole">
            <mc:AlternateContent xmlns:mc="http://schemas.openxmlformats.org/markup-compatibility/2006">
              <mc:Choice xmlns:v="urn:schemas-microsoft-com:vml" Requires="v">
                <p:oleObj spid="_x0000_s18440" name="Точечный рисунок" r:id="rId3" imgW="6687483" imgH="3258005" progId="Paint.Picture">
                  <p:embed/>
                </p:oleObj>
              </mc:Choice>
              <mc:Fallback>
                <p:oleObj name="Точечный рисунок" r:id="rId3" imgW="6687483" imgH="3258005" progId="Paint.Picture">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836613"/>
                        <a:ext cx="9144000" cy="51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436" name="AutoShape 7">
            <a:hlinkClick r:id="" action="ppaction://hlinkshowjump?jump=previousslide" highlightClick="1"/>
          </p:cNvPr>
          <p:cNvSpPr>
            <a:spLocks noChangeArrowheads="1"/>
          </p:cNvSpPr>
          <p:nvPr/>
        </p:nvSpPr>
        <p:spPr bwMode="auto">
          <a:xfrm>
            <a:off x="5940425" y="6165850"/>
            <a:ext cx="1296988" cy="431800"/>
          </a:xfrm>
          <a:prstGeom prst="actionButtonBlank">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ru-RU"/>
              <a:t>О</a:t>
            </a:r>
            <a:r>
              <a:rPr lang="uz-Cyrl-UZ"/>
              <a:t>рқ</a:t>
            </a:r>
            <a:r>
              <a:rPr lang="ru-RU"/>
              <a:t>ага</a:t>
            </a:r>
          </a:p>
        </p:txBody>
      </p:sp>
      <p:sp>
        <p:nvSpPr>
          <p:cNvPr id="18437" name="AutoShape 9">
            <a:hlinkClick r:id="rId5" action="ppaction://hlinksldjump" highlightClick="1"/>
          </p:cNvPr>
          <p:cNvSpPr>
            <a:spLocks noChangeArrowheads="1"/>
          </p:cNvSpPr>
          <p:nvPr/>
        </p:nvSpPr>
        <p:spPr bwMode="auto">
          <a:xfrm>
            <a:off x="7524750" y="6165850"/>
            <a:ext cx="1296988" cy="431800"/>
          </a:xfrm>
          <a:prstGeom prst="actionButtonBlank">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uz-Cyrl-UZ"/>
              <a:t>Тамом</a:t>
            </a:r>
            <a:endParaRPr lang="ru-RU"/>
          </a:p>
        </p:txBody>
      </p:sp>
    </p:spTree>
  </p:cSld>
  <p:clrMapOvr>
    <a:masterClrMapping/>
  </p:clrMapOvr>
  <p:transition advClick="0">
    <p:checke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defRPr/>
            </a:pPr>
            <a:r>
              <a:rPr lang="ru-RU" sz="2400" b="1" smtClean="0"/>
              <a:t>Вижинер</a:t>
            </a:r>
            <a:r>
              <a:rPr lang="uz-Cyrl-UZ" sz="2400" b="1" smtClean="0"/>
              <a:t> жадвали.</a:t>
            </a:r>
            <a:endParaRPr lang="ru-RU" sz="2400" b="1" smtClean="0"/>
          </a:p>
        </p:txBody>
      </p:sp>
      <p:sp>
        <p:nvSpPr>
          <p:cNvPr id="5123" name="Rectangle 3"/>
          <p:cNvSpPr>
            <a:spLocks noGrp="1" noChangeArrowheads="1"/>
          </p:cNvSpPr>
          <p:nvPr>
            <p:ph type="body" sz="half" idx="1"/>
          </p:nvPr>
        </p:nvSpPr>
        <p:spPr>
          <a:xfrm>
            <a:off x="457200" y="1600200"/>
            <a:ext cx="8291513" cy="2549525"/>
          </a:xfrm>
        </p:spPr>
        <p:txBody>
          <a:bodyPr/>
          <a:lstStyle/>
          <a:p>
            <a:pPr marL="0" indent="441325" algn="just" eaLnBrk="1" hangingPunct="1">
              <a:buFontTx/>
              <a:buNone/>
            </a:pPr>
            <a:r>
              <a:rPr lang="uz-Cyrl-UZ" sz="1800" smtClean="0"/>
              <a:t>Маълумки Вижинер жадвали ҳам тарихий шифрлардан бири бўлиб,  Ушбу жадвал алфавит белгиларини циклик силжитиш натижасида олинади. Ш</a:t>
            </a:r>
            <a:r>
              <a:rPr lang="ru-RU" sz="1800" smtClean="0"/>
              <a:t>уни таъкидлаш жоизки биринчи сатрни ихтиёрий тарзда олиш мумкин. </a:t>
            </a:r>
          </a:p>
          <a:p>
            <a:pPr marL="0" indent="441325" algn="just" eaLnBrk="1" hangingPunct="1">
              <a:buFontTx/>
              <a:buNone/>
            </a:pPr>
            <a:r>
              <a:rPr lang="uz-Cyrl-UZ" sz="1800" smtClean="0"/>
              <a:t>Жадвалнинг биринчи сатри очиқ матн алфавити бўлиб хизмат қилади. Очиқ матн ни шифрлашда  Вижинер калит кетма-кетлиги(Г) сифатида очиқ матннинг ўзидан фойдаланишни таклиф этган. Шу билан  бирга очиқ матннинг бошига ҳар иккала фойдаланувчи учун маълум бўлган  белги қўшилган.</a:t>
            </a:r>
          </a:p>
        </p:txBody>
      </p:sp>
      <p:graphicFrame>
        <p:nvGraphicFramePr>
          <p:cNvPr id="5124" name="Object 4"/>
          <p:cNvGraphicFramePr>
            <a:graphicFrameLocks noChangeAspect="1"/>
          </p:cNvGraphicFramePr>
          <p:nvPr>
            <p:ph sz="half" idx="2"/>
          </p:nvPr>
        </p:nvGraphicFramePr>
        <p:xfrm>
          <a:off x="3492500" y="4092575"/>
          <a:ext cx="1727200" cy="1239838"/>
        </p:xfrm>
        <a:graphic>
          <a:graphicData uri="http://schemas.openxmlformats.org/presentationml/2006/ole">
            <mc:AlternateContent xmlns:mc="http://schemas.openxmlformats.org/markup-compatibility/2006">
              <mc:Choice xmlns:v="urn:schemas-microsoft-com:vml" Requires="v">
                <p:oleObj spid="_x0000_s19458" name="Точечный рисунок" r:id="rId3" imgW="1247619" imgH="895238" progId="Paint.Picture">
                  <p:embed/>
                </p:oleObj>
              </mc:Choice>
              <mc:Fallback>
                <p:oleObj name="Точечный рисунок" r:id="rId3" imgW="1247619" imgH="895238"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2500" y="4092575"/>
                        <a:ext cx="1727200" cy="1239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25" name="Rectangle 7"/>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ru-RU"/>
          </a:p>
        </p:txBody>
      </p:sp>
      <p:graphicFrame>
        <p:nvGraphicFramePr>
          <p:cNvPr id="5126" name="Object 6"/>
          <p:cNvGraphicFramePr>
            <a:graphicFrameLocks noChangeAspect="1"/>
          </p:cNvGraphicFramePr>
          <p:nvPr/>
        </p:nvGraphicFramePr>
        <p:xfrm>
          <a:off x="1187450" y="5661025"/>
          <a:ext cx="1944688" cy="444500"/>
        </p:xfrm>
        <a:graphic>
          <a:graphicData uri="http://schemas.openxmlformats.org/presentationml/2006/ole">
            <mc:AlternateContent xmlns:mc="http://schemas.openxmlformats.org/markup-compatibility/2006">
              <mc:Choice xmlns:v="urn:schemas-microsoft-com:vml" Requires="v">
                <p:oleObj spid="_x0000_s19459" name="Формула" r:id="rId5" imgW="1002865" imgH="228501" progId="Equation.3">
                  <p:embed/>
                </p:oleObj>
              </mc:Choice>
              <mc:Fallback>
                <p:oleObj name="Формула" r:id="rId5" imgW="1002865" imgH="228501"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87450" y="5661025"/>
                        <a:ext cx="1944688"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127" name="Rectangle 9"/>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ru-RU"/>
          </a:p>
        </p:txBody>
      </p:sp>
      <p:graphicFrame>
        <p:nvGraphicFramePr>
          <p:cNvPr id="5128" name="Object 8"/>
          <p:cNvGraphicFramePr>
            <a:graphicFrameLocks noChangeAspect="1"/>
          </p:cNvGraphicFramePr>
          <p:nvPr/>
        </p:nvGraphicFramePr>
        <p:xfrm>
          <a:off x="2339975" y="5373688"/>
          <a:ext cx="336550" cy="474662"/>
        </p:xfrm>
        <a:graphic>
          <a:graphicData uri="http://schemas.openxmlformats.org/presentationml/2006/ole">
            <mc:AlternateContent xmlns:mc="http://schemas.openxmlformats.org/markup-compatibility/2006">
              <mc:Choice xmlns:v="urn:schemas-microsoft-com:vml" Requires="v">
                <p:oleObj spid="_x0000_s19460" name="Формула" r:id="rId7" imgW="165028" imgH="228501" progId="Equation.3">
                  <p:embed/>
                </p:oleObj>
              </mc:Choice>
              <mc:Fallback>
                <p:oleObj name="Формула" r:id="rId7" imgW="165028" imgH="228501"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39975" y="5373688"/>
                        <a:ext cx="336550" cy="474662"/>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5129" name="Rectangle 10"/>
          <p:cNvSpPr>
            <a:spLocks noChangeArrowheads="1"/>
          </p:cNvSpPr>
          <p:nvPr/>
        </p:nvSpPr>
        <p:spPr bwMode="auto">
          <a:xfrm>
            <a:off x="539750" y="5373688"/>
            <a:ext cx="8291513"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indent="441325" algn="just">
              <a:spcBef>
                <a:spcPct val="20000"/>
              </a:spcBef>
              <a:buClr>
                <a:schemeClr val="tx2"/>
              </a:buClr>
            </a:pPr>
            <a:r>
              <a:rPr lang="ru-RU"/>
              <a:t>Яъни, Г ва        тўпламнинг элементларининг кесишмаларидан </a:t>
            </a:r>
            <a:r>
              <a:rPr lang="uz-Cyrl-UZ"/>
              <a:t> шифр матн </a:t>
            </a:r>
            <a:r>
              <a:rPr lang="en-US"/>
              <a:t>                                  </a:t>
            </a:r>
            <a:r>
              <a:rPr lang="uz-Cyrl-UZ"/>
              <a:t>хо</a:t>
            </a:r>
            <a:r>
              <a:rPr lang="ru-RU"/>
              <a:t>сил қилинади.</a:t>
            </a:r>
            <a:endParaRPr lang="uz-Cyrl-UZ"/>
          </a:p>
        </p:txBody>
      </p:sp>
      <p:sp>
        <p:nvSpPr>
          <p:cNvPr id="5130" name="AutoShape 11">
            <a:hlinkClick r:id="" action="ppaction://hlinkshowjump?jump=nextslide" highlightClick="1"/>
          </p:cNvPr>
          <p:cNvSpPr>
            <a:spLocks noChangeArrowheads="1"/>
          </p:cNvSpPr>
          <p:nvPr/>
        </p:nvSpPr>
        <p:spPr bwMode="auto">
          <a:xfrm>
            <a:off x="7669213" y="6381750"/>
            <a:ext cx="1295400" cy="360363"/>
          </a:xfrm>
          <a:prstGeom prst="actionButtonBlank">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uz-Cyrl-UZ"/>
              <a:t>Давоми</a:t>
            </a:r>
            <a:endParaRPr lang="ru-RU"/>
          </a:p>
        </p:txBody>
      </p:sp>
      <p:sp>
        <p:nvSpPr>
          <p:cNvPr id="5131" name="AutoShape 12">
            <a:hlinkClick r:id="rId9" action="ppaction://hlinksldjump" highlightClick="1"/>
          </p:cNvPr>
          <p:cNvSpPr>
            <a:spLocks noChangeArrowheads="1"/>
          </p:cNvSpPr>
          <p:nvPr/>
        </p:nvSpPr>
        <p:spPr bwMode="auto">
          <a:xfrm>
            <a:off x="6229350" y="6381750"/>
            <a:ext cx="1295400" cy="360363"/>
          </a:xfrm>
          <a:prstGeom prst="actionButtonBlank">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uz-Cyrl-UZ"/>
              <a:t>Орқага</a:t>
            </a:r>
            <a:endParaRPr lang="ru-RU"/>
          </a:p>
        </p:txBody>
      </p:sp>
    </p:spTree>
    <p:extLst>
      <p:ext uri="{BB962C8B-B14F-4D97-AF65-F5344CB8AC3E}">
        <p14:creationId xmlns:p14="http://schemas.microsoft.com/office/powerpoint/2010/main" val="1379477655"/>
      </p:ext>
    </p:extLst>
  </p:cSld>
  <p:clrMapOvr>
    <a:masterClrMapping/>
  </p:clrMapOvr>
  <p:transition advClick="0">
    <p:checke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10" name="Rectangle 6"/>
          <p:cNvSpPr>
            <a:spLocks noGrp="1" noChangeArrowheads="1"/>
          </p:cNvSpPr>
          <p:nvPr>
            <p:ph type="title"/>
          </p:nvPr>
        </p:nvSpPr>
        <p:spPr>
          <a:xfrm>
            <a:off x="457200" y="228600"/>
            <a:ext cx="8229600" cy="463550"/>
          </a:xfrm>
        </p:spPr>
        <p:txBody>
          <a:bodyPr/>
          <a:lstStyle/>
          <a:p>
            <a:pPr eaLnBrk="1" hangingPunct="1">
              <a:defRPr/>
            </a:pPr>
            <a:r>
              <a:rPr lang="ru-RU" sz="2000" b="1" smtClean="0"/>
              <a:t>Калит:</a:t>
            </a:r>
          </a:p>
        </p:txBody>
      </p:sp>
      <p:pic>
        <p:nvPicPr>
          <p:cNvPr id="6147" name="Picture 5"/>
          <p:cNvPicPr>
            <a:picLocks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79388" y="1052513"/>
            <a:ext cx="8785225" cy="49688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148" name="AutoShape 8">
            <a:hlinkClick r:id="" action="ppaction://hlinkshowjump?jump=nextslide" highlightClick="1"/>
          </p:cNvPr>
          <p:cNvSpPr>
            <a:spLocks noChangeArrowheads="1"/>
          </p:cNvSpPr>
          <p:nvPr/>
        </p:nvSpPr>
        <p:spPr bwMode="auto">
          <a:xfrm>
            <a:off x="7669213" y="6381750"/>
            <a:ext cx="1295400" cy="360363"/>
          </a:xfrm>
          <a:prstGeom prst="actionButtonBlank">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uz-Cyrl-UZ"/>
              <a:t>Давоми</a:t>
            </a:r>
            <a:endParaRPr lang="ru-RU"/>
          </a:p>
        </p:txBody>
      </p:sp>
      <p:sp>
        <p:nvSpPr>
          <p:cNvPr id="6149" name="AutoShape 9">
            <a:hlinkClick r:id="" action="ppaction://hlinkshowjump?jump=previousslide" highlightClick="1"/>
          </p:cNvPr>
          <p:cNvSpPr>
            <a:spLocks noChangeArrowheads="1"/>
          </p:cNvSpPr>
          <p:nvPr/>
        </p:nvSpPr>
        <p:spPr bwMode="auto">
          <a:xfrm>
            <a:off x="6229350" y="6381750"/>
            <a:ext cx="1295400" cy="360363"/>
          </a:xfrm>
          <a:prstGeom prst="actionButtonBlank">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uz-Cyrl-UZ"/>
              <a:t>Орқага</a:t>
            </a:r>
            <a:endParaRPr lang="ru-RU"/>
          </a:p>
        </p:txBody>
      </p:sp>
    </p:spTree>
    <p:extLst>
      <p:ext uri="{BB962C8B-B14F-4D97-AF65-F5344CB8AC3E}">
        <p14:creationId xmlns:p14="http://schemas.microsoft.com/office/powerpoint/2010/main" val="2260779893"/>
      </p:ext>
    </p:extLst>
  </p:cSld>
  <p:clrMapOvr>
    <a:masterClrMapping/>
  </p:clrMapOvr>
  <p:transition advClick="0">
    <p:checke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323850" y="549275"/>
            <a:ext cx="8229600" cy="752475"/>
          </a:xfrm>
        </p:spPr>
        <p:txBody>
          <a:bodyPr/>
          <a:lstStyle/>
          <a:p>
            <a:pPr eaLnBrk="1" hangingPunct="1">
              <a:defRPr/>
            </a:pPr>
            <a:r>
              <a:rPr lang="ru-RU" sz="2400" b="1" smtClean="0"/>
              <a:t>Мисол.</a:t>
            </a:r>
          </a:p>
        </p:txBody>
      </p:sp>
      <p:sp>
        <p:nvSpPr>
          <p:cNvPr id="7171" name="Rectangle 3"/>
          <p:cNvSpPr>
            <a:spLocks noGrp="1" noChangeArrowheads="1"/>
          </p:cNvSpPr>
          <p:nvPr>
            <p:ph type="body" idx="1"/>
          </p:nvPr>
        </p:nvSpPr>
        <p:spPr>
          <a:xfrm>
            <a:off x="323850" y="2636838"/>
            <a:ext cx="8229600" cy="1900237"/>
          </a:xfrm>
        </p:spPr>
        <p:txBody>
          <a:bodyPr/>
          <a:lstStyle/>
          <a:p>
            <a:pPr algn="just" eaLnBrk="1" hangingPunct="1">
              <a:buFontTx/>
              <a:buNone/>
            </a:pPr>
            <a:r>
              <a:rPr lang="ru-RU" sz="2000" smtClean="0"/>
              <a:t>           Масалан, </a:t>
            </a:r>
            <a:r>
              <a:rPr lang="uz-Cyrl-UZ" sz="2000" smtClean="0"/>
              <a:t> </a:t>
            </a:r>
            <a:r>
              <a:rPr lang="ru-RU" sz="2000" smtClean="0"/>
              <a:t>               </a:t>
            </a:r>
            <a:r>
              <a:rPr lang="uz-Cyrl-UZ" sz="2000" smtClean="0"/>
              <a:t>бўлганда, </a:t>
            </a:r>
            <a:r>
              <a:rPr lang="ru-RU" sz="2000" smtClean="0"/>
              <a:t>“</a:t>
            </a:r>
            <a:r>
              <a:rPr lang="en-US" sz="2000" b="1" smtClean="0"/>
              <a:t>MUSTAQIL DIYOR</a:t>
            </a:r>
            <a:r>
              <a:rPr lang="ru-RU" sz="2000" smtClean="0"/>
              <a:t>”</a:t>
            </a:r>
            <a:r>
              <a:rPr lang="uz-Cyrl-UZ" sz="2000" smtClean="0"/>
              <a:t> жумласини шифрлаш натижасида қуйидаги кў</a:t>
            </a:r>
            <a:r>
              <a:rPr lang="ru-RU" sz="2000" smtClean="0"/>
              <a:t>ринишдаги шифр матн олинади:</a:t>
            </a:r>
            <a:endParaRPr lang="en-US" sz="2000" b="1" smtClean="0"/>
          </a:p>
          <a:p>
            <a:pPr algn="ctr" eaLnBrk="1" hangingPunct="1">
              <a:buFontTx/>
              <a:buNone/>
            </a:pPr>
            <a:r>
              <a:rPr lang="en-US" sz="2000" b="1" smtClean="0"/>
              <a:t>RGMLTQYTOLGMF</a:t>
            </a:r>
            <a:r>
              <a:rPr lang="ru-RU" sz="2000" b="1" smtClean="0"/>
              <a:t> .</a:t>
            </a:r>
          </a:p>
        </p:txBody>
      </p:sp>
      <p:sp>
        <p:nvSpPr>
          <p:cNvPr id="7172" name="Rectangle 5"/>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ru-RU"/>
          </a:p>
        </p:txBody>
      </p:sp>
      <p:graphicFrame>
        <p:nvGraphicFramePr>
          <p:cNvPr id="7173" name="Object 4"/>
          <p:cNvGraphicFramePr>
            <a:graphicFrameLocks noChangeAspect="1"/>
          </p:cNvGraphicFramePr>
          <p:nvPr/>
        </p:nvGraphicFramePr>
        <p:xfrm>
          <a:off x="2843213" y="2636838"/>
          <a:ext cx="1152525" cy="384175"/>
        </p:xfrm>
        <a:graphic>
          <a:graphicData uri="http://schemas.openxmlformats.org/presentationml/2006/ole">
            <mc:AlternateContent xmlns:mc="http://schemas.openxmlformats.org/markup-compatibility/2006">
              <mc:Choice xmlns:v="urn:schemas-microsoft-com:vml" Requires="v">
                <p:oleObj spid="_x0000_s20482" name="Формула" r:id="rId3" imgW="431613" imgH="228501" progId="Equation.3">
                  <p:embed/>
                </p:oleObj>
              </mc:Choice>
              <mc:Fallback>
                <p:oleObj name="Формула" r:id="rId3" imgW="431613" imgH="228501"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3213" y="2636838"/>
                        <a:ext cx="1152525" cy="38417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174" name="AutoShape 7">
            <a:hlinkClick r:id="" action="ppaction://hlinkshowjump?jump=previousslide" highlightClick="1"/>
          </p:cNvPr>
          <p:cNvSpPr>
            <a:spLocks noChangeArrowheads="1"/>
          </p:cNvSpPr>
          <p:nvPr/>
        </p:nvSpPr>
        <p:spPr bwMode="auto">
          <a:xfrm>
            <a:off x="6229350" y="6381750"/>
            <a:ext cx="1295400" cy="360363"/>
          </a:xfrm>
          <a:prstGeom prst="actionButtonBlank">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uz-Cyrl-UZ"/>
              <a:t>Орқага</a:t>
            </a:r>
            <a:endParaRPr lang="ru-RU"/>
          </a:p>
        </p:txBody>
      </p:sp>
      <p:sp>
        <p:nvSpPr>
          <p:cNvPr id="7175" name="AutoShape 8">
            <a:hlinkClick r:id="" action="ppaction://hlinkshowjump?jump=nextslide" highlightClick="1"/>
          </p:cNvPr>
          <p:cNvSpPr>
            <a:spLocks noChangeArrowheads="1"/>
          </p:cNvSpPr>
          <p:nvPr/>
        </p:nvSpPr>
        <p:spPr bwMode="auto">
          <a:xfrm>
            <a:off x="7669213" y="6381750"/>
            <a:ext cx="1295400" cy="360363"/>
          </a:xfrm>
          <a:prstGeom prst="actionButtonBlank">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uz-Cyrl-UZ"/>
              <a:t>Давоми</a:t>
            </a:r>
            <a:endParaRPr lang="ru-RU"/>
          </a:p>
        </p:txBody>
      </p:sp>
    </p:spTree>
    <p:extLst>
      <p:ext uri="{BB962C8B-B14F-4D97-AF65-F5344CB8AC3E}">
        <p14:creationId xmlns:p14="http://schemas.microsoft.com/office/powerpoint/2010/main" val="3549216254"/>
      </p:ext>
    </p:extLst>
  </p:cSld>
  <p:clrMapOvr>
    <a:masterClrMapping/>
  </p:clrMapOvr>
  <p:transition advClick="0">
    <p:checke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39750" y="2924175"/>
            <a:ext cx="8229600" cy="1143000"/>
          </a:xfrm>
        </p:spPr>
        <p:txBody>
          <a:bodyPr/>
          <a:lstStyle/>
          <a:p>
            <a:pPr>
              <a:defRPr/>
            </a:pPr>
            <a:r>
              <a:rPr lang="uz-Cyrl-UZ" sz="1600" dirty="0" smtClean="0"/>
              <a:t>1-топшириқ: “ЮНОСТЬ” сўзини Цезар шифри ёрдамида шифрланг. </a:t>
            </a:r>
            <a:br>
              <a:rPr lang="uz-Cyrl-UZ" sz="1600" dirty="0" smtClean="0"/>
            </a:br>
            <a:r>
              <a:rPr lang="uz-Cyrl-UZ" sz="1600" dirty="0" smtClean="0"/>
              <a:t>1-вариант. К</a:t>
            </a:r>
            <a:r>
              <a:rPr lang="ru-RU" sz="1600" dirty="0" smtClean="0"/>
              <a:t>=7</a:t>
            </a:r>
            <a:br>
              <a:rPr lang="ru-RU" sz="1600" dirty="0" smtClean="0"/>
            </a:br>
            <a:r>
              <a:rPr lang="ru-RU" sz="1600" dirty="0" smtClean="0"/>
              <a:t>2</a:t>
            </a:r>
            <a:r>
              <a:rPr lang="uz-Cyrl-UZ" sz="1600" dirty="0" smtClean="0"/>
              <a:t>-вариант. К</a:t>
            </a:r>
            <a:r>
              <a:rPr lang="ru-RU" sz="1600" dirty="0" smtClean="0"/>
              <a:t>=17</a:t>
            </a:r>
            <a:endParaRPr lang="ru-RU" sz="1600" dirty="0"/>
          </a:p>
        </p:txBody>
      </p:sp>
      <p:graphicFrame>
        <p:nvGraphicFramePr>
          <p:cNvPr id="4" name="Объект 3"/>
          <p:cNvGraphicFramePr>
            <a:graphicFrameLocks noGrp="1"/>
          </p:cNvGraphicFramePr>
          <p:nvPr>
            <p:ph idx="1"/>
          </p:nvPr>
        </p:nvGraphicFramePr>
        <p:xfrm>
          <a:off x="827088" y="333375"/>
          <a:ext cx="7777159" cy="1097280"/>
        </p:xfrm>
        <a:graphic>
          <a:graphicData uri="http://schemas.openxmlformats.org/drawingml/2006/table">
            <a:tbl>
              <a:tblPr>
                <a:tableStyleId>{5C22544A-7EE6-4342-B048-85BDC9FD1C3A}</a:tableStyleId>
              </a:tblPr>
              <a:tblGrid>
                <a:gridCol w="1751239"/>
                <a:gridCol w="376620"/>
                <a:gridCol w="376620"/>
                <a:gridCol w="376620"/>
                <a:gridCol w="376620"/>
                <a:gridCol w="376620"/>
                <a:gridCol w="376620"/>
                <a:gridCol w="376620"/>
                <a:gridCol w="376620"/>
                <a:gridCol w="376620"/>
                <a:gridCol w="376620"/>
                <a:gridCol w="376620"/>
                <a:gridCol w="376620"/>
                <a:gridCol w="376620"/>
                <a:gridCol w="376620"/>
                <a:gridCol w="376620"/>
                <a:gridCol w="376620"/>
              </a:tblGrid>
              <a:tr h="548482">
                <a:tc>
                  <a:txBody>
                    <a:bodyPr/>
                    <a:lstStyle/>
                    <a:p>
                      <a:pPr algn="ctr">
                        <a:lnSpc>
                          <a:spcPct val="100000"/>
                        </a:lnSpc>
                        <a:spcAft>
                          <a:spcPts val="0"/>
                        </a:spcAft>
                      </a:pPr>
                      <a:r>
                        <a:rPr lang="uz-Cyrl-UZ" sz="1800" dirty="0">
                          <a:effectLst/>
                        </a:rPr>
                        <a:t>Асосий</a:t>
                      </a:r>
                      <a:endParaRPr lang="ru-RU" sz="1800" dirty="0">
                        <a:effectLst/>
                      </a:endParaRPr>
                    </a:p>
                    <a:p>
                      <a:pPr algn="ctr">
                        <a:lnSpc>
                          <a:spcPct val="100000"/>
                        </a:lnSpc>
                        <a:spcAft>
                          <a:spcPts val="0"/>
                        </a:spcAft>
                      </a:pPr>
                      <a:r>
                        <a:rPr lang="ru-RU" sz="1800" dirty="0">
                          <a:effectLst/>
                        </a:rPr>
                        <a:t>алфавит</a:t>
                      </a:r>
                      <a:endParaRPr lang="ru-RU" sz="1800" dirty="0">
                        <a:effectLst/>
                        <a:latin typeface="Times New Roman"/>
                        <a:ea typeface="Times New Roman"/>
                      </a:endParaRPr>
                    </a:p>
                  </a:txBody>
                  <a:tcPr marL="17781" marR="17781" marT="0" marB="0"/>
                </a:tc>
                <a:tc>
                  <a:txBody>
                    <a:bodyPr/>
                    <a:lstStyle/>
                    <a:p>
                      <a:pPr algn="ctr">
                        <a:lnSpc>
                          <a:spcPct val="100000"/>
                        </a:lnSpc>
                        <a:spcAft>
                          <a:spcPts val="0"/>
                        </a:spcAft>
                      </a:pPr>
                      <a:r>
                        <a:rPr lang="ru-RU" sz="1800" dirty="0">
                          <a:effectLst/>
                        </a:rPr>
                        <a:t>А</a:t>
                      </a:r>
                      <a:endParaRPr lang="ru-RU" sz="1800" dirty="0">
                        <a:effectLst/>
                        <a:latin typeface="Times New Roman"/>
                        <a:ea typeface="Times New Roman"/>
                      </a:endParaRPr>
                    </a:p>
                  </a:txBody>
                  <a:tcPr marL="17781" marR="17781" marT="0" marB="0"/>
                </a:tc>
                <a:tc>
                  <a:txBody>
                    <a:bodyPr/>
                    <a:lstStyle/>
                    <a:p>
                      <a:pPr algn="ctr">
                        <a:lnSpc>
                          <a:spcPct val="100000"/>
                        </a:lnSpc>
                        <a:spcAft>
                          <a:spcPts val="0"/>
                        </a:spcAft>
                      </a:pPr>
                      <a:r>
                        <a:rPr lang="ru-RU" sz="1800" dirty="0">
                          <a:effectLst/>
                        </a:rPr>
                        <a:t>Б</a:t>
                      </a:r>
                      <a:endParaRPr lang="ru-RU" sz="1800" dirty="0">
                        <a:effectLst/>
                        <a:latin typeface="Times New Roman"/>
                        <a:ea typeface="Times New Roman"/>
                      </a:endParaRPr>
                    </a:p>
                  </a:txBody>
                  <a:tcPr marL="17781" marR="17781" marT="0" marB="0"/>
                </a:tc>
                <a:tc>
                  <a:txBody>
                    <a:bodyPr/>
                    <a:lstStyle/>
                    <a:p>
                      <a:pPr algn="ctr">
                        <a:lnSpc>
                          <a:spcPct val="100000"/>
                        </a:lnSpc>
                        <a:spcAft>
                          <a:spcPts val="0"/>
                        </a:spcAft>
                      </a:pPr>
                      <a:r>
                        <a:rPr lang="ru-RU" sz="1800" dirty="0">
                          <a:effectLst/>
                        </a:rPr>
                        <a:t>В</a:t>
                      </a:r>
                      <a:endParaRPr lang="ru-RU" sz="1800" dirty="0">
                        <a:effectLst/>
                        <a:latin typeface="Times New Roman"/>
                        <a:ea typeface="Times New Roman"/>
                      </a:endParaRPr>
                    </a:p>
                  </a:txBody>
                  <a:tcPr marL="17781" marR="17781" marT="0" marB="0"/>
                </a:tc>
                <a:tc>
                  <a:txBody>
                    <a:bodyPr/>
                    <a:lstStyle/>
                    <a:p>
                      <a:pPr algn="ctr">
                        <a:lnSpc>
                          <a:spcPct val="100000"/>
                        </a:lnSpc>
                        <a:spcAft>
                          <a:spcPts val="0"/>
                        </a:spcAft>
                      </a:pPr>
                      <a:r>
                        <a:rPr lang="ru-RU" sz="1800">
                          <a:effectLst/>
                        </a:rPr>
                        <a:t>Г</a:t>
                      </a:r>
                      <a:endParaRPr lang="ru-RU" sz="1800">
                        <a:effectLst/>
                        <a:latin typeface="Times New Roman"/>
                        <a:ea typeface="Times New Roman"/>
                      </a:endParaRPr>
                    </a:p>
                  </a:txBody>
                  <a:tcPr marL="17781" marR="17781" marT="0" marB="0"/>
                </a:tc>
                <a:tc>
                  <a:txBody>
                    <a:bodyPr/>
                    <a:lstStyle/>
                    <a:p>
                      <a:pPr algn="ctr">
                        <a:lnSpc>
                          <a:spcPct val="100000"/>
                        </a:lnSpc>
                        <a:spcAft>
                          <a:spcPts val="0"/>
                        </a:spcAft>
                      </a:pPr>
                      <a:r>
                        <a:rPr lang="ru-RU" sz="1800">
                          <a:effectLst/>
                        </a:rPr>
                        <a:t>Д</a:t>
                      </a:r>
                      <a:endParaRPr lang="ru-RU" sz="1800">
                        <a:effectLst/>
                        <a:latin typeface="Times New Roman"/>
                        <a:ea typeface="Times New Roman"/>
                      </a:endParaRPr>
                    </a:p>
                  </a:txBody>
                  <a:tcPr marL="17781" marR="17781" marT="0" marB="0"/>
                </a:tc>
                <a:tc>
                  <a:txBody>
                    <a:bodyPr/>
                    <a:lstStyle/>
                    <a:p>
                      <a:pPr algn="ctr">
                        <a:lnSpc>
                          <a:spcPct val="100000"/>
                        </a:lnSpc>
                        <a:spcAft>
                          <a:spcPts val="0"/>
                        </a:spcAft>
                      </a:pPr>
                      <a:r>
                        <a:rPr lang="ru-RU" sz="1800">
                          <a:effectLst/>
                        </a:rPr>
                        <a:t>Е</a:t>
                      </a:r>
                      <a:endParaRPr lang="ru-RU" sz="1800">
                        <a:effectLst/>
                        <a:latin typeface="Times New Roman"/>
                        <a:ea typeface="Times New Roman"/>
                      </a:endParaRPr>
                    </a:p>
                  </a:txBody>
                  <a:tcPr marL="17781" marR="17781" marT="0" marB="0"/>
                </a:tc>
                <a:tc>
                  <a:txBody>
                    <a:bodyPr/>
                    <a:lstStyle/>
                    <a:p>
                      <a:pPr algn="ctr">
                        <a:lnSpc>
                          <a:spcPct val="100000"/>
                        </a:lnSpc>
                        <a:spcAft>
                          <a:spcPts val="0"/>
                        </a:spcAft>
                      </a:pPr>
                      <a:r>
                        <a:rPr lang="ru-RU" sz="1800">
                          <a:effectLst/>
                        </a:rPr>
                        <a:t>Ж</a:t>
                      </a:r>
                      <a:endParaRPr lang="ru-RU" sz="1800">
                        <a:effectLst/>
                        <a:latin typeface="Times New Roman"/>
                        <a:ea typeface="Times New Roman"/>
                      </a:endParaRPr>
                    </a:p>
                  </a:txBody>
                  <a:tcPr marL="17781" marR="17781" marT="0" marB="0"/>
                </a:tc>
                <a:tc>
                  <a:txBody>
                    <a:bodyPr/>
                    <a:lstStyle/>
                    <a:p>
                      <a:pPr algn="ctr">
                        <a:lnSpc>
                          <a:spcPct val="100000"/>
                        </a:lnSpc>
                        <a:spcAft>
                          <a:spcPts val="0"/>
                        </a:spcAft>
                      </a:pPr>
                      <a:r>
                        <a:rPr lang="ru-RU" sz="1800">
                          <a:effectLst/>
                        </a:rPr>
                        <a:t>З</a:t>
                      </a:r>
                      <a:endParaRPr lang="ru-RU" sz="1800">
                        <a:effectLst/>
                        <a:latin typeface="Times New Roman"/>
                        <a:ea typeface="Times New Roman"/>
                      </a:endParaRPr>
                    </a:p>
                  </a:txBody>
                  <a:tcPr marL="17781" marR="17781" marT="0" marB="0"/>
                </a:tc>
                <a:tc>
                  <a:txBody>
                    <a:bodyPr/>
                    <a:lstStyle/>
                    <a:p>
                      <a:pPr algn="ctr">
                        <a:lnSpc>
                          <a:spcPct val="100000"/>
                        </a:lnSpc>
                        <a:spcAft>
                          <a:spcPts val="0"/>
                        </a:spcAft>
                      </a:pPr>
                      <a:r>
                        <a:rPr lang="ru-RU" sz="1800">
                          <a:effectLst/>
                        </a:rPr>
                        <a:t>И</a:t>
                      </a:r>
                      <a:endParaRPr lang="ru-RU" sz="1800">
                        <a:effectLst/>
                        <a:latin typeface="Times New Roman"/>
                        <a:ea typeface="Times New Roman"/>
                      </a:endParaRPr>
                    </a:p>
                  </a:txBody>
                  <a:tcPr marL="17781" marR="17781" marT="0" marB="0"/>
                </a:tc>
                <a:tc>
                  <a:txBody>
                    <a:bodyPr/>
                    <a:lstStyle/>
                    <a:p>
                      <a:pPr algn="ctr">
                        <a:lnSpc>
                          <a:spcPct val="100000"/>
                        </a:lnSpc>
                        <a:spcAft>
                          <a:spcPts val="0"/>
                        </a:spcAft>
                      </a:pPr>
                      <a:r>
                        <a:rPr lang="ru-RU" sz="1800">
                          <a:effectLst/>
                        </a:rPr>
                        <a:t>Й</a:t>
                      </a:r>
                      <a:endParaRPr lang="ru-RU" sz="1800">
                        <a:effectLst/>
                        <a:latin typeface="Times New Roman"/>
                        <a:ea typeface="Times New Roman"/>
                      </a:endParaRPr>
                    </a:p>
                  </a:txBody>
                  <a:tcPr marL="17781" marR="17781" marT="0" marB="0"/>
                </a:tc>
                <a:tc>
                  <a:txBody>
                    <a:bodyPr/>
                    <a:lstStyle/>
                    <a:p>
                      <a:pPr algn="ctr">
                        <a:lnSpc>
                          <a:spcPct val="100000"/>
                        </a:lnSpc>
                        <a:spcAft>
                          <a:spcPts val="0"/>
                        </a:spcAft>
                      </a:pPr>
                      <a:r>
                        <a:rPr lang="ru-RU" sz="1800">
                          <a:effectLst/>
                        </a:rPr>
                        <a:t>К</a:t>
                      </a:r>
                      <a:endParaRPr lang="ru-RU" sz="1800">
                        <a:effectLst/>
                        <a:latin typeface="Times New Roman"/>
                        <a:ea typeface="Times New Roman"/>
                      </a:endParaRPr>
                    </a:p>
                  </a:txBody>
                  <a:tcPr marL="17781" marR="17781" marT="0" marB="0"/>
                </a:tc>
                <a:tc>
                  <a:txBody>
                    <a:bodyPr/>
                    <a:lstStyle/>
                    <a:p>
                      <a:pPr algn="ctr">
                        <a:lnSpc>
                          <a:spcPct val="100000"/>
                        </a:lnSpc>
                        <a:spcAft>
                          <a:spcPts val="0"/>
                        </a:spcAft>
                      </a:pPr>
                      <a:r>
                        <a:rPr lang="ru-RU" sz="1800">
                          <a:effectLst/>
                        </a:rPr>
                        <a:t>Л</a:t>
                      </a:r>
                      <a:endParaRPr lang="ru-RU" sz="1800">
                        <a:effectLst/>
                        <a:latin typeface="Times New Roman"/>
                        <a:ea typeface="Times New Roman"/>
                      </a:endParaRPr>
                    </a:p>
                  </a:txBody>
                  <a:tcPr marL="17781" marR="17781" marT="0" marB="0"/>
                </a:tc>
                <a:tc>
                  <a:txBody>
                    <a:bodyPr/>
                    <a:lstStyle/>
                    <a:p>
                      <a:pPr algn="ctr">
                        <a:lnSpc>
                          <a:spcPct val="100000"/>
                        </a:lnSpc>
                        <a:spcAft>
                          <a:spcPts val="0"/>
                        </a:spcAft>
                      </a:pPr>
                      <a:r>
                        <a:rPr lang="ru-RU" sz="1800">
                          <a:effectLst/>
                        </a:rPr>
                        <a:t>М</a:t>
                      </a:r>
                      <a:endParaRPr lang="ru-RU" sz="1800">
                        <a:effectLst/>
                        <a:latin typeface="Times New Roman"/>
                        <a:ea typeface="Times New Roman"/>
                      </a:endParaRPr>
                    </a:p>
                  </a:txBody>
                  <a:tcPr marL="17781" marR="17781" marT="0" marB="0"/>
                </a:tc>
                <a:tc>
                  <a:txBody>
                    <a:bodyPr/>
                    <a:lstStyle/>
                    <a:p>
                      <a:pPr algn="ctr">
                        <a:lnSpc>
                          <a:spcPct val="100000"/>
                        </a:lnSpc>
                        <a:spcAft>
                          <a:spcPts val="0"/>
                        </a:spcAft>
                      </a:pPr>
                      <a:r>
                        <a:rPr lang="ru-RU" sz="1800">
                          <a:effectLst/>
                        </a:rPr>
                        <a:t>Н</a:t>
                      </a:r>
                      <a:endParaRPr lang="ru-RU" sz="1800">
                        <a:effectLst/>
                        <a:latin typeface="Times New Roman"/>
                        <a:ea typeface="Times New Roman"/>
                      </a:endParaRPr>
                    </a:p>
                  </a:txBody>
                  <a:tcPr marL="17781" marR="17781" marT="0" marB="0"/>
                </a:tc>
                <a:tc>
                  <a:txBody>
                    <a:bodyPr/>
                    <a:lstStyle/>
                    <a:p>
                      <a:pPr algn="ctr">
                        <a:lnSpc>
                          <a:spcPct val="100000"/>
                        </a:lnSpc>
                        <a:spcAft>
                          <a:spcPts val="0"/>
                        </a:spcAft>
                      </a:pPr>
                      <a:r>
                        <a:rPr lang="ru-RU" sz="1800">
                          <a:effectLst/>
                        </a:rPr>
                        <a:t>О</a:t>
                      </a:r>
                      <a:endParaRPr lang="ru-RU" sz="1800">
                        <a:effectLst/>
                        <a:latin typeface="Times New Roman"/>
                        <a:ea typeface="Times New Roman"/>
                      </a:endParaRPr>
                    </a:p>
                  </a:txBody>
                  <a:tcPr marL="17781" marR="17781" marT="0" marB="0"/>
                </a:tc>
                <a:tc>
                  <a:txBody>
                    <a:bodyPr/>
                    <a:lstStyle/>
                    <a:p>
                      <a:pPr algn="ctr">
                        <a:lnSpc>
                          <a:spcPct val="100000"/>
                        </a:lnSpc>
                        <a:spcAft>
                          <a:spcPts val="0"/>
                        </a:spcAft>
                      </a:pPr>
                      <a:r>
                        <a:rPr lang="ru-RU" sz="1800">
                          <a:effectLst/>
                        </a:rPr>
                        <a:t>П</a:t>
                      </a:r>
                      <a:endParaRPr lang="ru-RU" sz="1800">
                        <a:effectLst/>
                        <a:latin typeface="Times New Roman"/>
                        <a:ea typeface="Times New Roman"/>
                      </a:endParaRPr>
                    </a:p>
                  </a:txBody>
                  <a:tcPr marL="17781" marR="17781" marT="0" marB="0"/>
                </a:tc>
              </a:tr>
              <a:tr h="548482">
                <a:tc>
                  <a:txBody>
                    <a:bodyPr/>
                    <a:lstStyle/>
                    <a:p>
                      <a:pPr algn="ctr">
                        <a:lnSpc>
                          <a:spcPct val="100000"/>
                        </a:lnSpc>
                        <a:spcAft>
                          <a:spcPts val="0"/>
                        </a:spcAft>
                      </a:pPr>
                      <a:r>
                        <a:rPr lang="uz-Cyrl-UZ" sz="1800">
                          <a:effectLst/>
                        </a:rPr>
                        <a:t>Сонли</a:t>
                      </a:r>
                      <a:endParaRPr lang="ru-RU" sz="1800">
                        <a:effectLst/>
                      </a:endParaRPr>
                    </a:p>
                    <a:p>
                      <a:pPr algn="ctr">
                        <a:lnSpc>
                          <a:spcPct val="100000"/>
                        </a:lnSpc>
                        <a:spcAft>
                          <a:spcPts val="0"/>
                        </a:spcAft>
                      </a:pPr>
                      <a:r>
                        <a:rPr lang="ru-RU" sz="1800">
                          <a:effectLst/>
                        </a:rPr>
                        <a:t>эквивалент</a:t>
                      </a:r>
                      <a:r>
                        <a:rPr lang="uz-Cyrl-UZ" sz="1800">
                          <a:effectLst/>
                        </a:rPr>
                        <a:t>и</a:t>
                      </a:r>
                      <a:endParaRPr lang="ru-RU" sz="1800">
                        <a:effectLst/>
                        <a:latin typeface="Times New Roman"/>
                        <a:ea typeface="Times New Roman"/>
                      </a:endParaRPr>
                    </a:p>
                  </a:txBody>
                  <a:tcPr marL="17781" marR="17781" marT="0" marB="0"/>
                </a:tc>
                <a:tc>
                  <a:txBody>
                    <a:bodyPr/>
                    <a:lstStyle/>
                    <a:p>
                      <a:pPr algn="ctr">
                        <a:lnSpc>
                          <a:spcPct val="100000"/>
                        </a:lnSpc>
                        <a:spcAft>
                          <a:spcPts val="0"/>
                        </a:spcAft>
                      </a:pPr>
                      <a:r>
                        <a:rPr lang="ru-RU" sz="1800">
                          <a:effectLst/>
                        </a:rPr>
                        <a:t>0</a:t>
                      </a:r>
                      <a:endParaRPr lang="ru-RU" sz="1800">
                        <a:effectLst/>
                        <a:latin typeface="Times New Roman"/>
                        <a:ea typeface="Times New Roman"/>
                      </a:endParaRPr>
                    </a:p>
                  </a:txBody>
                  <a:tcPr marL="17781" marR="17781" marT="0" marB="0"/>
                </a:tc>
                <a:tc>
                  <a:txBody>
                    <a:bodyPr/>
                    <a:lstStyle/>
                    <a:p>
                      <a:pPr algn="ctr">
                        <a:lnSpc>
                          <a:spcPct val="100000"/>
                        </a:lnSpc>
                        <a:spcAft>
                          <a:spcPts val="0"/>
                        </a:spcAft>
                      </a:pPr>
                      <a:r>
                        <a:rPr lang="ru-RU" sz="1800">
                          <a:effectLst/>
                        </a:rPr>
                        <a:t>1</a:t>
                      </a:r>
                      <a:endParaRPr lang="ru-RU" sz="1800">
                        <a:effectLst/>
                        <a:latin typeface="Times New Roman"/>
                        <a:ea typeface="Times New Roman"/>
                      </a:endParaRPr>
                    </a:p>
                  </a:txBody>
                  <a:tcPr marL="17781" marR="17781" marT="0" marB="0"/>
                </a:tc>
                <a:tc>
                  <a:txBody>
                    <a:bodyPr/>
                    <a:lstStyle/>
                    <a:p>
                      <a:pPr algn="ctr">
                        <a:lnSpc>
                          <a:spcPct val="100000"/>
                        </a:lnSpc>
                        <a:spcAft>
                          <a:spcPts val="0"/>
                        </a:spcAft>
                      </a:pPr>
                      <a:r>
                        <a:rPr lang="ru-RU" sz="1800">
                          <a:effectLst/>
                        </a:rPr>
                        <a:t>2</a:t>
                      </a:r>
                      <a:endParaRPr lang="ru-RU" sz="1800">
                        <a:effectLst/>
                        <a:latin typeface="Times New Roman"/>
                        <a:ea typeface="Times New Roman"/>
                      </a:endParaRPr>
                    </a:p>
                  </a:txBody>
                  <a:tcPr marL="17781" marR="17781" marT="0" marB="0"/>
                </a:tc>
                <a:tc>
                  <a:txBody>
                    <a:bodyPr/>
                    <a:lstStyle/>
                    <a:p>
                      <a:pPr algn="ctr">
                        <a:lnSpc>
                          <a:spcPct val="100000"/>
                        </a:lnSpc>
                        <a:spcAft>
                          <a:spcPts val="0"/>
                        </a:spcAft>
                      </a:pPr>
                      <a:r>
                        <a:rPr lang="ru-RU" sz="1800" dirty="0">
                          <a:effectLst/>
                        </a:rPr>
                        <a:t>3</a:t>
                      </a:r>
                      <a:endParaRPr lang="ru-RU" sz="1800" dirty="0">
                        <a:effectLst/>
                        <a:latin typeface="Times New Roman"/>
                        <a:ea typeface="Times New Roman"/>
                      </a:endParaRPr>
                    </a:p>
                  </a:txBody>
                  <a:tcPr marL="17781" marR="17781" marT="0" marB="0"/>
                </a:tc>
                <a:tc>
                  <a:txBody>
                    <a:bodyPr/>
                    <a:lstStyle/>
                    <a:p>
                      <a:pPr algn="ctr">
                        <a:lnSpc>
                          <a:spcPct val="100000"/>
                        </a:lnSpc>
                        <a:spcAft>
                          <a:spcPts val="0"/>
                        </a:spcAft>
                      </a:pPr>
                      <a:r>
                        <a:rPr lang="ru-RU" sz="1800" dirty="0">
                          <a:effectLst/>
                        </a:rPr>
                        <a:t>4</a:t>
                      </a:r>
                      <a:endParaRPr lang="ru-RU" sz="1800" dirty="0">
                        <a:effectLst/>
                        <a:latin typeface="Times New Roman"/>
                        <a:ea typeface="Times New Roman"/>
                      </a:endParaRPr>
                    </a:p>
                  </a:txBody>
                  <a:tcPr marL="17781" marR="17781" marT="0" marB="0"/>
                </a:tc>
                <a:tc>
                  <a:txBody>
                    <a:bodyPr/>
                    <a:lstStyle/>
                    <a:p>
                      <a:pPr algn="ctr">
                        <a:lnSpc>
                          <a:spcPct val="100000"/>
                        </a:lnSpc>
                        <a:spcAft>
                          <a:spcPts val="0"/>
                        </a:spcAft>
                      </a:pPr>
                      <a:r>
                        <a:rPr lang="ru-RU" sz="1800" dirty="0">
                          <a:effectLst/>
                        </a:rPr>
                        <a:t>5</a:t>
                      </a:r>
                      <a:endParaRPr lang="ru-RU" sz="1800" dirty="0">
                        <a:effectLst/>
                        <a:latin typeface="Times New Roman"/>
                        <a:ea typeface="Times New Roman"/>
                      </a:endParaRPr>
                    </a:p>
                  </a:txBody>
                  <a:tcPr marL="17781" marR="17781" marT="0" marB="0"/>
                </a:tc>
                <a:tc>
                  <a:txBody>
                    <a:bodyPr/>
                    <a:lstStyle/>
                    <a:p>
                      <a:pPr algn="ctr">
                        <a:lnSpc>
                          <a:spcPct val="100000"/>
                        </a:lnSpc>
                        <a:spcAft>
                          <a:spcPts val="0"/>
                        </a:spcAft>
                      </a:pPr>
                      <a:r>
                        <a:rPr lang="ru-RU" sz="1800" dirty="0">
                          <a:effectLst/>
                        </a:rPr>
                        <a:t>6</a:t>
                      </a:r>
                      <a:endParaRPr lang="ru-RU" sz="1800" dirty="0">
                        <a:effectLst/>
                        <a:latin typeface="Times New Roman"/>
                        <a:ea typeface="Times New Roman"/>
                      </a:endParaRPr>
                    </a:p>
                  </a:txBody>
                  <a:tcPr marL="17781" marR="17781" marT="0" marB="0"/>
                </a:tc>
                <a:tc>
                  <a:txBody>
                    <a:bodyPr/>
                    <a:lstStyle/>
                    <a:p>
                      <a:pPr algn="ctr">
                        <a:lnSpc>
                          <a:spcPct val="100000"/>
                        </a:lnSpc>
                        <a:spcAft>
                          <a:spcPts val="0"/>
                        </a:spcAft>
                      </a:pPr>
                      <a:r>
                        <a:rPr lang="ru-RU" sz="1800" dirty="0">
                          <a:effectLst/>
                        </a:rPr>
                        <a:t>7</a:t>
                      </a:r>
                      <a:endParaRPr lang="ru-RU" sz="1800" dirty="0">
                        <a:effectLst/>
                        <a:latin typeface="Times New Roman"/>
                        <a:ea typeface="Times New Roman"/>
                      </a:endParaRPr>
                    </a:p>
                  </a:txBody>
                  <a:tcPr marL="17781" marR="17781" marT="0" marB="0"/>
                </a:tc>
                <a:tc>
                  <a:txBody>
                    <a:bodyPr/>
                    <a:lstStyle/>
                    <a:p>
                      <a:pPr algn="ctr">
                        <a:lnSpc>
                          <a:spcPct val="100000"/>
                        </a:lnSpc>
                        <a:spcAft>
                          <a:spcPts val="0"/>
                        </a:spcAft>
                      </a:pPr>
                      <a:r>
                        <a:rPr lang="ru-RU" sz="1800" dirty="0">
                          <a:effectLst/>
                        </a:rPr>
                        <a:t>8</a:t>
                      </a:r>
                      <a:endParaRPr lang="ru-RU" sz="1800" dirty="0">
                        <a:effectLst/>
                        <a:latin typeface="Times New Roman"/>
                        <a:ea typeface="Times New Roman"/>
                      </a:endParaRPr>
                    </a:p>
                  </a:txBody>
                  <a:tcPr marL="17781" marR="17781" marT="0" marB="0"/>
                </a:tc>
                <a:tc>
                  <a:txBody>
                    <a:bodyPr/>
                    <a:lstStyle/>
                    <a:p>
                      <a:pPr algn="ctr">
                        <a:lnSpc>
                          <a:spcPct val="100000"/>
                        </a:lnSpc>
                        <a:spcAft>
                          <a:spcPts val="0"/>
                        </a:spcAft>
                      </a:pPr>
                      <a:r>
                        <a:rPr lang="ru-RU" sz="1800" dirty="0">
                          <a:effectLst/>
                        </a:rPr>
                        <a:t>9</a:t>
                      </a:r>
                      <a:endParaRPr lang="ru-RU" sz="1800" dirty="0">
                        <a:effectLst/>
                        <a:latin typeface="Times New Roman"/>
                        <a:ea typeface="Times New Roman"/>
                      </a:endParaRPr>
                    </a:p>
                  </a:txBody>
                  <a:tcPr marL="17781" marR="17781" marT="0" marB="0"/>
                </a:tc>
                <a:tc>
                  <a:txBody>
                    <a:bodyPr/>
                    <a:lstStyle/>
                    <a:p>
                      <a:pPr algn="ctr">
                        <a:lnSpc>
                          <a:spcPct val="100000"/>
                        </a:lnSpc>
                        <a:spcAft>
                          <a:spcPts val="0"/>
                        </a:spcAft>
                      </a:pPr>
                      <a:r>
                        <a:rPr lang="ru-RU" sz="1800" dirty="0">
                          <a:effectLst/>
                        </a:rPr>
                        <a:t>10</a:t>
                      </a:r>
                      <a:endParaRPr lang="ru-RU" sz="1800" dirty="0">
                        <a:effectLst/>
                        <a:latin typeface="Times New Roman"/>
                        <a:ea typeface="Times New Roman"/>
                      </a:endParaRPr>
                    </a:p>
                  </a:txBody>
                  <a:tcPr marL="17781" marR="17781" marT="0" marB="0"/>
                </a:tc>
                <a:tc>
                  <a:txBody>
                    <a:bodyPr/>
                    <a:lstStyle/>
                    <a:p>
                      <a:pPr algn="ctr">
                        <a:lnSpc>
                          <a:spcPct val="100000"/>
                        </a:lnSpc>
                        <a:spcAft>
                          <a:spcPts val="0"/>
                        </a:spcAft>
                      </a:pPr>
                      <a:r>
                        <a:rPr lang="ru-RU" sz="1800" dirty="0">
                          <a:effectLst/>
                        </a:rPr>
                        <a:t>11</a:t>
                      </a:r>
                      <a:endParaRPr lang="ru-RU" sz="1800" dirty="0">
                        <a:effectLst/>
                        <a:latin typeface="Times New Roman"/>
                        <a:ea typeface="Times New Roman"/>
                      </a:endParaRPr>
                    </a:p>
                  </a:txBody>
                  <a:tcPr marL="17781" marR="17781" marT="0" marB="0"/>
                </a:tc>
                <a:tc>
                  <a:txBody>
                    <a:bodyPr/>
                    <a:lstStyle/>
                    <a:p>
                      <a:pPr algn="ctr">
                        <a:lnSpc>
                          <a:spcPct val="100000"/>
                        </a:lnSpc>
                        <a:spcAft>
                          <a:spcPts val="0"/>
                        </a:spcAft>
                      </a:pPr>
                      <a:r>
                        <a:rPr lang="ru-RU" sz="1800" dirty="0">
                          <a:effectLst/>
                        </a:rPr>
                        <a:t>12</a:t>
                      </a:r>
                      <a:endParaRPr lang="ru-RU" sz="1800" dirty="0">
                        <a:effectLst/>
                        <a:latin typeface="Times New Roman"/>
                        <a:ea typeface="Times New Roman"/>
                      </a:endParaRPr>
                    </a:p>
                  </a:txBody>
                  <a:tcPr marL="17781" marR="17781" marT="0" marB="0"/>
                </a:tc>
                <a:tc>
                  <a:txBody>
                    <a:bodyPr/>
                    <a:lstStyle/>
                    <a:p>
                      <a:pPr algn="ctr">
                        <a:lnSpc>
                          <a:spcPct val="100000"/>
                        </a:lnSpc>
                        <a:spcAft>
                          <a:spcPts val="0"/>
                        </a:spcAft>
                      </a:pPr>
                      <a:r>
                        <a:rPr lang="ru-RU" sz="1800" dirty="0">
                          <a:effectLst/>
                        </a:rPr>
                        <a:t>13</a:t>
                      </a:r>
                      <a:endParaRPr lang="ru-RU" sz="1800" dirty="0">
                        <a:effectLst/>
                        <a:latin typeface="Times New Roman"/>
                        <a:ea typeface="Times New Roman"/>
                      </a:endParaRPr>
                    </a:p>
                  </a:txBody>
                  <a:tcPr marL="17781" marR="17781" marT="0" marB="0"/>
                </a:tc>
                <a:tc>
                  <a:txBody>
                    <a:bodyPr/>
                    <a:lstStyle/>
                    <a:p>
                      <a:pPr algn="ctr">
                        <a:lnSpc>
                          <a:spcPct val="100000"/>
                        </a:lnSpc>
                        <a:spcAft>
                          <a:spcPts val="0"/>
                        </a:spcAft>
                      </a:pPr>
                      <a:r>
                        <a:rPr lang="ru-RU" sz="1800" dirty="0">
                          <a:effectLst/>
                        </a:rPr>
                        <a:t>14</a:t>
                      </a:r>
                      <a:endParaRPr lang="ru-RU" sz="1800" dirty="0">
                        <a:effectLst/>
                        <a:latin typeface="Times New Roman"/>
                        <a:ea typeface="Times New Roman"/>
                      </a:endParaRPr>
                    </a:p>
                  </a:txBody>
                  <a:tcPr marL="17781" marR="17781" marT="0" marB="0"/>
                </a:tc>
                <a:tc>
                  <a:txBody>
                    <a:bodyPr/>
                    <a:lstStyle/>
                    <a:p>
                      <a:pPr algn="ctr">
                        <a:lnSpc>
                          <a:spcPct val="100000"/>
                        </a:lnSpc>
                        <a:spcAft>
                          <a:spcPts val="0"/>
                        </a:spcAft>
                      </a:pPr>
                      <a:r>
                        <a:rPr lang="ru-RU" sz="1800" dirty="0">
                          <a:effectLst/>
                        </a:rPr>
                        <a:t>15</a:t>
                      </a:r>
                      <a:endParaRPr lang="ru-RU" sz="1800" dirty="0">
                        <a:effectLst/>
                        <a:latin typeface="Times New Roman"/>
                        <a:ea typeface="Times New Roman"/>
                      </a:endParaRPr>
                    </a:p>
                  </a:txBody>
                  <a:tcPr marL="17781" marR="17781" marT="0" marB="0"/>
                </a:tc>
              </a:tr>
            </a:tbl>
          </a:graphicData>
        </a:graphic>
      </p:graphicFrame>
      <p:graphicFrame>
        <p:nvGraphicFramePr>
          <p:cNvPr id="5" name="Таблица 4"/>
          <p:cNvGraphicFramePr>
            <a:graphicFrameLocks noGrp="1"/>
          </p:cNvGraphicFramePr>
          <p:nvPr/>
        </p:nvGraphicFramePr>
        <p:xfrm>
          <a:off x="900113" y="1628775"/>
          <a:ext cx="7775567" cy="1097280"/>
        </p:xfrm>
        <a:graphic>
          <a:graphicData uri="http://schemas.openxmlformats.org/drawingml/2006/table">
            <a:tbl>
              <a:tblPr>
                <a:tableStyleId>{5C22544A-7EE6-4342-B048-85BDC9FD1C3A}</a:tableStyleId>
              </a:tblPr>
              <a:tblGrid>
                <a:gridCol w="1750879"/>
                <a:gridCol w="376543"/>
                <a:gridCol w="376543"/>
                <a:gridCol w="376543"/>
                <a:gridCol w="376543"/>
                <a:gridCol w="376543"/>
                <a:gridCol w="376543"/>
                <a:gridCol w="376543"/>
                <a:gridCol w="376543"/>
                <a:gridCol w="376543"/>
                <a:gridCol w="376543"/>
                <a:gridCol w="376543"/>
                <a:gridCol w="376543"/>
                <a:gridCol w="376543"/>
                <a:gridCol w="376543"/>
                <a:gridCol w="376543"/>
                <a:gridCol w="376543"/>
              </a:tblGrid>
              <a:tr h="548482">
                <a:tc>
                  <a:txBody>
                    <a:bodyPr/>
                    <a:lstStyle/>
                    <a:p>
                      <a:pPr algn="ctr">
                        <a:spcAft>
                          <a:spcPts val="0"/>
                        </a:spcAft>
                      </a:pPr>
                      <a:r>
                        <a:rPr lang="uz-Cyrl-UZ" sz="1800">
                          <a:effectLst/>
                        </a:rPr>
                        <a:t>Асосий</a:t>
                      </a:r>
                      <a:endParaRPr lang="ru-RU" sz="1800">
                        <a:effectLst/>
                      </a:endParaRPr>
                    </a:p>
                    <a:p>
                      <a:pPr algn="ctr">
                        <a:spcAft>
                          <a:spcPts val="0"/>
                        </a:spcAft>
                      </a:pPr>
                      <a:r>
                        <a:rPr lang="uz-Cyrl-UZ" sz="1800">
                          <a:effectLst/>
                        </a:rPr>
                        <a:t>а</a:t>
                      </a:r>
                      <a:r>
                        <a:rPr lang="ru-RU" sz="1800">
                          <a:effectLst/>
                        </a:rPr>
                        <a:t>лфавит</a:t>
                      </a:r>
                      <a:endParaRPr lang="ru-RU" sz="1800">
                        <a:effectLst/>
                        <a:latin typeface="Times New Roman"/>
                        <a:ea typeface="Times New Roman"/>
                      </a:endParaRPr>
                    </a:p>
                  </a:txBody>
                  <a:tcPr marL="17777" marR="17777" marT="0" marB="0"/>
                </a:tc>
                <a:tc>
                  <a:txBody>
                    <a:bodyPr/>
                    <a:lstStyle/>
                    <a:p>
                      <a:pPr algn="ctr">
                        <a:spcAft>
                          <a:spcPts val="0"/>
                        </a:spcAft>
                      </a:pPr>
                      <a:r>
                        <a:rPr lang="ru-RU" sz="1800">
                          <a:effectLst/>
                        </a:rPr>
                        <a:t>Р</a:t>
                      </a:r>
                      <a:endParaRPr lang="ru-RU" sz="1800">
                        <a:effectLst/>
                        <a:latin typeface="Times New Roman"/>
                        <a:ea typeface="Times New Roman"/>
                      </a:endParaRPr>
                    </a:p>
                  </a:txBody>
                  <a:tcPr marL="17777" marR="17777" marT="0" marB="0"/>
                </a:tc>
                <a:tc>
                  <a:txBody>
                    <a:bodyPr/>
                    <a:lstStyle/>
                    <a:p>
                      <a:pPr algn="ctr">
                        <a:spcAft>
                          <a:spcPts val="0"/>
                        </a:spcAft>
                      </a:pPr>
                      <a:r>
                        <a:rPr lang="ru-RU" sz="1800">
                          <a:effectLst/>
                        </a:rPr>
                        <a:t>С</a:t>
                      </a:r>
                      <a:endParaRPr lang="ru-RU" sz="1800">
                        <a:effectLst/>
                        <a:latin typeface="Times New Roman"/>
                        <a:ea typeface="Times New Roman"/>
                      </a:endParaRPr>
                    </a:p>
                  </a:txBody>
                  <a:tcPr marL="17777" marR="17777" marT="0" marB="0"/>
                </a:tc>
                <a:tc>
                  <a:txBody>
                    <a:bodyPr/>
                    <a:lstStyle/>
                    <a:p>
                      <a:pPr algn="ctr">
                        <a:spcAft>
                          <a:spcPts val="0"/>
                        </a:spcAft>
                      </a:pPr>
                      <a:r>
                        <a:rPr lang="ru-RU" sz="1800">
                          <a:effectLst/>
                        </a:rPr>
                        <a:t>Т</a:t>
                      </a:r>
                      <a:endParaRPr lang="ru-RU" sz="1800">
                        <a:effectLst/>
                        <a:latin typeface="Times New Roman"/>
                        <a:ea typeface="Times New Roman"/>
                      </a:endParaRPr>
                    </a:p>
                  </a:txBody>
                  <a:tcPr marL="17777" marR="17777" marT="0" marB="0"/>
                </a:tc>
                <a:tc>
                  <a:txBody>
                    <a:bodyPr/>
                    <a:lstStyle/>
                    <a:p>
                      <a:pPr algn="ctr">
                        <a:spcAft>
                          <a:spcPts val="0"/>
                        </a:spcAft>
                      </a:pPr>
                      <a:r>
                        <a:rPr lang="ru-RU" sz="1800">
                          <a:effectLst/>
                        </a:rPr>
                        <a:t>У</a:t>
                      </a:r>
                      <a:endParaRPr lang="ru-RU" sz="1800">
                        <a:effectLst/>
                        <a:latin typeface="Times New Roman"/>
                        <a:ea typeface="Times New Roman"/>
                      </a:endParaRPr>
                    </a:p>
                  </a:txBody>
                  <a:tcPr marL="17777" marR="17777" marT="0" marB="0"/>
                </a:tc>
                <a:tc>
                  <a:txBody>
                    <a:bodyPr/>
                    <a:lstStyle/>
                    <a:p>
                      <a:pPr algn="ctr">
                        <a:spcAft>
                          <a:spcPts val="0"/>
                        </a:spcAft>
                      </a:pPr>
                      <a:r>
                        <a:rPr lang="ru-RU" sz="1800">
                          <a:effectLst/>
                        </a:rPr>
                        <a:t>Ф</a:t>
                      </a:r>
                      <a:endParaRPr lang="ru-RU" sz="1800">
                        <a:effectLst/>
                        <a:latin typeface="Times New Roman"/>
                        <a:ea typeface="Times New Roman"/>
                      </a:endParaRPr>
                    </a:p>
                  </a:txBody>
                  <a:tcPr marL="17777" marR="17777" marT="0" marB="0"/>
                </a:tc>
                <a:tc>
                  <a:txBody>
                    <a:bodyPr/>
                    <a:lstStyle/>
                    <a:p>
                      <a:pPr algn="ctr">
                        <a:spcAft>
                          <a:spcPts val="0"/>
                        </a:spcAft>
                      </a:pPr>
                      <a:r>
                        <a:rPr lang="ru-RU" sz="1800">
                          <a:effectLst/>
                        </a:rPr>
                        <a:t>Х</a:t>
                      </a:r>
                      <a:endParaRPr lang="ru-RU" sz="1800">
                        <a:effectLst/>
                        <a:latin typeface="Times New Roman"/>
                        <a:ea typeface="Times New Roman"/>
                      </a:endParaRPr>
                    </a:p>
                  </a:txBody>
                  <a:tcPr marL="17777" marR="17777" marT="0" marB="0"/>
                </a:tc>
                <a:tc>
                  <a:txBody>
                    <a:bodyPr/>
                    <a:lstStyle/>
                    <a:p>
                      <a:pPr algn="ctr">
                        <a:spcAft>
                          <a:spcPts val="0"/>
                        </a:spcAft>
                      </a:pPr>
                      <a:r>
                        <a:rPr lang="ru-RU" sz="1800">
                          <a:effectLst/>
                        </a:rPr>
                        <a:t>Ц</a:t>
                      </a:r>
                      <a:endParaRPr lang="ru-RU" sz="1800">
                        <a:effectLst/>
                        <a:latin typeface="Times New Roman"/>
                        <a:ea typeface="Times New Roman"/>
                      </a:endParaRPr>
                    </a:p>
                  </a:txBody>
                  <a:tcPr marL="17777" marR="17777" marT="0" marB="0"/>
                </a:tc>
                <a:tc>
                  <a:txBody>
                    <a:bodyPr/>
                    <a:lstStyle/>
                    <a:p>
                      <a:pPr algn="ctr">
                        <a:spcAft>
                          <a:spcPts val="0"/>
                        </a:spcAft>
                      </a:pPr>
                      <a:r>
                        <a:rPr lang="ru-RU" sz="1800">
                          <a:effectLst/>
                        </a:rPr>
                        <a:t>Ч</a:t>
                      </a:r>
                      <a:endParaRPr lang="ru-RU" sz="1800">
                        <a:effectLst/>
                        <a:latin typeface="Times New Roman"/>
                        <a:ea typeface="Times New Roman"/>
                      </a:endParaRPr>
                    </a:p>
                  </a:txBody>
                  <a:tcPr marL="17777" marR="17777" marT="0" marB="0"/>
                </a:tc>
                <a:tc>
                  <a:txBody>
                    <a:bodyPr/>
                    <a:lstStyle/>
                    <a:p>
                      <a:pPr algn="ctr">
                        <a:spcAft>
                          <a:spcPts val="0"/>
                        </a:spcAft>
                      </a:pPr>
                      <a:r>
                        <a:rPr lang="ru-RU" sz="1800">
                          <a:effectLst/>
                        </a:rPr>
                        <a:t>Ш</a:t>
                      </a:r>
                      <a:endParaRPr lang="ru-RU" sz="1800">
                        <a:effectLst/>
                        <a:latin typeface="Times New Roman"/>
                        <a:ea typeface="Times New Roman"/>
                      </a:endParaRPr>
                    </a:p>
                  </a:txBody>
                  <a:tcPr marL="17777" marR="17777" marT="0" marB="0"/>
                </a:tc>
                <a:tc>
                  <a:txBody>
                    <a:bodyPr/>
                    <a:lstStyle/>
                    <a:p>
                      <a:pPr algn="ctr">
                        <a:spcAft>
                          <a:spcPts val="0"/>
                        </a:spcAft>
                      </a:pPr>
                      <a:r>
                        <a:rPr lang="ru-RU" sz="1800">
                          <a:effectLst/>
                        </a:rPr>
                        <a:t>Щ</a:t>
                      </a:r>
                      <a:endParaRPr lang="ru-RU" sz="1800">
                        <a:effectLst/>
                        <a:latin typeface="Times New Roman"/>
                        <a:ea typeface="Times New Roman"/>
                      </a:endParaRPr>
                    </a:p>
                  </a:txBody>
                  <a:tcPr marL="17777" marR="17777" marT="0" marB="0"/>
                </a:tc>
                <a:tc>
                  <a:txBody>
                    <a:bodyPr/>
                    <a:lstStyle/>
                    <a:p>
                      <a:pPr algn="ctr">
                        <a:spcAft>
                          <a:spcPts val="0"/>
                        </a:spcAft>
                      </a:pPr>
                      <a:r>
                        <a:rPr lang="ru-RU" sz="1800">
                          <a:effectLst/>
                        </a:rPr>
                        <a:t>Ы</a:t>
                      </a:r>
                      <a:endParaRPr lang="ru-RU" sz="1800">
                        <a:effectLst/>
                        <a:latin typeface="Times New Roman"/>
                        <a:ea typeface="Times New Roman"/>
                      </a:endParaRPr>
                    </a:p>
                  </a:txBody>
                  <a:tcPr marL="17777" marR="17777" marT="0" marB="0"/>
                </a:tc>
                <a:tc>
                  <a:txBody>
                    <a:bodyPr/>
                    <a:lstStyle/>
                    <a:p>
                      <a:pPr algn="ctr">
                        <a:spcAft>
                          <a:spcPts val="0"/>
                        </a:spcAft>
                      </a:pPr>
                      <a:r>
                        <a:rPr lang="ru-RU" sz="1800">
                          <a:effectLst/>
                        </a:rPr>
                        <a:t>Ь</a:t>
                      </a:r>
                      <a:endParaRPr lang="ru-RU" sz="1800">
                        <a:effectLst/>
                        <a:latin typeface="Times New Roman"/>
                        <a:ea typeface="Times New Roman"/>
                      </a:endParaRPr>
                    </a:p>
                  </a:txBody>
                  <a:tcPr marL="17777" marR="17777" marT="0" marB="0"/>
                </a:tc>
                <a:tc>
                  <a:txBody>
                    <a:bodyPr/>
                    <a:lstStyle/>
                    <a:p>
                      <a:pPr algn="ctr">
                        <a:spcAft>
                          <a:spcPts val="0"/>
                        </a:spcAft>
                      </a:pPr>
                      <a:r>
                        <a:rPr lang="ru-RU" sz="1800">
                          <a:effectLst/>
                        </a:rPr>
                        <a:t>Э</a:t>
                      </a:r>
                      <a:endParaRPr lang="ru-RU" sz="1800">
                        <a:effectLst/>
                        <a:latin typeface="Times New Roman"/>
                        <a:ea typeface="Times New Roman"/>
                      </a:endParaRPr>
                    </a:p>
                  </a:txBody>
                  <a:tcPr marL="17777" marR="17777" marT="0" marB="0"/>
                </a:tc>
                <a:tc>
                  <a:txBody>
                    <a:bodyPr/>
                    <a:lstStyle/>
                    <a:p>
                      <a:pPr algn="ctr">
                        <a:spcAft>
                          <a:spcPts val="0"/>
                        </a:spcAft>
                      </a:pPr>
                      <a:r>
                        <a:rPr lang="ru-RU" sz="1800">
                          <a:effectLst/>
                        </a:rPr>
                        <a:t>Ю</a:t>
                      </a:r>
                      <a:endParaRPr lang="ru-RU" sz="1800">
                        <a:effectLst/>
                        <a:latin typeface="Times New Roman"/>
                        <a:ea typeface="Times New Roman"/>
                      </a:endParaRPr>
                    </a:p>
                  </a:txBody>
                  <a:tcPr marL="17777" marR="17777" marT="0" marB="0"/>
                </a:tc>
                <a:tc>
                  <a:txBody>
                    <a:bodyPr/>
                    <a:lstStyle/>
                    <a:p>
                      <a:pPr algn="ctr">
                        <a:spcAft>
                          <a:spcPts val="0"/>
                        </a:spcAft>
                      </a:pPr>
                      <a:r>
                        <a:rPr lang="ru-RU" sz="1800">
                          <a:effectLst/>
                        </a:rPr>
                        <a:t>Я</a:t>
                      </a:r>
                      <a:endParaRPr lang="ru-RU" sz="1800">
                        <a:effectLst/>
                        <a:latin typeface="Times New Roman"/>
                        <a:ea typeface="Times New Roman"/>
                      </a:endParaRPr>
                    </a:p>
                  </a:txBody>
                  <a:tcPr marL="17777" marR="17777" marT="0" marB="0"/>
                </a:tc>
                <a:tc>
                  <a:txBody>
                    <a:bodyPr/>
                    <a:lstStyle/>
                    <a:p>
                      <a:pPr algn="ctr">
                        <a:spcAft>
                          <a:spcPts val="0"/>
                        </a:spcAft>
                      </a:pPr>
                      <a:r>
                        <a:rPr lang="ru-RU" sz="1800">
                          <a:effectLst/>
                        </a:rPr>
                        <a:t>“_“</a:t>
                      </a:r>
                      <a:endParaRPr lang="ru-RU" sz="1800">
                        <a:effectLst/>
                        <a:latin typeface="Times New Roman"/>
                        <a:ea typeface="Times New Roman"/>
                      </a:endParaRPr>
                    </a:p>
                  </a:txBody>
                  <a:tcPr marL="17777" marR="17777" marT="0" marB="0"/>
                </a:tc>
              </a:tr>
              <a:tr h="548482">
                <a:tc>
                  <a:txBody>
                    <a:bodyPr/>
                    <a:lstStyle/>
                    <a:p>
                      <a:pPr algn="ctr">
                        <a:spcAft>
                          <a:spcPts val="0"/>
                        </a:spcAft>
                      </a:pPr>
                      <a:r>
                        <a:rPr lang="uz-Cyrl-UZ" sz="1800">
                          <a:effectLst/>
                        </a:rPr>
                        <a:t>Сонли</a:t>
                      </a:r>
                      <a:endParaRPr lang="ru-RU" sz="1800">
                        <a:effectLst/>
                      </a:endParaRPr>
                    </a:p>
                    <a:p>
                      <a:pPr algn="ctr">
                        <a:spcAft>
                          <a:spcPts val="0"/>
                        </a:spcAft>
                      </a:pPr>
                      <a:r>
                        <a:rPr lang="ru-RU" sz="1800">
                          <a:effectLst/>
                        </a:rPr>
                        <a:t>эквивалент</a:t>
                      </a:r>
                      <a:r>
                        <a:rPr lang="uz-Cyrl-UZ" sz="1800">
                          <a:effectLst/>
                        </a:rPr>
                        <a:t>и</a:t>
                      </a:r>
                      <a:endParaRPr lang="ru-RU" sz="1800">
                        <a:effectLst/>
                        <a:latin typeface="Times New Roman"/>
                        <a:ea typeface="Times New Roman"/>
                      </a:endParaRPr>
                    </a:p>
                  </a:txBody>
                  <a:tcPr marL="17777" marR="17777" marT="0" marB="0"/>
                </a:tc>
                <a:tc>
                  <a:txBody>
                    <a:bodyPr/>
                    <a:lstStyle/>
                    <a:p>
                      <a:pPr algn="ctr">
                        <a:spcAft>
                          <a:spcPts val="0"/>
                        </a:spcAft>
                      </a:pPr>
                      <a:r>
                        <a:rPr lang="ru-RU" sz="1800">
                          <a:effectLst/>
                        </a:rPr>
                        <a:t>16</a:t>
                      </a:r>
                      <a:endParaRPr lang="ru-RU" sz="1800">
                        <a:effectLst/>
                        <a:latin typeface="Times New Roman"/>
                        <a:ea typeface="Times New Roman"/>
                      </a:endParaRPr>
                    </a:p>
                  </a:txBody>
                  <a:tcPr marL="17777" marR="17777" marT="0" marB="0"/>
                </a:tc>
                <a:tc>
                  <a:txBody>
                    <a:bodyPr/>
                    <a:lstStyle/>
                    <a:p>
                      <a:pPr algn="ctr">
                        <a:spcAft>
                          <a:spcPts val="0"/>
                        </a:spcAft>
                      </a:pPr>
                      <a:r>
                        <a:rPr lang="ru-RU" sz="1800" dirty="0">
                          <a:effectLst/>
                        </a:rPr>
                        <a:t>17</a:t>
                      </a:r>
                      <a:endParaRPr lang="ru-RU" sz="1800" dirty="0">
                        <a:effectLst/>
                        <a:latin typeface="Times New Roman"/>
                        <a:ea typeface="Times New Roman"/>
                      </a:endParaRPr>
                    </a:p>
                  </a:txBody>
                  <a:tcPr marL="17777" marR="17777" marT="0" marB="0"/>
                </a:tc>
                <a:tc>
                  <a:txBody>
                    <a:bodyPr/>
                    <a:lstStyle/>
                    <a:p>
                      <a:pPr algn="ctr">
                        <a:spcAft>
                          <a:spcPts val="0"/>
                        </a:spcAft>
                      </a:pPr>
                      <a:r>
                        <a:rPr lang="ru-RU" sz="1800">
                          <a:effectLst/>
                        </a:rPr>
                        <a:t>18</a:t>
                      </a:r>
                      <a:endParaRPr lang="ru-RU" sz="1800">
                        <a:effectLst/>
                        <a:latin typeface="Times New Roman"/>
                        <a:ea typeface="Times New Roman"/>
                      </a:endParaRPr>
                    </a:p>
                  </a:txBody>
                  <a:tcPr marL="17777" marR="17777" marT="0" marB="0"/>
                </a:tc>
                <a:tc>
                  <a:txBody>
                    <a:bodyPr/>
                    <a:lstStyle/>
                    <a:p>
                      <a:pPr algn="ctr">
                        <a:spcAft>
                          <a:spcPts val="0"/>
                        </a:spcAft>
                      </a:pPr>
                      <a:r>
                        <a:rPr lang="ru-RU" sz="1800">
                          <a:effectLst/>
                        </a:rPr>
                        <a:t>19</a:t>
                      </a:r>
                      <a:endParaRPr lang="ru-RU" sz="1800">
                        <a:effectLst/>
                        <a:latin typeface="Times New Roman"/>
                        <a:ea typeface="Times New Roman"/>
                      </a:endParaRPr>
                    </a:p>
                  </a:txBody>
                  <a:tcPr marL="17777" marR="17777" marT="0" marB="0"/>
                </a:tc>
                <a:tc>
                  <a:txBody>
                    <a:bodyPr/>
                    <a:lstStyle/>
                    <a:p>
                      <a:pPr algn="ctr">
                        <a:spcAft>
                          <a:spcPts val="0"/>
                        </a:spcAft>
                      </a:pPr>
                      <a:r>
                        <a:rPr lang="ru-RU" sz="1800">
                          <a:effectLst/>
                        </a:rPr>
                        <a:t>20</a:t>
                      </a:r>
                      <a:endParaRPr lang="ru-RU" sz="1800">
                        <a:effectLst/>
                        <a:latin typeface="Times New Roman"/>
                        <a:ea typeface="Times New Roman"/>
                      </a:endParaRPr>
                    </a:p>
                  </a:txBody>
                  <a:tcPr marL="17777" marR="17777" marT="0" marB="0"/>
                </a:tc>
                <a:tc>
                  <a:txBody>
                    <a:bodyPr/>
                    <a:lstStyle/>
                    <a:p>
                      <a:pPr algn="ctr">
                        <a:spcAft>
                          <a:spcPts val="0"/>
                        </a:spcAft>
                      </a:pPr>
                      <a:r>
                        <a:rPr lang="ru-RU" sz="1800">
                          <a:effectLst/>
                        </a:rPr>
                        <a:t>21</a:t>
                      </a:r>
                      <a:endParaRPr lang="ru-RU" sz="1800">
                        <a:effectLst/>
                        <a:latin typeface="Times New Roman"/>
                        <a:ea typeface="Times New Roman"/>
                      </a:endParaRPr>
                    </a:p>
                  </a:txBody>
                  <a:tcPr marL="17777" marR="17777" marT="0" marB="0"/>
                </a:tc>
                <a:tc>
                  <a:txBody>
                    <a:bodyPr/>
                    <a:lstStyle/>
                    <a:p>
                      <a:pPr algn="ctr">
                        <a:spcAft>
                          <a:spcPts val="0"/>
                        </a:spcAft>
                      </a:pPr>
                      <a:r>
                        <a:rPr lang="ru-RU" sz="1800">
                          <a:effectLst/>
                        </a:rPr>
                        <a:t>22</a:t>
                      </a:r>
                      <a:endParaRPr lang="ru-RU" sz="1800">
                        <a:effectLst/>
                        <a:latin typeface="Times New Roman"/>
                        <a:ea typeface="Times New Roman"/>
                      </a:endParaRPr>
                    </a:p>
                  </a:txBody>
                  <a:tcPr marL="17777" marR="17777" marT="0" marB="0"/>
                </a:tc>
                <a:tc>
                  <a:txBody>
                    <a:bodyPr/>
                    <a:lstStyle/>
                    <a:p>
                      <a:pPr algn="ctr">
                        <a:spcAft>
                          <a:spcPts val="0"/>
                        </a:spcAft>
                      </a:pPr>
                      <a:r>
                        <a:rPr lang="ru-RU" sz="1800">
                          <a:effectLst/>
                        </a:rPr>
                        <a:t>23</a:t>
                      </a:r>
                      <a:endParaRPr lang="ru-RU" sz="1800">
                        <a:effectLst/>
                        <a:latin typeface="Times New Roman"/>
                        <a:ea typeface="Times New Roman"/>
                      </a:endParaRPr>
                    </a:p>
                  </a:txBody>
                  <a:tcPr marL="17777" marR="17777" marT="0" marB="0"/>
                </a:tc>
                <a:tc>
                  <a:txBody>
                    <a:bodyPr/>
                    <a:lstStyle/>
                    <a:p>
                      <a:pPr algn="ctr">
                        <a:spcAft>
                          <a:spcPts val="0"/>
                        </a:spcAft>
                      </a:pPr>
                      <a:r>
                        <a:rPr lang="ru-RU" sz="1800">
                          <a:effectLst/>
                        </a:rPr>
                        <a:t>24</a:t>
                      </a:r>
                      <a:endParaRPr lang="ru-RU" sz="1800">
                        <a:effectLst/>
                        <a:latin typeface="Times New Roman"/>
                        <a:ea typeface="Times New Roman"/>
                      </a:endParaRPr>
                    </a:p>
                  </a:txBody>
                  <a:tcPr marL="17777" marR="17777" marT="0" marB="0"/>
                </a:tc>
                <a:tc>
                  <a:txBody>
                    <a:bodyPr/>
                    <a:lstStyle/>
                    <a:p>
                      <a:pPr algn="ctr">
                        <a:spcAft>
                          <a:spcPts val="0"/>
                        </a:spcAft>
                      </a:pPr>
                      <a:r>
                        <a:rPr lang="ru-RU" sz="1800">
                          <a:effectLst/>
                        </a:rPr>
                        <a:t>25</a:t>
                      </a:r>
                      <a:endParaRPr lang="ru-RU" sz="1800">
                        <a:effectLst/>
                        <a:latin typeface="Times New Roman"/>
                        <a:ea typeface="Times New Roman"/>
                      </a:endParaRPr>
                    </a:p>
                  </a:txBody>
                  <a:tcPr marL="17777" marR="17777" marT="0" marB="0"/>
                </a:tc>
                <a:tc>
                  <a:txBody>
                    <a:bodyPr/>
                    <a:lstStyle/>
                    <a:p>
                      <a:pPr algn="ctr">
                        <a:spcAft>
                          <a:spcPts val="0"/>
                        </a:spcAft>
                      </a:pPr>
                      <a:r>
                        <a:rPr lang="ru-RU" sz="1800">
                          <a:effectLst/>
                        </a:rPr>
                        <a:t>26</a:t>
                      </a:r>
                      <a:endParaRPr lang="ru-RU" sz="1800">
                        <a:effectLst/>
                        <a:latin typeface="Times New Roman"/>
                        <a:ea typeface="Times New Roman"/>
                      </a:endParaRPr>
                    </a:p>
                  </a:txBody>
                  <a:tcPr marL="17777" marR="17777" marT="0" marB="0"/>
                </a:tc>
                <a:tc>
                  <a:txBody>
                    <a:bodyPr/>
                    <a:lstStyle/>
                    <a:p>
                      <a:pPr algn="ctr">
                        <a:spcAft>
                          <a:spcPts val="0"/>
                        </a:spcAft>
                      </a:pPr>
                      <a:r>
                        <a:rPr lang="ru-RU" sz="1800">
                          <a:effectLst/>
                        </a:rPr>
                        <a:t>27</a:t>
                      </a:r>
                      <a:endParaRPr lang="ru-RU" sz="1800">
                        <a:effectLst/>
                        <a:latin typeface="Times New Roman"/>
                        <a:ea typeface="Times New Roman"/>
                      </a:endParaRPr>
                    </a:p>
                  </a:txBody>
                  <a:tcPr marL="17777" marR="17777" marT="0" marB="0"/>
                </a:tc>
                <a:tc>
                  <a:txBody>
                    <a:bodyPr/>
                    <a:lstStyle/>
                    <a:p>
                      <a:pPr algn="ctr">
                        <a:spcAft>
                          <a:spcPts val="0"/>
                        </a:spcAft>
                      </a:pPr>
                      <a:r>
                        <a:rPr lang="ru-RU" sz="1800">
                          <a:effectLst/>
                        </a:rPr>
                        <a:t>28</a:t>
                      </a:r>
                      <a:endParaRPr lang="ru-RU" sz="1800">
                        <a:effectLst/>
                        <a:latin typeface="Times New Roman"/>
                        <a:ea typeface="Times New Roman"/>
                      </a:endParaRPr>
                    </a:p>
                  </a:txBody>
                  <a:tcPr marL="17777" marR="17777" marT="0" marB="0"/>
                </a:tc>
                <a:tc>
                  <a:txBody>
                    <a:bodyPr/>
                    <a:lstStyle/>
                    <a:p>
                      <a:pPr algn="ctr">
                        <a:spcAft>
                          <a:spcPts val="0"/>
                        </a:spcAft>
                      </a:pPr>
                      <a:r>
                        <a:rPr lang="ru-RU" sz="1800">
                          <a:effectLst/>
                        </a:rPr>
                        <a:t>29</a:t>
                      </a:r>
                      <a:endParaRPr lang="ru-RU" sz="1800">
                        <a:effectLst/>
                        <a:latin typeface="Times New Roman"/>
                        <a:ea typeface="Times New Roman"/>
                      </a:endParaRPr>
                    </a:p>
                  </a:txBody>
                  <a:tcPr marL="17777" marR="17777" marT="0" marB="0"/>
                </a:tc>
                <a:tc>
                  <a:txBody>
                    <a:bodyPr/>
                    <a:lstStyle/>
                    <a:p>
                      <a:pPr algn="ctr">
                        <a:spcAft>
                          <a:spcPts val="0"/>
                        </a:spcAft>
                      </a:pPr>
                      <a:r>
                        <a:rPr lang="ru-RU" sz="1800">
                          <a:effectLst/>
                        </a:rPr>
                        <a:t>30</a:t>
                      </a:r>
                      <a:endParaRPr lang="ru-RU" sz="1800">
                        <a:effectLst/>
                        <a:latin typeface="Times New Roman"/>
                        <a:ea typeface="Times New Roman"/>
                      </a:endParaRPr>
                    </a:p>
                  </a:txBody>
                  <a:tcPr marL="17777" marR="17777" marT="0" marB="0"/>
                </a:tc>
                <a:tc>
                  <a:txBody>
                    <a:bodyPr/>
                    <a:lstStyle/>
                    <a:p>
                      <a:pPr algn="ctr">
                        <a:spcAft>
                          <a:spcPts val="0"/>
                        </a:spcAft>
                      </a:pPr>
                      <a:r>
                        <a:rPr lang="ru-RU" sz="1800" dirty="0">
                          <a:effectLst/>
                        </a:rPr>
                        <a:t>31</a:t>
                      </a:r>
                      <a:endParaRPr lang="ru-RU" sz="1800" dirty="0">
                        <a:effectLst/>
                        <a:latin typeface="Times New Roman"/>
                        <a:ea typeface="Times New Roman"/>
                      </a:endParaRPr>
                    </a:p>
                  </a:txBody>
                  <a:tcPr marL="17777" marR="17777" marT="0" marB="0"/>
                </a:tc>
              </a:tr>
            </a:tbl>
          </a:graphicData>
        </a:graphic>
      </p:graphicFrame>
      <p:sp>
        <p:nvSpPr>
          <p:cNvPr id="6" name="Заголовок 1"/>
          <p:cNvSpPr txBox="1">
            <a:spLocks/>
          </p:cNvSpPr>
          <p:nvPr/>
        </p:nvSpPr>
        <p:spPr bwMode="auto">
          <a:xfrm>
            <a:off x="611188" y="4221163"/>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a:lstStyle>
          <a:p>
            <a:pPr>
              <a:defRPr/>
            </a:pPr>
            <a:r>
              <a:rPr lang="uz-Cyrl-UZ" sz="1600" dirty="0"/>
              <a:t>2</a:t>
            </a:r>
            <a:r>
              <a:rPr lang="uz-Cyrl-UZ" sz="1600" dirty="0" smtClean="0"/>
              <a:t>-топшириқ: “ЮНОСТЬ” сўзини Виженер шифри ёрдамида шифрланг. </a:t>
            </a:r>
            <a:br>
              <a:rPr lang="uz-Cyrl-UZ" sz="1600" dirty="0" smtClean="0"/>
            </a:br>
            <a:r>
              <a:rPr lang="uz-Cyrl-UZ" sz="1600" dirty="0" smtClean="0"/>
              <a:t>1-вариант. К</a:t>
            </a:r>
            <a:r>
              <a:rPr lang="ru-RU" sz="1600" dirty="0" smtClean="0"/>
              <a:t>=«парта»</a:t>
            </a:r>
            <a:br>
              <a:rPr lang="ru-RU" sz="1600" dirty="0" smtClean="0"/>
            </a:br>
            <a:r>
              <a:rPr lang="ru-RU" sz="1600" dirty="0" smtClean="0"/>
              <a:t>2</a:t>
            </a:r>
            <a:r>
              <a:rPr lang="uz-Cyrl-UZ" sz="1600" dirty="0" smtClean="0"/>
              <a:t>-вариант. К</a:t>
            </a:r>
            <a:r>
              <a:rPr lang="ru-RU" sz="1600" dirty="0" smtClean="0"/>
              <a:t>=«стол»</a:t>
            </a:r>
            <a:endParaRPr lang="ru-RU" sz="1600" dirty="0"/>
          </a:p>
        </p:txBody>
      </p:sp>
    </p:spTree>
  </p:cSld>
  <p:clrMapOvr>
    <a:masterClrMapping/>
  </p:clrMapOvr>
  <p:transition>
    <p:checke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Lst>
  </p:timing>
</p:sld>
</file>

<file path=ppt/theme/theme1.xml><?xml version="1.0" encoding="utf-8"?>
<a:theme xmlns:a="http://schemas.openxmlformats.org/drawingml/2006/main" name="Вершина горы">
  <a:themeElements>
    <a:clrScheme name="Вершина горы 5">
      <a:dk1>
        <a:srgbClr val="463416"/>
      </a:dk1>
      <a:lt1>
        <a:srgbClr val="FFFFFF"/>
      </a:lt1>
      <a:dk2>
        <a:srgbClr val="003399"/>
      </a:dk2>
      <a:lt2>
        <a:srgbClr val="E3E3FF"/>
      </a:lt2>
      <a:accent1>
        <a:srgbClr val="3399FF"/>
      </a:accent1>
      <a:accent2>
        <a:srgbClr val="33CCCC"/>
      </a:accent2>
      <a:accent3>
        <a:srgbClr val="AAADCA"/>
      </a:accent3>
      <a:accent4>
        <a:srgbClr val="DADADA"/>
      </a:accent4>
      <a:accent5>
        <a:srgbClr val="ADCAFF"/>
      </a:accent5>
      <a:accent6>
        <a:srgbClr val="2DB9B9"/>
      </a:accent6>
      <a:hlink>
        <a:srgbClr val="00FFCC"/>
      </a:hlink>
      <a:folHlink>
        <a:srgbClr val="808000"/>
      </a:folHlink>
    </a:clrScheme>
    <a:fontScheme name="Вершина горы">
      <a:majorFont>
        <a:latin typeface="Arial"/>
        <a:ea typeface=""/>
        <a:cs typeface=""/>
      </a:majorFont>
      <a:minorFont>
        <a:latin typeface="Arial"/>
        <a:ea typeface=""/>
        <a:cs typeface=""/>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Вершина горы 1">
        <a:dk1>
          <a:srgbClr val="4C3A1C"/>
        </a:dk1>
        <a:lt1>
          <a:srgbClr val="FFFFFF"/>
        </a:lt1>
        <a:dk2>
          <a:srgbClr val="993300"/>
        </a:dk2>
        <a:lt2>
          <a:srgbClr val="CCAA00"/>
        </a:lt2>
        <a:accent1>
          <a:srgbClr val="FF3300"/>
        </a:accent1>
        <a:accent2>
          <a:srgbClr val="9E6600"/>
        </a:accent2>
        <a:accent3>
          <a:srgbClr val="CAADAA"/>
        </a:accent3>
        <a:accent4>
          <a:srgbClr val="DADADA"/>
        </a:accent4>
        <a:accent5>
          <a:srgbClr val="FFADAA"/>
        </a:accent5>
        <a:accent6>
          <a:srgbClr val="8F5C00"/>
        </a:accent6>
        <a:hlink>
          <a:srgbClr val="FFCC00"/>
        </a:hlink>
        <a:folHlink>
          <a:srgbClr val="F7DC97"/>
        </a:folHlink>
      </a:clrScheme>
      <a:clrMap bg1="dk2" tx1="lt1" bg2="dk1" tx2="lt2" accent1="accent1" accent2="accent2" accent3="accent3" accent4="accent4" accent5="accent5" accent6="accent6" hlink="hlink" folHlink="folHlink"/>
    </a:extraClrScheme>
    <a:extraClrScheme>
      <a:clrScheme name="Вершина горы 2">
        <a:dk1>
          <a:srgbClr val="3D0058"/>
        </a:dk1>
        <a:lt1>
          <a:srgbClr val="FFFFFF"/>
        </a:lt1>
        <a:dk2>
          <a:srgbClr val="9188B0"/>
        </a:dk2>
        <a:lt2>
          <a:srgbClr val="DDE0DC"/>
        </a:lt2>
        <a:accent1>
          <a:srgbClr val="FFCC00"/>
        </a:accent1>
        <a:accent2>
          <a:srgbClr val="4C3D78"/>
        </a:accent2>
        <a:accent3>
          <a:srgbClr val="C7C3D4"/>
        </a:accent3>
        <a:accent4>
          <a:srgbClr val="DADADA"/>
        </a:accent4>
        <a:accent5>
          <a:srgbClr val="FFE2AA"/>
        </a:accent5>
        <a:accent6>
          <a:srgbClr val="44366C"/>
        </a:accent6>
        <a:hlink>
          <a:srgbClr val="743D78"/>
        </a:hlink>
        <a:folHlink>
          <a:srgbClr val="CC9900"/>
        </a:folHlink>
      </a:clrScheme>
      <a:clrMap bg1="dk2" tx1="lt1" bg2="dk1" tx2="lt2" accent1="accent1" accent2="accent2" accent3="accent3" accent4="accent4" accent5="accent5" accent6="accent6" hlink="hlink" folHlink="folHlink"/>
    </a:extraClrScheme>
    <a:extraClrScheme>
      <a:clrScheme name="Вершина горы 3">
        <a:dk1>
          <a:srgbClr val="10104C"/>
        </a:dk1>
        <a:lt1>
          <a:srgbClr val="FFFFFF"/>
        </a:lt1>
        <a:dk2>
          <a:srgbClr val="003366"/>
        </a:dk2>
        <a:lt2>
          <a:srgbClr val="C6CCD4"/>
        </a:lt2>
        <a:accent1>
          <a:srgbClr val="33CCFF"/>
        </a:accent1>
        <a:accent2>
          <a:srgbClr val="5B5B8D"/>
        </a:accent2>
        <a:accent3>
          <a:srgbClr val="AAADB8"/>
        </a:accent3>
        <a:accent4>
          <a:srgbClr val="DADADA"/>
        </a:accent4>
        <a:accent5>
          <a:srgbClr val="ADE2FF"/>
        </a:accent5>
        <a:accent6>
          <a:srgbClr val="52527F"/>
        </a:accent6>
        <a:hlink>
          <a:srgbClr val="4529AB"/>
        </a:hlink>
        <a:folHlink>
          <a:srgbClr val="00CC99"/>
        </a:folHlink>
      </a:clrScheme>
      <a:clrMap bg1="dk2" tx1="lt1" bg2="dk1" tx2="lt2" accent1="accent1" accent2="accent2" accent3="accent3" accent4="accent4" accent5="accent5" accent6="accent6" hlink="hlink" folHlink="folHlink"/>
    </a:extraClrScheme>
    <a:extraClrScheme>
      <a:clrScheme name="Вершина горы 4">
        <a:dk1>
          <a:srgbClr val="B0C8CA"/>
        </a:dk1>
        <a:lt1>
          <a:srgbClr val="FFFFFF"/>
        </a:lt1>
        <a:dk2>
          <a:srgbClr val="000099"/>
        </a:dk2>
        <a:lt2>
          <a:srgbClr val="FFFFFF"/>
        </a:lt2>
        <a:accent1>
          <a:srgbClr val="89C4FF"/>
        </a:accent1>
        <a:accent2>
          <a:srgbClr val="00008C"/>
        </a:accent2>
        <a:accent3>
          <a:srgbClr val="AAAACA"/>
        </a:accent3>
        <a:accent4>
          <a:srgbClr val="DADADA"/>
        </a:accent4>
        <a:accent5>
          <a:srgbClr val="C4DEFF"/>
        </a:accent5>
        <a:accent6>
          <a:srgbClr val="00007E"/>
        </a:accent6>
        <a:hlink>
          <a:srgbClr val="6666FF"/>
        </a:hlink>
        <a:folHlink>
          <a:srgbClr val="C0C0C0"/>
        </a:folHlink>
      </a:clrScheme>
      <a:clrMap bg1="dk2" tx1="lt1" bg2="dk1" tx2="lt2" accent1="accent1" accent2="accent2" accent3="accent3" accent4="accent4" accent5="accent5" accent6="accent6" hlink="hlink" folHlink="folHlink"/>
    </a:extraClrScheme>
    <a:extraClrScheme>
      <a:clrScheme name="Вершина горы 5">
        <a:dk1>
          <a:srgbClr val="463416"/>
        </a:dk1>
        <a:lt1>
          <a:srgbClr val="FFFFFF"/>
        </a:lt1>
        <a:dk2>
          <a:srgbClr val="003399"/>
        </a:dk2>
        <a:lt2>
          <a:srgbClr val="E3E3FF"/>
        </a:lt2>
        <a:accent1>
          <a:srgbClr val="3399FF"/>
        </a:accent1>
        <a:accent2>
          <a:srgbClr val="33CCCC"/>
        </a:accent2>
        <a:accent3>
          <a:srgbClr val="AAADCA"/>
        </a:accent3>
        <a:accent4>
          <a:srgbClr val="DADADA"/>
        </a:accent4>
        <a:accent5>
          <a:srgbClr val="ADCAFF"/>
        </a:accent5>
        <a:accent6>
          <a:srgbClr val="2DB9B9"/>
        </a:accent6>
        <a:hlink>
          <a:srgbClr val="00FFCC"/>
        </a:hlink>
        <a:folHlink>
          <a:srgbClr val="808000"/>
        </a:folHlink>
      </a:clrScheme>
      <a:clrMap bg1="dk2" tx1="lt1" bg2="dk1" tx2="lt2" accent1="accent1" accent2="accent2" accent3="accent3" accent4="accent4" accent5="accent5" accent6="accent6" hlink="hlink" folHlink="folHlink"/>
    </a:extraClrScheme>
    <a:extraClrScheme>
      <a:clrScheme name="Вершина горы 6">
        <a:dk1>
          <a:srgbClr val="809296"/>
        </a:dk1>
        <a:lt1>
          <a:srgbClr val="FFFFFF"/>
        </a:lt1>
        <a:dk2>
          <a:srgbClr val="6699FF"/>
        </a:dk2>
        <a:lt2>
          <a:srgbClr val="B3EDFF"/>
        </a:lt2>
        <a:accent1>
          <a:srgbClr val="FF9933"/>
        </a:accent1>
        <a:accent2>
          <a:srgbClr val="FFAA99"/>
        </a:accent2>
        <a:accent3>
          <a:srgbClr val="B8CAFF"/>
        </a:accent3>
        <a:accent4>
          <a:srgbClr val="DADADA"/>
        </a:accent4>
        <a:accent5>
          <a:srgbClr val="FFCAAD"/>
        </a:accent5>
        <a:accent6>
          <a:srgbClr val="E79A8A"/>
        </a:accent6>
        <a:hlink>
          <a:srgbClr val="FFCFAB"/>
        </a:hlink>
        <a:folHlink>
          <a:srgbClr val="CC9900"/>
        </a:folHlink>
      </a:clrScheme>
      <a:clrMap bg1="dk2" tx1="lt1" bg2="dk1" tx2="lt2" accent1="accent1" accent2="accent2" accent3="accent3" accent4="accent4" accent5="accent5" accent6="accent6" hlink="hlink" folHlink="folHlink"/>
    </a:extraClrScheme>
    <a:extraClrScheme>
      <a:clrScheme name="Вершина горы 7">
        <a:dk1>
          <a:srgbClr val="006666"/>
        </a:dk1>
        <a:lt1>
          <a:srgbClr val="FFFFFF"/>
        </a:lt1>
        <a:dk2>
          <a:srgbClr val="85D1E3"/>
        </a:dk2>
        <a:lt2>
          <a:srgbClr val="CCFFFF"/>
        </a:lt2>
        <a:accent1>
          <a:srgbClr val="FFCC00"/>
        </a:accent1>
        <a:accent2>
          <a:srgbClr val="00CC99"/>
        </a:accent2>
        <a:accent3>
          <a:srgbClr val="C2E5EF"/>
        </a:accent3>
        <a:accent4>
          <a:srgbClr val="DADADA"/>
        </a:accent4>
        <a:accent5>
          <a:srgbClr val="FFE2AA"/>
        </a:accent5>
        <a:accent6>
          <a:srgbClr val="00B98A"/>
        </a:accent6>
        <a:hlink>
          <a:srgbClr val="0099FF"/>
        </a:hlink>
        <a:folHlink>
          <a:srgbClr val="6600CC"/>
        </a:folHlink>
      </a:clrScheme>
      <a:clrMap bg1="dk2" tx1="lt1" bg2="dk1" tx2="lt2" accent1="accent1" accent2="accent2" accent3="accent3" accent4="accent4" accent5="accent5" accent6="accent6" hlink="hlink" folHlink="folHlink"/>
    </a:extraClrScheme>
    <a:extraClrScheme>
      <a:clrScheme name="Вершина горы 8">
        <a:dk1>
          <a:srgbClr val="404B3D"/>
        </a:dk1>
        <a:lt1>
          <a:srgbClr val="FFFFFF"/>
        </a:lt1>
        <a:dk2>
          <a:srgbClr val="A7A491"/>
        </a:dk2>
        <a:lt2>
          <a:srgbClr val="CCD0CA"/>
        </a:lt2>
        <a:accent1>
          <a:srgbClr val="33CCCC"/>
        </a:accent1>
        <a:accent2>
          <a:srgbClr val="004E4C"/>
        </a:accent2>
        <a:accent3>
          <a:srgbClr val="D0CFC7"/>
        </a:accent3>
        <a:accent4>
          <a:srgbClr val="DADADA"/>
        </a:accent4>
        <a:accent5>
          <a:srgbClr val="ADE2E2"/>
        </a:accent5>
        <a:accent6>
          <a:srgbClr val="004644"/>
        </a:accent6>
        <a:hlink>
          <a:srgbClr val="477781"/>
        </a:hlink>
        <a:folHlink>
          <a:srgbClr val="85CC74"/>
        </a:folHlink>
      </a:clrScheme>
      <a:clrMap bg1="dk2" tx1="lt1" bg2="dk1" tx2="lt2" accent1="accent1" accent2="accent2" accent3="accent3" accent4="accent4" accent5="accent5" accent6="accent6" hlink="hlink" folHlink="folHlink"/>
    </a:extraClrScheme>
    <a:extraClrScheme>
      <a:clrScheme name="Вершина горы 9">
        <a:dk1>
          <a:srgbClr val="000000"/>
        </a:dk1>
        <a:lt1>
          <a:srgbClr val="FFFFFF"/>
        </a:lt1>
        <a:dk2>
          <a:srgbClr val="FFFFAF"/>
        </a:dk2>
        <a:lt2>
          <a:srgbClr val="676597"/>
        </a:lt2>
        <a:accent1>
          <a:srgbClr val="66CCFF"/>
        </a:accent1>
        <a:accent2>
          <a:srgbClr val="CCECFF"/>
        </a:accent2>
        <a:accent3>
          <a:srgbClr val="FFFFFF"/>
        </a:accent3>
        <a:accent4>
          <a:srgbClr val="000000"/>
        </a:accent4>
        <a:accent5>
          <a:srgbClr val="B8E2FF"/>
        </a:accent5>
        <a:accent6>
          <a:srgbClr val="B9D6E7"/>
        </a:accent6>
        <a:hlink>
          <a:srgbClr val="6600CC"/>
        </a:hlink>
        <a:folHlink>
          <a:srgbClr val="008080"/>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emplate>Mountain Top</Template>
  <TotalTime>419</TotalTime>
  <Words>1038</Words>
  <Application>Microsoft Office PowerPoint</Application>
  <PresentationFormat>Экран (4:3)</PresentationFormat>
  <Paragraphs>245</Paragraphs>
  <Slides>20</Slides>
  <Notes>0</Notes>
  <HiddenSlides>0</HiddenSlides>
  <MMClips>0</MMClips>
  <ScaleCrop>false</ScaleCrop>
  <HeadingPairs>
    <vt:vector size="6" baseType="variant">
      <vt:variant>
        <vt:lpstr>Тема</vt:lpstr>
      </vt:variant>
      <vt:variant>
        <vt:i4>1</vt:i4>
      </vt:variant>
      <vt:variant>
        <vt:lpstr>Внедренные серверы OLE</vt:lpstr>
      </vt:variant>
      <vt:variant>
        <vt:i4>2</vt:i4>
      </vt:variant>
      <vt:variant>
        <vt:lpstr>Заголовки слайдов</vt:lpstr>
      </vt:variant>
      <vt:variant>
        <vt:i4>20</vt:i4>
      </vt:variant>
    </vt:vector>
  </HeadingPairs>
  <TitlesOfParts>
    <vt:vector size="23" baseType="lpstr">
      <vt:lpstr>Вершина горы</vt:lpstr>
      <vt:lpstr>Точечный рисунок</vt:lpstr>
      <vt:lpstr>Microsoft Equation 3.0</vt:lpstr>
      <vt:lpstr>Курс: Ахборотларни криптографик химоялаш услублари(практика). Амалий машғулот №1 Мавзу: Тарихий шифрлар ва уларнинг тадбиқлари. Ўрнига қўйиш ва ўриналмаштириш шифрлаш методлари.(2 с.)  Тема: Исторические шифры и их применение. Шифры замены и престановки.  </vt:lpstr>
      <vt:lpstr>Оддий алмаштириш шифри </vt:lpstr>
      <vt:lpstr>Мисол:</vt:lpstr>
      <vt:lpstr>Оддий алмаштириш шифрининг математик асоси </vt:lpstr>
      <vt:lpstr>Ўрин алмаштириш шифри. </vt:lpstr>
      <vt:lpstr>Маршрутли ўрин алмаштириш шифри.</vt:lpstr>
      <vt:lpstr>Презентация PowerPoint</vt:lpstr>
      <vt:lpstr>Презентация PowerPoint</vt:lpstr>
      <vt:lpstr>Вертикал ўрин алмаштириш шифри</vt:lpstr>
      <vt:lpstr>Презентация PowerPoint</vt:lpstr>
      <vt:lpstr>Композицион шифрлар.</vt:lpstr>
      <vt:lpstr>Мисол</vt:lpstr>
      <vt:lpstr>Кўп қийматли алмаштириш шифрлари.</vt:lpstr>
      <vt:lpstr>Мисол</vt:lpstr>
      <vt:lpstr>Ҳар-хил қийматли алмаштириш шифрлари.</vt:lpstr>
      <vt:lpstr>Мисол</vt:lpstr>
      <vt:lpstr>Вижинер жадвали.</vt:lpstr>
      <vt:lpstr>Калит:</vt:lpstr>
      <vt:lpstr>Мисол.</vt:lpstr>
      <vt:lpstr>1-топшириқ: “ЮНОСТЬ” сўзини Цезар шифри ёрдамида шифрланг.  1-вариант. К=7 2-вариант. К=17</vt:lpstr>
    </vt:vector>
  </TitlesOfParts>
  <Company>CRS i IT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Амалий машғулот №1 Тема: Некоторые простые задачи защиты информации, возникающие как необходимость в практической деятельности общества . Мавзу: Жамиятнинг амалий фаолиятида келиб чиқувчи оддий, ахборот хавфсизлиги таъминлаш масалалари.(2 с.)</dc:title>
  <dc:creator>Jumaniyozov Murodjon Otajonovich</dc:creator>
  <cp:lastModifiedBy>Ахмедов</cp:lastModifiedBy>
  <cp:revision>18</cp:revision>
  <dcterms:created xsi:type="dcterms:W3CDTF">2005-09-09T03:58:03Z</dcterms:created>
  <dcterms:modified xsi:type="dcterms:W3CDTF">2022-02-16T03:59:11Z</dcterms:modified>
</cp:coreProperties>
</file>