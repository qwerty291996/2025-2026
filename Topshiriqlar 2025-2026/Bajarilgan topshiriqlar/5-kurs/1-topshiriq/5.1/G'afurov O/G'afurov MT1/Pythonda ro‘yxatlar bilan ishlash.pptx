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8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57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9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6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9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3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866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678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85155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2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2616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2021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37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4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024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12135" y="2895600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904167" y="5652135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b="1" dirty="0" err="1">
                <a:solidFill>
                  <a:schemeClr val="tx1"/>
                </a:solidFill>
              </a:rPr>
              <a:t>G’afurov</a:t>
            </a:r>
            <a:r>
              <a:rPr lang="en-US" b="1" dirty="0">
                <a:solidFill>
                  <a:schemeClr val="tx1"/>
                </a:solidFill>
              </a:rPr>
              <a:t> O </a:t>
            </a: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Elementlar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ustida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takroriy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ishlar</a:t>
            </a:r>
            <a:r>
              <a:rPr lang="en-US" sz="1800" b="1" dirty="0">
                <a:solidFill>
                  <a:schemeClr val="tx1"/>
                </a:solidFill>
              </a:rPr>
              <a:t> (loop)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ism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</a:t>
            </a:r>
            <a:r>
              <a:rPr lang="en-US" sz="1800" b="1" dirty="0" err="1">
                <a:solidFill>
                  <a:schemeClr val="tx1"/>
                </a:solidFill>
              </a:rPr>
              <a:t>Salom</a:t>
            </a:r>
            <a:r>
              <a:rPr lang="en-US" sz="1800" b="1" dirty="0">
                <a:solidFill>
                  <a:schemeClr val="tx1"/>
                </a:solidFill>
              </a:rPr>
              <a:t>,", ism)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</TotalTime>
  <Words>1261</Words>
  <Application>Microsoft Office PowerPoint</Application>
  <PresentationFormat>Широкоэкранный</PresentationFormat>
  <Paragraphs>63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</vt:lpstr>
      <vt:lpstr>Arial Unicode MS</vt:lpstr>
      <vt:lpstr>Century Gothic</vt:lpstr>
      <vt:lpstr>Times New Roman</vt:lpstr>
      <vt:lpstr>Wingdings 3</vt:lpstr>
      <vt:lpstr>Сектор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12</cp:revision>
  <dcterms:created xsi:type="dcterms:W3CDTF">2025-10-17T18:11:11Z</dcterms:created>
  <dcterms:modified xsi:type="dcterms:W3CDTF">2025-12-05T04:58:06Z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