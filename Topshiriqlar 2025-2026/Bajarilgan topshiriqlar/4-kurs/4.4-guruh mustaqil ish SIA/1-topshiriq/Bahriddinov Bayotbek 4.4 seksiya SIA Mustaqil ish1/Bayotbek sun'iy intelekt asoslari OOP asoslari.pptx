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1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-714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1048676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80297-D16C-4359-9F28-6C3EF33073F4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1048677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1048678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79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1048680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B6FFA-08AC-468F-804F-CBBC1D840C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963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48582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04858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104858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58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625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26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1048627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28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48651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5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104865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5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656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57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58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1048659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60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662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63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64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65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66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1048667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68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631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1048632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33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1048594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595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48670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71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72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1048673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74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48640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048641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42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1048643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44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646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4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104864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4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635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36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1048637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38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577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578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83A4F-D54D-4F28-AE66-02A8016AA2D5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104857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4858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w3schools.com/python/ref_func_len.asp" TargetMode="Externa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4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1201270" y="1956081"/>
            <a:ext cx="9144000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2200" b="1" dirty="0" smtClean="0">
                <a:solidFill>
                  <a:srgbClr val="C00000"/>
                </a:solidFill>
              </a:rPr>
              <a:t>O'ZBEKISTON </a:t>
            </a:r>
            <a:r>
              <a:rPr lang="en-US" sz="2200" b="1" dirty="0">
                <a:solidFill>
                  <a:srgbClr val="C00000"/>
                </a:solidFill>
              </a:rPr>
              <a:t>RESPUBLIKASI HARBIY XAVFSIZLIK VA MUDOFAA UNIVERSITETINING AXBOROT-KOMMUNIKATSIYA </a:t>
            </a:r>
            <a:r>
              <a:rPr lang="en-US" sz="2200" b="1" dirty="0" smtClean="0">
                <a:solidFill>
                  <a:srgbClr val="C00000"/>
                </a:solidFill>
              </a:rPr>
              <a:t>TEXNOLOGIYALARI VA HARBIY ALOQA INSTIUTI</a:t>
            </a:r>
            <a:br>
              <a:rPr lang="en-US" sz="2200" b="1" dirty="0" smtClean="0">
                <a:solidFill>
                  <a:srgbClr val="C00000"/>
                </a:solidFill>
              </a:rPr>
            </a:br>
            <a:r>
              <a:rPr lang="en-US" sz="2200" b="1" dirty="0">
                <a:solidFill>
                  <a:srgbClr val="C00000"/>
                </a:solidFill>
              </a:rPr>
              <a:t/>
            </a:r>
            <a:br>
              <a:rPr lang="en-US" sz="2200" b="1" dirty="0">
                <a:solidFill>
                  <a:srgbClr val="C00000"/>
                </a:solidFill>
              </a:rPr>
            </a:br>
            <a:r>
              <a:rPr lang="en-US" sz="2200" b="1" dirty="0" smtClean="0">
                <a:solidFill>
                  <a:srgbClr val="C00000"/>
                </a:solidFill>
              </a:rPr>
              <a:t/>
            </a:r>
            <a:br>
              <a:rPr lang="en-US" sz="2200" b="1" dirty="0" smtClean="0">
                <a:solidFill>
                  <a:srgbClr val="C00000"/>
                </a:solidFill>
              </a:rPr>
            </a:br>
            <a:r>
              <a:rPr lang="en-US" sz="2200" b="1" dirty="0" err="1" smtClean="0">
                <a:solidFill>
                  <a:srgbClr val="C00000"/>
                </a:solidFill>
              </a:rPr>
              <a:t>Mustaqil</a:t>
            </a:r>
            <a:r>
              <a:rPr lang="en-US" sz="2200" b="1" dirty="0" smtClean="0">
                <a:solidFill>
                  <a:srgbClr val="C00000"/>
                </a:solidFill>
              </a:rPr>
              <a:t> </a:t>
            </a:r>
            <a:r>
              <a:rPr lang="en-US" sz="2200" b="1" dirty="0" err="1" smtClean="0">
                <a:solidFill>
                  <a:srgbClr val="C00000"/>
                </a:solidFill>
              </a:rPr>
              <a:t>ish</a:t>
            </a:r>
            <a:endParaRPr lang="ru-RU" sz="2200" b="1" dirty="0">
              <a:solidFill>
                <a:srgbClr val="C00000"/>
              </a:solidFill>
            </a:endParaRP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3693458" y="5381532"/>
            <a:ext cx="9144000" cy="1655762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      </a:t>
            </a:r>
            <a:r>
              <a:rPr lang="en-US" dirty="0" err="1" smtClean="0">
                <a:solidFill>
                  <a:srgbClr val="FF0000"/>
                </a:solidFill>
              </a:rPr>
              <a:t>Bajardi</a:t>
            </a:r>
            <a:r>
              <a:rPr lang="en-US" dirty="0" smtClean="0">
                <a:solidFill>
                  <a:srgbClr val="FF0000"/>
                </a:solidFill>
              </a:rPr>
              <a:t> :  k-</a:t>
            </a:r>
            <a:r>
              <a:rPr lang="en-US" dirty="0" err="1" smtClean="0">
                <a:solidFill>
                  <a:srgbClr val="FF0000"/>
                </a:solidFill>
              </a:rPr>
              <a:t>nt</a:t>
            </a:r>
            <a:r>
              <a:rPr lang="en-US" dirty="0" smtClean="0">
                <a:solidFill>
                  <a:srgbClr val="FF0000"/>
                </a:solidFill>
              </a:rPr>
              <a:t>    </a:t>
            </a:r>
            <a:r>
              <a:rPr lang="en-US" dirty="0" err="1" smtClean="0">
                <a:solidFill>
                  <a:srgbClr val="FF0000"/>
                </a:solidFill>
              </a:rPr>
              <a:t>Bahriddinov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err="1" smtClean="0">
                <a:solidFill>
                  <a:srgbClr val="FF0000"/>
                </a:solidFill>
              </a:rPr>
              <a:t>Qabul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qildi</a:t>
            </a:r>
            <a:r>
              <a:rPr lang="en-US" dirty="0" smtClean="0">
                <a:solidFill>
                  <a:srgbClr val="FF0000"/>
                </a:solidFill>
              </a:rPr>
              <a:t> : k-n    </a:t>
            </a:r>
            <a:r>
              <a:rPr lang="en-US" dirty="0" err="1" smtClean="0">
                <a:solidFill>
                  <a:srgbClr val="FF0000"/>
                </a:solidFill>
              </a:rPr>
              <a:t>Isakov</a:t>
            </a:r>
            <a:endParaRPr lang="ru-RU" dirty="0">
              <a:solidFill>
                <a:srgbClr val="FF0000"/>
              </a:solidFill>
            </a:endParaRPr>
          </a:p>
        </p:txBody>
      </p:sp>
      <p:pic>
        <p:nvPicPr>
          <p:cNvPr id="1027" name="Picture 3" descr="C:\Users\user\Downloads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7093" y="0"/>
            <a:ext cx="2971419" cy="272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4724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</p:spPr>
      </p:sp>
      <p:sp>
        <p:nvSpPr>
          <p:cNvPr id="1048597" name="Text 1"/>
          <p:cNvSpPr/>
          <p:nvPr/>
        </p:nvSpPr>
        <p:spPr>
          <a:xfrm>
            <a:off x="436685" y="1394832"/>
            <a:ext cx="11887200" cy="711201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sv-SE" sz="40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Mavzu :  Pythonda </a:t>
            </a:r>
            <a:r>
              <a:rPr lang="sv-SE" sz="4000" b="1" dirty="0">
                <a:solidFill>
                  <a:srgbClr val="FFFF0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OOP asoslari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ext 1"/>
          <p:cNvSpPr/>
          <p:nvPr/>
        </p:nvSpPr>
        <p:spPr>
          <a:xfrm>
            <a:off x="1099617" y="3502021"/>
            <a:ext cx="9624290" cy="18856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  <a:buSzPct val="100000"/>
            </a:pPr>
            <a:r>
              <a:rPr lang="en-US" sz="2800" dirty="0"/>
              <a:t>OOP – </a:t>
            </a:r>
            <a:r>
              <a:rPr lang="en-US" sz="2800" dirty="0" err="1"/>
              <a:t>bu</a:t>
            </a:r>
            <a:r>
              <a:rPr lang="en-US" sz="2800" dirty="0"/>
              <a:t> </a:t>
            </a:r>
            <a:r>
              <a:rPr lang="en-US" sz="2800" dirty="0" err="1"/>
              <a:t>dasturlash</a:t>
            </a:r>
            <a:r>
              <a:rPr lang="en-US" sz="2800" dirty="0"/>
              <a:t> </a:t>
            </a:r>
            <a:r>
              <a:rPr lang="en-US" sz="2800" dirty="0" err="1"/>
              <a:t>paradigmasi</a:t>
            </a:r>
            <a:r>
              <a:rPr lang="en-US" sz="2800" dirty="0"/>
              <a:t> </a:t>
            </a:r>
            <a:r>
              <a:rPr lang="en-US" sz="2800" dirty="0" err="1"/>
              <a:t>bo'lib</a:t>
            </a:r>
            <a:r>
              <a:rPr lang="en-US" sz="2800" dirty="0"/>
              <a:t>, </a:t>
            </a:r>
            <a:r>
              <a:rPr lang="en-US" sz="2800" dirty="0" err="1"/>
              <a:t>unda</a:t>
            </a:r>
            <a:r>
              <a:rPr lang="en-US" sz="2800" dirty="0"/>
              <a:t> </a:t>
            </a:r>
            <a:r>
              <a:rPr lang="en-US" sz="2800" dirty="0" err="1"/>
              <a:t>kodni</a:t>
            </a:r>
            <a:r>
              <a:rPr lang="en-US" sz="2800" dirty="0"/>
              <a:t> </a:t>
            </a:r>
            <a:r>
              <a:rPr lang="en-US" sz="2800" dirty="0" err="1"/>
              <a:t>tashkil</a:t>
            </a:r>
            <a:r>
              <a:rPr lang="en-US" sz="2800" dirty="0"/>
              <a:t> </a:t>
            </a:r>
            <a:r>
              <a:rPr lang="en-US" sz="2800" dirty="0" err="1"/>
              <a:t>qilish</a:t>
            </a:r>
            <a:r>
              <a:rPr lang="en-US" sz="2800" dirty="0"/>
              <a:t> </a:t>
            </a:r>
            <a:r>
              <a:rPr lang="en-US" sz="2800" dirty="0" err="1"/>
              <a:t>uchun</a:t>
            </a:r>
            <a:r>
              <a:rPr lang="en-US" sz="2800" dirty="0"/>
              <a:t> </a:t>
            </a:r>
            <a:r>
              <a:rPr lang="en-US" sz="2800" dirty="0" err="1"/>
              <a:t>obyektlar</a:t>
            </a:r>
            <a:r>
              <a:rPr lang="en-US" sz="2800" dirty="0"/>
              <a:t>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sinflar</a:t>
            </a:r>
            <a:r>
              <a:rPr lang="en-US" sz="2800" dirty="0"/>
              <a:t> </a:t>
            </a:r>
            <a:r>
              <a:rPr lang="en-US" sz="2800" dirty="0" err="1"/>
              <a:t>ishlatiladi</a:t>
            </a:r>
            <a:r>
              <a:rPr lang="en-US" sz="2800" dirty="0"/>
              <a:t>. Python </a:t>
            </a:r>
            <a:r>
              <a:rPr lang="en-US" sz="2800" dirty="0" err="1"/>
              <a:t>bu</a:t>
            </a:r>
            <a:r>
              <a:rPr lang="en-US" sz="2800" dirty="0"/>
              <a:t> </a:t>
            </a:r>
            <a:r>
              <a:rPr lang="en-US" sz="2800" dirty="0" err="1"/>
              <a:t>paradigmani</a:t>
            </a:r>
            <a:r>
              <a:rPr lang="en-US" sz="2800" dirty="0"/>
              <a:t> </a:t>
            </a:r>
            <a:r>
              <a:rPr lang="en-US" sz="2800" dirty="0" err="1"/>
              <a:t>qo'llab-quvvatlaydi</a:t>
            </a:r>
            <a:r>
              <a:rPr lang="en-US" sz="2800" dirty="0"/>
              <a:t>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uning</a:t>
            </a:r>
            <a:r>
              <a:rPr lang="en-US" sz="2800" dirty="0"/>
              <a:t> </a:t>
            </a:r>
            <a:r>
              <a:rPr lang="en-US" sz="2800" dirty="0" err="1"/>
              <a:t>sintaksisi</a:t>
            </a:r>
            <a:r>
              <a:rPr lang="en-US" sz="2800" dirty="0"/>
              <a:t> </a:t>
            </a:r>
            <a:r>
              <a:rPr lang="en-US" sz="2800" dirty="0" err="1"/>
              <a:t>oddiy</a:t>
            </a:r>
            <a:r>
              <a:rPr lang="en-US" sz="2800" dirty="0"/>
              <a:t>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tushunarli</a:t>
            </a:r>
            <a:r>
              <a:rPr lang="en-US" sz="2800" dirty="0"/>
              <a:t> </a:t>
            </a:r>
            <a:r>
              <a:rPr lang="en-US" sz="2800" dirty="0" err="1"/>
              <a:t>bo'lib</a:t>
            </a:r>
            <a:r>
              <a:rPr lang="en-US" sz="2800" dirty="0"/>
              <a:t>, </a:t>
            </a:r>
            <a:r>
              <a:rPr lang="en-US" sz="2800" dirty="0" err="1"/>
              <a:t>OOPni</a:t>
            </a:r>
            <a:r>
              <a:rPr lang="en-US" sz="2800" dirty="0"/>
              <a:t> </a:t>
            </a:r>
            <a:r>
              <a:rPr lang="en-US" sz="2800" dirty="0" err="1"/>
              <a:t>o'rganishni</a:t>
            </a:r>
            <a:r>
              <a:rPr lang="en-US" sz="2800" dirty="0"/>
              <a:t> </a:t>
            </a:r>
            <a:r>
              <a:rPr lang="en-US" sz="2800" dirty="0" err="1"/>
              <a:t>osonlashtiradi</a:t>
            </a:r>
            <a:endParaRPr lang="en-US" sz="2800" dirty="0"/>
          </a:p>
          <a:p>
            <a:pPr algn="ctr">
              <a:lnSpc>
                <a:spcPct val="150000"/>
              </a:lnSpc>
              <a:buSzPct val="100000"/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endParaRPr lang="sv-SE" sz="3600" dirty="0">
              <a:latin typeface="Times New Roman" panose="02020603050405020304" pitchFamily="18" charset="0"/>
              <a:ea typeface="Nobile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48599" name="Прямоугольник 6"/>
          <p:cNvSpPr/>
          <p:nvPr/>
        </p:nvSpPr>
        <p:spPr>
          <a:xfrm>
            <a:off x="4876524" y="0"/>
            <a:ext cx="2367280" cy="5867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4625"/>
              </a:lnSpc>
            </a:pPr>
            <a:r>
              <a:rPr lang="uz-Latn-UZ" sz="3333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OOP nima ?</a:t>
            </a:r>
            <a:endParaRPr lang="en-US" sz="3333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45728" name="Прямая соединительная линия 8"/>
          <p:cNvCxnSpPr>
            <a:cxnSpLocks/>
          </p:cNvCxnSpPr>
          <p:nvPr/>
        </p:nvCxnSpPr>
        <p:spPr>
          <a:xfrm>
            <a:off x="0" y="5826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3" name="Picture 2" descr="Object-Oriented Programming (OOP) in Python – Real Python"/>
          <p:cNvPicPr>
            <a:picLocks noChangeAspect="1" noChangeArrowheads="1"/>
          </p:cNvPicPr>
          <p:nvPr/>
        </p:nvPicPr>
        <p:blipFill>
          <a:blip r:embed="rId2" cstate="hqprint"/>
          <a:srcRect/>
          <a:stretch>
            <a:fillRect/>
          </a:stretch>
        </p:blipFill>
        <p:spPr bwMode="auto">
          <a:xfrm>
            <a:off x="3320115" y="634982"/>
            <a:ext cx="5004000" cy="2814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Прямоугольник 2"/>
          <p:cNvSpPr/>
          <p:nvPr/>
        </p:nvSpPr>
        <p:spPr>
          <a:xfrm>
            <a:off x="547701" y="2612290"/>
            <a:ext cx="5310907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39" indent="-285739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  <a:tabLst>
                <a:tab pos="380985" algn="l"/>
              </a:tabLst>
            </a:pPr>
            <a:r>
              <a:rPr lang="en-US" sz="16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Inkapsulyatsiya</a:t>
            </a:r>
            <a:r>
              <a:rPr lang="en-US" sz="16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(Encapsulation)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39" indent="-285739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  <a:tabLst>
                <a:tab pos="380985" algn="l"/>
              </a:tabLs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Abstraksiya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(Abstraction)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39" indent="-285739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  <a:tabLst>
                <a:tab pos="380985" algn="l"/>
              </a:tabLs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Merosxo‘rlik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(Inheritance)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39" indent="-285739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  <a:tabLst>
                <a:tab pos="380985" algn="l"/>
              </a:tabLs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Polimorfizm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(Polymorphism)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48601" name="Прямоугольник 5"/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800" b="1" dirty="0" smtClean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OOP </a:t>
            </a:r>
            <a:r>
              <a:rPr lang="uz-Latn-UZ" sz="2800" b="1" dirty="0" smtClean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ning  tamoyillari</a:t>
            </a:r>
            <a:r>
              <a:rPr lang="sv-SE" sz="2800" b="1" dirty="0" smtClean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</a:t>
            </a:r>
            <a:endParaRPr lang="sv-SE" sz="28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145729" name="Прямая соединительная линия 6"/>
          <p:cNvCxnSpPr>
            <a:cxnSpLocks/>
          </p:cNvCxnSpPr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4" name="Picture 4" descr="Learn Object-Oriented Programming(OOP) In Minutes | by Precious Kolawole |  DataDrivenInvesto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6915" y="1388106"/>
            <a:ext cx="5305425" cy="4086226"/>
          </a:xfrm>
          <a:prstGeom prst="rect">
            <a:avLst/>
          </a:prstGeom>
          <a:noFill/>
        </p:spPr>
      </p:pic>
      <p:sp>
        <p:nvSpPr>
          <p:cNvPr id="1048602" name="AutoShape 6" descr="Object Oriented Programming in C++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Прямоугольник 5"/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2. Klass va obyekt</a:t>
            </a:r>
          </a:p>
        </p:txBody>
      </p:sp>
      <p:cxnSp>
        <p:nvCxnSpPr>
          <p:cNvPr id="3145730" name="Прямая соединительная линия 6"/>
          <p:cNvCxnSpPr>
            <a:cxnSpLocks/>
          </p:cNvCxnSpPr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4" name="Прямоугольник 3"/>
          <p:cNvSpPr/>
          <p:nvPr/>
        </p:nvSpPr>
        <p:spPr>
          <a:xfrm>
            <a:off x="592548" y="733466"/>
            <a:ext cx="10751128" cy="1975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Klass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(Class)</a:t>
            </a:r>
            <a:endParaRPr lang="ru-RU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obyektlarni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shablon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namunadir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obyektning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atributlari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xususiyatlari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metodlari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harakatlari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ta’riflanadi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yordamida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biz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xil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turdagi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obyektlarni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ularni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boshqarishimiz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097155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5" y="3648807"/>
            <a:ext cx="695325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Прямоугольник 5"/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Latn-UZ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NHERITENCE</a:t>
            </a:r>
            <a:r>
              <a:rPr lang="uz-Latn-UZ" sz="2800" b="1" dirty="0" smtClean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(VORIS OLISH)</a:t>
            </a:r>
            <a:endParaRPr lang="sv-SE" sz="28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145731" name="Прямая соединительная линия 6"/>
          <p:cNvCxnSpPr>
            <a:cxnSpLocks/>
          </p:cNvCxnSpPr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6" name="Прямоугольник 3"/>
          <p:cNvSpPr/>
          <p:nvPr/>
        </p:nvSpPr>
        <p:spPr>
          <a:xfrm>
            <a:off x="592548" y="733466"/>
            <a:ext cx="10751128" cy="1615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Latn-UZ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NHERITENCE</a:t>
            </a:r>
            <a:r>
              <a:rPr lang="uz-Latn-UZ" sz="24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dirty="0" err="1" smtClean="0"/>
              <a:t>bizga</a:t>
            </a:r>
            <a:r>
              <a:rPr lang="en-US" dirty="0" smtClean="0"/>
              <a:t> </a:t>
            </a:r>
            <a:r>
              <a:rPr lang="en-US" dirty="0" err="1"/>
              <a:t>boshqa</a:t>
            </a:r>
            <a:r>
              <a:rPr lang="en-US" dirty="0"/>
              <a:t> </a:t>
            </a:r>
            <a:r>
              <a:rPr lang="en-US" dirty="0" err="1"/>
              <a:t>sinfdan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usullar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xususiyatlarni</a:t>
            </a:r>
            <a:r>
              <a:rPr lang="en-US" dirty="0"/>
              <a:t> </a:t>
            </a:r>
            <a:r>
              <a:rPr lang="en-US" dirty="0" err="1"/>
              <a:t>meros</a:t>
            </a:r>
            <a:r>
              <a:rPr lang="en-US" dirty="0"/>
              <a:t> </a:t>
            </a:r>
            <a:r>
              <a:rPr lang="en-US" dirty="0" err="1"/>
              <a:t>qilib</a:t>
            </a:r>
            <a:r>
              <a:rPr lang="en-US" dirty="0"/>
              <a:t> </a:t>
            </a:r>
            <a:r>
              <a:rPr lang="en-US" dirty="0" err="1"/>
              <a:t>oladigan</a:t>
            </a:r>
            <a:r>
              <a:rPr lang="en-US" dirty="0"/>
              <a:t> </a:t>
            </a:r>
            <a:r>
              <a:rPr lang="en-US" dirty="0" err="1"/>
              <a:t>sinfni</a:t>
            </a:r>
            <a:r>
              <a:rPr lang="en-US" dirty="0"/>
              <a:t> </a:t>
            </a:r>
            <a:r>
              <a:rPr lang="en-US" dirty="0" err="1"/>
              <a:t>aniqlash</a:t>
            </a:r>
            <a:r>
              <a:rPr lang="en-US" dirty="0"/>
              <a:t> </a:t>
            </a:r>
            <a:r>
              <a:rPr lang="en-US" dirty="0" err="1"/>
              <a:t>imkonini</a:t>
            </a:r>
            <a:r>
              <a:rPr lang="en-US" dirty="0"/>
              <a:t> </a:t>
            </a:r>
            <a:r>
              <a:rPr lang="en-US" dirty="0" err="1"/>
              <a:t>beradi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uz-Latn-UZ" sz="20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b="1" dirty="0"/>
              <a:t>Parent class</a:t>
            </a:r>
            <a:r>
              <a:rPr lang="en-US" dirty="0"/>
              <a:t> 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meros</a:t>
            </a:r>
            <a:r>
              <a:rPr lang="en-US" dirty="0"/>
              <a:t> </a:t>
            </a:r>
            <a:r>
              <a:rPr lang="en-US" dirty="0" err="1"/>
              <a:t>qilib</a:t>
            </a:r>
            <a:r>
              <a:rPr lang="en-US" dirty="0"/>
              <a:t> </a:t>
            </a:r>
            <a:r>
              <a:rPr lang="en-US" dirty="0" err="1"/>
              <a:t>olingan</a:t>
            </a:r>
            <a:r>
              <a:rPr lang="en-US" dirty="0"/>
              <a:t> </a:t>
            </a:r>
            <a:r>
              <a:rPr lang="en-US" dirty="0" err="1"/>
              <a:t>sinf</a:t>
            </a:r>
            <a:r>
              <a:rPr lang="en-US" dirty="0"/>
              <a:t>, </a:t>
            </a:r>
            <a:r>
              <a:rPr lang="en-US" dirty="0" err="1"/>
              <a:t>uni</a:t>
            </a:r>
            <a:r>
              <a:rPr lang="en-US" dirty="0"/>
              <a:t>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sinf</a:t>
            </a:r>
            <a:r>
              <a:rPr lang="en-US" dirty="0"/>
              <a:t> deb ham </a:t>
            </a:r>
            <a:r>
              <a:rPr lang="en-US" dirty="0" err="1"/>
              <a:t>ataladi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Child class</a:t>
            </a:r>
            <a:r>
              <a:rPr lang="en-US" dirty="0"/>
              <a:t>  </a:t>
            </a:r>
            <a:r>
              <a:rPr lang="uz-Latn-UZ" dirty="0" smtClean="0"/>
              <a:t>b</a:t>
            </a:r>
            <a:r>
              <a:rPr lang="en-US" dirty="0" smtClean="0"/>
              <a:t>u </a:t>
            </a:r>
            <a:r>
              <a:rPr lang="en-US" dirty="0" err="1"/>
              <a:t>boshqa</a:t>
            </a:r>
            <a:r>
              <a:rPr lang="en-US" dirty="0"/>
              <a:t> </a:t>
            </a:r>
            <a:r>
              <a:rPr lang="en-US" dirty="0" err="1"/>
              <a:t>sinfdan</a:t>
            </a:r>
            <a:r>
              <a:rPr lang="en-US" dirty="0"/>
              <a:t> </a:t>
            </a:r>
            <a:r>
              <a:rPr lang="en-US" dirty="0" err="1"/>
              <a:t>meros</a:t>
            </a:r>
            <a:r>
              <a:rPr lang="en-US" dirty="0"/>
              <a:t> </a:t>
            </a:r>
            <a:r>
              <a:rPr lang="en-US" dirty="0" err="1"/>
              <a:t>bo'lib</a:t>
            </a:r>
            <a:r>
              <a:rPr lang="en-US" dirty="0"/>
              <a:t> </a:t>
            </a:r>
            <a:r>
              <a:rPr lang="en-US" dirty="0" err="1"/>
              <a:t>qolgan</a:t>
            </a:r>
            <a:r>
              <a:rPr lang="en-US" dirty="0"/>
              <a:t> </a:t>
            </a:r>
            <a:r>
              <a:rPr lang="en-US" dirty="0" err="1"/>
              <a:t>sinf</a:t>
            </a:r>
            <a:r>
              <a:rPr lang="en-US" dirty="0"/>
              <a:t>, </a:t>
            </a:r>
            <a:r>
              <a:rPr lang="en-US" dirty="0" err="1"/>
              <a:t>hosila</a:t>
            </a:r>
            <a:r>
              <a:rPr lang="en-US" dirty="0"/>
              <a:t> </a:t>
            </a:r>
            <a:r>
              <a:rPr lang="en-US" dirty="0" err="1"/>
              <a:t>sinf</a:t>
            </a:r>
            <a:r>
              <a:rPr lang="en-US" dirty="0"/>
              <a:t> deb ham </a:t>
            </a:r>
            <a:r>
              <a:rPr lang="en-US" dirty="0" err="1" smtClean="0"/>
              <a:t>ataladi</a:t>
            </a:r>
            <a:r>
              <a:rPr lang="uz-Latn-UZ" dirty="0" smtClean="0"/>
              <a:t>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607" name="Прямоугольник 2"/>
          <p:cNvSpPr/>
          <p:nvPr/>
        </p:nvSpPr>
        <p:spPr>
          <a:xfrm>
            <a:off x="2924907" y="2927125"/>
            <a:ext cx="5216769" cy="2758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Person: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__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__(self,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self.firstname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fname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self.lastname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lname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(self):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 print(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self.firstname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self.lastname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 = Person(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"John"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"Doe"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x.printname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Прямоугольник 5"/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Polymorphism</a:t>
            </a:r>
            <a:r>
              <a:rPr lang="uz-Latn-UZ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(Polimorfizm)</a:t>
            </a:r>
            <a:endParaRPr lang="sv-SE" sz="28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145732" name="Прямая соединительная линия 6"/>
          <p:cNvCxnSpPr>
            <a:cxnSpLocks/>
          </p:cNvCxnSpPr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9" name="Rectangle 3"/>
          <p:cNvSpPr>
            <a:spLocks noChangeArrowheads="1"/>
          </p:cNvSpPr>
          <p:nvPr/>
        </p:nvSpPr>
        <p:spPr bwMode="auto">
          <a:xfrm>
            <a:off x="603022" y="2806857"/>
            <a:ext cx="10985956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Turli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ob'ektlarda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ishlatilishi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mumkin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bo'lgan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Python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funktsiyasiga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misol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bu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 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hlinkClick r:id="rId2"/>
              </a:rPr>
              <a:t>len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hlinkClick r:id="rId2"/>
              </a:rPr>
              <a:t>()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funktsiyadir</a:t>
            </a: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8610" name="Прямоугольник 8"/>
          <p:cNvSpPr/>
          <p:nvPr/>
        </p:nvSpPr>
        <p:spPr>
          <a:xfrm>
            <a:off x="2019300" y="795358"/>
            <a:ext cx="755332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Polimorfizm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"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so'zi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 "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ko'p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shakllar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"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degan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ma'noni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anglatadi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va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dasturlashda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 u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bir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xil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nomdagi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ko'plab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ob'ektlar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yoki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sinflarda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bajarilishi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mumkin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bo'lgan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usullar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/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funksiyalar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/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operatorlarga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ishora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702040204020203" pitchFamily="34" charset="0"/>
              </a:rPr>
              <a:t>qiladi</a:t>
            </a:r>
            <a:r>
              <a:rPr lang="en-US" sz="2400" dirty="0">
                <a:solidFill>
                  <a:srgbClr val="000000"/>
                </a:solidFill>
                <a:latin typeface="Segoe UI" panose="020B0702040204020203" pitchFamily="34" charset="0"/>
              </a:rPr>
              <a:t>.</a:t>
            </a:r>
            <a:endParaRPr lang="ru-RU" sz="2400" dirty="0"/>
          </a:p>
        </p:txBody>
      </p:sp>
      <p:pic>
        <p:nvPicPr>
          <p:cNvPr id="2097156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742" y="3992749"/>
            <a:ext cx="5905500" cy="1476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Прямоугольник 5"/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Polymorphism</a:t>
            </a:r>
            <a:r>
              <a:rPr lang="uz-Latn-UZ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(Polimorfizm)</a:t>
            </a:r>
            <a:endParaRPr lang="sv-SE" sz="28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145733" name="Прямая соединительная линия 6"/>
          <p:cNvCxnSpPr>
            <a:cxnSpLocks/>
          </p:cNvCxnSpPr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2" name="Rectangle 2"/>
          <p:cNvSpPr>
            <a:spLocks noChangeArrowheads="1"/>
          </p:cNvSpPr>
          <p:nvPr/>
        </p:nvSpPr>
        <p:spPr bwMode="auto">
          <a:xfrm>
            <a:off x="5213838" y="1303528"/>
            <a:ext cx="5978770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uz-Latn-UZ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P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olimorfizm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ko'pincha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Class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usullarida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qo'llaniladi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,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bu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erda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biz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bir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xil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usul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nomi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bilan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bir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nechta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sinflarga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ega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bo'lishimiz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mumkin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.</a:t>
            </a:r>
            <a:endParaRPr kumimoji="0" lang="ru-RU" altLang="ru-RU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Masalan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,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bizda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uchta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sinf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bor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deylik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: 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702040204020203" pitchFamily="34" charset="0"/>
              </a:rPr>
              <a:t>Car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, 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702040204020203" pitchFamily="34" charset="0"/>
              </a:rPr>
              <a:t>Boat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,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va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 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702040204020203" pitchFamily="34" charset="0"/>
              </a:rPr>
              <a:t>Plane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,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va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ularning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barchasida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,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deb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nomlangan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usul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bor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 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702040204020203" pitchFamily="34" charset="0"/>
              </a:rPr>
              <a:t>move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702040204020203" pitchFamily="34" charset="0"/>
              </a:rPr>
              <a:t>()</a:t>
            </a:r>
            <a:r>
              <a:rPr lang="uz-Latn-UZ" altLang="ru-RU" sz="1200" dirty="0">
                <a:solidFill>
                  <a:srgbClr val="DC143C"/>
                </a:solidFill>
                <a:latin typeface="Consolas" panose="020B0609020204030204" pitchFamily="49" charset="0"/>
                <a:cs typeface="Segoe UI" panose="020B0702040204020203" pitchFamily="34" charset="0"/>
              </a:rPr>
              <a:t>.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97157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83" y="841864"/>
            <a:ext cx="3994088" cy="58227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Прямоугольник 5"/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Abstraction</a:t>
            </a:r>
            <a:r>
              <a:rPr lang="uz-Latn-UZ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nima ?</a:t>
            </a:r>
            <a:endParaRPr lang="sv-SE" sz="28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145734" name="Прямая соединительная линия 6"/>
          <p:cNvCxnSpPr>
            <a:cxnSpLocks/>
          </p:cNvCxnSpPr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4" name="Прямоугольник 2"/>
          <p:cNvSpPr/>
          <p:nvPr/>
        </p:nvSpPr>
        <p:spPr>
          <a:xfrm>
            <a:off x="2212731" y="773613"/>
            <a:ext cx="80391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z-Latn-UZ" dirty="0" err="1" smtClean="0"/>
              <a:t>M</a:t>
            </a:r>
            <a:r>
              <a:rPr lang="en-US" dirty="0" err="1" smtClean="0"/>
              <a:t>urakkab</a:t>
            </a:r>
            <a:r>
              <a:rPr lang="en-US" dirty="0" smtClean="0"/>
              <a:t> </a:t>
            </a:r>
            <a:r>
              <a:rPr lang="en-US" dirty="0" err="1"/>
              <a:t>tizimni</a:t>
            </a:r>
            <a:r>
              <a:rPr lang="en-US" dirty="0"/>
              <a:t> </a:t>
            </a:r>
            <a:r>
              <a:rPr lang="en-US" dirty="0" err="1"/>
              <a:t>soddalashtirish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faqat</a:t>
            </a:r>
            <a:r>
              <a:rPr lang="en-US" dirty="0"/>
              <a:t> </a:t>
            </a:r>
            <a:r>
              <a:rPr lang="en-US" dirty="0" err="1"/>
              <a:t>muhim</a:t>
            </a:r>
            <a:r>
              <a:rPr lang="en-US" dirty="0"/>
              <a:t> </a:t>
            </a:r>
            <a:r>
              <a:rPr lang="en-US" dirty="0" err="1"/>
              <a:t>detallarni</a:t>
            </a:r>
            <a:r>
              <a:rPr lang="en-US" dirty="0"/>
              <a:t> </a:t>
            </a:r>
            <a:r>
              <a:rPr lang="en-US" dirty="0" err="1"/>
              <a:t>ko‘rsatish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keraksiz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ichki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yashirish</a:t>
            </a:r>
            <a:r>
              <a:rPr lang="en-US" dirty="0"/>
              <a:t> </a:t>
            </a:r>
            <a:r>
              <a:rPr lang="en-US" dirty="0" err="1"/>
              <a:t>jarayonini</a:t>
            </a:r>
            <a:r>
              <a:rPr lang="en-US" dirty="0"/>
              <a:t> </a:t>
            </a:r>
            <a:r>
              <a:rPr lang="en-US" dirty="0" err="1"/>
              <a:t>anglatadi</a:t>
            </a:r>
            <a:r>
              <a:rPr lang="en-US" dirty="0"/>
              <a:t>. </a:t>
            </a:r>
            <a:r>
              <a:rPr lang="en-US" dirty="0" err="1"/>
              <a:t>Python’da</a:t>
            </a:r>
            <a:r>
              <a:rPr lang="en-US" dirty="0"/>
              <a:t> </a:t>
            </a:r>
            <a:r>
              <a:rPr lang="en-US" dirty="0" err="1"/>
              <a:t>abstraktsiya</a:t>
            </a:r>
            <a:r>
              <a:rPr lang="en-US" dirty="0"/>
              <a:t> </a:t>
            </a:r>
            <a:r>
              <a:rPr lang="en-US" dirty="0" err="1"/>
              <a:t>sinflar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obyektlar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amalga</a:t>
            </a:r>
            <a:r>
              <a:rPr lang="en-US" dirty="0"/>
              <a:t> </a:t>
            </a:r>
            <a:r>
              <a:rPr lang="en-US" dirty="0" err="1"/>
              <a:t>oshiriladi</a:t>
            </a:r>
            <a:r>
              <a:rPr lang="en-US" dirty="0"/>
              <a:t>, </a:t>
            </a:r>
            <a:r>
              <a:rPr lang="en-US" dirty="0" err="1"/>
              <a:t>odatda</a:t>
            </a:r>
            <a:r>
              <a:rPr lang="en-US" dirty="0"/>
              <a:t> </a:t>
            </a:r>
            <a:r>
              <a:rPr lang="en-US" b="1" dirty="0" err="1"/>
              <a:t>abstrakt</a:t>
            </a:r>
            <a:r>
              <a:rPr lang="en-US" b="1" dirty="0"/>
              <a:t> </a:t>
            </a:r>
            <a:r>
              <a:rPr lang="en-US" b="1" dirty="0" err="1"/>
              <a:t>sinflar</a:t>
            </a:r>
            <a:r>
              <a:rPr lang="en-US" b="1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b="1" dirty="0" err="1"/>
              <a:t>abstrakt</a:t>
            </a:r>
            <a:r>
              <a:rPr lang="en-US" dirty="0"/>
              <a:t> </a:t>
            </a:r>
            <a:r>
              <a:rPr lang="en-US" b="1" dirty="0" err="1"/>
              <a:t>metodlar</a:t>
            </a:r>
            <a:r>
              <a:rPr lang="en-US" b="1" dirty="0"/>
              <a:t> </a:t>
            </a:r>
            <a:r>
              <a:rPr lang="en-US" dirty="0" err="1"/>
              <a:t>yordamida</a:t>
            </a:r>
            <a:endParaRPr lang="en-US" dirty="0">
              <a:effectLst/>
            </a:endParaRPr>
          </a:p>
        </p:txBody>
      </p:sp>
      <p:sp>
        <p:nvSpPr>
          <p:cNvPr id="1048615" name="Rectangle 1"/>
          <p:cNvSpPr>
            <a:spLocks noChangeArrowheads="1"/>
          </p:cNvSpPr>
          <p:nvPr/>
        </p:nvSpPr>
        <p:spPr bwMode="auto">
          <a:xfrm>
            <a:off x="1034358" y="2545160"/>
            <a:ext cx="10123284" cy="230832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Maqsadi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endParaRPr kumimoji="0" lang="uz-Latn-UZ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uz-Latn-UZ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Foydalanuvchiga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faqat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zarur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bo‘lgan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funksionallikni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taqdim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etish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ichki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murakkablikni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yashirish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uz-Latn-UZ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Masalan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avtomobil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haydashda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faqat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gaz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tormoz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rulni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ishlatasiz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lekin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dvigatelning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ichki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uz-Latn-UZ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uz-Latn-UZ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ishlash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mexanizmini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bilishingiz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Pythonda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endParaRPr kumimoji="0" lang="uz-Latn-UZ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uz-Latn-UZ" altLang="ru-RU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abc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yordamida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abstrakt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sinflar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yaratiladi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endParaRPr kumimoji="0" lang="uz-Latn-UZ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uz-Latn-UZ" altLang="ru-RU" dirty="0" smtClean="0"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Abstrakt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sinf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obyektlarni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to‘g‘ridan-to‘g‘ri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yaratish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uchun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ishlatilmaydi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endParaRPr kumimoji="0" lang="uz-Latn-UZ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balki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boshqa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sinflar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uchun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shablon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vazifasini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o‘taydi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Прямоугольник 5"/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Encapsulation</a:t>
            </a:r>
            <a:endParaRPr lang="sv-SE" sz="28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145735" name="Прямая соединительная линия 6"/>
          <p:cNvCxnSpPr>
            <a:cxnSpLocks/>
          </p:cNvCxnSpPr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7" name="Прямоугольник 7"/>
          <p:cNvSpPr/>
          <p:nvPr/>
        </p:nvSpPr>
        <p:spPr>
          <a:xfrm>
            <a:off x="445477" y="709395"/>
            <a:ext cx="5760000" cy="61247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b="1" dirty="0" err="1"/>
              <a:t>Python-da</a:t>
            </a:r>
            <a:r>
              <a:rPr lang="ru-RU" sz="1400" b="1" dirty="0"/>
              <a:t> </a:t>
            </a:r>
            <a:r>
              <a:rPr lang="ru-RU" sz="1400" b="1" dirty="0" err="1"/>
              <a:t>inkapsulyatsiyaning</a:t>
            </a:r>
            <a:r>
              <a:rPr lang="ru-RU" sz="1400" b="1" dirty="0"/>
              <a:t> </a:t>
            </a:r>
            <a:r>
              <a:rPr lang="ru-RU" sz="1400" b="1" dirty="0" err="1"/>
              <a:t>asosiy</a:t>
            </a:r>
            <a:r>
              <a:rPr lang="ru-RU" sz="1400" b="1" dirty="0"/>
              <a:t> </a:t>
            </a:r>
            <a:r>
              <a:rPr lang="ru-RU" sz="1400" b="1" dirty="0" err="1"/>
              <a:t>jihatlari</a:t>
            </a:r>
            <a:r>
              <a:rPr lang="ru-RU" sz="1400" b="1" dirty="0"/>
              <a:t>:</a:t>
            </a:r>
          </a:p>
          <a:p>
            <a:endParaRPr lang="ru-RU" sz="1400" dirty="0"/>
          </a:p>
          <a:p>
            <a:r>
              <a:rPr lang="ru-RU" sz="1400" b="1" dirty="0" err="1"/>
              <a:t>Ma'lumotlarni</a:t>
            </a:r>
            <a:r>
              <a:rPr lang="ru-RU" sz="1400" b="1" dirty="0"/>
              <a:t> </a:t>
            </a:r>
            <a:r>
              <a:rPr lang="ru-RU" sz="1400" b="1" dirty="0" err="1"/>
              <a:t>yig'ish</a:t>
            </a:r>
            <a:r>
              <a:rPr lang="ru-RU" sz="1400" b="1" dirty="0"/>
              <a:t> </a:t>
            </a:r>
            <a:r>
              <a:rPr lang="ru-RU" sz="1400" b="1" dirty="0" err="1"/>
              <a:t>usullari</a:t>
            </a:r>
            <a:r>
              <a:rPr lang="ru-RU" sz="1400" b="1" dirty="0"/>
              <a:t> </a:t>
            </a:r>
            <a:r>
              <a:rPr lang="ru-RU" sz="1400" b="1" dirty="0" err="1"/>
              <a:t>va</a:t>
            </a:r>
            <a:r>
              <a:rPr lang="ru-RU" sz="1400" b="1" dirty="0"/>
              <a:t> </a:t>
            </a:r>
            <a:r>
              <a:rPr lang="ru-RU" sz="1400" b="1" dirty="0" err="1"/>
              <a:t>usullari</a:t>
            </a:r>
            <a:r>
              <a:rPr lang="ru-RU" sz="1400" dirty="0"/>
              <a:t>:</a:t>
            </a:r>
          </a:p>
          <a:p>
            <a:r>
              <a:rPr lang="ru-RU" sz="1400" dirty="0" err="1"/>
              <a:t>Inkapsulyatsiya</a:t>
            </a:r>
            <a:r>
              <a:rPr lang="ru-RU" sz="1400" dirty="0"/>
              <a:t> </a:t>
            </a:r>
            <a:r>
              <a:rPr lang="ru-RU" sz="1400" dirty="0" err="1"/>
              <a:t>deganda</a:t>
            </a:r>
            <a:r>
              <a:rPr lang="ru-RU" sz="1400" dirty="0"/>
              <a:t>, </a:t>
            </a:r>
            <a:r>
              <a:rPr lang="ru-RU" sz="1400" dirty="0" err="1"/>
              <a:t>sinf</a:t>
            </a:r>
            <a:r>
              <a:rPr lang="ru-RU" sz="1400" dirty="0"/>
              <a:t> </a:t>
            </a:r>
            <a:r>
              <a:rPr lang="ru-RU" sz="1400" dirty="0" err="1"/>
              <a:t>o'zi</a:t>
            </a:r>
            <a:r>
              <a:rPr lang="ru-RU" sz="1400" dirty="0"/>
              <a:t> </a:t>
            </a:r>
            <a:r>
              <a:rPr lang="ru-RU" sz="1400" dirty="0" err="1"/>
              <a:t>boshqaradigan</a:t>
            </a:r>
            <a:r>
              <a:rPr lang="ru-RU" sz="1400" dirty="0"/>
              <a:t> </a:t>
            </a:r>
            <a:r>
              <a:rPr lang="ru-RU" sz="1400" dirty="0" err="1"/>
              <a:t>ma'lumotlarni</a:t>
            </a:r>
            <a:r>
              <a:rPr lang="ru-RU" sz="1400" dirty="0"/>
              <a:t> </a:t>
            </a:r>
            <a:r>
              <a:rPr lang="ru-RU" sz="1400" dirty="0" err="1"/>
              <a:t>va</a:t>
            </a:r>
            <a:r>
              <a:rPr lang="ru-RU" sz="1400" dirty="0"/>
              <a:t> </a:t>
            </a:r>
            <a:r>
              <a:rPr lang="ru-RU" sz="1400" dirty="0" err="1"/>
              <a:t>shu</a:t>
            </a:r>
            <a:r>
              <a:rPr lang="ru-RU" sz="1400" dirty="0"/>
              <a:t> </a:t>
            </a:r>
            <a:r>
              <a:rPr lang="ru-RU" sz="1400" dirty="0" err="1"/>
              <a:t>ma'lumotlar</a:t>
            </a:r>
            <a:r>
              <a:rPr lang="ru-RU" sz="1400" dirty="0"/>
              <a:t> </a:t>
            </a:r>
          </a:p>
          <a:p>
            <a:r>
              <a:rPr lang="ru-RU" sz="1400" dirty="0" err="1"/>
              <a:t>ustida</a:t>
            </a:r>
            <a:r>
              <a:rPr lang="ru-RU" sz="1400" dirty="0"/>
              <a:t> </a:t>
            </a:r>
            <a:r>
              <a:rPr lang="ru-RU" sz="1400" dirty="0" err="1"/>
              <a:t>bajarilishi</a:t>
            </a:r>
            <a:r>
              <a:rPr lang="ru-RU" sz="1400" dirty="0"/>
              <a:t> </a:t>
            </a:r>
            <a:r>
              <a:rPr lang="ru-RU" sz="1400" dirty="0" err="1"/>
              <a:t>mumkin</a:t>
            </a:r>
            <a:r>
              <a:rPr lang="ru-RU" sz="1400" dirty="0"/>
              <a:t> </a:t>
            </a:r>
            <a:r>
              <a:rPr lang="ru-RU" sz="1400" dirty="0" err="1"/>
              <a:t>bo'lgan</a:t>
            </a:r>
            <a:r>
              <a:rPr lang="ru-RU" sz="1400" dirty="0"/>
              <a:t> </a:t>
            </a:r>
            <a:r>
              <a:rPr lang="ru-RU" sz="1400" dirty="0" err="1"/>
              <a:t>operatsiyalarni</a:t>
            </a:r>
            <a:r>
              <a:rPr lang="ru-RU" sz="1400" dirty="0"/>
              <a:t> (</a:t>
            </a:r>
            <a:r>
              <a:rPr lang="ru-RU" sz="1400" dirty="0" err="1"/>
              <a:t>usullarni</a:t>
            </a:r>
            <a:r>
              <a:rPr lang="ru-RU" sz="1400" dirty="0"/>
              <a:t>) </a:t>
            </a:r>
            <a:r>
              <a:rPr lang="ru-RU" sz="1400" dirty="0" err="1"/>
              <a:t>o'z</a:t>
            </a:r>
            <a:r>
              <a:rPr lang="ru-RU" sz="1400" dirty="0"/>
              <a:t> </a:t>
            </a:r>
            <a:r>
              <a:rPr lang="ru-RU" sz="1400" dirty="0" err="1"/>
              <a:t>ichiga</a:t>
            </a:r>
            <a:r>
              <a:rPr lang="ru-RU" sz="1400" dirty="0"/>
              <a:t> </a:t>
            </a:r>
            <a:r>
              <a:rPr lang="ru-RU" sz="1400" dirty="0" err="1"/>
              <a:t>oladi</a:t>
            </a:r>
            <a:r>
              <a:rPr lang="ru-RU" sz="1400" dirty="0"/>
              <a:t>. </a:t>
            </a:r>
            <a:r>
              <a:rPr lang="ru-RU" sz="1400" dirty="0" err="1"/>
              <a:t>Bu</a:t>
            </a:r>
            <a:r>
              <a:rPr lang="ru-RU" sz="1400" dirty="0"/>
              <a:t> </a:t>
            </a:r>
            <a:r>
              <a:rPr lang="ru-RU" sz="1400" dirty="0" err="1"/>
              <a:t>mustaqil</a:t>
            </a:r>
            <a:r>
              <a:rPr lang="ru-RU" sz="1400" dirty="0"/>
              <a:t> </a:t>
            </a:r>
            <a:r>
              <a:rPr lang="ru-RU" sz="1400" dirty="0" err="1"/>
              <a:t>va</a:t>
            </a:r>
            <a:r>
              <a:rPr lang="ru-RU" sz="1400" dirty="0"/>
              <a:t> </a:t>
            </a:r>
            <a:r>
              <a:rPr lang="ru-RU" sz="1400" dirty="0" err="1"/>
              <a:t>mustaqil</a:t>
            </a:r>
            <a:r>
              <a:rPr lang="ru-RU" sz="1400" dirty="0"/>
              <a:t> </a:t>
            </a:r>
            <a:r>
              <a:rPr lang="ru-RU" sz="1400" dirty="0" err="1"/>
              <a:t>ob'ektlarni</a:t>
            </a:r>
            <a:r>
              <a:rPr lang="ru-RU" sz="1400" dirty="0"/>
              <a:t> </a:t>
            </a:r>
            <a:r>
              <a:rPr lang="ru-RU" sz="1400" dirty="0" err="1"/>
              <a:t>yaratadi</a:t>
            </a:r>
            <a:r>
              <a:rPr lang="ru-RU" sz="1400" dirty="0"/>
              <a:t>.</a:t>
            </a:r>
          </a:p>
          <a:p>
            <a:endParaRPr lang="ru-RU" sz="1400" dirty="0"/>
          </a:p>
          <a:p>
            <a:r>
              <a:rPr lang="ru-RU" sz="1400" b="1" dirty="0" err="1"/>
              <a:t>Ma'lumotni</a:t>
            </a:r>
            <a:r>
              <a:rPr lang="ru-RU" sz="1400" b="1" dirty="0"/>
              <a:t> </a:t>
            </a:r>
            <a:r>
              <a:rPr lang="ru-RU" sz="1400" b="1" dirty="0" err="1"/>
              <a:t>yashirish</a:t>
            </a:r>
            <a:r>
              <a:rPr lang="ru-RU" sz="1400" b="1" dirty="0"/>
              <a:t> (</a:t>
            </a:r>
            <a:r>
              <a:rPr lang="ru-RU" sz="1400" b="1" dirty="0" err="1"/>
              <a:t>abstraksiya</a:t>
            </a:r>
            <a:r>
              <a:rPr lang="ru-RU" sz="1400" b="1" dirty="0"/>
              <a:t>): </a:t>
            </a:r>
          </a:p>
          <a:p>
            <a:r>
              <a:rPr lang="ru-RU" sz="1400" dirty="0" err="1"/>
              <a:t>Python</a:t>
            </a:r>
            <a:r>
              <a:rPr lang="ru-RU" sz="1400" dirty="0"/>
              <a:t> </a:t>
            </a:r>
            <a:r>
              <a:rPr lang="ru-RU" sz="1400" dirty="0" err="1"/>
              <a:t>ba'zi</a:t>
            </a:r>
            <a:r>
              <a:rPr lang="ru-RU" sz="1400" dirty="0"/>
              <a:t> </a:t>
            </a:r>
            <a:r>
              <a:rPr lang="ru-RU" sz="1400" dirty="0" err="1"/>
              <a:t>boshqa</a:t>
            </a:r>
            <a:r>
              <a:rPr lang="ru-RU" sz="1400" dirty="0"/>
              <a:t> </a:t>
            </a:r>
            <a:r>
              <a:rPr lang="ru-RU" sz="1400" dirty="0" err="1"/>
              <a:t>tillar</a:t>
            </a:r>
            <a:r>
              <a:rPr lang="ru-RU" sz="1400" dirty="0"/>
              <a:t> </a:t>
            </a:r>
            <a:r>
              <a:rPr lang="ru-RU" sz="1400" dirty="0" err="1"/>
              <a:t>kabi</a:t>
            </a:r>
            <a:r>
              <a:rPr lang="ru-RU" sz="1400" dirty="0"/>
              <a:t> </a:t>
            </a:r>
            <a:r>
              <a:rPr lang="ru-RU" sz="1400" dirty="0" err="1"/>
              <a:t>qat'iy</a:t>
            </a:r>
            <a:r>
              <a:rPr lang="ru-RU" sz="1400" dirty="0"/>
              <a:t> "</a:t>
            </a:r>
            <a:r>
              <a:rPr lang="ru-RU" sz="1400" dirty="0" err="1"/>
              <a:t>xususiy</a:t>
            </a:r>
            <a:r>
              <a:rPr lang="ru-RU" sz="1400" dirty="0"/>
              <a:t>" </a:t>
            </a:r>
            <a:r>
              <a:rPr lang="ru-RU" sz="1400" dirty="0" err="1"/>
              <a:t>kirish</a:t>
            </a:r>
            <a:r>
              <a:rPr lang="ru-RU" sz="1400" dirty="0"/>
              <a:t> </a:t>
            </a:r>
            <a:r>
              <a:rPr lang="ru-RU" sz="1400" dirty="0" err="1"/>
              <a:t>modifikatorlarini</a:t>
            </a:r>
            <a:r>
              <a:rPr lang="ru-RU" sz="1400" dirty="0"/>
              <a:t> </a:t>
            </a:r>
            <a:r>
              <a:rPr lang="ru-RU" sz="1400" dirty="0" err="1"/>
              <a:t>qo'llamasa-da</a:t>
            </a:r>
            <a:r>
              <a:rPr lang="ru-RU" sz="1400" dirty="0"/>
              <a:t>, </a:t>
            </a:r>
          </a:p>
          <a:p>
            <a:r>
              <a:rPr lang="ru-RU" sz="1400" dirty="0"/>
              <a:t>u </a:t>
            </a:r>
            <a:r>
              <a:rPr lang="ru-RU" sz="1400" dirty="0" err="1"/>
              <a:t>mo'ljallangan</a:t>
            </a:r>
            <a:r>
              <a:rPr lang="ru-RU" sz="1400" dirty="0"/>
              <a:t> </a:t>
            </a:r>
            <a:r>
              <a:rPr lang="ru-RU" sz="1400" dirty="0" err="1"/>
              <a:t>kirish</a:t>
            </a:r>
            <a:r>
              <a:rPr lang="ru-RU" sz="1400" dirty="0"/>
              <a:t> </a:t>
            </a:r>
            <a:r>
              <a:rPr lang="ru-RU" sz="1400" dirty="0" err="1"/>
              <a:t>darajalarini</a:t>
            </a:r>
            <a:r>
              <a:rPr lang="ru-RU" sz="1400" dirty="0"/>
              <a:t> </a:t>
            </a:r>
            <a:r>
              <a:rPr lang="ru-RU" sz="1400" dirty="0" err="1"/>
              <a:t>ko'rsatish</a:t>
            </a:r>
            <a:r>
              <a:rPr lang="ru-RU" sz="1400" dirty="0"/>
              <a:t> </a:t>
            </a:r>
            <a:r>
              <a:rPr lang="ru-RU" sz="1400" dirty="0" err="1"/>
              <a:t>uchun</a:t>
            </a:r>
            <a:r>
              <a:rPr lang="ru-RU" sz="1400" dirty="0"/>
              <a:t> </a:t>
            </a:r>
            <a:r>
              <a:rPr lang="ru-RU" sz="1400" dirty="0" err="1"/>
              <a:t>konventsiyalardan</a:t>
            </a:r>
            <a:r>
              <a:rPr lang="ru-RU" sz="1400" dirty="0"/>
              <a:t> </a:t>
            </a:r>
            <a:r>
              <a:rPr lang="ru-RU" sz="1400" dirty="0" err="1"/>
              <a:t>foydalanadi</a:t>
            </a:r>
            <a:r>
              <a:rPr lang="ru-RU" sz="1400" dirty="0"/>
              <a:t>:</a:t>
            </a:r>
          </a:p>
          <a:p>
            <a:r>
              <a:rPr lang="uz-Latn-UZ" sz="1400" b="1" dirty="0" smtClean="0"/>
              <a:t>	</a:t>
            </a:r>
            <a:r>
              <a:rPr lang="ru-RU" sz="1400" b="1" dirty="0" err="1" smtClean="0"/>
              <a:t>Ommaviy</a:t>
            </a:r>
            <a:r>
              <a:rPr lang="ru-RU" sz="1400" b="1" dirty="0" smtClean="0"/>
              <a:t> </a:t>
            </a:r>
            <a:r>
              <a:rPr lang="ru-RU" sz="1400" b="1" dirty="0" err="1"/>
              <a:t>a'zolar</a:t>
            </a:r>
            <a:r>
              <a:rPr lang="ru-RU" sz="1400" dirty="0"/>
              <a:t>: </a:t>
            </a:r>
            <a:r>
              <a:rPr lang="ru-RU" sz="1400" dirty="0" err="1"/>
              <a:t>Odatiy</a:t>
            </a:r>
            <a:r>
              <a:rPr lang="ru-RU" sz="1400" dirty="0"/>
              <a:t> </a:t>
            </a:r>
            <a:r>
              <a:rPr lang="ru-RU" sz="1400" dirty="0" err="1"/>
              <a:t>bo'lib</a:t>
            </a:r>
            <a:r>
              <a:rPr lang="ru-RU" sz="1400" dirty="0"/>
              <a:t>, </a:t>
            </a:r>
            <a:r>
              <a:rPr lang="ru-RU" sz="1400" dirty="0" err="1"/>
              <a:t>Python</a:t>
            </a:r>
            <a:r>
              <a:rPr lang="ru-RU" sz="1400" dirty="0"/>
              <a:t> </a:t>
            </a:r>
            <a:r>
              <a:rPr lang="ru-RU" sz="1400" dirty="0" err="1"/>
              <a:t>sinfidagi</a:t>
            </a:r>
            <a:r>
              <a:rPr lang="ru-RU" sz="1400" dirty="0"/>
              <a:t> </a:t>
            </a:r>
            <a:r>
              <a:rPr lang="ru-RU" sz="1400" dirty="0" err="1"/>
              <a:t>barcha</a:t>
            </a:r>
            <a:r>
              <a:rPr lang="ru-RU" sz="1400" dirty="0"/>
              <a:t> </a:t>
            </a:r>
            <a:r>
              <a:rPr lang="uz-Latn-UZ" sz="1400" dirty="0" smtClean="0"/>
              <a:t>	</a:t>
            </a:r>
            <a:r>
              <a:rPr lang="ru-RU" sz="1400" dirty="0" err="1" smtClean="0"/>
              <a:t>atributlar</a:t>
            </a:r>
            <a:r>
              <a:rPr lang="ru-RU" sz="1400" dirty="0" smtClean="0"/>
              <a:t> </a:t>
            </a:r>
            <a:r>
              <a:rPr lang="ru-RU" sz="1400" dirty="0" err="1"/>
              <a:t>va</a:t>
            </a:r>
            <a:r>
              <a:rPr lang="ru-RU" sz="1400" dirty="0"/>
              <a:t> </a:t>
            </a:r>
            <a:r>
              <a:rPr lang="ru-RU" sz="1400" dirty="0" err="1"/>
              <a:t>usullar</a:t>
            </a:r>
            <a:r>
              <a:rPr lang="ru-RU" sz="1400" dirty="0"/>
              <a:t> </a:t>
            </a:r>
            <a:r>
              <a:rPr lang="ru-RU" sz="1400" dirty="0" err="1"/>
              <a:t>ommaviydir</a:t>
            </a:r>
            <a:r>
              <a:rPr lang="ru-RU" sz="1400" dirty="0"/>
              <a:t> </a:t>
            </a:r>
            <a:r>
              <a:rPr lang="ru-RU" sz="1400" dirty="0" err="1"/>
              <a:t>va</a:t>
            </a:r>
            <a:endParaRPr lang="ru-RU" sz="1400" dirty="0"/>
          </a:p>
          <a:p>
            <a:r>
              <a:rPr lang="ru-RU" sz="1400" dirty="0"/>
              <a:t> </a:t>
            </a:r>
            <a:r>
              <a:rPr lang="uz-Latn-UZ" sz="1400" dirty="0" smtClean="0"/>
              <a:t>	</a:t>
            </a:r>
            <a:r>
              <a:rPr lang="ru-RU" sz="1400" dirty="0" err="1" smtClean="0"/>
              <a:t>ularga</a:t>
            </a:r>
            <a:r>
              <a:rPr lang="ru-RU" sz="1400" dirty="0" smtClean="0"/>
              <a:t> </a:t>
            </a:r>
            <a:r>
              <a:rPr lang="ru-RU" sz="1400" dirty="0" err="1"/>
              <a:t>to'g'ridan-to'g'ri</a:t>
            </a:r>
            <a:r>
              <a:rPr lang="ru-RU" sz="1400" dirty="0"/>
              <a:t> </a:t>
            </a:r>
            <a:r>
              <a:rPr lang="ru-RU" sz="1400" dirty="0" err="1"/>
              <a:t>sinfdan</a:t>
            </a:r>
            <a:r>
              <a:rPr lang="ru-RU" sz="1400" dirty="0"/>
              <a:t> </a:t>
            </a:r>
            <a:r>
              <a:rPr lang="ru-RU" sz="1400" dirty="0" err="1"/>
              <a:t>tashqaridan</a:t>
            </a:r>
            <a:r>
              <a:rPr lang="ru-RU" sz="1400" dirty="0"/>
              <a:t> </a:t>
            </a:r>
            <a:r>
              <a:rPr lang="ru-RU" sz="1400" dirty="0" err="1"/>
              <a:t>kirish</a:t>
            </a:r>
            <a:r>
              <a:rPr lang="ru-RU" sz="1400" dirty="0"/>
              <a:t> </a:t>
            </a:r>
            <a:r>
              <a:rPr lang="ru-RU" sz="1400" dirty="0" err="1"/>
              <a:t>mumkin</a:t>
            </a:r>
            <a:r>
              <a:rPr lang="ru-RU" sz="1400" dirty="0"/>
              <a:t>.</a:t>
            </a:r>
          </a:p>
          <a:p>
            <a:endParaRPr lang="ru-RU" sz="1400" dirty="0"/>
          </a:p>
          <a:p>
            <a:r>
              <a:rPr lang="uz-Latn-UZ" sz="1400" b="1" dirty="0" smtClean="0"/>
              <a:t>	</a:t>
            </a:r>
            <a:r>
              <a:rPr lang="ru-RU" sz="1400" b="1" dirty="0" err="1" smtClean="0"/>
              <a:t>Himoyalangan</a:t>
            </a:r>
            <a:r>
              <a:rPr lang="ru-RU" sz="1400" b="1" dirty="0" smtClean="0"/>
              <a:t> </a:t>
            </a:r>
            <a:r>
              <a:rPr lang="ru-RU" sz="1400" b="1" dirty="0" err="1"/>
              <a:t>a'zolar</a:t>
            </a:r>
            <a:r>
              <a:rPr lang="ru-RU" sz="1400" b="1" dirty="0"/>
              <a:t> (</a:t>
            </a:r>
            <a:r>
              <a:rPr lang="ru-RU" sz="1400" b="1" dirty="0" err="1"/>
              <a:t>konventsiya</a:t>
            </a:r>
            <a:r>
              <a:rPr lang="ru-RU" sz="1400" dirty="0"/>
              <a:t>): </a:t>
            </a:r>
            <a:r>
              <a:rPr lang="ru-RU" sz="1400" dirty="0" err="1"/>
              <a:t>atribut</a:t>
            </a:r>
            <a:r>
              <a:rPr lang="ru-RU" sz="1400" dirty="0"/>
              <a:t> </a:t>
            </a:r>
            <a:r>
              <a:rPr lang="ru-RU" sz="1400" dirty="0" err="1"/>
              <a:t>yoki</a:t>
            </a:r>
            <a:r>
              <a:rPr lang="ru-RU" sz="1400" dirty="0"/>
              <a:t> </a:t>
            </a:r>
            <a:r>
              <a:rPr lang="ru-RU" sz="1400" dirty="0" err="1"/>
              <a:t>usul</a:t>
            </a:r>
            <a:r>
              <a:rPr lang="ru-RU" sz="1400" dirty="0"/>
              <a:t> </a:t>
            </a:r>
            <a:r>
              <a:rPr lang="ru-RU" sz="1400" dirty="0" err="1"/>
              <a:t>nomiga</a:t>
            </a:r>
            <a:r>
              <a:rPr lang="ru-RU" sz="1400" dirty="0"/>
              <a:t> </a:t>
            </a:r>
            <a:r>
              <a:rPr lang="uz-Latn-UZ" sz="1400" dirty="0" smtClean="0"/>
              <a:t>	</a:t>
            </a:r>
            <a:r>
              <a:rPr lang="ru-RU" sz="1400" dirty="0" err="1" smtClean="0"/>
              <a:t>bitta</a:t>
            </a:r>
            <a:r>
              <a:rPr lang="ru-RU" sz="1400" dirty="0" smtClean="0"/>
              <a:t> </a:t>
            </a:r>
            <a:r>
              <a:rPr lang="ru-RU" sz="1400" dirty="0" err="1"/>
              <a:t>pastki</a:t>
            </a:r>
            <a:r>
              <a:rPr lang="ru-RU" sz="1400" dirty="0"/>
              <a:t> </a:t>
            </a:r>
            <a:r>
              <a:rPr lang="ru-RU" sz="1400" dirty="0" err="1"/>
              <a:t>chiziq</a:t>
            </a:r>
            <a:r>
              <a:rPr lang="ru-RU" sz="1400" dirty="0"/>
              <a:t> ( _) </a:t>
            </a:r>
            <a:r>
              <a:rPr lang="ru-RU" sz="1400" dirty="0" err="1"/>
              <a:t>bilan</a:t>
            </a:r>
            <a:r>
              <a:rPr lang="ru-RU" sz="1400" dirty="0"/>
              <a:t> </a:t>
            </a:r>
            <a:r>
              <a:rPr lang="ru-RU" sz="1400" dirty="0" err="1"/>
              <a:t>old</a:t>
            </a:r>
            <a:r>
              <a:rPr lang="ru-RU" sz="1400" dirty="0"/>
              <a:t> </a:t>
            </a:r>
            <a:r>
              <a:rPr lang="ru-RU" sz="1400" dirty="0" err="1"/>
              <a:t>qo'yish</a:t>
            </a:r>
            <a:r>
              <a:rPr lang="ru-RU" sz="1400" dirty="0"/>
              <a:t> </a:t>
            </a:r>
            <a:r>
              <a:rPr lang="ru-RU" sz="1400" dirty="0" err="1"/>
              <a:t>uning</a:t>
            </a:r>
            <a:r>
              <a:rPr lang="ru-RU" sz="1400" dirty="0"/>
              <a:t> </a:t>
            </a:r>
            <a:r>
              <a:rPr lang="ru-RU" sz="1400" dirty="0" err="1"/>
              <a:t>sinf</a:t>
            </a:r>
            <a:r>
              <a:rPr lang="ru-RU" sz="1400" dirty="0"/>
              <a:t> </a:t>
            </a:r>
            <a:r>
              <a:rPr lang="ru-RU" sz="1400" dirty="0" err="1"/>
              <a:t>yoki</a:t>
            </a:r>
            <a:r>
              <a:rPr lang="ru-RU" sz="1400" dirty="0"/>
              <a:t> </a:t>
            </a:r>
            <a:r>
              <a:rPr lang="ru-RU" sz="1400" dirty="0" err="1"/>
              <a:t>uning</a:t>
            </a:r>
            <a:r>
              <a:rPr lang="ru-RU" sz="1400" dirty="0"/>
              <a:t> </a:t>
            </a:r>
          </a:p>
          <a:p>
            <a:r>
              <a:rPr lang="uz-Latn-UZ" sz="1400" dirty="0" smtClean="0"/>
              <a:t>	</a:t>
            </a:r>
            <a:r>
              <a:rPr lang="ru-RU" sz="1400" dirty="0" err="1" smtClean="0"/>
              <a:t>quyi</a:t>
            </a:r>
            <a:r>
              <a:rPr lang="ru-RU" sz="1400" dirty="0" smtClean="0"/>
              <a:t> </a:t>
            </a:r>
            <a:r>
              <a:rPr lang="ru-RU" sz="1400" dirty="0" err="1"/>
              <a:t>sinflari</a:t>
            </a:r>
            <a:r>
              <a:rPr lang="ru-RU" sz="1400" dirty="0"/>
              <a:t> </a:t>
            </a:r>
            <a:r>
              <a:rPr lang="ru-RU" sz="1400" dirty="0" err="1"/>
              <a:t>ichida</a:t>
            </a:r>
            <a:r>
              <a:rPr lang="ru-RU" sz="1400" dirty="0"/>
              <a:t> </a:t>
            </a:r>
            <a:r>
              <a:rPr lang="ru-RU" sz="1400" dirty="0" err="1"/>
              <a:t>ichki</a:t>
            </a:r>
            <a:r>
              <a:rPr lang="ru-RU" sz="1400" dirty="0"/>
              <a:t> </a:t>
            </a:r>
            <a:r>
              <a:rPr lang="ru-RU" sz="1400" dirty="0" err="1"/>
              <a:t>foydalanish</a:t>
            </a:r>
            <a:r>
              <a:rPr lang="ru-RU" sz="1400" dirty="0"/>
              <a:t> </a:t>
            </a:r>
            <a:r>
              <a:rPr lang="ru-RU" sz="1400" dirty="0" err="1"/>
              <a:t>uchun</a:t>
            </a:r>
            <a:r>
              <a:rPr lang="ru-RU" sz="1400" dirty="0"/>
              <a:t> </a:t>
            </a:r>
            <a:r>
              <a:rPr lang="ru-RU" sz="1400" dirty="0" err="1"/>
              <a:t>mo'ljallanganligini</a:t>
            </a:r>
            <a:r>
              <a:rPr lang="ru-RU" sz="1400" dirty="0"/>
              <a:t> </a:t>
            </a:r>
            <a:r>
              <a:rPr lang="uz-Latn-UZ" sz="1400" dirty="0" smtClean="0"/>
              <a:t>	</a:t>
            </a:r>
            <a:r>
              <a:rPr lang="ru-RU" sz="1400" dirty="0" err="1" smtClean="0"/>
              <a:t>bildiradi</a:t>
            </a:r>
            <a:r>
              <a:rPr lang="ru-RU" sz="1400" dirty="0"/>
              <a:t>, </a:t>
            </a:r>
            <a:r>
              <a:rPr lang="ru-RU" sz="1400" dirty="0" err="1"/>
              <a:t>lekin</a:t>
            </a:r>
            <a:r>
              <a:rPr lang="ru-RU" sz="1400" dirty="0"/>
              <a:t> </a:t>
            </a:r>
            <a:r>
              <a:rPr lang="ru-RU" sz="1400" dirty="0" err="1"/>
              <a:t>unga</a:t>
            </a:r>
            <a:r>
              <a:rPr lang="ru-RU" sz="1400" dirty="0"/>
              <a:t> </a:t>
            </a:r>
            <a:r>
              <a:rPr lang="ru-RU" sz="1400" dirty="0" err="1"/>
              <a:t>texnik</a:t>
            </a:r>
            <a:r>
              <a:rPr lang="ru-RU" sz="1400" dirty="0"/>
              <a:t> </a:t>
            </a:r>
            <a:r>
              <a:rPr lang="ru-RU" sz="1400" dirty="0" err="1"/>
              <a:t>jihatdan</a:t>
            </a:r>
            <a:r>
              <a:rPr lang="ru-RU" sz="1400" dirty="0"/>
              <a:t> </a:t>
            </a:r>
            <a:r>
              <a:rPr lang="ru-RU" sz="1400" dirty="0" err="1"/>
              <a:t>tashqaridan</a:t>
            </a:r>
            <a:r>
              <a:rPr lang="ru-RU" sz="1400" dirty="0"/>
              <a:t> </a:t>
            </a:r>
            <a:r>
              <a:rPr lang="ru-RU" sz="1400" dirty="0" err="1"/>
              <a:t>kirish</a:t>
            </a:r>
            <a:r>
              <a:rPr lang="ru-RU" sz="1400" dirty="0"/>
              <a:t> </a:t>
            </a:r>
            <a:r>
              <a:rPr lang="ru-RU" sz="1400" dirty="0" err="1"/>
              <a:t>mumkin</a:t>
            </a:r>
            <a:r>
              <a:rPr lang="ru-RU" sz="1400" dirty="0"/>
              <a:t>.</a:t>
            </a:r>
          </a:p>
          <a:p>
            <a:endParaRPr lang="ru-RU" sz="1400" dirty="0"/>
          </a:p>
          <a:p>
            <a:r>
              <a:rPr lang="uz-Latn-UZ" sz="1400" b="1" dirty="0" smtClean="0"/>
              <a:t>	</a:t>
            </a:r>
            <a:r>
              <a:rPr lang="ru-RU" sz="1400" b="1" dirty="0" err="1" smtClean="0"/>
              <a:t>Xususiy</a:t>
            </a:r>
            <a:r>
              <a:rPr lang="ru-RU" sz="1400" b="1" dirty="0" smtClean="0"/>
              <a:t> </a:t>
            </a:r>
            <a:r>
              <a:rPr lang="ru-RU" sz="1400" b="1" dirty="0" err="1"/>
              <a:t>a'zolar</a:t>
            </a:r>
            <a:r>
              <a:rPr lang="ru-RU" sz="1400" b="1" dirty="0"/>
              <a:t> (</a:t>
            </a:r>
            <a:r>
              <a:rPr lang="ru-RU" sz="1400" b="1" dirty="0" err="1"/>
              <a:t>nomlarni</a:t>
            </a:r>
            <a:r>
              <a:rPr lang="ru-RU" sz="1400" b="1" dirty="0"/>
              <a:t> </a:t>
            </a:r>
            <a:r>
              <a:rPr lang="ru-RU" sz="1400" b="1" dirty="0" err="1"/>
              <a:t>o'zgartirish</a:t>
            </a:r>
            <a:r>
              <a:rPr lang="ru-RU" sz="1400" dirty="0"/>
              <a:t>): </a:t>
            </a:r>
          </a:p>
          <a:p>
            <a:r>
              <a:rPr lang="uz-Latn-UZ" sz="1400" dirty="0" smtClean="0"/>
              <a:t>	</a:t>
            </a:r>
            <a:r>
              <a:rPr lang="ru-RU" sz="1400" dirty="0" err="1" smtClean="0"/>
              <a:t>Atribut</a:t>
            </a:r>
            <a:r>
              <a:rPr lang="ru-RU" sz="1400" dirty="0" smtClean="0"/>
              <a:t> </a:t>
            </a:r>
            <a:r>
              <a:rPr lang="ru-RU" sz="1400" dirty="0" err="1"/>
              <a:t>yoki</a:t>
            </a:r>
            <a:r>
              <a:rPr lang="ru-RU" sz="1400" dirty="0"/>
              <a:t> </a:t>
            </a:r>
            <a:r>
              <a:rPr lang="ru-RU" sz="1400" dirty="0" err="1"/>
              <a:t>usul</a:t>
            </a:r>
            <a:r>
              <a:rPr lang="ru-RU" sz="1400" dirty="0"/>
              <a:t> </a:t>
            </a:r>
            <a:r>
              <a:rPr lang="ru-RU" sz="1400" dirty="0" err="1"/>
              <a:t>nomiga</a:t>
            </a:r>
            <a:r>
              <a:rPr lang="ru-RU" sz="1400" dirty="0"/>
              <a:t> </a:t>
            </a:r>
            <a:r>
              <a:rPr lang="ru-RU" sz="1400" dirty="0" err="1"/>
              <a:t>ikkita</a:t>
            </a:r>
            <a:r>
              <a:rPr lang="ru-RU" sz="1400" dirty="0"/>
              <a:t> </a:t>
            </a:r>
            <a:r>
              <a:rPr lang="ru-RU" sz="1400" dirty="0" err="1"/>
              <a:t>pastki</a:t>
            </a:r>
            <a:r>
              <a:rPr lang="ru-RU" sz="1400" dirty="0"/>
              <a:t> </a:t>
            </a:r>
            <a:r>
              <a:rPr lang="ru-RU" sz="1400" dirty="0" err="1"/>
              <a:t>chiziq</a:t>
            </a:r>
            <a:r>
              <a:rPr lang="ru-RU" sz="1400" dirty="0"/>
              <a:t> ( __) </a:t>
            </a:r>
            <a:r>
              <a:rPr lang="ru-RU" sz="1400" dirty="0" err="1"/>
              <a:t>bilan</a:t>
            </a:r>
            <a:r>
              <a:rPr lang="ru-RU" sz="1400" dirty="0"/>
              <a:t> </a:t>
            </a:r>
            <a:r>
              <a:rPr lang="ru-RU" sz="1400" dirty="0" err="1"/>
              <a:t>old</a:t>
            </a:r>
            <a:r>
              <a:rPr lang="ru-RU" sz="1400" dirty="0"/>
              <a:t> </a:t>
            </a:r>
            <a:r>
              <a:rPr lang="uz-Latn-UZ" sz="1400" dirty="0" smtClean="0"/>
              <a:t>	</a:t>
            </a:r>
            <a:r>
              <a:rPr lang="ru-RU" sz="1400" dirty="0" err="1" smtClean="0"/>
              <a:t>qo'yish</a:t>
            </a:r>
            <a:r>
              <a:rPr lang="ru-RU" sz="1400" dirty="0" smtClean="0"/>
              <a:t> </a:t>
            </a:r>
            <a:r>
              <a:rPr lang="ru-RU" sz="1400" dirty="0" err="1"/>
              <a:t>Python</a:t>
            </a:r>
            <a:r>
              <a:rPr lang="ru-RU" sz="1400" dirty="0"/>
              <a:t> </a:t>
            </a:r>
            <a:r>
              <a:rPr lang="ru-RU" sz="1400" dirty="0" err="1"/>
              <a:t>tarjimoni</a:t>
            </a:r>
            <a:r>
              <a:rPr lang="ru-RU" sz="1400" dirty="0"/>
              <a:t> </a:t>
            </a:r>
            <a:r>
              <a:rPr lang="ru-RU" sz="1400" dirty="0" err="1"/>
              <a:t>tomonidan</a:t>
            </a:r>
            <a:r>
              <a:rPr lang="ru-RU" sz="1400" dirty="0"/>
              <a:t> </a:t>
            </a:r>
            <a:r>
              <a:rPr lang="ru-RU" sz="1400" dirty="0" err="1"/>
              <a:t>nom</a:t>
            </a:r>
            <a:r>
              <a:rPr lang="ru-RU" sz="1400" dirty="0"/>
              <a:t> </a:t>
            </a:r>
            <a:r>
              <a:rPr lang="ru-RU" sz="1400" dirty="0" err="1"/>
              <a:t>o'zgartirishni</a:t>
            </a:r>
            <a:r>
              <a:rPr lang="ru-RU" sz="1400" dirty="0"/>
              <a:t> </a:t>
            </a:r>
            <a:r>
              <a:rPr lang="ru-RU" sz="1400" dirty="0" err="1"/>
              <a:t>ishga</a:t>
            </a:r>
            <a:r>
              <a:rPr lang="ru-RU" sz="1400" dirty="0"/>
              <a:t> </a:t>
            </a:r>
            <a:r>
              <a:rPr lang="uz-Latn-UZ" sz="1400" dirty="0" smtClean="0"/>
              <a:t>	</a:t>
            </a:r>
            <a:r>
              <a:rPr lang="ru-RU" sz="1400" dirty="0" err="1" smtClean="0"/>
              <a:t>tushiradi.Bu</a:t>
            </a:r>
            <a:r>
              <a:rPr lang="ru-RU" sz="1400" dirty="0" smtClean="0"/>
              <a:t> </a:t>
            </a:r>
            <a:r>
              <a:rPr lang="ru-RU" sz="1400" dirty="0" err="1"/>
              <a:t>sinfdan</a:t>
            </a:r>
            <a:r>
              <a:rPr lang="ru-RU" sz="1400" dirty="0"/>
              <a:t> </a:t>
            </a:r>
            <a:r>
              <a:rPr lang="ru-RU" sz="1400" dirty="0" err="1"/>
              <a:t>yoki</a:t>
            </a:r>
            <a:r>
              <a:rPr lang="ru-RU" sz="1400" dirty="0"/>
              <a:t> </a:t>
            </a:r>
            <a:r>
              <a:rPr lang="ru-RU" sz="1400" dirty="0" err="1"/>
              <a:t>kichik</a:t>
            </a:r>
            <a:r>
              <a:rPr lang="ru-RU" sz="1400" dirty="0"/>
              <a:t> </a:t>
            </a:r>
            <a:r>
              <a:rPr lang="ru-RU" sz="1400" dirty="0" err="1"/>
              <a:t>sinflardan</a:t>
            </a:r>
            <a:r>
              <a:rPr lang="ru-RU" sz="1400" dirty="0"/>
              <a:t> </a:t>
            </a:r>
            <a:r>
              <a:rPr lang="ru-RU" sz="1400" dirty="0" err="1"/>
              <a:t>bu</a:t>
            </a:r>
            <a:r>
              <a:rPr lang="ru-RU" sz="1400" dirty="0"/>
              <a:t> </a:t>
            </a:r>
            <a:r>
              <a:rPr lang="ru-RU" sz="1400" dirty="0" err="1"/>
              <a:t>a'zolarga</a:t>
            </a:r>
            <a:r>
              <a:rPr lang="ru-RU" sz="1400" dirty="0"/>
              <a:t> </a:t>
            </a:r>
            <a:r>
              <a:rPr lang="ru-RU" sz="1400" dirty="0" err="1"/>
              <a:t>kirishni</a:t>
            </a:r>
            <a:r>
              <a:rPr lang="ru-RU" sz="1400" dirty="0"/>
              <a:t> </a:t>
            </a:r>
            <a:r>
              <a:rPr lang="uz-Latn-UZ" sz="1400" dirty="0" smtClean="0"/>
              <a:t>	</a:t>
            </a:r>
            <a:r>
              <a:rPr lang="ru-RU" sz="1400" dirty="0" err="1" smtClean="0"/>
              <a:t>yoki</a:t>
            </a:r>
            <a:r>
              <a:rPr lang="ru-RU" sz="1400" dirty="0" smtClean="0"/>
              <a:t> </a:t>
            </a:r>
            <a:r>
              <a:rPr lang="ru-RU" sz="1400" dirty="0" err="1"/>
              <a:t>tasodifan</a:t>
            </a:r>
            <a:r>
              <a:rPr lang="ru-RU" sz="1400" dirty="0"/>
              <a:t> </a:t>
            </a:r>
            <a:r>
              <a:rPr lang="ru-RU" sz="1400" dirty="0" err="1"/>
              <a:t>bekor</a:t>
            </a:r>
            <a:r>
              <a:rPr lang="ru-RU" sz="1400" dirty="0"/>
              <a:t> </a:t>
            </a:r>
            <a:r>
              <a:rPr lang="ru-RU" sz="1400" dirty="0" err="1"/>
              <a:t>qilishni</a:t>
            </a:r>
            <a:r>
              <a:rPr lang="ru-RU" sz="1400" dirty="0"/>
              <a:t> </a:t>
            </a:r>
            <a:r>
              <a:rPr lang="ru-RU" sz="1400" dirty="0" err="1"/>
              <a:t>qiyinlashtiradi</a:t>
            </a:r>
            <a:r>
              <a:rPr lang="ru-RU" sz="1400" dirty="0"/>
              <a:t> (</a:t>
            </a:r>
            <a:r>
              <a:rPr lang="ru-RU" sz="1400" dirty="0" err="1"/>
              <a:t>garchi</a:t>
            </a:r>
            <a:r>
              <a:rPr lang="ru-RU" sz="1400" dirty="0"/>
              <a:t> </a:t>
            </a:r>
            <a:r>
              <a:rPr lang="ru-RU" sz="1400" dirty="0" err="1"/>
              <a:t>imkonsiz</a:t>
            </a:r>
            <a:r>
              <a:rPr lang="ru-RU" sz="1400" dirty="0"/>
              <a:t> </a:t>
            </a:r>
            <a:r>
              <a:rPr lang="uz-Latn-UZ" sz="1400" dirty="0" smtClean="0"/>
              <a:t> 	</a:t>
            </a:r>
            <a:r>
              <a:rPr lang="ru-RU" sz="1400" dirty="0" err="1" smtClean="0"/>
              <a:t>bo'lsa</a:t>
            </a:r>
            <a:r>
              <a:rPr lang="ru-RU" sz="1400" dirty="0" smtClean="0"/>
              <a:t> h</a:t>
            </a:r>
            <a:r>
              <a:rPr lang="uz-Latn-UZ" sz="1400" dirty="0" smtClean="0"/>
              <a:t>am)</a:t>
            </a:r>
            <a:endParaRPr lang="ru-RU" sz="1400" dirty="0"/>
          </a:p>
        </p:txBody>
      </p:sp>
      <p:sp>
        <p:nvSpPr>
          <p:cNvPr id="1048618" name="AutoShape 4" descr="Explaining OOP Encapsulation In Java With Examp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97158" name="Picture 10" descr="Encapsulation in Java - GeeksforGeek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59769" y="2257297"/>
            <a:ext cx="5410200" cy="30289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Прямоугольник 5"/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Encapsulation</a:t>
            </a:r>
            <a:endParaRPr lang="sv-SE" sz="28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145736" name="Прямая соединительная линия 6"/>
          <p:cNvCxnSpPr>
            <a:cxnSpLocks/>
          </p:cNvCxnSpPr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20" name="AutoShape 4" descr="Explaining OOP Encapsulation In Java With Examp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48621" name="Rectangle 1"/>
          <p:cNvSpPr>
            <a:spLocks noChangeArrowheads="1"/>
          </p:cNvSpPr>
          <p:nvPr/>
        </p:nvSpPr>
        <p:spPr bwMode="auto">
          <a:xfrm>
            <a:off x="307975" y="683558"/>
            <a:ext cx="11614077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uz-Latn-UZ" altLang="ru-RU" b="1" dirty="0">
                <a:latin typeface="Arial" panose="020B0604020202020204" pitchFamily="34" charset="0"/>
              </a:rPr>
              <a:t>A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bstrakt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sinf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sinfdan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obyekt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yaratib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bo‘lmaydi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faqat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meros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qilib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olinadigan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shablon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sifatida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ishlatiladi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Abstrakt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Voris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sinflarda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majburiy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ravishda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aniqlanishi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kerak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bo‘lgan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metodlar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endParaRPr kumimoji="0" lang="uz-Latn-UZ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uz-Latn-UZ" altLang="ru-RU" dirty="0"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Ular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@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abstractmethod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dekoratori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bilan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belgilanadi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Foydasi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Kodni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tashkil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qilishni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osonlashtiradi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qayta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ishlatishni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oshiradi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loyihani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tushunarli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qiladi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2097159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752" y="1950427"/>
            <a:ext cx="5200650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Прямоугольник 5"/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Encapsulation</a:t>
            </a:r>
            <a:endParaRPr lang="sv-SE" sz="28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145737" name="Прямая соединительная линия 6"/>
          <p:cNvCxnSpPr>
            <a:cxnSpLocks/>
          </p:cNvCxnSpPr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23" name="AutoShape 4" descr="Explaining OOP Encapsulation In Java With Examp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97160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943" y="998660"/>
            <a:ext cx="6048375" cy="5124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048629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13</a:t>
            </a:fld>
            <a:endParaRPr lang="ru-RU"/>
          </a:p>
        </p:txBody>
      </p:sp>
      <p:pic>
        <p:nvPicPr>
          <p:cNvPr id="2097162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2097163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448</Words>
  <Application>Microsoft Office PowerPoint</Application>
  <PresentationFormat>Произвольный</PresentationFormat>
  <Paragraphs>61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                      O'ZBEKISTON RESPUBLIKASI HARBIY XAVFSIZLIK VA MUDOFAA UNIVERSITETINING AXBOROT-KOMMUNIKATSIYA TEXNOLOGIYALARI VA HARBIY ALOQA INSTIUTI   Mustaqil ish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Isakov Muxriddin</dc:creator>
  <cp:lastModifiedBy>user</cp:lastModifiedBy>
  <cp:revision>3</cp:revision>
  <dcterms:created xsi:type="dcterms:W3CDTF">2025-10-05T03:05:44Z</dcterms:created>
  <dcterms:modified xsi:type="dcterms:W3CDTF">2025-10-16T10:45:16Z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78fd4a09754f40baba0de7f4a0c95fd2</vt:lpwstr>
  </property>
</Properties>
</file>