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3"/>
  </p:notesMasterIdLst>
  <p:handoutMasterIdLst>
    <p:handoutMasterId r:id="rId24"/>
  </p:handoutMasterIdLst>
  <p:sldIdLst>
    <p:sldId id="258" r:id="rId2"/>
    <p:sldId id="339" r:id="rId3"/>
    <p:sldId id="345" r:id="rId4"/>
    <p:sldId id="346" r:id="rId5"/>
    <p:sldId id="343" r:id="rId6"/>
    <p:sldId id="340" r:id="rId7"/>
    <p:sldId id="341" r:id="rId8"/>
    <p:sldId id="347" r:id="rId9"/>
    <p:sldId id="329" r:id="rId10"/>
    <p:sldId id="330" r:id="rId11"/>
    <p:sldId id="348" r:id="rId12"/>
    <p:sldId id="342" r:id="rId13"/>
    <p:sldId id="349" r:id="rId14"/>
    <p:sldId id="350" r:id="rId15"/>
    <p:sldId id="351" r:id="rId16"/>
    <p:sldId id="352" r:id="rId17"/>
    <p:sldId id="353" r:id="rId18"/>
    <p:sldId id="354" r:id="rId19"/>
    <p:sldId id="355" r:id="rId20"/>
    <p:sldId id="356" r:id="rId21"/>
    <p:sldId id="302" r:id="rId22"/>
  </p:sldIdLst>
  <p:sldSz cx="17068800" cy="9601200"/>
  <p:notesSz cx="9866313" cy="6735763"/>
  <p:custDataLst>
    <p:tags r:id="rId25"/>
  </p:custData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24" userDrawn="1">
          <p15:clr>
            <a:srgbClr val="A4A3A4"/>
          </p15:clr>
        </p15:guide>
        <p15:guide id="2" pos="537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216-PC" initials="2" lastIdx="1" clrIdx="0">
    <p:extLst>
      <p:ext uri="{19B8F6BF-5375-455C-9EA6-DF929625EA0E}">
        <p15:presenceInfo xmlns:p15="http://schemas.microsoft.com/office/powerpoint/2012/main" userId="216-P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D1D8E"/>
    <a:srgbClr val="1B1B87"/>
    <a:srgbClr val="F2F8A6"/>
    <a:srgbClr val="0FA174"/>
    <a:srgbClr val="99FFCC"/>
    <a:srgbClr val="E5BF1B"/>
    <a:srgbClr val="8BB5E7"/>
    <a:srgbClr val="BAC349"/>
    <a:srgbClr val="0C1C1D"/>
    <a:srgbClr val="E17F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8B1032C-EA38-4F05-BA0D-38AFFFC7BED3}" styleName="Светлый стиль 3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DA37D80-6434-44D0-A028-1B22A696006F}" styleName="Светлый стиль 3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3296810-A885-4BE3-A3E7-6D5BEEA58F35}" styleName="Средний стиль 2 —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E3FDE45-AF77-4B5C-9715-49D594BDF05E}" styleName="Светлый стиль 1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A111915-BE36-4E01-A7E5-04B1672EAD32}" styleName="Светлый стиль 2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666" autoAdjust="0"/>
    <p:restoredTop sz="94864" autoAdjust="0"/>
  </p:normalViewPr>
  <p:slideViewPr>
    <p:cSldViewPr>
      <p:cViewPr varScale="1">
        <p:scale>
          <a:sx n="58" d="100"/>
          <a:sy n="58" d="100"/>
        </p:scale>
        <p:origin x="1008" y="67"/>
      </p:cViewPr>
      <p:guideLst>
        <p:guide orient="horz" pos="3024"/>
        <p:guide pos="5376"/>
      </p:guideLst>
    </p:cSldViewPr>
  </p:slideViewPr>
  <p:notesTextViewPr>
    <p:cViewPr>
      <p:scale>
        <a:sx n="20" d="100"/>
        <a:sy n="2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276255" cy="33814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5587733" y="0"/>
            <a:ext cx="4276254" cy="33814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9638E1-6F17-407E-ADAC-AA9E1AF892C1}" type="datetimeFigureOut">
              <a:rPr lang="ru-RU" smtClean="0"/>
              <a:t>09.10.2025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1" y="6397620"/>
            <a:ext cx="4276255" cy="3381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5587733" y="6397620"/>
            <a:ext cx="4276254" cy="3381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889532-DF2E-401F-ADA7-19095986D1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84822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275403" cy="336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5588627" y="0"/>
            <a:ext cx="4275403" cy="336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F979AA-061E-48E9-8048-B7F66A5A19A2}" type="datetimeFigureOut">
              <a:rPr lang="ru-RU" smtClean="0"/>
              <a:pPr/>
              <a:t>09.10.2025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2687638" y="504825"/>
            <a:ext cx="4491037" cy="25273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986632" y="3199488"/>
            <a:ext cx="7893050" cy="303109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1" y="6397806"/>
            <a:ext cx="4275403" cy="336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5588627" y="6397806"/>
            <a:ext cx="4275403" cy="336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F2886D-CC70-4555-9C37-486A52F50C8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39970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8004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1pPr>
    <a:lvl2pPr marL="640025" algn="l" defTabSz="128004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2pPr>
    <a:lvl3pPr marL="1280049" algn="l" defTabSz="128004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3pPr>
    <a:lvl4pPr marL="1920074" algn="l" defTabSz="128004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4pPr>
    <a:lvl5pPr marL="2560099" algn="l" defTabSz="128004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5pPr>
    <a:lvl6pPr marL="3200123" algn="l" defTabSz="128004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6pPr>
    <a:lvl7pPr marL="3840148" algn="l" defTabSz="128004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7pPr>
    <a:lvl8pPr marL="4480173" algn="l" defTabSz="128004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8pPr>
    <a:lvl9pPr marL="5120197" algn="l" defTabSz="128004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33301-A3D0-402A-A6F3-3605BA3EFE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33600" y="1571308"/>
            <a:ext cx="12801600" cy="3342640"/>
          </a:xfrm>
        </p:spPr>
        <p:txBody>
          <a:bodyPr anchor="b"/>
          <a:lstStyle>
            <a:lvl1pPr algn="ctr">
              <a:defRPr sz="84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BFD795-5CF1-4690-A51C-8C0FC231C6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33600" y="5042853"/>
            <a:ext cx="12801600" cy="2318067"/>
          </a:xfrm>
        </p:spPr>
        <p:txBody>
          <a:bodyPr/>
          <a:lstStyle>
            <a:lvl1pPr marL="0" indent="0" algn="ctr">
              <a:buNone/>
              <a:defRPr sz="3360"/>
            </a:lvl1pPr>
            <a:lvl2pPr marL="640080" indent="0" algn="ctr">
              <a:buNone/>
              <a:defRPr sz="2800"/>
            </a:lvl2pPr>
            <a:lvl3pPr marL="1280160" indent="0" algn="ctr">
              <a:buNone/>
              <a:defRPr sz="2520"/>
            </a:lvl3pPr>
            <a:lvl4pPr marL="1920240" indent="0" algn="ctr">
              <a:buNone/>
              <a:defRPr sz="2240"/>
            </a:lvl4pPr>
            <a:lvl5pPr marL="2560320" indent="0" algn="ctr">
              <a:buNone/>
              <a:defRPr sz="2240"/>
            </a:lvl5pPr>
            <a:lvl6pPr marL="3200400" indent="0" algn="ctr">
              <a:buNone/>
              <a:defRPr sz="2240"/>
            </a:lvl6pPr>
            <a:lvl7pPr marL="3840480" indent="0" algn="ctr">
              <a:buNone/>
              <a:defRPr sz="2240"/>
            </a:lvl7pPr>
            <a:lvl8pPr marL="4480560" indent="0" algn="ctr">
              <a:buNone/>
              <a:defRPr sz="2240"/>
            </a:lvl8pPr>
            <a:lvl9pPr marL="5120640" indent="0" algn="ctr">
              <a:buNone/>
              <a:defRPr sz="224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487C16-20E8-44E6-92AF-6A9520B93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355A95-C5EE-41F9-AEE9-FFCBDF968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65D203-2790-4AC9-BEBE-DA9EC710C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endParaRPr lang="ru-R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0040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38301-1DB1-43F6-8F91-4E8DA943A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76F171-6C7C-4158-AB13-731CE5E58E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5E8E92-D257-4228-AF18-3EE013A65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FB0AAF-45E8-4023-B871-6FE4CBAA7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65E297-45C0-46EC-A932-04212C799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endParaRPr lang="ru-R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1020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387C4-5153-4776-B101-72039B32E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4590" y="2393634"/>
            <a:ext cx="14721840" cy="3993832"/>
          </a:xfrm>
        </p:spPr>
        <p:txBody>
          <a:bodyPr anchor="b"/>
          <a:lstStyle>
            <a:lvl1pPr>
              <a:defRPr sz="84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343D64-A131-49B6-B20A-E700BEBF88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64590" y="6425249"/>
            <a:ext cx="14721840" cy="2100262"/>
          </a:xfrm>
        </p:spPr>
        <p:txBody>
          <a:bodyPr/>
          <a:lstStyle>
            <a:lvl1pPr marL="0" indent="0">
              <a:buNone/>
              <a:defRPr sz="3360">
                <a:solidFill>
                  <a:schemeClr val="tx1">
                    <a:tint val="75000"/>
                  </a:schemeClr>
                </a:solidFill>
              </a:defRPr>
            </a:lvl1pPr>
            <a:lvl2pPr marL="64008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marL="128016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3pPr>
            <a:lvl4pPr marL="192024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4pPr>
            <a:lvl5pPr marL="256032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5pPr>
            <a:lvl6pPr marL="320040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6pPr>
            <a:lvl7pPr marL="384048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7pPr>
            <a:lvl8pPr marL="448056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8pPr>
            <a:lvl9pPr marL="512064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4BF30B-78EA-4873-9256-EC008A5FD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4CF1A3-2AE2-45FF-9DDA-4496AD10F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6982D8-07EE-49C7-90A4-83D99B2FF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endParaRPr lang="ru-R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1937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C3566-8D6A-4808-B89A-3C4635C95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228A0D-57CC-4DA2-89A3-1340C1AB8C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73480" y="2555875"/>
            <a:ext cx="7254240" cy="60918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2AAB0E-03EA-4BCE-B088-B374CC341B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641080" y="2555875"/>
            <a:ext cx="7254240" cy="60918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5077EE-E3A0-42F5-BE23-94A853AD6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102837-52BA-4CBD-BD77-9805AB22A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7D2200-1816-4B71-8393-6432A9CFA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endParaRPr lang="ru-R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9286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A8766-AE7C-4630-B39D-6C55C5F73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5703" y="511176"/>
            <a:ext cx="14721840" cy="185578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C59E90-C97F-462E-B281-2C1F5D6915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75704" y="2353628"/>
            <a:ext cx="7220902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3E857C-5A59-4FC3-A4C2-4C61D15DF2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75704" y="3507105"/>
            <a:ext cx="7220902" cy="51584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C1C622-EC86-49D3-AE2E-255AEF1718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641080" y="2353628"/>
            <a:ext cx="7256463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00E9FD-7E75-43A0-8513-85731F6B35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641080" y="3507105"/>
            <a:ext cx="7256463" cy="51584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BC5557-9D99-4D46-B803-9BA256A20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CBDE71-3054-457C-8BA8-187B6A4CE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72717F-1464-4329-BBFD-CBA95729C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endParaRPr lang="ru-R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72516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20E2E-A245-4371-A0F6-2738B20F7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A4EC7D-AF8E-4A57-9FA0-0BD8BC049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EA9E36-8854-41EE-9ADF-00A8B064C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639ACD-FFA8-4A03-A909-57D182636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endParaRPr lang="ru-R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27249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096BC1-778E-4485-9C6C-279DBD89A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D402F0-EE62-453D-B02F-01FC30574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1C73AB-C58B-4B06-812E-DA27C7F35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endParaRPr lang="ru-R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2379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EFF1E-CAAB-4E82-9463-D15064613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5704" y="640080"/>
            <a:ext cx="5505132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E6F8FE-D68F-4DFB-BA93-883696559D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6463" y="1382396"/>
            <a:ext cx="8641080" cy="6823075"/>
          </a:xfrm>
        </p:spPr>
        <p:txBody>
          <a:bodyPr/>
          <a:lstStyle>
            <a:lvl1pPr>
              <a:defRPr sz="4480"/>
            </a:lvl1pPr>
            <a:lvl2pPr>
              <a:defRPr sz="3920"/>
            </a:lvl2pPr>
            <a:lvl3pPr>
              <a:defRPr sz="336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A419C-0196-4888-ADA4-B5426CDB17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75704" y="2880360"/>
            <a:ext cx="5505132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38A761-CAE6-4DE4-9E1E-52AA196E3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DA8012-FB08-408E-BFE0-2E10C242F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CB3C31-7062-4688-9EC4-797DF8ED0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endParaRPr lang="ru-R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3518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3157C-E869-48BE-9721-248287AB5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5704" y="640080"/>
            <a:ext cx="5505132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ED5B27-007C-4398-B790-638DBCC335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256463" y="1382396"/>
            <a:ext cx="8641080" cy="6823075"/>
          </a:xfrm>
        </p:spPr>
        <p:txBody>
          <a:bodyPr/>
          <a:lstStyle>
            <a:lvl1pPr marL="0" indent="0">
              <a:buNone/>
              <a:defRPr sz="4480"/>
            </a:lvl1pPr>
            <a:lvl2pPr marL="640080" indent="0">
              <a:buNone/>
              <a:defRPr sz="3920"/>
            </a:lvl2pPr>
            <a:lvl3pPr marL="1280160" indent="0">
              <a:buNone/>
              <a:defRPr sz="3360"/>
            </a:lvl3pPr>
            <a:lvl4pPr marL="1920240" indent="0">
              <a:buNone/>
              <a:defRPr sz="2800"/>
            </a:lvl4pPr>
            <a:lvl5pPr marL="2560320" indent="0">
              <a:buNone/>
              <a:defRPr sz="2800"/>
            </a:lvl5pPr>
            <a:lvl6pPr marL="3200400" indent="0">
              <a:buNone/>
              <a:defRPr sz="2800"/>
            </a:lvl6pPr>
            <a:lvl7pPr marL="3840480" indent="0">
              <a:buNone/>
              <a:defRPr sz="2800"/>
            </a:lvl7pPr>
            <a:lvl8pPr marL="4480560" indent="0">
              <a:buNone/>
              <a:defRPr sz="2800"/>
            </a:lvl8pPr>
            <a:lvl9pPr marL="5120640" indent="0">
              <a:buNone/>
              <a:defRPr sz="28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B29222-BEFE-44DE-A756-CD40582098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75704" y="2880360"/>
            <a:ext cx="5505132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9770E6-AAD6-4617-8189-D9E53785E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9AB97F-6EBB-46EC-B534-F76CC341C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660E2B-CC73-41AB-B238-82B75EED0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endParaRPr lang="ru-R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88976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94EDB-B978-4D3A-A3C0-312761FA3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8CBB8D-560F-4BD2-85CD-FB7077B42A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CEE0-E73F-468F-9722-A71029A75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6A32A7-28DF-4846-85A1-69E396909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3D44ED-6CE0-4F88-9808-D4CCB1BFD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endParaRPr lang="ru-R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2881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7B545E-8085-4304-AF19-0A4DB72138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2214860" y="511175"/>
            <a:ext cx="3680460" cy="81365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CBA5B3-3471-4D8A-8281-9E42516566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73480" y="511175"/>
            <a:ext cx="10828020" cy="813657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E87109-DE29-4DDC-8605-040F61016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54D850-E37D-43F8-A0A3-B7F0DCFEB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C83DBD-DD48-4702-8221-C5C3F886A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endParaRPr lang="ru-R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8065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8C6EEE-8E31-44D7-B678-D90AF5A88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3480" y="511176"/>
            <a:ext cx="14721840" cy="1855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9916AB-499B-4A60-8F9B-07269D588E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73480" y="2555875"/>
            <a:ext cx="14721840" cy="60918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A88E2C-3B8B-4FAC-B889-BF4959F50E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73480" y="8898891"/>
            <a:ext cx="384048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68B11E-A522-44FB-834E-90BACEA666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54040" y="8898891"/>
            <a:ext cx="576072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1FA553-D5AE-42E4-809A-29CAAC0671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054840" y="8898891"/>
            <a:ext cx="384048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endParaRPr lang="ru-R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8427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280160" rtl="0" eaLnBrk="1" latinLnBrk="0" hangingPunct="1">
        <a:lnSpc>
          <a:spcPct val="90000"/>
        </a:lnSpc>
        <a:spcBef>
          <a:spcPct val="0"/>
        </a:spcBef>
        <a:buNone/>
        <a:defRPr sz="61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0040" indent="-320040" algn="l" defTabSz="1280160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3920" kern="1200">
          <a:solidFill>
            <a:schemeClr val="tx1"/>
          </a:solidFill>
          <a:latin typeface="+mn-lt"/>
          <a:ea typeface="+mn-ea"/>
          <a:cs typeface="+mn-cs"/>
        </a:defRPr>
      </a:lvl1pPr>
      <a:lvl2pPr marL="9601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2pPr>
      <a:lvl3pPr marL="16002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22402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88036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52044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41605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4406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801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56032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20040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38404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4805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1206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png"/><Relationship Id="rId7" Type="http://schemas.microsoft.com/office/2007/relationships/hdphoto" Target="../media/hdphoto2.wdp"/><Relationship Id="rId12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9.png"/><Relationship Id="rId5" Type="http://schemas.microsoft.com/office/2007/relationships/hdphoto" Target="../media/hdphoto1.wdp"/><Relationship Id="rId10" Type="http://schemas.openxmlformats.org/officeDocument/2006/relationships/image" Target="../media/image8.png"/><Relationship Id="rId4" Type="http://schemas.openxmlformats.org/officeDocument/2006/relationships/image" Target="../media/image5.png"/><Relationship Id="rId9" Type="http://schemas.microsoft.com/office/2007/relationships/hdphoto" Target="../media/hdphoto3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88" r="11188"/>
          <a:stretch/>
        </p:blipFill>
        <p:spPr>
          <a:xfrm>
            <a:off x="0" y="-23936"/>
            <a:ext cx="17073488" cy="9625136"/>
          </a:xfrm>
          <a:prstGeom prst="rect">
            <a:avLst/>
          </a:prstGeom>
        </p:spPr>
      </p:pic>
      <p:sp>
        <p:nvSpPr>
          <p:cNvPr id="4" name="Заголовок 1"/>
          <p:cNvSpPr txBox="1">
            <a:spLocks/>
          </p:cNvSpPr>
          <p:nvPr/>
        </p:nvSpPr>
        <p:spPr bwMode="auto">
          <a:xfrm>
            <a:off x="1909664" y="270709"/>
            <a:ext cx="13249472" cy="16495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70580" tIns="85292" rIns="170580" bIns="85292" numCol="1" anchor="ctr" anchorCtr="0" compatLnSpc="1">
            <a:prstTxWarp prst="textNoShape">
              <a:avLst/>
            </a:prstTxWarp>
            <a:noAutofit/>
          </a:bodyPr>
          <a:lstStyle>
            <a:lvl1pPr algn="ctr" defTabSz="1279372" rtl="0" eaLnBrk="0" fontAlgn="base" hangingPunct="0">
              <a:spcBef>
                <a:spcPct val="0"/>
              </a:spcBef>
              <a:spcAft>
                <a:spcPct val="0"/>
              </a:spcAft>
              <a:defRPr sz="6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defTabSz="1279372" rtl="0" eaLnBrk="0" fontAlgn="base" hangingPunct="0">
              <a:spcBef>
                <a:spcPct val="0"/>
              </a:spcBef>
              <a:spcAft>
                <a:spcPct val="0"/>
              </a:spcAft>
              <a:defRPr sz="6200">
                <a:solidFill>
                  <a:schemeClr val="tx2"/>
                </a:solidFill>
                <a:latin typeface="Arial" charset="0"/>
              </a:defRPr>
            </a:lvl2pPr>
            <a:lvl3pPr algn="ctr" defTabSz="1279372" rtl="0" eaLnBrk="0" fontAlgn="base" hangingPunct="0">
              <a:spcBef>
                <a:spcPct val="0"/>
              </a:spcBef>
              <a:spcAft>
                <a:spcPct val="0"/>
              </a:spcAft>
              <a:defRPr sz="6200">
                <a:solidFill>
                  <a:schemeClr val="tx2"/>
                </a:solidFill>
                <a:latin typeface="Arial" charset="0"/>
              </a:defRPr>
            </a:lvl3pPr>
            <a:lvl4pPr algn="ctr" defTabSz="1279372" rtl="0" eaLnBrk="0" fontAlgn="base" hangingPunct="0">
              <a:spcBef>
                <a:spcPct val="0"/>
              </a:spcBef>
              <a:spcAft>
                <a:spcPct val="0"/>
              </a:spcAft>
              <a:defRPr sz="6200">
                <a:solidFill>
                  <a:schemeClr val="tx2"/>
                </a:solidFill>
                <a:latin typeface="Arial" charset="0"/>
              </a:defRPr>
            </a:lvl4pPr>
            <a:lvl5pPr algn="ctr" defTabSz="1279372" rtl="0" eaLnBrk="0" fontAlgn="base" hangingPunct="0">
              <a:spcBef>
                <a:spcPct val="0"/>
              </a:spcBef>
              <a:spcAft>
                <a:spcPct val="0"/>
              </a:spcAft>
              <a:defRPr sz="6200">
                <a:solidFill>
                  <a:schemeClr val="tx2"/>
                </a:solidFill>
                <a:latin typeface="Arial" charset="0"/>
              </a:defRPr>
            </a:lvl5pPr>
            <a:lvl6pPr marL="457145" algn="ctr" defTabSz="1474612" rtl="0" fontAlgn="base">
              <a:spcBef>
                <a:spcPct val="0"/>
              </a:spcBef>
              <a:spcAft>
                <a:spcPct val="0"/>
              </a:spcAft>
              <a:defRPr sz="7100">
                <a:solidFill>
                  <a:schemeClr val="tx2"/>
                </a:solidFill>
                <a:latin typeface="Arial" charset="0"/>
              </a:defRPr>
            </a:lvl6pPr>
            <a:lvl7pPr marL="914290" algn="ctr" defTabSz="1474612" rtl="0" fontAlgn="base">
              <a:spcBef>
                <a:spcPct val="0"/>
              </a:spcBef>
              <a:spcAft>
                <a:spcPct val="0"/>
              </a:spcAft>
              <a:defRPr sz="7100">
                <a:solidFill>
                  <a:schemeClr val="tx2"/>
                </a:solidFill>
                <a:latin typeface="Arial" charset="0"/>
              </a:defRPr>
            </a:lvl7pPr>
            <a:lvl8pPr marL="1371436" algn="ctr" defTabSz="1474612" rtl="0" fontAlgn="base">
              <a:spcBef>
                <a:spcPct val="0"/>
              </a:spcBef>
              <a:spcAft>
                <a:spcPct val="0"/>
              </a:spcAft>
              <a:defRPr sz="7100">
                <a:solidFill>
                  <a:schemeClr val="tx2"/>
                </a:solidFill>
                <a:latin typeface="Arial" charset="0"/>
              </a:defRPr>
            </a:lvl8pPr>
            <a:lvl9pPr marL="1828581" algn="ctr" defTabSz="1474612" rtl="0" fontAlgn="base">
              <a:spcBef>
                <a:spcPct val="0"/>
              </a:spcBef>
              <a:spcAft>
                <a:spcPct val="0"/>
              </a:spcAft>
              <a:defRPr sz="7100">
                <a:solidFill>
                  <a:schemeClr val="tx2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ru-RU" sz="2800" b="1" kern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ЎЗБЕКИСТОН РЕСПУБЛИКАСИ ҲAРБИЙ ХAВФСИЗЛИК ВA МУДОФAA УНИВЕРСИТЕТИНИНГ АХБОРОТ-КОММУНИКА</a:t>
            </a:r>
            <a:r>
              <a:rPr lang="uz-Cyrl-UZ" sz="2800" b="1" kern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Ц</a:t>
            </a:r>
            <a:r>
              <a:rPr lang="ru-RU" sz="2800" b="1" kern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ИЯ ТЕХНОЛОГИЯЛАРИ ВА ҲАРБИЙ АЛОҚА ИНСТИТУТИ</a:t>
            </a:r>
            <a:endParaRPr lang="ru-RU" sz="2800" kern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60" y="30763"/>
            <a:ext cx="1440000" cy="14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046463E-D3F6-4DDD-9877-3B95F15EC262}"/>
              </a:ext>
            </a:extLst>
          </p:cNvPr>
          <p:cNvSpPr txBox="1"/>
          <p:nvPr/>
        </p:nvSpPr>
        <p:spPr>
          <a:xfrm>
            <a:off x="1765648" y="4008512"/>
            <a:ext cx="13249472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3754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uz-Cyrl-UZ" sz="8000" b="1" dirty="0">
                <a:ln w="0">
                  <a:solidFill>
                    <a:schemeClr val="tx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Рақамли униве</a:t>
            </a:r>
            <a:r>
              <a:rPr lang="ru-RU" sz="8000" b="1" dirty="0">
                <a:ln w="0">
                  <a:solidFill>
                    <a:schemeClr val="tx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р</a:t>
            </a:r>
            <a:r>
              <a:rPr lang="uz-Cyrl-UZ" sz="8000" b="1" dirty="0">
                <a:ln w="0">
                  <a:solidFill>
                    <a:schemeClr val="tx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ситет</a:t>
            </a:r>
          </a:p>
          <a:p>
            <a:pPr algn="ctr" defTabSz="13754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uz-Cyrl-UZ" sz="8000" b="1" dirty="0">
                <a:ln w="0">
                  <a:solidFill>
                    <a:schemeClr val="tx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6000" b="1" dirty="0">
                <a:ln w="0">
                  <a:solidFill>
                    <a:schemeClr val="tx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ru-RU" sz="6000" b="1" dirty="0">
                <a:ln w="0">
                  <a:solidFill>
                    <a:schemeClr val="tx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sz="6000" b="1" dirty="0">
                <a:ln w="0">
                  <a:solidFill>
                    <a:schemeClr val="tx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UNIVERSITET</a:t>
            </a:r>
            <a:r>
              <a:rPr lang="en-US" sz="8000" b="1" dirty="0">
                <a:ln w="0">
                  <a:solidFill>
                    <a:schemeClr val="tx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ru-RU" sz="8000" b="1" dirty="0">
              <a:ln w="0">
                <a:solidFill>
                  <a:schemeClr val="tx1"/>
                </a:solidFill>
              </a:ln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5700B9A0-1398-44E2-B399-8CF0AF064E67}"/>
              </a:ext>
            </a:extLst>
          </p:cNvPr>
          <p:cNvSpPr txBox="1">
            <a:spLocks/>
          </p:cNvSpPr>
          <p:nvPr/>
        </p:nvSpPr>
        <p:spPr bwMode="auto">
          <a:xfrm>
            <a:off x="7756622" y="7968952"/>
            <a:ext cx="9241188" cy="960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70580" tIns="85292" rIns="170580" bIns="85292" numCol="1" anchor="ctr" anchorCtr="0" compatLnSpc="1">
            <a:prstTxWarp prst="textNoShape">
              <a:avLst/>
            </a:prstTxWarp>
            <a:normAutofit/>
          </a:bodyPr>
          <a:lstStyle>
            <a:lvl1pPr algn="ctr" defTabSz="1279372" rtl="0" eaLnBrk="0" fontAlgn="base" hangingPunct="0">
              <a:spcBef>
                <a:spcPct val="0"/>
              </a:spcBef>
              <a:spcAft>
                <a:spcPct val="0"/>
              </a:spcAft>
              <a:defRPr sz="6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defTabSz="1279372" rtl="0" eaLnBrk="0" fontAlgn="base" hangingPunct="0">
              <a:spcBef>
                <a:spcPct val="0"/>
              </a:spcBef>
              <a:spcAft>
                <a:spcPct val="0"/>
              </a:spcAft>
              <a:defRPr sz="6200">
                <a:solidFill>
                  <a:schemeClr val="tx2"/>
                </a:solidFill>
                <a:latin typeface="Arial" charset="0"/>
              </a:defRPr>
            </a:lvl2pPr>
            <a:lvl3pPr algn="ctr" defTabSz="1279372" rtl="0" eaLnBrk="0" fontAlgn="base" hangingPunct="0">
              <a:spcBef>
                <a:spcPct val="0"/>
              </a:spcBef>
              <a:spcAft>
                <a:spcPct val="0"/>
              </a:spcAft>
              <a:defRPr sz="6200">
                <a:solidFill>
                  <a:schemeClr val="tx2"/>
                </a:solidFill>
                <a:latin typeface="Arial" charset="0"/>
              </a:defRPr>
            </a:lvl3pPr>
            <a:lvl4pPr algn="ctr" defTabSz="1279372" rtl="0" eaLnBrk="0" fontAlgn="base" hangingPunct="0">
              <a:spcBef>
                <a:spcPct val="0"/>
              </a:spcBef>
              <a:spcAft>
                <a:spcPct val="0"/>
              </a:spcAft>
              <a:defRPr sz="6200">
                <a:solidFill>
                  <a:schemeClr val="tx2"/>
                </a:solidFill>
                <a:latin typeface="Arial" charset="0"/>
              </a:defRPr>
            </a:lvl4pPr>
            <a:lvl5pPr algn="ctr" defTabSz="1279372" rtl="0" eaLnBrk="0" fontAlgn="base" hangingPunct="0">
              <a:spcBef>
                <a:spcPct val="0"/>
              </a:spcBef>
              <a:spcAft>
                <a:spcPct val="0"/>
              </a:spcAft>
              <a:defRPr sz="6200">
                <a:solidFill>
                  <a:schemeClr val="tx2"/>
                </a:solidFill>
                <a:latin typeface="Arial" charset="0"/>
              </a:defRPr>
            </a:lvl5pPr>
            <a:lvl6pPr marL="457145" algn="ctr" defTabSz="1474612" rtl="0" fontAlgn="base">
              <a:spcBef>
                <a:spcPct val="0"/>
              </a:spcBef>
              <a:spcAft>
                <a:spcPct val="0"/>
              </a:spcAft>
              <a:defRPr sz="7100">
                <a:solidFill>
                  <a:schemeClr val="tx2"/>
                </a:solidFill>
                <a:latin typeface="Arial" charset="0"/>
              </a:defRPr>
            </a:lvl6pPr>
            <a:lvl7pPr marL="914290" algn="ctr" defTabSz="1474612" rtl="0" fontAlgn="base">
              <a:spcBef>
                <a:spcPct val="0"/>
              </a:spcBef>
              <a:spcAft>
                <a:spcPct val="0"/>
              </a:spcAft>
              <a:defRPr sz="7100">
                <a:solidFill>
                  <a:schemeClr val="tx2"/>
                </a:solidFill>
                <a:latin typeface="Arial" charset="0"/>
              </a:defRPr>
            </a:lvl7pPr>
            <a:lvl8pPr marL="1371436" algn="ctr" defTabSz="1474612" rtl="0" fontAlgn="base">
              <a:spcBef>
                <a:spcPct val="0"/>
              </a:spcBef>
              <a:spcAft>
                <a:spcPct val="0"/>
              </a:spcAft>
              <a:defRPr sz="7100">
                <a:solidFill>
                  <a:schemeClr val="tx2"/>
                </a:solidFill>
                <a:latin typeface="Arial" charset="0"/>
              </a:defRPr>
            </a:lvl8pPr>
            <a:lvl9pPr marL="1828581" algn="ctr" defTabSz="1474612" rtl="0" fontAlgn="base">
              <a:spcBef>
                <a:spcPct val="0"/>
              </a:spcBef>
              <a:spcAft>
                <a:spcPct val="0"/>
              </a:spcAft>
              <a:defRPr sz="7100">
                <a:solidFill>
                  <a:schemeClr val="tx2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ru-RU" sz="3200" b="1" kern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Маърузачи</a:t>
            </a:r>
            <a:r>
              <a:rPr lang="ru-RU" sz="3200" b="1" kern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подполковник Рахимов Б.Н.</a:t>
            </a:r>
            <a:endParaRPr lang="ru-RU" sz="3200" kern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Изображение 1" descr="sitlogo">
            <a:extLst>
              <a:ext uri="{FF2B5EF4-FFF2-40B4-BE49-F238E27FC236}">
                <a16:creationId xmlns:a16="http://schemas.microsoft.com/office/drawing/2014/main" id="{88B772BE-1553-4E81-B806-10E0393838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82265" y="-92765"/>
            <a:ext cx="1487170" cy="1508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2110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 txBox="1">
            <a:spLocks/>
          </p:cNvSpPr>
          <p:nvPr/>
        </p:nvSpPr>
        <p:spPr bwMode="auto">
          <a:xfrm>
            <a:off x="1937589" y="425869"/>
            <a:ext cx="13249472" cy="960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70580" tIns="85292" rIns="170580" bIns="85292" numCol="1" anchor="ctr" anchorCtr="0" compatLnSpc="1">
            <a:prstTxWarp prst="textNoShape">
              <a:avLst/>
            </a:prstTxWarp>
            <a:normAutofit fontScale="85000" lnSpcReduction="10000"/>
          </a:bodyPr>
          <a:lstStyle>
            <a:lvl1pPr algn="ctr" defTabSz="1279372" rtl="0" eaLnBrk="0" fontAlgn="base" hangingPunct="0">
              <a:spcBef>
                <a:spcPct val="0"/>
              </a:spcBef>
              <a:spcAft>
                <a:spcPct val="0"/>
              </a:spcAft>
              <a:defRPr sz="6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defTabSz="1279372" rtl="0" eaLnBrk="0" fontAlgn="base" hangingPunct="0">
              <a:spcBef>
                <a:spcPct val="0"/>
              </a:spcBef>
              <a:spcAft>
                <a:spcPct val="0"/>
              </a:spcAft>
              <a:defRPr sz="6200">
                <a:solidFill>
                  <a:schemeClr val="tx2"/>
                </a:solidFill>
                <a:latin typeface="Arial" charset="0"/>
              </a:defRPr>
            </a:lvl2pPr>
            <a:lvl3pPr algn="ctr" defTabSz="1279372" rtl="0" eaLnBrk="0" fontAlgn="base" hangingPunct="0">
              <a:spcBef>
                <a:spcPct val="0"/>
              </a:spcBef>
              <a:spcAft>
                <a:spcPct val="0"/>
              </a:spcAft>
              <a:defRPr sz="6200">
                <a:solidFill>
                  <a:schemeClr val="tx2"/>
                </a:solidFill>
                <a:latin typeface="Arial" charset="0"/>
              </a:defRPr>
            </a:lvl3pPr>
            <a:lvl4pPr algn="ctr" defTabSz="1279372" rtl="0" eaLnBrk="0" fontAlgn="base" hangingPunct="0">
              <a:spcBef>
                <a:spcPct val="0"/>
              </a:spcBef>
              <a:spcAft>
                <a:spcPct val="0"/>
              </a:spcAft>
              <a:defRPr sz="6200">
                <a:solidFill>
                  <a:schemeClr val="tx2"/>
                </a:solidFill>
                <a:latin typeface="Arial" charset="0"/>
              </a:defRPr>
            </a:lvl4pPr>
            <a:lvl5pPr algn="ctr" defTabSz="1279372" rtl="0" eaLnBrk="0" fontAlgn="base" hangingPunct="0">
              <a:spcBef>
                <a:spcPct val="0"/>
              </a:spcBef>
              <a:spcAft>
                <a:spcPct val="0"/>
              </a:spcAft>
              <a:defRPr sz="6200">
                <a:solidFill>
                  <a:schemeClr val="tx2"/>
                </a:solidFill>
                <a:latin typeface="Arial" charset="0"/>
              </a:defRPr>
            </a:lvl5pPr>
            <a:lvl6pPr marL="457145" algn="ctr" defTabSz="1474612" rtl="0" fontAlgn="base">
              <a:spcBef>
                <a:spcPct val="0"/>
              </a:spcBef>
              <a:spcAft>
                <a:spcPct val="0"/>
              </a:spcAft>
              <a:defRPr sz="7100">
                <a:solidFill>
                  <a:schemeClr val="tx2"/>
                </a:solidFill>
                <a:latin typeface="Arial" charset="0"/>
              </a:defRPr>
            </a:lvl6pPr>
            <a:lvl7pPr marL="914290" algn="ctr" defTabSz="1474612" rtl="0" fontAlgn="base">
              <a:spcBef>
                <a:spcPct val="0"/>
              </a:spcBef>
              <a:spcAft>
                <a:spcPct val="0"/>
              </a:spcAft>
              <a:defRPr sz="7100">
                <a:solidFill>
                  <a:schemeClr val="tx2"/>
                </a:solidFill>
                <a:latin typeface="Arial" charset="0"/>
              </a:defRPr>
            </a:lvl7pPr>
            <a:lvl8pPr marL="1371436" algn="ctr" defTabSz="1474612" rtl="0" fontAlgn="base">
              <a:spcBef>
                <a:spcPct val="0"/>
              </a:spcBef>
              <a:spcAft>
                <a:spcPct val="0"/>
              </a:spcAft>
              <a:defRPr sz="7100">
                <a:solidFill>
                  <a:schemeClr val="tx2"/>
                </a:solidFill>
                <a:latin typeface="Arial" charset="0"/>
              </a:defRPr>
            </a:lvl8pPr>
            <a:lvl9pPr marL="1828581" algn="ctr" defTabSz="1474612" rtl="0" fontAlgn="base">
              <a:spcBef>
                <a:spcPct val="0"/>
              </a:spcBef>
              <a:spcAft>
                <a:spcPct val="0"/>
              </a:spcAft>
              <a:defRPr sz="7100">
                <a:solidFill>
                  <a:schemeClr val="tx2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“E-UNIVERSITET”</a:t>
            </a:r>
            <a:r>
              <a:rPr lang="ru-RU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мониторинг </a:t>
            </a:r>
            <a:r>
              <a:rPr lang="ru-RU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тизими</a:t>
            </a:r>
            <a:endParaRPr lang="ru-RU" sz="3200" b="1" kern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60" y="30763"/>
            <a:ext cx="1440000" cy="14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163C963-244A-4BAF-873F-FA70D6380C86}"/>
              </a:ext>
            </a:extLst>
          </p:cNvPr>
          <p:cNvSpPr/>
          <p:nvPr/>
        </p:nvSpPr>
        <p:spPr>
          <a:xfrm>
            <a:off x="1523229" y="1848272"/>
            <a:ext cx="13777692" cy="66490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3200" b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“E-UNIVERSITET”</a:t>
            </a:r>
            <a:r>
              <a:rPr lang="ru-RU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— </a:t>
            </a:r>
            <a:r>
              <a:rPr lang="ru-RU" sz="3200" dirty="0" err="1">
                <a:latin typeface="Arial" panose="020B0604020202020204" pitchFamily="34" charset="0"/>
                <a:cs typeface="Arial" panose="020B0604020202020204" pitchFamily="34" charset="0"/>
              </a:rPr>
              <a:t>бу</a:t>
            </a: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3200" dirty="0" err="1">
                <a:latin typeface="Arial" panose="020B0604020202020204" pitchFamily="34" charset="0"/>
                <a:cs typeface="Arial" panose="020B0604020202020204" pitchFamily="34" charset="0"/>
              </a:rPr>
              <a:t>олий</a:t>
            </a: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3200" dirty="0" err="1">
                <a:latin typeface="Arial" panose="020B0604020202020204" pitchFamily="34" charset="0"/>
                <a:cs typeface="Arial" panose="020B0604020202020204" pitchFamily="34" charset="0"/>
              </a:rPr>
              <a:t>ҳарбий</a:t>
            </a: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3200" dirty="0" err="1">
                <a:latin typeface="Arial" panose="020B0604020202020204" pitchFamily="34" charset="0"/>
                <a:cs typeface="Arial" panose="020B0604020202020204" pitchFamily="34" charset="0"/>
              </a:rPr>
              <a:t>таълим</a:t>
            </a: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3200" dirty="0" err="1">
                <a:latin typeface="Arial" panose="020B0604020202020204" pitchFamily="34" charset="0"/>
                <a:cs typeface="Arial" panose="020B0604020202020204" pitchFamily="34" charset="0"/>
              </a:rPr>
              <a:t>муассасасининг</a:t>
            </a: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3200" dirty="0" err="1">
                <a:latin typeface="Arial" panose="020B0604020202020204" pitchFamily="34" charset="0"/>
                <a:cs typeface="Arial" panose="020B0604020202020204" pitchFamily="34" charset="0"/>
              </a:rPr>
              <a:t>ўқув</a:t>
            </a: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sz="3200" dirty="0" err="1">
                <a:latin typeface="Arial" panose="020B0604020202020204" pitchFamily="34" charset="0"/>
                <a:cs typeface="Arial" panose="020B0604020202020204" pitchFamily="34" charset="0"/>
              </a:rPr>
              <a:t>илмий</a:t>
            </a: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3200" dirty="0" err="1">
                <a:latin typeface="Arial" panose="020B0604020202020204" pitchFamily="34" charset="0"/>
                <a:cs typeface="Arial" panose="020B0604020202020204" pitchFamily="34" charset="0"/>
              </a:rPr>
              <a:t>ва</a:t>
            </a: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3200" dirty="0" err="1">
                <a:latin typeface="Arial" panose="020B0604020202020204" pitchFamily="34" charset="0"/>
                <a:cs typeface="Arial" panose="020B0604020202020204" pitchFamily="34" charset="0"/>
              </a:rPr>
              <a:t>услубий</a:t>
            </a: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3200" dirty="0" err="1">
                <a:latin typeface="Arial" panose="020B0604020202020204" pitchFamily="34" charset="0"/>
                <a:cs typeface="Arial" panose="020B0604020202020204" pitchFamily="34" charset="0"/>
              </a:rPr>
              <a:t>фаолиятини</a:t>
            </a: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3200" dirty="0" err="1">
                <a:latin typeface="Arial" panose="020B0604020202020204" pitchFamily="34" charset="0"/>
                <a:cs typeface="Arial" panose="020B0604020202020204" pitchFamily="34" charset="0"/>
              </a:rPr>
              <a:t>рақамлаштириш</a:t>
            </a: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sz="3200" dirty="0" err="1">
                <a:latin typeface="Arial" panose="020B0604020202020204" pitchFamily="34" charset="0"/>
                <a:cs typeface="Arial" panose="020B0604020202020204" pitchFamily="34" charset="0"/>
              </a:rPr>
              <a:t>бошқарув</a:t>
            </a: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3200" dirty="0" err="1">
                <a:latin typeface="Arial" panose="020B0604020202020204" pitchFamily="34" charset="0"/>
                <a:cs typeface="Arial" panose="020B0604020202020204" pitchFamily="34" charset="0"/>
              </a:rPr>
              <a:t>жараёнларини</a:t>
            </a: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3200" dirty="0" err="1">
                <a:latin typeface="Arial" panose="020B0604020202020204" pitchFamily="34" charset="0"/>
                <a:cs typeface="Arial" panose="020B0604020202020204" pitchFamily="34" charset="0"/>
              </a:rPr>
              <a:t>оптималлаштириш</a:t>
            </a: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3200" dirty="0" err="1">
                <a:latin typeface="Arial" panose="020B0604020202020204" pitchFamily="34" charset="0"/>
                <a:cs typeface="Arial" panose="020B0604020202020204" pitchFamily="34" charset="0"/>
              </a:rPr>
              <a:t>ҳамда</a:t>
            </a: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3200" dirty="0" err="1">
                <a:latin typeface="Arial" panose="020B0604020202020204" pitchFamily="34" charset="0"/>
                <a:cs typeface="Arial" panose="020B0604020202020204" pitchFamily="34" charset="0"/>
              </a:rPr>
              <a:t>ахборот</a:t>
            </a: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3200" dirty="0" err="1">
                <a:latin typeface="Arial" panose="020B0604020202020204" pitchFamily="34" charset="0"/>
                <a:cs typeface="Arial" panose="020B0604020202020204" pitchFamily="34" charset="0"/>
              </a:rPr>
              <a:t>алмашинуви</a:t>
            </a: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3200" dirty="0" err="1">
                <a:latin typeface="Arial" panose="020B0604020202020204" pitchFamily="34" charset="0"/>
                <a:cs typeface="Arial" panose="020B0604020202020204" pitchFamily="34" charset="0"/>
              </a:rPr>
              <a:t>самарадорлигини</a:t>
            </a: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3200" dirty="0" err="1">
                <a:latin typeface="Arial" panose="020B0604020202020204" pitchFamily="34" charset="0"/>
                <a:cs typeface="Arial" panose="020B0604020202020204" pitchFamily="34" charset="0"/>
              </a:rPr>
              <a:t>оширишга</a:t>
            </a: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3200" dirty="0" err="1">
                <a:latin typeface="Arial" panose="020B0604020202020204" pitchFamily="34" charset="0"/>
                <a:cs typeface="Arial" panose="020B0604020202020204" pitchFamily="34" charset="0"/>
              </a:rPr>
              <a:t>қаратилган</a:t>
            </a: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 мониторинг </a:t>
            </a:r>
            <a:r>
              <a:rPr lang="ru-RU" sz="3200" dirty="0" err="1">
                <a:latin typeface="Arial" panose="020B0604020202020204" pitchFamily="34" charset="0"/>
                <a:cs typeface="Arial" panose="020B0604020202020204" pitchFamily="34" charset="0"/>
              </a:rPr>
              <a:t>тизимидир</a:t>
            </a: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ru-RU" sz="3200" b="1" dirty="0">
                <a:latin typeface="Arial" panose="020B0604020202020204" pitchFamily="34" charset="0"/>
                <a:cs typeface="Arial" panose="020B0604020202020204" pitchFamily="34" charset="0"/>
              </a:rPr>
              <a:t>	Ушбу </a:t>
            </a:r>
            <a:r>
              <a:rPr lang="ru-RU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тизимнинг</a:t>
            </a:r>
            <a:r>
              <a:rPr lang="ru-RU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асосий</a:t>
            </a:r>
            <a:r>
              <a:rPr lang="ru-RU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мақсади</a:t>
            </a:r>
            <a:r>
              <a:rPr lang="ru-RU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— </a:t>
            </a:r>
            <a:r>
              <a:rPr lang="ru-RU" sz="3200" dirty="0" err="1">
                <a:latin typeface="Arial" panose="020B0604020202020204" pitchFamily="34" charset="0"/>
                <a:cs typeface="Arial" panose="020B0604020202020204" pitchFamily="34" charset="0"/>
              </a:rPr>
              <a:t>таълим</a:t>
            </a: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3200" dirty="0" err="1">
                <a:latin typeface="Arial" panose="020B0604020202020204" pitchFamily="34" charset="0"/>
                <a:cs typeface="Arial" panose="020B0604020202020204" pitchFamily="34" charset="0"/>
              </a:rPr>
              <a:t>жараёнида</a:t>
            </a: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3200" dirty="0" err="1">
                <a:latin typeface="Arial" panose="020B0604020202020204" pitchFamily="34" charset="0"/>
                <a:cs typeface="Arial" panose="020B0604020202020204" pitchFamily="34" charset="0"/>
              </a:rPr>
              <a:t>ахборот</a:t>
            </a: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3200" dirty="0" err="1">
                <a:latin typeface="Arial" panose="020B0604020202020204" pitchFamily="34" charset="0"/>
                <a:cs typeface="Arial" panose="020B0604020202020204" pitchFamily="34" charset="0"/>
              </a:rPr>
              <a:t>технологияларини</a:t>
            </a: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3200" dirty="0" err="1">
                <a:latin typeface="Arial" panose="020B0604020202020204" pitchFamily="34" charset="0"/>
                <a:cs typeface="Arial" panose="020B0604020202020204" pitchFamily="34" charset="0"/>
              </a:rPr>
              <a:t>кенг</a:t>
            </a: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3200" dirty="0" err="1">
                <a:latin typeface="Arial" panose="020B0604020202020204" pitchFamily="34" charset="0"/>
                <a:cs typeface="Arial" panose="020B0604020202020204" pitchFamily="34" charset="0"/>
              </a:rPr>
              <a:t>қўллаш</a:t>
            </a: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3200" dirty="0" err="1">
                <a:latin typeface="Arial" panose="020B0604020202020204" pitchFamily="34" charset="0"/>
                <a:cs typeface="Arial" panose="020B0604020202020204" pitchFamily="34" charset="0"/>
              </a:rPr>
              <a:t>орқали</a:t>
            </a: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3200" dirty="0" err="1">
                <a:latin typeface="Arial" panose="020B0604020202020204" pitchFamily="34" charset="0"/>
                <a:cs typeface="Arial" panose="020B0604020202020204" pitchFamily="34" charset="0"/>
              </a:rPr>
              <a:t>бошқарувнинг</a:t>
            </a: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3200" dirty="0" err="1">
                <a:latin typeface="Arial" panose="020B0604020202020204" pitchFamily="34" charset="0"/>
                <a:cs typeface="Arial" panose="020B0604020202020204" pitchFamily="34" charset="0"/>
              </a:rPr>
              <a:t>шаффофлигини</a:t>
            </a: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3200" dirty="0" err="1">
                <a:latin typeface="Arial" panose="020B0604020202020204" pitchFamily="34" charset="0"/>
                <a:cs typeface="Arial" panose="020B0604020202020204" pitchFamily="34" charset="0"/>
              </a:rPr>
              <a:t>таъминлаш</a:t>
            </a: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sz="3200" dirty="0" err="1">
                <a:latin typeface="Arial" panose="020B0604020202020204" pitchFamily="34" charset="0"/>
                <a:cs typeface="Arial" panose="020B0604020202020204" pitchFamily="34" charset="0"/>
              </a:rPr>
              <a:t>ўқув</a:t>
            </a: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3200" dirty="0" err="1">
                <a:latin typeface="Arial" panose="020B0604020202020204" pitchFamily="34" charset="0"/>
                <a:cs typeface="Arial" panose="020B0604020202020204" pitchFamily="34" charset="0"/>
              </a:rPr>
              <a:t>жараёнини</a:t>
            </a: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3200" dirty="0" err="1">
                <a:latin typeface="Arial" panose="020B0604020202020204" pitchFamily="34" charset="0"/>
                <a:cs typeface="Arial" panose="020B0604020202020204" pitchFamily="34" charset="0"/>
              </a:rPr>
              <a:t>назорат</a:t>
            </a: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3200" dirty="0" err="1">
                <a:latin typeface="Arial" panose="020B0604020202020204" pitchFamily="34" charset="0"/>
                <a:cs typeface="Arial" panose="020B0604020202020204" pitchFamily="34" charset="0"/>
              </a:rPr>
              <a:t>қилишни</a:t>
            </a: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3200" dirty="0" err="1">
                <a:latin typeface="Arial" panose="020B0604020202020204" pitchFamily="34" charset="0"/>
                <a:cs typeface="Arial" panose="020B0604020202020204" pitchFamily="34" charset="0"/>
              </a:rPr>
              <a:t>автоматлаштириш</a:t>
            </a: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3200" dirty="0" err="1">
                <a:latin typeface="Arial" panose="020B0604020202020204" pitchFamily="34" charset="0"/>
                <a:cs typeface="Arial" panose="020B0604020202020204" pitchFamily="34" charset="0"/>
              </a:rPr>
              <a:t>ва</a:t>
            </a: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 профессор-</a:t>
            </a:r>
            <a:r>
              <a:rPr lang="ru-RU" sz="3200" dirty="0" err="1">
                <a:latin typeface="Arial" panose="020B0604020202020204" pitchFamily="34" charset="0"/>
                <a:cs typeface="Arial" panose="020B0604020202020204" pitchFamily="34" charset="0"/>
              </a:rPr>
              <a:t>ўқитувчилар</a:t>
            </a: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3200" dirty="0" err="1">
                <a:latin typeface="Arial" panose="020B0604020202020204" pitchFamily="34" charset="0"/>
                <a:cs typeface="Arial" panose="020B0604020202020204" pitchFamily="34" charset="0"/>
              </a:rPr>
              <a:t>ҳамда</a:t>
            </a: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3200" dirty="0" err="1">
                <a:latin typeface="Arial" panose="020B0604020202020204" pitchFamily="34" charset="0"/>
                <a:cs typeface="Arial" panose="020B0604020202020204" pitchFamily="34" charset="0"/>
              </a:rPr>
              <a:t>курсантларнинг</a:t>
            </a: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3200" dirty="0" err="1">
                <a:latin typeface="Arial" panose="020B0604020202020204" pitchFamily="34" charset="0"/>
                <a:cs typeface="Arial" panose="020B0604020202020204" pitchFamily="34" charset="0"/>
              </a:rPr>
              <a:t>илмий</a:t>
            </a: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-педагогик </a:t>
            </a:r>
            <a:r>
              <a:rPr lang="ru-RU" sz="3200" dirty="0" err="1">
                <a:latin typeface="Arial" panose="020B0604020202020204" pitchFamily="34" charset="0"/>
                <a:cs typeface="Arial" panose="020B0604020202020204" pitchFamily="34" charset="0"/>
              </a:rPr>
              <a:t>салоҳиятини</a:t>
            </a: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 реал </a:t>
            </a:r>
            <a:r>
              <a:rPr lang="ru-RU" sz="3200" dirty="0" err="1">
                <a:latin typeface="Arial" panose="020B0604020202020204" pitchFamily="34" charset="0"/>
                <a:cs typeface="Arial" panose="020B0604020202020204" pitchFamily="34" charset="0"/>
              </a:rPr>
              <a:t>вақт</a:t>
            </a: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3200" dirty="0" err="1">
                <a:latin typeface="Arial" panose="020B0604020202020204" pitchFamily="34" charset="0"/>
                <a:cs typeface="Arial" panose="020B0604020202020204" pitchFamily="34" charset="0"/>
              </a:rPr>
              <a:t>режимида</a:t>
            </a: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3200" dirty="0" err="1">
                <a:latin typeface="Arial" panose="020B0604020202020204" pitchFamily="34" charset="0"/>
                <a:cs typeface="Arial" panose="020B0604020202020204" pitchFamily="34" charset="0"/>
              </a:rPr>
              <a:t>таҳлил</a:t>
            </a: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3200" dirty="0" err="1">
                <a:latin typeface="Arial" panose="020B0604020202020204" pitchFamily="34" charset="0"/>
                <a:cs typeface="Arial" panose="020B0604020202020204" pitchFamily="34" charset="0"/>
              </a:rPr>
              <a:t>қилишдан</a:t>
            </a: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3200" dirty="0" err="1">
                <a:latin typeface="Arial" panose="020B0604020202020204" pitchFamily="34" charset="0"/>
                <a:cs typeface="Arial" panose="020B0604020202020204" pitchFamily="34" charset="0"/>
              </a:rPr>
              <a:t>иборатдир</a:t>
            </a: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7" name="Изображение 1" descr="sitlogo">
            <a:extLst>
              <a:ext uri="{FF2B5EF4-FFF2-40B4-BE49-F238E27FC236}">
                <a16:creationId xmlns:a16="http://schemas.microsoft.com/office/drawing/2014/main" id="{42DBB22F-09DB-4730-B46B-25909B860D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82265" y="-92765"/>
            <a:ext cx="1487170" cy="1508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0133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 txBox="1">
            <a:spLocks/>
          </p:cNvSpPr>
          <p:nvPr/>
        </p:nvSpPr>
        <p:spPr bwMode="auto">
          <a:xfrm>
            <a:off x="1909664" y="336104"/>
            <a:ext cx="13249472" cy="17616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70580" tIns="85292" rIns="170580" bIns="85292" numCol="1" anchor="ctr" anchorCtr="0" compatLnSpc="1">
            <a:prstTxWarp prst="textNoShape">
              <a:avLst/>
            </a:prstTxWarp>
            <a:normAutofit fontScale="77500" lnSpcReduction="20000"/>
          </a:bodyPr>
          <a:lstStyle>
            <a:lvl1pPr algn="ctr" defTabSz="1279372" rtl="0" eaLnBrk="0" fontAlgn="base" hangingPunct="0">
              <a:spcBef>
                <a:spcPct val="0"/>
              </a:spcBef>
              <a:spcAft>
                <a:spcPct val="0"/>
              </a:spcAft>
              <a:defRPr sz="6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defTabSz="1279372" rtl="0" eaLnBrk="0" fontAlgn="base" hangingPunct="0">
              <a:spcBef>
                <a:spcPct val="0"/>
              </a:spcBef>
              <a:spcAft>
                <a:spcPct val="0"/>
              </a:spcAft>
              <a:defRPr sz="6200">
                <a:solidFill>
                  <a:schemeClr val="tx2"/>
                </a:solidFill>
                <a:latin typeface="Arial" charset="0"/>
              </a:defRPr>
            </a:lvl2pPr>
            <a:lvl3pPr algn="ctr" defTabSz="1279372" rtl="0" eaLnBrk="0" fontAlgn="base" hangingPunct="0">
              <a:spcBef>
                <a:spcPct val="0"/>
              </a:spcBef>
              <a:spcAft>
                <a:spcPct val="0"/>
              </a:spcAft>
              <a:defRPr sz="6200">
                <a:solidFill>
                  <a:schemeClr val="tx2"/>
                </a:solidFill>
                <a:latin typeface="Arial" charset="0"/>
              </a:defRPr>
            </a:lvl3pPr>
            <a:lvl4pPr algn="ctr" defTabSz="1279372" rtl="0" eaLnBrk="0" fontAlgn="base" hangingPunct="0">
              <a:spcBef>
                <a:spcPct val="0"/>
              </a:spcBef>
              <a:spcAft>
                <a:spcPct val="0"/>
              </a:spcAft>
              <a:defRPr sz="6200">
                <a:solidFill>
                  <a:schemeClr val="tx2"/>
                </a:solidFill>
                <a:latin typeface="Arial" charset="0"/>
              </a:defRPr>
            </a:lvl4pPr>
            <a:lvl5pPr algn="ctr" defTabSz="1279372" rtl="0" eaLnBrk="0" fontAlgn="base" hangingPunct="0">
              <a:spcBef>
                <a:spcPct val="0"/>
              </a:spcBef>
              <a:spcAft>
                <a:spcPct val="0"/>
              </a:spcAft>
              <a:defRPr sz="6200">
                <a:solidFill>
                  <a:schemeClr val="tx2"/>
                </a:solidFill>
                <a:latin typeface="Arial" charset="0"/>
              </a:defRPr>
            </a:lvl5pPr>
            <a:lvl6pPr marL="457145" algn="ctr" defTabSz="1474612" rtl="0" fontAlgn="base">
              <a:spcBef>
                <a:spcPct val="0"/>
              </a:spcBef>
              <a:spcAft>
                <a:spcPct val="0"/>
              </a:spcAft>
              <a:defRPr sz="7100">
                <a:solidFill>
                  <a:schemeClr val="tx2"/>
                </a:solidFill>
                <a:latin typeface="Arial" charset="0"/>
              </a:defRPr>
            </a:lvl6pPr>
            <a:lvl7pPr marL="914290" algn="ctr" defTabSz="1474612" rtl="0" fontAlgn="base">
              <a:spcBef>
                <a:spcPct val="0"/>
              </a:spcBef>
              <a:spcAft>
                <a:spcPct val="0"/>
              </a:spcAft>
              <a:defRPr sz="7100">
                <a:solidFill>
                  <a:schemeClr val="tx2"/>
                </a:solidFill>
                <a:latin typeface="Arial" charset="0"/>
              </a:defRPr>
            </a:lvl7pPr>
            <a:lvl8pPr marL="1371436" algn="ctr" defTabSz="1474612" rtl="0" fontAlgn="base">
              <a:spcBef>
                <a:spcPct val="0"/>
              </a:spcBef>
              <a:spcAft>
                <a:spcPct val="0"/>
              </a:spcAft>
              <a:defRPr sz="7100">
                <a:solidFill>
                  <a:schemeClr val="tx2"/>
                </a:solidFill>
                <a:latin typeface="Arial" charset="0"/>
              </a:defRPr>
            </a:lvl8pPr>
            <a:lvl9pPr marL="1828581" algn="ctr" defTabSz="1474612" rtl="0" fontAlgn="base">
              <a:spcBef>
                <a:spcPct val="0"/>
              </a:spcBef>
              <a:spcAft>
                <a:spcPct val="0"/>
              </a:spcAft>
              <a:defRPr sz="7100">
                <a:solidFill>
                  <a:schemeClr val="tx2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“E-UNIVERSITET”</a:t>
            </a:r>
            <a:r>
              <a:rPr lang="ru-RU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мониторинг </a:t>
            </a:r>
            <a:r>
              <a:rPr lang="ru-RU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тизимининг</a:t>
            </a:r>
            <a:r>
              <a:rPr lang="ru-RU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66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асосий</a:t>
            </a:r>
            <a:r>
              <a:rPr lang="ru-RU" sz="6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66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имкониятлари</a:t>
            </a:r>
            <a:r>
              <a:rPr lang="ru-RU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ru-RU" sz="3200" b="1" kern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60" y="30763"/>
            <a:ext cx="1440000" cy="14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163C963-244A-4BAF-873F-FA70D6380C86}"/>
              </a:ext>
            </a:extLst>
          </p:cNvPr>
          <p:cNvSpPr/>
          <p:nvPr/>
        </p:nvSpPr>
        <p:spPr>
          <a:xfrm>
            <a:off x="1081572" y="2352328"/>
            <a:ext cx="14905656" cy="29152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ts val="4500"/>
              </a:lnSpc>
            </a:pPr>
            <a:r>
              <a:rPr lang="ru-RU" sz="2800" b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“E-UNIVERSITET”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тизими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ҳарбий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таълим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муассасасининг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ўқув-тарбиявий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фаолиятини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ягона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рақамли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платформа 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асосида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мувофиқлаштириш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ҳисоботлар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ва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таҳлилий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маълумотларни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тезкор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шакллантириш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маълумотлар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базасининг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тўлиқлиги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ва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ишончлилигини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таъминлашни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кўзда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тутади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lnSpc>
                <a:spcPts val="4500"/>
              </a:lnSpc>
            </a:pP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ru-RU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Тизимнинг</a:t>
            </a:r>
            <a:r>
              <a:rPr lang="ru-RU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асосий</a:t>
            </a:r>
            <a:r>
              <a:rPr lang="ru-RU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имкониятлари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4998C61-189A-4760-AB76-B61E8EB0E8D9}"/>
              </a:ext>
            </a:extLst>
          </p:cNvPr>
          <p:cNvSpPr/>
          <p:nvPr/>
        </p:nvSpPr>
        <p:spPr>
          <a:xfrm>
            <a:off x="1093540" y="5376664"/>
            <a:ext cx="14905656" cy="34923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ts val="4500"/>
              </a:lnSpc>
              <a:buFont typeface="Arial" panose="020B0604020202020204" pitchFamily="34" charset="0"/>
              <a:buChar char="•"/>
            </a:pP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Ўқув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жараёнини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мониторинг 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қилиш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marL="285750" indent="-285750" algn="just">
              <a:lnSpc>
                <a:spcPts val="4500"/>
              </a:lnSpc>
              <a:buFont typeface="Arial" panose="020B0604020202020204" pitchFamily="34" charset="0"/>
              <a:buChar char="•"/>
            </a:pP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Фанлар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машғулот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турлари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дарс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жадваллари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ва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баҳолаш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натижалари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бўйича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реал 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вақт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режимида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кузатув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олиб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бориш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marL="285750" indent="-285750" algn="just">
              <a:lnSpc>
                <a:spcPts val="4500"/>
              </a:lnSpc>
              <a:buFont typeface="Arial" panose="020B0604020202020204" pitchFamily="34" charset="0"/>
              <a:buChar char="•"/>
            </a:pP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Курсантларнинг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давоматини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ўзлаштириш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кўрсаткичларини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ва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рейтинг 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тизимини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автоматик 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шаклда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юритиш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marL="285750" indent="-285750" algn="just">
              <a:lnSpc>
                <a:spcPts val="4500"/>
              </a:lnSpc>
              <a:buFont typeface="Arial" panose="020B0604020202020204" pitchFamily="34" charset="0"/>
              <a:buChar char="•"/>
            </a:pP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Ўқитувчи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ва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курсант 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фаолиятини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баҳолаш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мезонларини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автоматик 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ҳисоблаш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Изображение 1" descr="sitlogo">
            <a:extLst>
              <a:ext uri="{FF2B5EF4-FFF2-40B4-BE49-F238E27FC236}">
                <a16:creationId xmlns:a16="http://schemas.microsoft.com/office/drawing/2014/main" id="{75267395-FBC2-4E46-A1FD-6DCE73AA39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82265" y="-92765"/>
            <a:ext cx="1487170" cy="1508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1935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 txBox="1">
            <a:spLocks/>
          </p:cNvSpPr>
          <p:nvPr/>
        </p:nvSpPr>
        <p:spPr bwMode="auto">
          <a:xfrm>
            <a:off x="1921632" y="348998"/>
            <a:ext cx="13249472" cy="16432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70580" tIns="85292" rIns="170580" bIns="85292" numCol="1" anchor="ctr" anchorCtr="0" compatLnSpc="1">
            <a:prstTxWarp prst="textNoShape">
              <a:avLst/>
            </a:prstTxWarp>
            <a:normAutofit fontScale="70000" lnSpcReduction="20000"/>
          </a:bodyPr>
          <a:lstStyle>
            <a:lvl1pPr algn="ctr" defTabSz="1279372" rtl="0" eaLnBrk="0" fontAlgn="base" hangingPunct="0">
              <a:spcBef>
                <a:spcPct val="0"/>
              </a:spcBef>
              <a:spcAft>
                <a:spcPct val="0"/>
              </a:spcAft>
              <a:defRPr sz="6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defTabSz="1279372" rtl="0" eaLnBrk="0" fontAlgn="base" hangingPunct="0">
              <a:spcBef>
                <a:spcPct val="0"/>
              </a:spcBef>
              <a:spcAft>
                <a:spcPct val="0"/>
              </a:spcAft>
              <a:defRPr sz="6200">
                <a:solidFill>
                  <a:schemeClr val="tx2"/>
                </a:solidFill>
                <a:latin typeface="Arial" charset="0"/>
              </a:defRPr>
            </a:lvl2pPr>
            <a:lvl3pPr algn="ctr" defTabSz="1279372" rtl="0" eaLnBrk="0" fontAlgn="base" hangingPunct="0">
              <a:spcBef>
                <a:spcPct val="0"/>
              </a:spcBef>
              <a:spcAft>
                <a:spcPct val="0"/>
              </a:spcAft>
              <a:defRPr sz="6200">
                <a:solidFill>
                  <a:schemeClr val="tx2"/>
                </a:solidFill>
                <a:latin typeface="Arial" charset="0"/>
              </a:defRPr>
            </a:lvl3pPr>
            <a:lvl4pPr algn="ctr" defTabSz="1279372" rtl="0" eaLnBrk="0" fontAlgn="base" hangingPunct="0">
              <a:spcBef>
                <a:spcPct val="0"/>
              </a:spcBef>
              <a:spcAft>
                <a:spcPct val="0"/>
              </a:spcAft>
              <a:defRPr sz="6200">
                <a:solidFill>
                  <a:schemeClr val="tx2"/>
                </a:solidFill>
                <a:latin typeface="Arial" charset="0"/>
              </a:defRPr>
            </a:lvl4pPr>
            <a:lvl5pPr algn="ctr" defTabSz="1279372" rtl="0" eaLnBrk="0" fontAlgn="base" hangingPunct="0">
              <a:spcBef>
                <a:spcPct val="0"/>
              </a:spcBef>
              <a:spcAft>
                <a:spcPct val="0"/>
              </a:spcAft>
              <a:defRPr sz="6200">
                <a:solidFill>
                  <a:schemeClr val="tx2"/>
                </a:solidFill>
                <a:latin typeface="Arial" charset="0"/>
              </a:defRPr>
            </a:lvl5pPr>
            <a:lvl6pPr marL="457145" algn="ctr" defTabSz="1474612" rtl="0" fontAlgn="base">
              <a:spcBef>
                <a:spcPct val="0"/>
              </a:spcBef>
              <a:spcAft>
                <a:spcPct val="0"/>
              </a:spcAft>
              <a:defRPr sz="7100">
                <a:solidFill>
                  <a:schemeClr val="tx2"/>
                </a:solidFill>
                <a:latin typeface="Arial" charset="0"/>
              </a:defRPr>
            </a:lvl6pPr>
            <a:lvl7pPr marL="914290" algn="ctr" defTabSz="1474612" rtl="0" fontAlgn="base">
              <a:spcBef>
                <a:spcPct val="0"/>
              </a:spcBef>
              <a:spcAft>
                <a:spcPct val="0"/>
              </a:spcAft>
              <a:defRPr sz="7100">
                <a:solidFill>
                  <a:schemeClr val="tx2"/>
                </a:solidFill>
                <a:latin typeface="Arial" charset="0"/>
              </a:defRPr>
            </a:lvl7pPr>
            <a:lvl8pPr marL="1371436" algn="ctr" defTabSz="1474612" rtl="0" fontAlgn="base">
              <a:spcBef>
                <a:spcPct val="0"/>
              </a:spcBef>
              <a:spcAft>
                <a:spcPct val="0"/>
              </a:spcAft>
              <a:defRPr sz="7100">
                <a:solidFill>
                  <a:schemeClr val="tx2"/>
                </a:solidFill>
                <a:latin typeface="Arial" charset="0"/>
              </a:defRPr>
            </a:lvl8pPr>
            <a:lvl9pPr marL="1828581" algn="ctr" defTabSz="1474612" rtl="0" fontAlgn="base">
              <a:spcBef>
                <a:spcPct val="0"/>
              </a:spcBef>
              <a:spcAft>
                <a:spcPct val="0"/>
              </a:spcAft>
              <a:defRPr sz="7100">
                <a:solidFill>
                  <a:schemeClr val="tx2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ru-RU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“E-UNIVERSITET”</a:t>
            </a:r>
            <a:r>
              <a:rPr lang="ru-RU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тизимининг</a:t>
            </a:r>
            <a:r>
              <a:rPr lang="ru-RU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>
              <a:defRPr/>
            </a:pPr>
            <a:r>
              <a:rPr lang="ru-RU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ютуқлари</a:t>
            </a:r>
            <a:r>
              <a:rPr lang="ru-RU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ва</a:t>
            </a:r>
            <a:r>
              <a:rPr lang="ru-RU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илмий</a:t>
            </a:r>
            <a:r>
              <a:rPr lang="ru-RU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аҳамияти</a:t>
            </a:r>
            <a:br>
              <a:rPr lang="ru-RU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ru-RU" sz="3200" b="1" kern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60" y="30763"/>
            <a:ext cx="1440000" cy="14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163C963-244A-4BAF-873F-FA70D6380C86}"/>
              </a:ext>
            </a:extLst>
          </p:cNvPr>
          <p:cNvSpPr/>
          <p:nvPr/>
        </p:nvSpPr>
        <p:spPr>
          <a:xfrm>
            <a:off x="1045568" y="1848272"/>
            <a:ext cx="15229692" cy="7227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ts val="4000"/>
              </a:lnSpc>
            </a:pPr>
            <a:r>
              <a:rPr lang="ru-RU" sz="2800" b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2800" b="1" dirty="0">
                <a:ln w="0">
                  <a:solidFill>
                    <a:schemeClr val="tx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 “E</a:t>
            </a:r>
            <a:r>
              <a:rPr lang="ru-RU" sz="2800" b="1" dirty="0">
                <a:ln w="0">
                  <a:solidFill>
                    <a:schemeClr val="tx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sz="2800" b="1" dirty="0">
                <a:ln w="0">
                  <a:solidFill>
                    <a:schemeClr val="tx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UNIVERSITET”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тизими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жорий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этилиши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натижасида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қуйидаги</a:t>
            </a:r>
            <a:r>
              <a:rPr lang="ru-RU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ижобий</a:t>
            </a:r>
            <a:r>
              <a:rPr lang="ru-RU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натижаларга</a:t>
            </a:r>
            <a:r>
              <a:rPr lang="ru-RU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эришиш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кўзда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тутилади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algn="just">
              <a:lnSpc>
                <a:spcPts val="4000"/>
              </a:lnSpc>
            </a:pP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ru-RU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Бошқарув</a:t>
            </a:r>
            <a:r>
              <a:rPr lang="ru-RU" sz="2800" b="1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ru-RU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самарадорлиги</a:t>
            </a:r>
            <a:r>
              <a:rPr lang="ru-RU" sz="2800" b="1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ru-RU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ошириш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: 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ўқув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ва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илмий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фаолият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бўйича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маълумотлар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марказлаштирилган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ҳолда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сақланиб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, 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раҳбарият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қарор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қабул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қилишда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тезкор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ва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аниқ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таҳлилларга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таянади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algn="just">
              <a:lnSpc>
                <a:spcPts val="4000"/>
              </a:lnSpc>
            </a:pP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ru-RU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Рақамли</a:t>
            </a:r>
            <a:r>
              <a:rPr lang="ru-RU" sz="2800" b="1" dirty="0">
                <a:latin typeface="Arial" panose="020B0604020202020204" pitchFamily="34" charset="0"/>
                <a:cs typeface="Arial" panose="020B0604020202020204" pitchFamily="34" charset="0"/>
              </a:rPr>
              <a:t> трансформация </a:t>
            </a:r>
            <a:r>
              <a:rPr lang="ru-RU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жараёнлари</a:t>
            </a:r>
            <a:r>
              <a:rPr lang="ru-RU" sz="2800" b="1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ru-RU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жадаллашади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: 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ўқитишнинг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замонавий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технологияларини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татбиқ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этиш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, 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ўқув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жараёнини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рақамли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таҳлил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қилиш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имконияти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яратилади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lnSpc>
                <a:spcPts val="4000"/>
              </a:lnSpc>
            </a:pP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ru-RU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Илмий</a:t>
            </a:r>
            <a:r>
              <a:rPr lang="ru-RU" sz="2800" b="1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ru-RU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фаолият</a:t>
            </a:r>
            <a:r>
              <a:rPr lang="ru-RU" sz="2800" b="1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ru-RU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шаффофлашади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: 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илмий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мақолалар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, 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лойиҳа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ишлари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ва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грантлар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бўйича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натижалар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очиқ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 электрон 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базада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юритилади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lnSpc>
                <a:spcPts val="4000"/>
              </a:lnSpc>
            </a:pP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ru-RU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Таълим</a:t>
            </a:r>
            <a:r>
              <a:rPr lang="ru-RU" sz="2800" b="1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ru-RU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сифати</a:t>
            </a:r>
            <a:r>
              <a:rPr lang="ru-RU" sz="2800" b="1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ru-RU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ошади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: 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курсантларнинг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билим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даражаси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, 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фаоллиги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ва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мустақил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ишлаш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кўникмалари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рақамли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кузатув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асосида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баҳоланади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lnSpc>
                <a:spcPts val="4000"/>
              </a:lnSpc>
            </a:pP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ru-RU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Ресурслардан</a:t>
            </a:r>
            <a:r>
              <a:rPr lang="ru-RU" sz="2800" b="1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ru-RU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самарали</a:t>
            </a:r>
            <a:r>
              <a:rPr lang="ru-RU" sz="2800" b="1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ru-RU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фойдаланиш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: 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қоғоз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айланиши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камайди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, 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маълумотлар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автоматлаштирилган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тартибда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шакллантирилади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7" name="Изображение 1" descr="sitlogo">
            <a:extLst>
              <a:ext uri="{FF2B5EF4-FFF2-40B4-BE49-F238E27FC236}">
                <a16:creationId xmlns:a16="http://schemas.microsoft.com/office/drawing/2014/main" id="{C589D34B-B053-45F4-B461-374DF389CE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82265" y="-92765"/>
            <a:ext cx="1487170" cy="1508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126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 txBox="1">
            <a:spLocks/>
          </p:cNvSpPr>
          <p:nvPr/>
        </p:nvSpPr>
        <p:spPr bwMode="auto">
          <a:xfrm>
            <a:off x="1909664" y="270709"/>
            <a:ext cx="13249472" cy="960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70580" tIns="85292" rIns="170580" bIns="85292" numCol="1" anchor="ctr" anchorCtr="0" compatLnSpc="1">
            <a:prstTxWarp prst="textNoShape">
              <a:avLst/>
            </a:prstTxWarp>
            <a:normAutofit fontScale="85000" lnSpcReduction="10000"/>
          </a:bodyPr>
          <a:lstStyle>
            <a:lvl1pPr algn="ctr" defTabSz="1279372" rtl="0" eaLnBrk="0" fontAlgn="base" hangingPunct="0">
              <a:spcBef>
                <a:spcPct val="0"/>
              </a:spcBef>
              <a:spcAft>
                <a:spcPct val="0"/>
              </a:spcAft>
              <a:defRPr sz="6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defTabSz="1279372" rtl="0" eaLnBrk="0" fontAlgn="base" hangingPunct="0">
              <a:spcBef>
                <a:spcPct val="0"/>
              </a:spcBef>
              <a:spcAft>
                <a:spcPct val="0"/>
              </a:spcAft>
              <a:defRPr sz="6200">
                <a:solidFill>
                  <a:schemeClr val="tx2"/>
                </a:solidFill>
                <a:latin typeface="Arial" charset="0"/>
              </a:defRPr>
            </a:lvl2pPr>
            <a:lvl3pPr algn="ctr" defTabSz="1279372" rtl="0" eaLnBrk="0" fontAlgn="base" hangingPunct="0">
              <a:spcBef>
                <a:spcPct val="0"/>
              </a:spcBef>
              <a:spcAft>
                <a:spcPct val="0"/>
              </a:spcAft>
              <a:defRPr sz="6200">
                <a:solidFill>
                  <a:schemeClr val="tx2"/>
                </a:solidFill>
                <a:latin typeface="Arial" charset="0"/>
              </a:defRPr>
            </a:lvl3pPr>
            <a:lvl4pPr algn="ctr" defTabSz="1279372" rtl="0" eaLnBrk="0" fontAlgn="base" hangingPunct="0">
              <a:spcBef>
                <a:spcPct val="0"/>
              </a:spcBef>
              <a:spcAft>
                <a:spcPct val="0"/>
              </a:spcAft>
              <a:defRPr sz="6200">
                <a:solidFill>
                  <a:schemeClr val="tx2"/>
                </a:solidFill>
                <a:latin typeface="Arial" charset="0"/>
              </a:defRPr>
            </a:lvl4pPr>
            <a:lvl5pPr algn="ctr" defTabSz="1279372" rtl="0" eaLnBrk="0" fontAlgn="base" hangingPunct="0">
              <a:spcBef>
                <a:spcPct val="0"/>
              </a:spcBef>
              <a:spcAft>
                <a:spcPct val="0"/>
              </a:spcAft>
              <a:defRPr sz="6200">
                <a:solidFill>
                  <a:schemeClr val="tx2"/>
                </a:solidFill>
                <a:latin typeface="Arial" charset="0"/>
              </a:defRPr>
            </a:lvl5pPr>
            <a:lvl6pPr marL="457145" algn="ctr" defTabSz="1474612" rtl="0" fontAlgn="base">
              <a:spcBef>
                <a:spcPct val="0"/>
              </a:spcBef>
              <a:spcAft>
                <a:spcPct val="0"/>
              </a:spcAft>
              <a:defRPr sz="7100">
                <a:solidFill>
                  <a:schemeClr val="tx2"/>
                </a:solidFill>
                <a:latin typeface="Arial" charset="0"/>
              </a:defRPr>
            </a:lvl6pPr>
            <a:lvl7pPr marL="914290" algn="ctr" defTabSz="1474612" rtl="0" fontAlgn="base">
              <a:spcBef>
                <a:spcPct val="0"/>
              </a:spcBef>
              <a:spcAft>
                <a:spcPct val="0"/>
              </a:spcAft>
              <a:defRPr sz="7100">
                <a:solidFill>
                  <a:schemeClr val="tx2"/>
                </a:solidFill>
                <a:latin typeface="Arial" charset="0"/>
              </a:defRPr>
            </a:lvl7pPr>
            <a:lvl8pPr marL="1371436" algn="ctr" defTabSz="1474612" rtl="0" fontAlgn="base">
              <a:spcBef>
                <a:spcPct val="0"/>
              </a:spcBef>
              <a:spcAft>
                <a:spcPct val="0"/>
              </a:spcAft>
              <a:defRPr sz="7100">
                <a:solidFill>
                  <a:schemeClr val="tx2"/>
                </a:solidFill>
                <a:latin typeface="Arial" charset="0"/>
              </a:defRPr>
            </a:lvl8pPr>
            <a:lvl9pPr marL="1828581" algn="ctr" defTabSz="1474612" rtl="0" fontAlgn="base">
              <a:spcBef>
                <a:spcPct val="0"/>
              </a:spcBef>
              <a:spcAft>
                <a:spcPct val="0"/>
              </a:spcAft>
              <a:defRPr sz="7100">
                <a:solidFill>
                  <a:schemeClr val="tx2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“E-UNIVERSITET”</a:t>
            </a:r>
            <a:r>
              <a:rPr lang="ru-RU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ru-RU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тизимининг</a:t>
            </a:r>
            <a:r>
              <a:rPr lang="ru-RU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ru-RU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мақсади</a:t>
            </a:r>
            <a:endParaRPr lang="ru-RU" sz="3200" b="1" kern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60" y="30763"/>
            <a:ext cx="1440000" cy="14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4" name="Группа 93">
            <a:extLst>
              <a:ext uri="{FF2B5EF4-FFF2-40B4-BE49-F238E27FC236}">
                <a16:creationId xmlns:a16="http://schemas.microsoft.com/office/drawing/2014/main" id="{AF313D7C-1C06-4650-97D9-1E2653A18296}"/>
              </a:ext>
            </a:extLst>
          </p:cNvPr>
          <p:cNvGrpSpPr/>
          <p:nvPr/>
        </p:nvGrpSpPr>
        <p:grpSpPr>
          <a:xfrm>
            <a:off x="4213920" y="1724516"/>
            <a:ext cx="9776806" cy="6152168"/>
            <a:chOff x="2053680" y="1470763"/>
            <a:chExt cx="9776806" cy="6152168"/>
          </a:xfrm>
        </p:grpSpPr>
        <p:grpSp>
          <p:nvGrpSpPr>
            <p:cNvPr id="10" name="Group 57">
              <a:extLst>
                <a:ext uri="{FF2B5EF4-FFF2-40B4-BE49-F238E27FC236}">
                  <a16:creationId xmlns:a16="http://schemas.microsoft.com/office/drawing/2014/main" id="{C7748C62-7F26-4A2B-BCDC-4A5D3BFF023E}"/>
                </a:ext>
              </a:extLst>
            </p:cNvPr>
            <p:cNvGrpSpPr/>
            <p:nvPr/>
          </p:nvGrpSpPr>
          <p:grpSpPr>
            <a:xfrm>
              <a:off x="4466468" y="1481320"/>
              <a:ext cx="7364018" cy="6141611"/>
              <a:chOff x="2308950" y="2840198"/>
              <a:chExt cx="5904412" cy="4924295"/>
            </a:xfrm>
          </p:grpSpPr>
          <p:sp>
            <p:nvSpPr>
              <p:cNvPr id="52" name="Rectangle: Rounded Corners 19">
                <a:extLst>
                  <a:ext uri="{FF2B5EF4-FFF2-40B4-BE49-F238E27FC236}">
                    <a16:creationId xmlns:a16="http://schemas.microsoft.com/office/drawing/2014/main" id="{02E36D57-2F63-4D8E-BA7A-84AF6645811B}"/>
                  </a:ext>
                </a:extLst>
              </p:cNvPr>
              <p:cNvSpPr/>
              <p:nvPr/>
            </p:nvSpPr>
            <p:spPr>
              <a:xfrm>
                <a:off x="2432942" y="2840198"/>
                <a:ext cx="1520244" cy="2115403"/>
              </a:xfrm>
              <a:prstGeom prst="roundRect">
                <a:avLst/>
              </a:prstGeom>
              <a:solidFill>
                <a:schemeClr val="bg1"/>
              </a:solidFill>
              <a:ln w="2986" cap="flat">
                <a:noFill/>
                <a:prstDash val="solid"/>
                <a:miter/>
              </a:ln>
              <a:effectLst>
                <a:outerShdw blurRad="127000" sx="102000" sy="102000" algn="ctr" rotWithShape="0">
                  <a:prstClr val="black">
                    <a:alpha val="10000"/>
                  </a:prstClr>
                </a:outerShdw>
              </a:effec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IN" sz="20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3" name="Freeform: Shape 20">
                <a:extLst>
                  <a:ext uri="{FF2B5EF4-FFF2-40B4-BE49-F238E27FC236}">
                    <a16:creationId xmlns:a16="http://schemas.microsoft.com/office/drawing/2014/main" id="{68E75BE2-C033-454F-BC34-F23378E6EB24}"/>
                  </a:ext>
                </a:extLst>
              </p:cNvPr>
              <p:cNvSpPr/>
              <p:nvPr/>
            </p:nvSpPr>
            <p:spPr>
              <a:xfrm>
                <a:off x="3528510" y="3120224"/>
                <a:ext cx="203259" cy="419695"/>
              </a:xfrm>
              <a:custGeom>
                <a:avLst/>
                <a:gdLst>
                  <a:gd name="connsiteX0" fmla="*/ 97821 w 203259"/>
                  <a:gd name="connsiteY0" fmla="*/ -504 h 419695"/>
                  <a:gd name="connsiteX1" fmla="*/ 3134 w 203259"/>
                  <a:gd name="connsiteY1" fmla="*/ -504 h 419695"/>
                  <a:gd name="connsiteX2" fmla="*/ -251 w 203259"/>
                  <a:gd name="connsiteY2" fmla="*/ 419191 h 419695"/>
                  <a:gd name="connsiteX3" fmla="*/ 97821 w 203259"/>
                  <a:gd name="connsiteY3" fmla="*/ 419191 h 419695"/>
                  <a:gd name="connsiteX4" fmla="*/ 203009 w 203259"/>
                  <a:gd name="connsiteY4" fmla="*/ 209354 h 419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3259" h="419695">
                    <a:moveTo>
                      <a:pt x="97821" y="-504"/>
                    </a:moveTo>
                    <a:lnTo>
                      <a:pt x="3134" y="-504"/>
                    </a:lnTo>
                    <a:cubicBezTo>
                      <a:pt x="84848" y="127826"/>
                      <a:pt x="83522" y="292196"/>
                      <a:pt x="-251" y="419191"/>
                    </a:cubicBezTo>
                    <a:lnTo>
                      <a:pt x="97821" y="419191"/>
                    </a:lnTo>
                    <a:lnTo>
                      <a:pt x="203009" y="209354"/>
                    </a:lnTo>
                    <a:close/>
                  </a:path>
                </a:pathLst>
              </a:custGeom>
              <a:solidFill>
                <a:schemeClr val="accent2"/>
              </a:solidFill>
              <a:ln w="21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IN" sz="200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4" name="Freeform: Shape 21">
                <a:extLst>
                  <a:ext uri="{FF2B5EF4-FFF2-40B4-BE49-F238E27FC236}">
                    <a16:creationId xmlns:a16="http://schemas.microsoft.com/office/drawing/2014/main" id="{3655C859-C84F-4EC5-B46C-38C1A825078A}"/>
                  </a:ext>
                </a:extLst>
              </p:cNvPr>
              <p:cNvSpPr/>
              <p:nvPr/>
            </p:nvSpPr>
            <p:spPr>
              <a:xfrm>
                <a:off x="2848034" y="2969899"/>
                <a:ext cx="715183" cy="715183"/>
              </a:xfrm>
              <a:custGeom>
                <a:avLst/>
                <a:gdLst>
                  <a:gd name="connsiteX0" fmla="*/ 714932 w 715183"/>
                  <a:gd name="connsiteY0" fmla="*/ 357088 h 715183"/>
                  <a:gd name="connsiteX1" fmla="*/ 357340 w 715183"/>
                  <a:gd name="connsiteY1" fmla="*/ 714679 h 715183"/>
                  <a:gd name="connsiteX2" fmla="*/ -251 w 715183"/>
                  <a:gd name="connsiteY2" fmla="*/ 357088 h 715183"/>
                  <a:gd name="connsiteX3" fmla="*/ 357340 w 715183"/>
                  <a:gd name="connsiteY3" fmla="*/ -504 h 715183"/>
                  <a:gd name="connsiteX4" fmla="*/ 714932 w 715183"/>
                  <a:gd name="connsiteY4" fmla="*/ 357088 h 7151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5183" h="715183">
                    <a:moveTo>
                      <a:pt x="714932" y="357088"/>
                    </a:moveTo>
                    <a:cubicBezTo>
                      <a:pt x="714932" y="554580"/>
                      <a:pt x="554833" y="714679"/>
                      <a:pt x="357340" y="714679"/>
                    </a:cubicBezTo>
                    <a:cubicBezTo>
                      <a:pt x="159848" y="714679"/>
                      <a:pt x="-251" y="554580"/>
                      <a:pt x="-251" y="357088"/>
                    </a:cubicBezTo>
                    <a:cubicBezTo>
                      <a:pt x="-251" y="159595"/>
                      <a:pt x="159848" y="-504"/>
                      <a:pt x="357340" y="-504"/>
                    </a:cubicBezTo>
                    <a:cubicBezTo>
                      <a:pt x="554833" y="-504"/>
                      <a:pt x="714932" y="159595"/>
                      <a:pt x="714932" y="357088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21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IN" sz="200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5" name="Freeform: Shape 22">
                <a:extLst>
                  <a:ext uri="{FF2B5EF4-FFF2-40B4-BE49-F238E27FC236}">
                    <a16:creationId xmlns:a16="http://schemas.microsoft.com/office/drawing/2014/main" id="{B4B05AC4-FD2A-4EA3-ADB4-1D4BD1C282C8}"/>
                  </a:ext>
                </a:extLst>
              </p:cNvPr>
              <p:cNvSpPr/>
              <p:nvPr/>
            </p:nvSpPr>
            <p:spPr>
              <a:xfrm>
                <a:off x="2930439" y="3052562"/>
                <a:ext cx="553800" cy="553806"/>
              </a:xfrm>
              <a:custGeom>
                <a:avLst/>
                <a:gdLst>
                  <a:gd name="connsiteX0" fmla="*/ -251 w 553800"/>
                  <a:gd name="connsiteY0" fmla="*/ 276348 h 553806"/>
                  <a:gd name="connsiteX1" fmla="*/ 276638 w 553800"/>
                  <a:gd name="connsiteY1" fmla="*/ 553302 h 553806"/>
                  <a:gd name="connsiteX2" fmla="*/ 455671 w 553800"/>
                  <a:gd name="connsiteY2" fmla="*/ 487673 h 553806"/>
                  <a:gd name="connsiteX3" fmla="*/ 472448 w 553800"/>
                  <a:gd name="connsiteY3" fmla="*/ 472190 h 553806"/>
                  <a:gd name="connsiteX4" fmla="*/ 472459 w 553800"/>
                  <a:gd name="connsiteY4" fmla="*/ 80625 h 553806"/>
                  <a:gd name="connsiteX5" fmla="*/ 472448 w 553800"/>
                  <a:gd name="connsiteY5" fmla="*/ 80614 h 553806"/>
                  <a:gd name="connsiteX6" fmla="*/ 455671 w 553800"/>
                  <a:gd name="connsiteY6" fmla="*/ 65131 h 553806"/>
                  <a:gd name="connsiteX7" fmla="*/ 65378 w 553800"/>
                  <a:gd name="connsiteY7" fmla="*/ 97423 h 553806"/>
                  <a:gd name="connsiteX8" fmla="*/ -251 w 553800"/>
                  <a:gd name="connsiteY8" fmla="*/ 276456 h 5538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53800" h="553806">
                    <a:moveTo>
                      <a:pt x="-251" y="276348"/>
                    </a:moveTo>
                    <a:cubicBezTo>
                      <a:pt x="-269" y="429287"/>
                      <a:pt x="123697" y="553285"/>
                      <a:pt x="276638" y="553302"/>
                    </a:cubicBezTo>
                    <a:cubicBezTo>
                      <a:pt x="342203" y="553311"/>
                      <a:pt x="405645" y="530054"/>
                      <a:pt x="455671" y="487673"/>
                    </a:cubicBezTo>
                    <a:cubicBezTo>
                      <a:pt x="461422" y="482785"/>
                      <a:pt x="467014" y="477624"/>
                      <a:pt x="472448" y="472190"/>
                    </a:cubicBezTo>
                    <a:cubicBezTo>
                      <a:pt x="580579" y="364065"/>
                      <a:pt x="580584" y="188756"/>
                      <a:pt x="472459" y="80625"/>
                    </a:cubicBezTo>
                    <a:cubicBezTo>
                      <a:pt x="472454" y="80621"/>
                      <a:pt x="472452" y="80618"/>
                      <a:pt x="472448" y="80614"/>
                    </a:cubicBezTo>
                    <a:cubicBezTo>
                      <a:pt x="467042" y="75180"/>
                      <a:pt x="461450" y="70020"/>
                      <a:pt x="455671" y="65131"/>
                    </a:cubicBezTo>
                    <a:cubicBezTo>
                      <a:pt x="338977" y="-33728"/>
                      <a:pt x="164237" y="-19271"/>
                      <a:pt x="65378" y="97423"/>
                    </a:cubicBezTo>
                    <a:cubicBezTo>
                      <a:pt x="22997" y="147449"/>
                      <a:pt x="-260" y="210892"/>
                      <a:pt x="-251" y="276456"/>
                    </a:cubicBezTo>
                    <a:close/>
                  </a:path>
                </a:pathLst>
              </a:custGeom>
              <a:solidFill>
                <a:srgbClr val="FFFFFF"/>
              </a:solidFill>
              <a:ln w="21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r>
                  <a:rPr lang="en-GB" sz="2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02</a:t>
                </a:r>
                <a:endParaRPr lang="en-IN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6" name="Freeform: Shape 23">
                <a:extLst>
                  <a:ext uri="{FF2B5EF4-FFF2-40B4-BE49-F238E27FC236}">
                    <a16:creationId xmlns:a16="http://schemas.microsoft.com/office/drawing/2014/main" id="{611D0C2C-51A5-4776-BCF6-868206FCF992}"/>
                  </a:ext>
                </a:extLst>
              </p:cNvPr>
              <p:cNvSpPr/>
              <p:nvPr/>
            </p:nvSpPr>
            <p:spPr>
              <a:xfrm>
                <a:off x="3528510" y="3330083"/>
                <a:ext cx="203259" cy="209836"/>
              </a:xfrm>
              <a:custGeom>
                <a:avLst/>
                <a:gdLst>
                  <a:gd name="connsiteX0" fmla="*/ -251 w 203259"/>
                  <a:gd name="connsiteY0" fmla="*/ 209333 h 209836"/>
                  <a:gd name="connsiteX1" fmla="*/ 97821 w 203259"/>
                  <a:gd name="connsiteY1" fmla="*/ 209333 h 209836"/>
                  <a:gd name="connsiteX2" fmla="*/ 203009 w 203259"/>
                  <a:gd name="connsiteY2" fmla="*/ -504 h 209836"/>
                  <a:gd name="connsiteX3" fmla="*/ 63491 w 203259"/>
                  <a:gd name="connsiteY3" fmla="*/ -504 h 209836"/>
                  <a:gd name="connsiteX4" fmla="*/ -251 w 203259"/>
                  <a:gd name="connsiteY4" fmla="*/ 209333 h 2098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3259" h="209836">
                    <a:moveTo>
                      <a:pt x="-251" y="209333"/>
                    </a:moveTo>
                    <a:lnTo>
                      <a:pt x="97821" y="209333"/>
                    </a:lnTo>
                    <a:lnTo>
                      <a:pt x="203009" y="-504"/>
                    </a:lnTo>
                    <a:lnTo>
                      <a:pt x="63491" y="-504"/>
                    </a:lnTo>
                    <a:cubicBezTo>
                      <a:pt x="63068" y="74148"/>
                      <a:pt x="40920" y="147061"/>
                      <a:pt x="-251" y="209333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21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IN" sz="200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7" name="Freeform: Shape 24">
                <a:extLst>
                  <a:ext uri="{FF2B5EF4-FFF2-40B4-BE49-F238E27FC236}">
                    <a16:creationId xmlns:a16="http://schemas.microsoft.com/office/drawing/2014/main" id="{046779AA-A8CC-4889-98D3-B545190833C1}"/>
                  </a:ext>
                </a:extLst>
              </p:cNvPr>
              <p:cNvSpPr/>
              <p:nvPr/>
            </p:nvSpPr>
            <p:spPr>
              <a:xfrm>
                <a:off x="2308950" y="3281176"/>
                <a:ext cx="1801651" cy="1798416"/>
              </a:xfrm>
              <a:custGeom>
                <a:avLst/>
                <a:gdLst>
                  <a:gd name="connsiteX0" fmla="*/ 1801400 w 1801651"/>
                  <a:gd name="connsiteY0" fmla="*/ 897626 h 1798416"/>
                  <a:gd name="connsiteX1" fmla="*/ 1751804 w 1801651"/>
                  <a:gd name="connsiteY1" fmla="*/ 848029 h 1798416"/>
                  <a:gd name="connsiteX2" fmla="*/ 1702207 w 1801651"/>
                  <a:gd name="connsiteY2" fmla="*/ 897605 h 1798416"/>
                  <a:gd name="connsiteX3" fmla="*/ 1735631 w 1801651"/>
                  <a:gd name="connsiteY3" fmla="*/ 944506 h 1798416"/>
                  <a:gd name="connsiteX4" fmla="*/ 1735631 w 1801651"/>
                  <a:gd name="connsiteY4" fmla="*/ 1506974 h 1798416"/>
                  <a:gd name="connsiteX5" fmla="*/ 1477038 w 1801651"/>
                  <a:gd name="connsiteY5" fmla="*/ 1765567 h 1798416"/>
                  <a:gd name="connsiteX6" fmla="*/ 290665 w 1801651"/>
                  <a:gd name="connsiteY6" fmla="*/ 1765567 h 1798416"/>
                  <a:gd name="connsiteX7" fmla="*/ 32094 w 1801651"/>
                  <a:gd name="connsiteY7" fmla="*/ 1506974 h 1798416"/>
                  <a:gd name="connsiteX8" fmla="*/ 32094 w 1801651"/>
                  <a:gd name="connsiteY8" fmla="*/ 290412 h 1798416"/>
                  <a:gd name="connsiteX9" fmla="*/ 290665 w 1801651"/>
                  <a:gd name="connsiteY9" fmla="*/ 31842 h 1798416"/>
                  <a:gd name="connsiteX10" fmla="*/ 474992 w 1801651"/>
                  <a:gd name="connsiteY10" fmla="*/ 31842 h 1798416"/>
                  <a:gd name="connsiteX11" fmla="*/ 491165 w 1801651"/>
                  <a:gd name="connsiteY11" fmla="*/ 15669 h 1798416"/>
                  <a:gd name="connsiteX12" fmla="*/ 474992 w 1801651"/>
                  <a:gd name="connsiteY12" fmla="*/ -504 h 1798416"/>
                  <a:gd name="connsiteX13" fmla="*/ 290665 w 1801651"/>
                  <a:gd name="connsiteY13" fmla="*/ -504 h 1798416"/>
                  <a:gd name="connsiteX14" fmla="*/ -251 w 1801651"/>
                  <a:gd name="connsiteY14" fmla="*/ 290412 h 1798416"/>
                  <a:gd name="connsiteX15" fmla="*/ -251 w 1801651"/>
                  <a:gd name="connsiteY15" fmla="*/ 1506974 h 1798416"/>
                  <a:gd name="connsiteX16" fmla="*/ 290665 w 1801651"/>
                  <a:gd name="connsiteY16" fmla="*/ 1797912 h 1798416"/>
                  <a:gd name="connsiteX17" fmla="*/ 1477038 w 1801651"/>
                  <a:gd name="connsiteY17" fmla="*/ 1797912 h 1798416"/>
                  <a:gd name="connsiteX18" fmla="*/ 1767977 w 1801651"/>
                  <a:gd name="connsiteY18" fmla="*/ 1506974 h 1798416"/>
                  <a:gd name="connsiteX19" fmla="*/ 1767977 w 1801651"/>
                  <a:gd name="connsiteY19" fmla="*/ 944506 h 1798416"/>
                  <a:gd name="connsiteX20" fmla="*/ 1801400 w 1801651"/>
                  <a:gd name="connsiteY20" fmla="*/ 897626 h 17984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801651" h="1798416">
                    <a:moveTo>
                      <a:pt x="1801400" y="897626"/>
                    </a:moveTo>
                    <a:cubicBezTo>
                      <a:pt x="1801400" y="870240"/>
                      <a:pt x="1779212" y="848029"/>
                      <a:pt x="1751804" y="848029"/>
                    </a:cubicBezTo>
                    <a:cubicBezTo>
                      <a:pt x="1724418" y="848029"/>
                      <a:pt x="1702207" y="870218"/>
                      <a:pt x="1702207" y="897605"/>
                    </a:cubicBezTo>
                    <a:cubicBezTo>
                      <a:pt x="1702207" y="918780"/>
                      <a:pt x="1715620" y="937605"/>
                      <a:pt x="1735631" y="944506"/>
                    </a:cubicBezTo>
                    <a:lnTo>
                      <a:pt x="1735631" y="1506974"/>
                    </a:lnTo>
                    <a:cubicBezTo>
                      <a:pt x="1735459" y="1649726"/>
                      <a:pt x="1619791" y="1765394"/>
                      <a:pt x="1477038" y="1765567"/>
                    </a:cubicBezTo>
                    <a:lnTo>
                      <a:pt x="290665" y="1765567"/>
                    </a:lnTo>
                    <a:cubicBezTo>
                      <a:pt x="147922" y="1765394"/>
                      <a:pt x="32250" y="1649726"/>
                      <a:pt x="32094" y="1506974"/>
                    </a:cubicBezTo>
                    <a:lnTo>
                      <a:pt x="32094" y="290412"/>
                    </a:lnTo>
                    <a:cubicBezTo>
                      <a:pt x="32202" y="147652"/>
                      <a:pt x="147905" y="31949"/>
                      <a:pt x="290665" y="31842"/>
                    </a:cubicBezTo>
                    <a:lnTo>
                      <a:pt x="474992" y="31842"/>
                    </a:lnTo>
                    <a:cubicBezTo>
                      <a:pt x="483924" y="31842"/>
                      <a:pt x="491165" y="24601"/>
                      <a:pt x="491165" y="15669"/>
                    </a:cubicBezTo>
                    <a:cubicBezTo>
                      <a:pt x="491165" y="6737"/>
                      <a:pt x="483924" y="-504"/>
                      <a:pt x="474992" y="-504"/>
                    </a:cubicBezTo>
                    <a:lnTo>
                      <a:pt x="290665" y="-504"/>
                    </a:lnTo>
                    <a:cubicBezTo>
                      <a:pt x="130252" y="-504"/>
                      <a:pt x="-251" y="130000"/>
                      <a:pt x="-251" y="290412"/>
                    </a:cubicBezTo>
                    <a:lnTo>
                      <a:pt x="-251" y="1506974"/>
                    </a:lnTo>
                    <a:cubicBezTo>
                      <a:pt x="-251" y="1667409"/>
                      <a:pt x="130252" y="1797912"/>
                      <a:pt x="290665" y="1797912"/>
                    </a:cubicBezTo>
                    <a:lnTo>
                      <a:pt x="1477038" y="1797912"/>
                    </a:lnTo>
                    <a:cubicBezTo>
                      <a:pt x="1637451" y="1797912"/>
                      <a:pt x="1767977" y="1667409"/>
                      <a:pt x="1767977" y="1506974"/>
                    </a:cubicBezTo>
                    <a:lnTo>
                      <a:pt x="1767977" y="944506"/>
                    </a:lnTo>
                    <a:cubicBezTo>
                      <a:pt x="1787966" y="937605"/>
                      <a:pt x="1801400" y="918780"/>
                      <a:pt x="1801400" y="897626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21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IN" sz="200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7" name="Rectangle: Rounded Corners 19">
                <a:extLst>
                  <a:ext uri="{FF2B5EF4-FFF2-40B4-BE49-F238E27FC236}">
                    <a16:creationId xmlns:a16="http://schemas.microsoft.com/office/drawing/2014/main" id="{A6BAE9AA-484A-48A5-B6BD-B8E3A7095123}"/>
                  </a:ext>
                </a:extLst>
              </p:cNvPr>
              <p:cNvSpPr/>
              <p:nvPr/>
            </p:nvSpPr>
            <p:spPr>
              <a:xfrm>
                <a:off x="6535703" y="5525099"/>
                <a:ext cx="1520244" cy="2115403"/>
              </a:xfrm>
              <a:prstGeom prst="roundRect">
                <a:avLst/>
              </a:prstGeom>
              <a:solidFill>
                <a:schemeClr val="bg1"/>
              </a:solidFill>
              <a:ln w="2986" cap="flat">
                <a:noFill/>
                <a:prstDash val="solid"/>
                <a:miter/>
              </a:ln>
              <a:effectLst>
                <a:outerShdw blurRad="127000" sx="102000" sy="102000" algn="ctr" rotWithShape="0">
                  <a:prstClr val="black">
                    <a:alpha val="10000"/>
                  </a:prstClr>
                </a:outerShdw>
              </a:effec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IN" sz="20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8" name="Freeform: Shape 20">
                <a:extLst>
                  <a:ext uri="{FF2B5EF4-FFF2-40B4-BE49-F238E27FC236}">
                    <a16:creationId xmlns:a16="http://schemas.microsoft.com/office/drawing/2014/main" id="{BBED4668-5119-41A3-BAA4-8C6F5E9CF4E7}"/>
                  </a:ext>
                </a:extLst>
              </p:cNvPr>
              <p:cNvSpPr/>
              <p:nvPr/>
            </p:nvSpPr>
            <p:spPr>
              <a:xfrm>
                <a:off x="7631271" y="5805125"/>
                <a:ext cx="203259" cy="419695"/>
              </a:xfrm>
              <a:custGeom>
                <a:avLst/>
                <a:gdLst>
                  <a:gd name="connsiteX0" fmla="*/ 97821 w 203259"/>
                  <a:gd name="connsiteY0" fmla="*/ -504 h 419695"/>
                  <a:gd name="connsiteX1" fmla="*/ 3134 w 203259"/>
                  <a:gd name="connsiteY1" fmla="*/ -504 h 419695"/>
                  <a:gd name="connsiteX2" fmla="*/ -251 w 203259"/>
                  <a:gd name="connsiteY2" fmla="*/ 419191 h 419695"/>
                  <a:gd name="connsiteX3" fmla="*/ 97821 w 203259"/>
                  <a:gd name="connsiteY3" fmla="*/ 419191 h 419695"/>
                  <a:gd name="connsiteX4" fmla="*/ 203009 w 203259"/>
                  <a:gd name="connsiteY4" fmla="*/ 209354 h 419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3259" h="419695">
                    <a:moveTo>
                      <a:pt x="97821" y="-504"/>
                    </a:moveTo>
                    <a:lnTo>
                      <a:pt x="3134" y="-504"/>
                    </a:lnTo>
                    <a:cubicBezTo>
                      <a:pt x="84848" y="127826"/>
                      <a:pt x="83522" y="292196"/>
                      <a:pt x="-251" y="419191"/>
                    </a:cubicBezTo>
                    <a:lnTo>
                      <a:pt x="97821" y="419191"/>
                    </a:lnTo>
                    <a:lnTo>
                      <a:pt x="203009" y="209354"/>
                    </a:lnTo>
                    <a:close/>
                  </a:path>
                </a:pathLst>
              </a:custGeom>
              <a:solidFill>
                <a:schemeClr val="accent2"/>
              </a:solidFill>
              <a:ln w="21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IN" sz="200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9" name="Freeform: Shape 21">
                <a:extLst>
                  <a:ext uri="{FF2B5EF4-FFF2-40B4-BE49-F238E27FC236}">
                    <a16:creationId xmlns:a16="http://schemas.microsoft.com/office/drawing/2014/main" id="{6D718BFA-08B6-4D83-94F4-4CCDC61C06FC}"/>
                  </a:ext>
                </a:extLst>
              </p:cNvPr>
              <p:cNvSpPr/>
              <p:nvPr/>
            </p:nvSpPr>
            <p:spPr>
              <a:xfrm>
                <a:off x="6950795" y="5654800"/>
                <a:ext cx="715183" cy="715183"/>
              </a:xfrm>
              <a:custGeom>
                <a:avLst/>
                <a:gdLst>
                  <a:gd name="connsiteX0" fmla="*/ 714932 w 715183"/>
                  <a:gd name="connsiteY0" fmla="*/ 357088 h 715183"/>
                  <a:gd name="connsiteX1" fmla="*/ 357340 w 715183"/>
                  <a:gd name="connsiteY1" fmla="*/ 714679 h 715183"/>
                  <a:gd name="connsiteX2" fmla="*/ -251 w 715183"/>
                  <a:gd name="connsiteY2" fmla="*/ 357088 h 715183"/>
                  <a:gd name="connsiteX3" fmla="*/ 357340 w 715183"/>
                  <a:gd name="connsiteY3" fmla="*/ -504 h 715183"/>
                  <a:gd name="connsiteX4" fmla="*/ 714932 w 715183"/>
                  <a:gd name="connsiteY4" fmla="*/ 357088 h 7151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5183" h="715183">
                    <a:moveTo>
                      <a:pt x="714932" y="357088"/>
                    </a:moveTo>
                    <a:cubicBezTo>
                      <a:pt x="714932" y="554580"/>
                      <a:pt x="554833" y="714679"/>
                      <a:pt x="357340" y="714679"/>
                    </a:cubicBezTo>
                    <a:cubicBezTo>
                      <a:pt x="159848" y="714679"/>
                      <a:pt x="-251" y="554580"/>
                      <a:pt x="-251" y="357088"/>
                    </a:cubicBezTo>
                    <a:cubicBezTo>
                      <a:pt x="-251" y="159595"/>
                      <a:pt x="159848" y="-504"/>
                      <a:pt x="357340" y="-504"/>
                    </a:cubicBezTo>
                    <a:cubicBezTo>
                      <a:pt x="554833" y="-504"/>
                      <a:pt x="714932" y="159595"/>
                      <a:pt x="714932" y="357088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21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IN" sz="200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0" name="Freeform: Shape 22">
                <a:extLst>
                  <a:ext uri="{FF2B5EF4-FFF2-40B4-BE49-F238E27FC236}">
                    <a16:creationId xmlns:a16="http://schemas.microsoft.com/office/drawing/2014/main" id="{02F96303-C0E9-41AB-B7F2-F7ADB82AF814}"/>
                  </a:ext>
                </a:extLst>
              </p:cNvPr>
              <p:cNvSpPr/>
              <p:nvPr/>
            </p:nvSpPr>
            <p:spPr>
              <a:xfrm>
                <a:off x="7033200" y="5737463"/>
                <a:ext cx="553800" cy="553806"/>
              </a:xfrm>
              <a:custGeom>
                <a:avLst/>
                <a:gdLst>
                  <a:gd name="connsiteX0" fmla="*/ -251 w 553800"/>
                  <a:gd name="connsiteY0" fmla="*/ 276348 h 553806"/>
                  <a:gd name="connsiteX1" fmla="*/ 276638 w 553800"/>
                  <a:gd name="connsiteY1" fmla="*/ 553302 h 553806"/>
                  <a:gd name="connsiteX2" fmla="*/ 455671 w 553800"/>
                  <a:gd name="connsiteY2" fmla="*/ 487673 h 553806"/>
                  <a:gd name="connsiteX3" fmla="*/ 472448 w 553800"/>
                  <a:gd name="connsiteY3" fmla="*/ 472190 h 553806"/>
                  <a:gd name="connsiteX4" fmla="*/ 472459 w 553800"/>
                  <a:gd name="connsiteY4" fmla="*/ 80625 h 553806"/>
                  <a:gd name="connsiteX5" fmla="*/ 472448 w 553800"/>
                  <a:gd name="connsiteY5" fmla="*/ 80614 h 553806"/>
                  <a:gd name="connsiteX6" fmla="*/ 455671 w 553800"/>
                  <a:gd name="connsiteY6" fmla="*/ 65131 h 553806"/>
                  <a:gd name="connsiteX7" fmla="*/ 65378 w 553800"/>
                  <a:gd name="connsiteY7" fmla="*/ 97423 h 553806"/>
                  <a:gd name="connsiteX8" fmla="*/ -251 w 553800"/>
                  <a:gd name="connsiteY8" fmla="*/ 276456 h 5538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53800" h="553806">
                    <a:moveTo>
                      <a:pt x="-251" y="276348"/>
                    </a:moveTo>
                    <a:cubicBezTo>
                      <a:pt x="-269" y="429287"/>
                      <a:pt x="123697" y="553285"/>
                      <a:pt x="276638" y="553302"/>
                    </a:cubicBezTo>
                    <a:cubicBezTo>
                      <a:pt x="342203" y="553311"/>
                      <a:pt x="405645" y="530054"/>
                      <a:pt x="455671" y="487673"/>
                    </a:cubicBezTo>
                    <a:cubicBezTo>
                      <a:pt x="461422" y="482785"/>
                      <a:pt x="467014" y="477624"/>
                      <a:pt x="472448" y="472190"/>
                    </a:cubicBezTo>
                    <a:cubicBezTo>
                      <a:pt x="580579" y="364065"/>
                      <a:pt x="580584" y="188756"/>
                      <a:pt x="472459" y="80625"/>
                    </a:cubicBezTo>
                    <a:cubicBezTo>
                      <a:pt x="472454" y="80621"/>
                      <a:pt x="472452" y="80618"/>
                      <a:pt x="472448" y="80614"/>
                    </a:cubicBezTo>
                    <a:cubicBezTo>
                      <a:pt x="467042" y="75180"/>
                      <a:pt x="461450" y="70020"/>
                      <a:pt x="455671" y="65131"/>
                    </a:cubicBezTo>
                    <a:cubicBezTo>
                      <a:pt x="338977" y="-33728"/>
                      <a:pt x="164237" y="-19271"/>
                      <a:pt x="65378" y="97423"/>
                    </a:cubicBezTo>
                    <a:cubicBezTo>
                      <a:pt x="22997" y="147449"/>
                      <a:pt x="-260" y="210892"/>
                      <a:pt x="-251" y="276456"/>
                    </a:cubicBezTo>
                    <a:close/>
                  </a:path>
                </a:pathLst>
              </a:custGeom>
              <a:solidFill>
                <a:srgbClr val="FFFFFF"/>
              </a:solidFill>
              <a:ln w="21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r>
                  <a:rPr lang="en-GB" sz="2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uz-Cyrl-UZ" sz="2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8</a:t>
                </a:r>
                <a:endParaRPr lang="en-IN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1" name="Freeform: Shape 23">
                <a:extLst>
                  <a:ext uri="{FF2B5EF4-FFF2-40B4-BE49-F238E27FC236}">
                    <a16:creationId xmlns:a16="http://schemas.microsoft.com/office/drawing/2014/main" id="{A468B4BB-FF9F-41A4-B6EA-043FBFF9008C}"/>
                  </a:ext>
                </a:extLst>
              </p:cNvPr>
              <p:cNvSpPr/>
              <p:nvPr/>
            </p:nvSpPr>
            <p:spPr>
              <a:xfrm>
                <a:off x="7631271" y="6014984"/>
                <a:ext cx="203259" cy="209836"/>
              </a:xfrm>
              <a:custGeom>
                <a:avLst/>
                <a:gdLst>
                  <a:gd name="connsiteX0" fmla="*/ -251 w 203259"/>
                  <a:gd name="connsiteY0" fmla="*/ 209333 h 209836"/>
                  <a:gd name="connsiteX1" fmla="*/ 97821 w 203259"/>
                  <a:gd name="connsiteY1" fmla="*/ 209333 h 209836"/>
                  <a:gd name="connsiteX2" fmla="*/ 203009 w 203259"/>
                  <a:gd name="connsiteY2" fmla="*/ -504 h 209836"/>
                  <a:gd name="connsiteX3" fmla="*/ 63491 w 203259"/>
                  <a:gd name="connsiteY3" fmla="*/ -504 h 209836"/>
                  <a:gd name="connsiteX4" fmla="*/ -251 w 203259"/>
                  <a:gd name="connsiteY4" fmla="*/ 209333 h 2098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3259" h="209836">
                    <a:moveTo>
                      <a:pt x="-251" y="209333"/>
                    </a:moveTo>
                    <a:lnTo>
                      <a:pt x="97821" y="209333"/>
                    </a:lnTo>
                    <a:lnTo>
                      <a:pt x="203009" y="-504"/>
                    </a:lnTo>
                    <a:lnTo>
                      <a:pt x="63491" y="-504"/>
                    </a:lnTo>
                    <a:cubicBezTo>
                      <a:pt x="63068" y="74148"/>
                      <a:pt x="40920" y="147061"/>
                      <a:pt x="-251" y="209333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21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IN" sz="200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2" name="Freeform: Shape 24">
                <a:extLst>
                  <a:ext uri="{FF2B5EF4-FFF2-40B4-BE49-F238E27FC236}">
                    <a16:creationId xmlns:a16="http://schemas.microsoft.com/office/drawing/2014/main" id="{C1F864D0-5264-40A4-B09C-EC17E04BD1C2}"/>
                  </a:ext>
                </a:extLst>
              </p:cNvPr>
              <p:cNvSpPr/>
              <p:nvPr/>
            </p:nvSpPr>
            <p:spPr>
              <a:xfrm>
                <a:off x="6411711" y="5966077"/>
                <a:ext cx="1801651" cy="1798416"/>
              </a:xfrm>
              <a:custGeom>
                <a:avLst/>
                <a:gdLst>
                  <a:gd name="connsiteX0" fmla="*/ 1801400 w 1801651"/>
                  <a:gd name="connsiteY0" fmla="*/ 897626 h 1798416"/>
                  <a:gd name="connsiteX1" fmla="*/ 1751804 w 1801651"/>
                  <a:gd name="connsiteY1" fmla="*/ 848029 h 1798416"/>
                  <a:gd name="connsiteX2" fmla="*/ 1702207 w 1801651"/>
                  <a:gd name="connsiteY2" fmla="*/ 897605 h 1798416"/>
                  <a:gd name="connsiteX3" fmla="*/ 1735631 w 1801651"/>
                  <a:gd name="connsiteY3" fmla="*/ 944506 h 1798416"/>
                  <a:gd name="connsiteX4" fmla="*/ 1735631 w 1801651"/>
                  <a:gd name="connsiteY4" fmla="*/ 1506974 h 1798416"/>
                  <a:gd name="connsiteX5" fmla="*/ 1477038 w 1801651"/>
                  <a:gd name="connsiteY5" fmla="*/ 1765567 h 1798416"/>
                  <a:gd name="connsiteX6" fmla="*/ 290665 w 1801651"/>
                  <a:gd name="connsiteY6" fmla="*/ 1765567 h 1798416"/>
                  <a:gd name="connsiteX7" fmla="*/ 32094 w 1801651"/>
                  <a:gd name="connsiteY7" fmla="*/ 1506974 h 1798416"/>
                  <a:gd name="connsiteX8" fmla="*/ 32094 w 1801651"/>
                  <a:gd name="connsiteY8" fmla="*/ 290412 h 1798416"/>
                  <a:gd name="connsiteX9" fmla="*/ 290665 w 1801651"/>
                  <a:gd name="connsiteY9" fmla="*/ 31842 h 1798416"/>
                  <a:gd name="connsiteX10" fmla="*/ 474992 w 1801651"/>
                  <a:gd name="connsiteY10" fmla="*/ 31842 h 1798416"/>
                  <a:gd name="connsiteX11" fmla="*/ 491165 w 1801651"/>
                  <a:gd name="connsiteY11" fmla="*/ 15669 h 1798416"/>
                  <a:gd name="connsiteX12" fmla="*/ 474992 w 1801651"/>
                  <a:gd name="connsiteY12" fmla="*/ -504 h 1798416"/>
                  <a:gd name="connsiteX13" fmla="*/ 290665 w 1801651"/>
                  <a:gd name="connsiteY13" fmla="*/ -504 h 1798416"/>
                  <a:gd name="connsiteX14" fmla="*/ -251 w 1801651"/>
                  <a:gd name="connsiteY14" fmla="*/ 290412 h 1798416"/>
                  <a:gd name="connsiteX15" fmla="*/ -251 w 1801651"/>
                  <a:gd name="connsiteY15" fmla="*/ 1506974 h 1798416"/>
                  <a:gd name="connsiteX16" fmla="*/ 290665 w 1801651"/>
                  <a:gd name="connsiteY16" fmla="*/ 1797912 h 1798416"/>
                  <a:gd name="connsiteX17" fmla="*/ 1477038 w 1801651"/>
                  <a:gd name="connsiteY17" fmla="*/ 1797912 h 1798416"/>
                  <a:gd name="connsiteX18" fmla="*/ 1767977 w 1801651"/>
                  <a:gd name="connsiteY18" fmla="*/ 1506974 h 1798416"/>
                  <a:gd name="connsiteX19" fmla="*/ 1767977 w 1801651"/>
                  <a:gd name="connsiteY19" fmla="*/ 944506 h 1798416"/>
                  <a:gd name="connsiteX20" fmla="*/ 1801400 w 1801651"/>
                  <a:gd name="connsiteY20" fmla="*/ 897626 h 17984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801651" h="1798416">
                    <a:moveTo>
                      <a:pt x="1801400" y="897626"/>
                    </a:moveTo>
                    <a:cubicBezTo>
                      <a:pt x="1801400" y="870240"/>
                      <a:pt x="1779212" y="848029"/>
                      <a:pt x="1751804" y="848029"/>
                    </a:cubicBezTo>
                    <a:cubicBezTo>
                      <a:pt x="1724418" y="848029"/>
                      <a:pt x="1702207" y="870218"/>
                      <a:pt x="1702207" y="897605"/>
                    </a:cubicBezTo>
                    <a:cubicBezTo>
                      <a:pt x="1702207" y="918780"/>
                      <a:pt x="1715620" y="937605"/>
                      <a:pt x="1735631" y="944506"/>
                    </a:cubicBezTo>
                    <a:lnTo>
                      <a:pt x="1735631" y="1506974"/>
                    </a:lnTo>
                    <a:cubicBezTo>
                      <a:pt x="1735459" y="1649726"/>
                      <a:pt x="1619791" y="1765394"/>
                      <a:pt x="1477038" y="1765567"/>
                    </a:cubicBezTo>
                    <a:lnTo>
                      <a:pt x="290665" y="1765567"/>
                    </a:lnTo>
                    <a:cubicBezTo>
                      <a:pt x="147922" y="1765394"/>
                      <a:pt x="32250" y="1649726"/>
                      <a:pt x="32094" y="1506974"/>
                    </a:cubicBezTo>
                    <a:lnTo>
                      <a:pt x="32094" y="290412"/>
                    </a:lnTo>
                    <a:cubicBezTo>
                      <a:pt x="32202" y="147652"/>
                      <a:pt x="147905" y="31949"/>
                      <a:pt x="290665" y="31842"/>
                    </a:cubicBezTo>
                    <a:lnTo>
                      <a:pt x="474992" y="31842"/>
                    </a:lnTo>
                    <a:cubicBezTo>
                      <a:pt x="483924" y="31842"/>
                      <a:pt x="491165" y="24601"/>
                      <a:pt x="491165" y="15669"/>
                    </a:cubicBezTo>
                    <a:cubicBezTo>
                      <a:pt x="491165" y="6737"/>
                      <a:pt x="483924" y="-504"/>
                      <a:pt x="474992" y="-504"/>
                    </a:cubicBezTo>
                    <a:lnTo>
                      <a:pt x="290665" y="-504"/>
                    </a:lnTo>
                    <a:cubicBezTo>
                      <a:pt x="130252" y="-504"/>
                      <a:pt x="-251" y="130000"/>
                      <a:pt x="-251" y="290412"/>
                    </a:cubicBezTo>
                    <a:lnTo>
                      <a:pt x="-251" y="1506974"/>
                    </a:lnTo>
                    <a:cubicBezTo>
                      <a:pt x="-251" y="1667409"/>
                      <a:pt x="130252" y="1797912"/>
                      <a:pt x="290665" y="1797912"/>
                    </a:cubicBezTo>
                    <a:lnTo>
                      <a:pt x="1477038" y="1797912"/>
                    </a:lnTo>
                    <a:cubicBezTo>
                      <a:pt x="1637451" y="1797912"/>
                      <a:pt x="1767977" y="1667409"/>
                      <a:pt x="1767977" y="1506974"/>
                    </a:cubicBezTo>
                    <a:lnTo>
                      <a:pt x="1767977" y="944506"/>
                    </a:lnTo>
                    <a:cubicBezTo>
                      <a:pt x="1787966" y="937605"/>
                      <a:pt x="1801400" y="918780"/>
                      <a:pt x="1801400" y="897626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21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IN" sz="200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1" name="Group 60">
              <a:extLst>
                <a:ext uri="{FF2B5EF4-FFF2-40B4-BE49-F238E27FC236}">
                  <a16:creationId xmlns:a16="http://schemas.microsoft.com/office/drawing/2014/main" id="{0BF06223-3899-4E2F-A9E1-58D99639AFE2}"/>
                </a:ext>
              </a:extLst>
            </p:cNvPr>
            <p:cNvGrpSpPr/>
            <p:nvPr/>
          </p:nvGrpSpPr>
          <p:grpSpPr>
            <a:xfrm>
              <a:off x="9307769" y="1470763"/>
              <a:ext cx="2247030" cy="2792986"/>
              <a:chOff x="11972801" y="246684"/>
              <a:chExt cx="1801651" cy="2239394"/>
            </a:xfrm>
          </p:grpSpPr>
          <p:sp>
            <p:nvSpPr>
              <p:cNvPr id="46" name="Rectangle: Rounded Corners 26">
                <a:extLst>
                  <a:ext uri="{FF2B5EF4-FFF2-40B4-BE49-F238E27FC236}">
                    <a16:creationId xmlns:a16="http://schemas.microsoft.com/office/drawing/2014/main" id="{2033BDE5-473A-489A-9A61-A82B0B89A812}"/>
                  </a:ext>
                </a:extLst>
              </p:cNvPr>
              <p:cNvSpPr/>
              <p:nvPr/>
            </p:nvSpPr>
            <p:spPr>
              <a:xfrm>
                <a:off x="12096794" y="246684"/>
                <a:ext cx="1520244" cy="2115403"/>
              </a:xfrm>
              <a:prstGeom prst="roundRect">
                <a:avLst/>
              </a:prstGeom>
              <a:solidFill>
                <a:schemeClr val="bg1"/>
              </a:solidFill>
              <a:ln w="2986" cap="flat">
                <a:noFill/>
                <a:prstDash val="solid"/>
                <a:miter/>
              </a:ln>
              <a:effectLst>
                <a:outerShdw blurRad="127000" sx="102000" sy="102000" algn="ctr" rotWithShape="0">
                  <a:prstClr val="black">
                    <a:alpha val="10000"/>
                  </a:prstClr>
                </a:outerShdw>
              </a:effec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IN" sz="20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7" name="Freeform: Shape 27">
                <a:extLst>
                  <a:ext uri="{FF2B5EF4-FFF2-40B4-BE49-F238E27FC236}">
                    <a16:creationId xmlns:a16="http://schemas.microsoft.com/office/drawing/2014/main" id="{1C368BC9-F829-4E64-994A-84B43CD83B64}"/>
                  </a:ext>
                </a:extLst>
              </p:cNvPr>
              <p:cNvSpPr/>
              <p:nvPr/>
            </p:nvSpPr>
            <p:spPr>
              <a:xfrm>
                <a:off x="13219170" y="504634"/>
                <a:ext cx="203259" cy="419695"/>
              </a:xfrm>
              <a:custGeom>
                <a:avLst/>
                <a:gdLst>
                  <a:gd name="connsiteX0" fmla="*/ 97821 w 203259"/>
                  <a:gd name="connsiteY0" fmla="*/ -504 h 419695"/>
                  <a:gd name="connsiteX1" fmla="*/ 3134 w 203259"/>
                  <a:gd name="connsiteY1" fmla="*/ -504 h 419695"/>
                  <a:gd name="connsiteX2" fmla="*/ -251 w 203259"/>
                  <a:gd name="connsiteY2" fmla="*/ 419191 h 419695"/>
                  <a:gd name="connsiteX3" fmla="*/ 97821 w 203259"/>
                  <a:gd name="connsiteY3" fmla="*/ 419191 h 419695"/>
                  <a:gd name="connsiteX4" fmla="*/ 203009 w 203259"/>
                  <a:gd name="connsiteY4" fmla="*/ 209354 h 419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3259" h="419695">
                    <a:moveTo>
                      <a:pt x="97821" y="-504"/>
                    </a:moveTo>
                    <a:lnTo>
                      <a:pt x="3134" y="-504"/>
                    </a:lnTo>
                    <a:cubicBezTo>
                      <a:pt x="84848" y="127826"/>
                      <a:pt x="83522" y="292196"/>
                      <a:pt x="-251" y="419191"/>
                    </a:cubicBezTo>
                    <a:lnTo>
                      <a:pt x="97821" y="419191"/>
                    </a:lnTo>
                    <a:lnTo>
                      <a:pt x="203009" y="209354"/>
                    </a:lnTo>
                    <a:close/>
                  </a:path>
                </a:pathLst>
              </a:custGeom>
              <a:solidFill>
                <a:schemeClr val="accent4"/>
              </a:solidFill>
              <a:ln w="21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IN" sz="200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8" name="Freeform: Shape 28">
                <a:extLst>
                  <a:ext uri="{FF2B5EF4-FFF2-40B4-BE49-F238E27FC236}">
                    <a16:creationId xmlns:a16="http://schemas.microsoft.com/office/drawing/2014/main" id="{75F152DB-77A8-490D-808F-658B2939AF53}"/>
                  </a:ext>
                </a:extLst>
              </p:cNvPr>
              <p:cNvSpPr/>
              <p:nvPr/>
            </p:nvSpPr>
            <p:spPr>
              <a:xfrm>
                <a:off x="12538694" y="354309"/>
                <a:ext cx="715183" cy="715183"/>
              </a:xfrm>
              <a:custGeom>
                <a:avLst/>
                <a:gdLst>
                  <a:gd name="connsiteX0" fmla="*/ 714932 w 715183"/>
                  <a:gd name="connsiteY0" fmla="*/ 357088 h 715183"/>
                  <a:gd name="connsiteX1" fmla="*/ 357340 w 715183"/>
                  <a:gd name="connsiteY1" fmla="*/ 714679 h 715183"/>
                  <a:gd name="connsiteX2" fmla="*/ -251 w 715183"/>
                  <a:gd name="connsiteY2" fmla="*/ 357088 h 715183"/>
                  <a:gd name="connsiteX3" fmla="*/ 357340 w 715183"/>
                  <a:gd name="connsiteY3" fmla="*/ -504 h 715183"/>
                  <a:gd name="connsiteX4" fmla="*/ 714932 w 715183"/>
                  <a:gd name="connsiteY4" fmla="*/ 357088 h 7151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5183" h="715183">
                    <a:moveTo>
                      <a:pt x="714932" y="357088"/>
                    </a:moveTo>
                    <a:cubicBezTo>
                      <a:pt x="714932" y="554580"/>
                      <a:pt x="554833" y="714679"/>
                      <a:pt x="357340" y="714679"/>
                    </a:cubicBezTo>
                    <a:cubicBezTo>
                      <a:pt x="159848" y="714679"/>
                      <a:pt x="-251" y="554580"/>
                      <a:pt x="-251" y="357088"/>
                    </a:cubicBezTo>
                    <a:cubicBezTo>
                      <a:pt x="-251" y="159595"/>
                      <a:pt x="159848" y="-504"/>
                      <a:pt x="357340" y="-504"/>
                    </a:cubicBezTo>
                    <a:cubicBezTo>
                      <a:pt x="554833" y="-504"/>
                      <a:pt x="714932" y="159595"/>
                      <a:pt x="714932" y="357088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21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IN" sz="200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9" name="Freeform: Shape 29">
                <a:extLst>
                  <a:ext uri="{FF2B5EF4-FFF2-40B4-BE49-F238E27FC236}">
                    <a16:creationId xmlns:a16="http://schemas.microsoft.com/office/drawing/2014/main" id="{1257816C-817A-4D00-8C2F-1FF1FAB303A4}"/>
                  </a:ext>
                </a:extLst>
              </p:cNvPr>
              <p:cNvSpPr/>
              <p:nvPr/>
            </p:nvSpPr>
            <p:spPr>
              <a:xfrm>
                <a:off x="12621099" y="436972"/>
                <a:ext cx="553800" cy="553806"/>
              </a:xfrm>
              <a:custGeom>
                <a:avLst/>
                <a:gdLst>
                  <a:gd name="connsiteX0" fmla="*/ -251 w 553800"/>
                  <a:gd name="connsiteY0" fmla="*/ 276348 h 553806"/>
                  <a:gd name="connsiteX1" fmla="*/ 276638 w 553800"/>
                  <a:gd name="connsiteY1" fmla="*/ 553302 h 553806"/>
                  <a:gd name="connsiteX2" fmla="*/ 455671 w 553800"/>
                  <a:gd name="connsiteY2" fmla="*/ 487673 h 553806"/>
                  <a:gd name="connsiteX3" fmla="*/ 472448 w 553800"/>
                  <a:gd name="connsiteY3" fmla="*/ 472190 h 553806"/>
                  <a:gd name="connsiteX4" fmla="*/ 472459 w 553800"/>
                  <a:gd name="connsiteY4" fmla="*/ 80625 h 553806"/>
                  <a:gd name="connsiteX5" fmla="*/ 472448 w 553800"/>
                  <a:gd name="connsiteY5" fmla="*/ 80614 h 553806"/>
                  <a:gd name="connsiteX6" fmla="*/ 455671 w 553800"/>
                  <a:gd name="connsiteY6" fmla="*/ 65131 h 553806"/>
                  <a:gd name="connsiteX7" fmla="*/ 65378 w 553800"/>
                  <a:gd name="connsiteY7" fmla="*/ 97423 h 553806"/>
                  <a:gd name="connsiteX8" fmla="*/ -251 w 553800"/>
                  <a:gd name="connsiteY8" fmla="*/ 276456 h 5538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53800" h="553806">
                    <a:moveTo>
                      <a:pt x="-251" y="276348"/>
                    </a:moveTo>
                    <a:cubicBezTo>
                      <a:pt x="-269" y="429287"/>
                      <a:pt x="123697" y="553285"/>
                      <a:pt x="276638" y="553302"/>
                    </a:cubicBezTo>
                    <a:cubicBezTo>
                      <a:pt x="342203" y="553311"/>
                      <a:pt x="405645" y="530054"/>
                      <a:pt x="455671" y="487673"/>
                    </a:cubicBezTo>
                    <a:cubicBezTo>
                      <a:pt x="461422" y="482785"/>
                      <a:pt x="467014" y="477624"/>
                      <a:pt x="472448" y="472190"/>
                    </a:cubicBezTo>
                    <a:cubicBezTo>
                      <a:pt x="580579" y="364065"/>
                      <a:pt x="580584" y="188756"/>
                      <a:pt x="472459" y="80625"/>
                    </a:cubicBezTo>
                    <a:cubicBezTo>
                      <a:pt x="472454" y="80621"/>
                      <a:pt x="472452" y="80618"/>
                      <a:pt x="472448" y="80614"/>
                    </a:cubicBezTo>
                    <a:cubicBezTo>
                      <a:pt x="467042" y="75180"/>
                      <a:pt x="461450" y="70020"/>
                      <a:pt x="455671" y="65131"/>
                    </a:cubicBezTo>
                    <a:cubicBezTo>
                      <a:pt x="338977" y="-33728"/>
                      <a:pt x="164237" y="-19271"/>
                      <a:pt x="65378" y="97423"/>
                    </a:cubicBezTo>
                    <a:cubicBezTo>
                      <a:pt x="22997" y="147449"/>
                      <a:pt x="-260" y="210892"/>
                      <a:pt x="-251" y="276456"/>
                    </a:cubicBezTo>
                    <a:close/>
                  </a:path>
                </a:pathLst>
              </a:custGeom>
              <a:solidFill>
                <a:srgbClr val="FFFFFF"/>
              </a:solidFill>
              <a:ln w="21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r>
                  <a:rPr lang="en-GB" sz="2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04</a:t>
                </a:r>
                <a:endParaRPr lang="en-IN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0" name="Freeform: Shape 30">
                <a:extLst>
                  <a:ext uri="{FF2B5EF4-FFF2-40B4-BE49-F238E27FC236}">
                    <a16:creationId xmlns:a16="http://schemas.microsoft.com/office/drawing/2014/main" id="{E1BF061D-ADB4-4879-A05B-3229C37350C8}"/>
                  </a:ext>
                </a:extLst>
              </p:cNvPr>
              <p:cNvSpPr/>
              <p:nvPr/>
            </p:nvSpPr>
            <p:spPr>
              <a:xfrm>
                <a:off x="13219169" y="714493"/>
                <a:ext cx="203259" cy="209836"/>
              </a:xfrm>
              <a:custGeom>
                <a:avLst/>
                <a:gdLst>
                  <a:gd name="connsiteX0" fmla="*/ -251 w 203259"/>
                  <a:gd name="connsiteY0" fmla="*/ 209333 h 209836"/>
                  <a:gd name="connsiteX1" fmla="*/ 97821 w 203259"/>
                  <a:gd name="connsiteY1" fmla="*/ 209333 h 209836"/>
                  <a:gd name="connsiteX2" fmla="*/ 203009 w 203259"/>
                  <a:gd name="connsiteY2" fmla="*/ -504 h 209836"/>
                  <a:gd name="connsiteX3" fmla="*/ 63491 w 203259"/>
                  <a:gd name="connsiteY3" fmla="*/ -504 h 209836"/>
                  <a:gd name="connsiteX4" fmla="*/ -251 w 203259"/>
                  <a:gd name="connsiteY4" fmla="*/ 209333 h 2098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3259" h="209836">
                    <a:moveTo>
                      <a:pt x="-251" y="209333"/>
                    </a:moveTo>
                    <a:lnTo>
                      <a:pt x="97821" y="209333"/>
                    </a:lnTo>
                    <a:lnTo>
                      <a:pt x="203009" y="-504"/>
                    </a:lnTo>
                    <a:lnTo>
                      <a:pt x="63491" y="-504"/>
                    </a:lnTo>
                    <a:cubicBezTo>
                      <a:pt x="63068" y="74148"/>
                      <a:pt x="40920" y="147061"/>
                      <a:pt x="-251" y="209333"/>
                    </a:cubicBez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 w="21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IN" sz="200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1" name="Freeform: Shape 31">
                <a:extLst>
                  <a:ext uri="{FF2B5EF4-FFF2-40B4-BE49-F238E27FC236}">
                    <a16:creationId xmlns:a16="http://schemas.microsoft.com/office/drawing/2014/main" id="{FCCD4821-7F1C-454D-9791-3F09B6BC178F}"/>
                  </a:ext>
                </a:extLst>
              </p:cNvPr>
              <p:cNvSpPr/>
              <p:nvPr/>
            </p:nvSpPr>
            <p:spPr>
              <a:xfrm>
                <a:off x="11972801" y="687662"/>
                <a:ext cx="1801651" cy="1798416"/>
              </a:xfrm>
              <a:custGeom>
                <a:avLst/>
                <a:gdLst>
                  <a:gd name="connsiteX0" fmla="*/ 1801400 w 1801651"/>
                  <a:gd name="connsiteY0" fmla="*/ 897626 h 1798416"/>
                  <a:gd name="connsiteX1" fmla="*/ 1751804 w 1801651"/>
                  <a:gd name="connsiteY1" fmla="*/ 848029 h 1798416"/>
                  <a:gd name="connsiteX2" fmla="*/ 1702207 w 1801651"/>
                  <a:gd name="connsiteY2" fmla="*/ 897605 h 1798416"/>
                  <a:gd name="connsiteX3" fmla="*/ 1735631 w 1801651"/>
                  <a:gd name="connsiteY3" fmla="*/ 944506 h 1798416"/>
                  <a:gd name="connsiteX4" fmla="*/ 1735631 w 1801651"/>
                  <a:gd name="connsiteY4" fmla="*/ 1506974 h 1798416"/>
                  <a:gd name="connsiteX5" fmla="*/ 1477038 w 1801651"/>
                  <a:gd name="connsiteY5" fmla="*/ 1765567 h 1798416"/>
                  <a:gd name="connsiteX6" fmla="*/ 290665 w 1801651"/>
                  <a:gd name="connsiteY6" fmla="*/ 1765567 h 1798416"/>
                  <a:gd name="connsiteX7" fmla="*/ 32094 w 1801651"/>
                  <a:gd name="connsiteY7" fmla="*/ 1506974 h 1798416"/>
                  <a:gd name="connsiteX8" fmla="*/ 32094 w 1801651"/>
                  <a:gd name="connsiteY8" fmla="*/ 290412 h 1798416"/>
                  <a:gd name="connsiteX9" fmla="*/ 290665 w 1801651"/>
                  <a:gd name="connsiteY9" fmla="*/ 31842 h 1798416"/>
                  <a:gd name="connsiteX10" fmla="*/ 474992 w 1801651"/>
                  <a:gd name="connsiteY10" fmla="*/ 31842 h 1798416"/>
                  <a:gd name="connsiteX11" fmla="*/ 491165 w 1801651"/>
                  <a:gd name="connsiteY11" fmla="*/ 15669 h 1798416"/>
                  <a:gd name="connsiteX12" fmla="*/ 474992 w 1801651"/>
                  <a:gd name="connsiteY12" fmla="*/ -504 h 1798416"/>
                  <a:gd name="connsiteX13" fmla="*/ 290665 w 1801651"/>
                  <a:gd name="connsiteY13" fmla="*/ -504 h 1798416"/>
                  <a:gd name="connsiteX14" fmla="*/ -251 w 1801651"/>
                  <a:gd name="connsiteY14" fmla="*/ 290412 h 1798416"/>
                  <a:gd name="connsiteX15" fmla="*/ -251 w 1801651"/>
                  <a:gd name="connsiteY15" fmla="*/ 1506974 h 1798416"/>
                  <a:gd name="connsiteX16" fmla="*/ 290665 w 1801651"/>
                  <a:gd name="connsiteY16" fmla="*/ 1797912 h 1798416"/>
                  <a:gd name="connsiteX17" fmla="*/ 1477038 w 1801651"/>
                  <a:gd name="connsiteY17" fmla="*/ 1797912 h 1798416"/>
                  <a:gd name="connsiteX18" fmla="*/ 1767977 w 1801651"/>
                  <a:gd name="connsiteY18" fmla="*/ 1506974 h 1798416"/>
                  <a:gd name="connsiteX19" fmla="*/ 1767977 w 1801651"/>
                  <a:gd name="connsiteY19" fmla="*/ 944506 h 1798416"/>
                  <a:gd name="connsiteX20" fmla="*/ 1801400 w 1801651"/>
                  <a:gd name="connsiteY20" fmla="*/ 897626 h 17984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801651" h="1798416">
                    <a:moveTo>
                      <a:pt x="1801400" y="897626"/>
                    </a:moveTo>
                    <a:cubicBezTo>
                      <a:pt x="1801400" y="870240"/>
                      <a:pt x="1779212" y="848029"/>
                      <a:pt x="1751804" y="848029"/>
                    </a:cubicBezTo>
                    <a:cubicBezTo>
                      <a:pt x="1724418" y="848029"/>
                      <a:pt x="1702207" y="870218"/>
                      <a:pt x="1702207" y="897605"/>
                    </a:cubicBezTo>
                    <a:cubicBezTo>
                      <a:pt x="1702207" y="918780"/>
                      <a:pt x="1715620" y="937605"/>
                      <a:pt x="1735631" y="944506"/>
                    </a:cubicBezTo>
                    <a:lnTo>
                      <a:pt x="1735631" y="1506974"/>
                    </a:lnTo>
                    <a:cubicBezTo>
                      <a:pt x="1735459" y="1649726"/>
                      <a:pt x="1619791" y="1765394"/>
                      <a:pt x="1477038" y="1765567"/>
                    </a:cubicBezTo>
                    <a:lnTo>
                      <a:pt x="290665" y="1765567"/>
                    </a:lnTo>
                    <a:cubicBezTo>
                      <a:pt x="147922" y="1765394"/>
                      <a:pt x="32250" y="1649726"/>
                      <a:pt x="32094" y="1506974"/>
                    </a:cubicBezTo>
                    <a:lnTo>
                      <a:pt x="32094" y="290412"/>
                    </a:lnTo>
                    <a:cubicBezTo>
                      <a:pt x="32202" y="147652"/>
                      <a:pt x="147905" y="31949"/>
                      <a:pt x="290665" y="31842"/>
                    </a:cubicBezTo>
                    <a:lnTo>
                      <a:pt x="474992" y="31842"/>
                    </a:lnTo>
                    <a:cubicBezTo>
                      <a:pt x="483924" y="31842"/>
                      <a:pt x="491165" y="24601"/>
                      <a:pt x="491165" y="15669"/>
                    </a:cubicBezTo>
                    <a:cubicBezTo>
                      <a:pt x="491165" y="6737"/>
                      <a:pt x="483924" y="-504"/>
                      <a:pt x="474992" y="-504"/>
                    </a:cubicBezTo>
                    <a:lnTo>
                      <a:pt x="290665" y="-504"/>
                    </a:lnTo>
                    <a:cubicBezTo>
                      <a:pt x="130252" y="-504"/>
                      <a:pt x="-251" y="130000"/>
                      <a:pt x="-251" y="290412"/>
                    </a:cubicBezTo>
                    <a:lnTo>
                      <a:pt x="-251" y="1506974"/>
                    </a:lnTo>
                    <a:cubicBezTo>
                      <a:pt x="-251" y="1667409"/>
                      <a:pt x="130252" y="1797912"/>
                      <a:pt x="290665" y="1797912"/>
                    </a:cubicBezTo>
                    <a:lnTo>
                      <a:pt x="1477038" y="1797912"/>
                    </a:lnTo>
                    <a:cubicBezTo>
                      <a:pt x="1637451" y="1797912"/>
                      <a:pt x="1767977" y="1667409"/>
                      <a:pt x="1767977" y="1506974"/>
                    </a:cubicBezTo>
                    <a:lnTo>
                      <a:pt x="1767977" y="944506"/>
                    </a:lnTo>
                    <a:cubicBezTo>
                      <a:pt x="1787966" y="937605"/>
                      <a:pt x="1801400" y="918780"/>
                      <a:pt x="1801400" y="897626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21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IN" sz="200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2" name="Group 59">
              <a:extLst>
                <a:ext uri="{FF2B5EF4-FFF2-40B4-BE49-F238E27FC236}">
                  <a16:creationId xmlns:a16="http://schemas.microsoft.com/office/drawing/2014/main" id="{43767C23-EBAE-4017-8BD5-61CA65A1FBFB}"/>
                </a:ext>
              </a:extLst>
            </p:cNvPr>
            <p:cNvGrpSpPr/>
            <p:nvPr/>
          </p:nvGrpSpPr>
          <p:grpSpPr>
            <a:xfrm>
              <a:off x="6879256" y="1481320"/>
              <a:ext cx="2247030" cy="2792986"/>
              <a:chOff x="4232740" y="2840198"/>
              <a:chExt cx="1801651" cy="2239394"/>
            </a:xfrm>
          </p:grpSpPr>
          <p:sp>
            <p:nvSpPr>
              <p:cNvPr id="40" name="Rectangle: Rounded Corners 33">
                <a:extLst>
                  <a:ext uri="{FF2B5EF4-FFF2-40B4-BE49-F238E27FC236}">
                    <a16:creationId xmlns:a16="http://schemas.microsoft.com/office/drawing/2014/main" id="{C7FC3501-4E79-48D4-A6C9-E5A4FFA4889D}"/>
                  </a:ext>
                </a:extLst>
              </p:cNvPr>
              <p:cNvSpPr/>
              <p:nvPr/>
            </p:nvSpPr>
            <p:spPr>
              <a:xfrm>
                <a:off x="4356732" y="2840198"/>
                <a:ext cx="1520244" cy="2115403"/>
              </a:xfrm>
              <a:prstGeom prst="roundRect">
                <a:avLst/>
              </a:prstGeom>
              <a:solidFill>
                <a:schemeClr val="bg1"/>
              </a:solidFill>
              <a:ln w="2986" cap="flat">
                <a:noFill/>
                <a:prstDash val="solid"/>
                <a:miter/>
              </a:ln>
              <a:effectLst>
                <a:outerShdw blurRad="127000" sx="102000" sy="102000" algn="ctr" rotWithShape="0">
                  <a:prstClr val="black">
                    <a:alpha val="10000"/>
                  </a:prstClr>
                </a:outerShdw>
              </a:effec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IN" sz="20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1" name="Freeform: Shape 34">
                <a:extLst>
                  <a:ext uri="{FF2B5EF4-FFF2-40B4-BE49-F238E27FC236}">
                    <a16:creationId xmlns:a16="http://schemas.microsoft.com/office/drawing/2014/main" id="{6CC04A3F-B495-437B-AE08-F079946D6CAF}"/>
                  </a:ext>
                </a:extLst>
              </p:cNvPr>
              <p:cNvSpPr/>
              <p:nvPr/>
            </p:nvSpPr>
            <p:spPr>
              <a:xfrm>
                <a:off x="5452300" y="3120224"/>
                <a:ext cx="203259" cy="419695"/>
              </a:xfrm>
              <a:custGeom>
                <a:avLst/>
                <a:gdLst>
                  <a:gd name="connsiteX0" fmla="*/ 97821 w 203259"/>
                  <a:gd name="connsiteY0" fmla="*/ -504 h 419695"/>
                  <a:gd name="connsiteX1" fmla="*/ 3134 w 203259"/>
                  <a:gd name="connsiteY1" fmla="*/ -504 h 419695"/>
                  <a:gd name="connsiteX2" fmla="*/ -251 w 203259"/>
                  <a:gd name="connsiteY2" fmla="*/ 419191 h 419695"/>
                  <a:gd name="connsiteX3" fmla="*/ 97821 w 203259"/>
                  <a:gd name="connsiteY3" fmla="*/ 419191 h 419695"/>
                  <a:gd name="connsiteX4" fmla="*/ 203009 w 203259"/>
                  <a:gd name="connsiteY4" fmla="*/ 209354 h 419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3259" h="419695">
                    <a:moveTo>
                      <a:pt x="97821" y="-504"/>
                    </a:moveTo>
                    <a:lnTo>
                      <a:pt x="3134" y="-504"/>
                    </a:lnTo>
                    <a:cubicBezTo>
                      <a:pt x="84848" y="127826"/>
                      <a:pt x="83522" y="292196"/>
                      <a:pt x="-251" y="419191"/>
                    </a:cubicBezTo>
                    <a:lnTo>
                      <a:pt x="97821" y="419191"/>
                    </a:lnTo>
                    <a:lnTo>
                      <a:pt x="203009" y="209354"/>
                    </a:lnTo>
                    <a:close/>
                  </a:path>
                </a:pathLst>
              </a:custGeom>
              <a:solidFill>
                <a:schemeClr val="accent3"/>
              </a:solidFill>
              <a:ln w="21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IN" sz="200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2" name="Freeform: Shape 35">
                <a:extLst>
                  <a:ext uri="{FF2B5EF4-FFF2-40B4-BE49-F238E27FC236}">
                    <a16:creationId xmlns:a16="http://schemas.microsoft.com/office/drawing/2014/main" id="{7ACD144F-119B-4165-AFC3-2ABD0E0FA2F0}"/>
                  </a:ext>
                </a:extLst>
              </p:cNvPr>
              <p:cNvSpPr/>
              <p:nvPr/>
            </p:nvSpPr>
            <p:spPr>
              <a:xfrm>
                <a:off x="4771824" y="2969899"/>
                <a:ext cx="715183" cy="715183"/>
              </a:xfrm>
              <a:custGeom>
                <a:avLst/>
                <a:gdLst>
                  <a:gd name="connsiteX0" fmla="*/ 714932 w 715183"/>
                  <a:gd name="connsiteY0" fmla="*/ 357088 h 715183"/>
                  <a:gd name="connsiteX1" fmla="*/ 357340 w 715183"/>
                  <a:gd name="connsiteY1" fmla="*/ 714679 h 715183"/>
                  <a:gd name="connsiteX2" fmla="*/ -251 w 715183"/>
                  <a:gd name="connsiteY2" fmla="*/ 357088 h 715183"/>
                  <a:gd name="connsiteX3" fmla="*/ 357340 w 715183"/>
                  <a:gd name="connsiteY3" fmla="*/ -504 h 715183"/>
                  <a:gd name="connsiteX4" fmla="*/ 714932 w 715183"/>
                  <a:gd name="connsiteY4" fmla="*/ 357088 h 7151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5183" h="715183">
                    <a:moveTo>
                      <a:pt x="714932" y="357088"/>
                    </a:moveTo>
                    <a:cubicBezTo>
                      <a:pt x="714932" y="554580"/>
                      <a:pt x="554833" y="714679"/>
                      <a:pt x="357340" y="714679"/>
                    </a:cubicBezTo>
                    <a:cubicBezTo>
                      <a:pt x="159848" y="714679"/>
                      <a:pt x="-251" y="554580"/>
                      <a:pt x="-251" y="357088"/>
                    </a:cubicBezTo>
                    <a:cubicBezTo>
                      <a:pt x="-251" y="159595"/>
                      <a:pt x="159848" y="-504"/>
                      <a:pt x="357340" y="-504"/>
                    </a:cubicBezTo>
                    <a:cubicBezTo>
                      <a:pt x="554833" y="-504"/>
                      <a:pt x="714932" y="159595"/>
                      <a:pt x="714932" y="357088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21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IN" sz="200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3" name="Freeform: Shape 36">
                <a:extLst>
                  <a:ext uri="{FF2B5EF4-FFF2-40B4-BE49-F238E27FC236}">
                    <a16:creationId xmlns:a16="http://schemas.microsoft.com/office/drawing/2014/main" id="{2D29DE98-868B-4CD0-BC4A-4432E82E2CBA}"/>
                  </a:ext>
                </a:extLst>
              </p:cNvPr>
              <p:cNvSpPr/>
              <p:nvPr/>
            </p:nvSpPr>
            <p:spPr>
              <a:xfrm>
                <a:off x="4854229" y="3052562"/>
                <a:ext cx="553800" cy="553806"/>
              </a:xfrm>
              <a:custGeom>
                <a:avLst/>
                <a:gdLst>
                  <a:gd name="connsiteX0" fmla="*/ -251 w 553800"/>
                  <a:gd name="connsiteY0" fmla="*/ 276348 h 553806"/>
                  <a:gd name="connsiteX1" fmla="*/ 276638 w 553800"/>
                  <a:gd name="connsiteY1" fmla="*/ 553302 h 553806"/>
                  <a:gd name="connsiteX2" fmla="*/ 455671 w 553800"/>
                  <a:gd name="connsiteY2" fmla="*/ 487673 h 553806"/>
                  <a:gd name="connsiteX3" fmla="*/ 472448 w 553800"/>
                  <a:gd name="connsiteY3" fmla="*/ 472190 h 553806"/>
                  <a:gd name="connsiteX4" fmla="*/ 472459 w 553800"/>
                  <a:gd name="connsiteY4" fmla="*/ 80625 h 553806"/>
                  <a:gd name="connsiteX5" fmla="*/ 472448 w 553800"/>
                  <a:gd name="connsiteY5" fmla="*/ 80614 h 553806"/>
                  <a:gd name="connsiteX6" fmla="*/ 455671 w 553800"/>
                  <a:gd name="connsiteY6" fmla="*/ 65131 h 553806"/>
                  <a:gd name="connsiteX7" fmla="*/ 65378 w 553800"/>
                  <a:gd name="connsiteY7" fmla="*/ 97423 h 553806"/>
                  <a:gd name="connsiteX8" fmla="*/ -251 w 553800"/>
                  <a:gd name="connsiteY8" fmla="*/ 276456 h 5538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53800" h="553806">
                    <a:moveTo>
                      <a:pt x="-251" y="276348"/>
                    </a:moveTo>
                    <a:cubicBezTo>
                      <a:pt x="-269" y="429287"/>
                      <a:pt x="123697" y="553285"/>
                      <a:pt x="276638" y="553302"/>
                    </a:cubicBezTo>
                    <a:cubicBezTo>
                      <a:pt x="342203" y="553311"/>
                      <a:pt x="405645" y="530054"/>
                      <a:pt x="455671" y="487673"/>
                    </a:cubicBezTo>
                    <a:cubicBezTo>
                      <a:pt x="461422" y="482785"/>
                      <a:pt x="467014" y="477624"/>
                      <a:pt x="472448" y="472190"/>
                    </a:cubicBezTo>
                    <a:cubicBezTo>
                      <a:pt x="580579" y="364065"/>
                      <a:pt x="580584" y="188756"/>
                      <a:pt x="472459" y="80625"/>
                    </a:cubicBezTo>
                    <a:cubicBezTo>
                      <a:pt x="472454" y="80621"/>
                      <a:pt x="472452" y="80618"/>
                      <a:pt x="472448" y="80614"/>
                    </a:cubicBezTo>
                    <a:cubicBezTo>
                      <a:pt x="467042" y="75180"/>
                      <a:pt x="461450" y="70020"/>
                      <a:pt x="455671" y="65131"/>
                    </a:cubicBezTo>
                    <a:cubicBezTo>
                      <a:pt x="338977" y="-33728"/>
                      <a:pt x="164237" y="-19271"/>
                      <a:pt x="65378" y="97423"/>
                    </a:cubicBezTo>
                    <a:cubicBezTo>
                      <a:pt x="22997" y="147449"/>
                      <a:pt x="-260" y="210892"/>
                      <a:pt x="-251" y="276456"/>
                    </a:cubicBezTo>
                    <a:close/>
                  </a:path>
                </a:pathLst>
              </a:custGeom>
              <a:solidFill>
                <a:srgbClr val="FFFFFF"/>
              </a:solidFill>
              <a:ln w="21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r>
                  <a:rPr lang="en-GB" sz="2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03</a:t>
                </a:r>
                <a:endParaRPr lang="en-IN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4" name="Freeform: Shape 37">
                <a:extLst>
                  <a:ext uri="{FF2B5EF4-FFF2-40B4-BE49-F238E27FC236}">
                    <a16:creationId xmlns:a16="http://schemas.microsoft.com/office/drawing/2014/main" id="{A137EC21-A7F7-40E5-A724-254CBF387209}"/>
                  </a:ext>
                </a:extLst>
              </p:cNvPr>
              <p:cNvSpPr/>
              <p:nvPr/>
            </p:nvSpPr>
            <p:spPr>
              <a:xfrm>
                <a:off x="5452300" y="3330083"/>
                <a:ext cx="203259" cy="209836"/>
              </a:xfrm>
              <a:custGeom>
                <a:avLst/>
                <a:gdLst>
                  <a:gd name="connsiteX0" fmla="*/ -251 w 203259"/>
                  <a:gd name="connsiteY0" fmla="*/ 209333 h 209836"/>
                  <a:gd name="connsiteX1" fmla="*/ 97821 w 203259"/>
                  <a:gd name="connsiteY1" fmla="*/ 209333 h 209836"/>
                  <a:gd name="connsiteX2" fmla="*/ 203009 w 203259"/>
                  <a:gd name="connsiteY2" fmla="*/ -504 h 209836"/>
                  <a:gd name="connsiteX3" fmla="*/ 63491 w 203259"/>
                  <a:gd name="connsiteY3" fmla="*/ -504 h 209836"/>
                  <a:gd name="connsiteX4" fmla="*/ -251 w 203259"/>
                  <a:gd name="connsiteY4" fmla="*/ 209333 h 2098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3259" h="209836">
                    <a:moveTo>
                      <a:pt x="-251" y="209333"/>
                    </a:moveTo>
                    <a:lnTo>
                      <a:pt x="97821" y="209333"/>
                    </a:lnTo>
                    <a:lnTo>
                      <a:pt x="203009" y="-504"/>
                    </a:lnTo>
                    <a:lnTo>
                      <a:pt x="63491" y="-504"/>
                    </a:lnTo>
                    <a:cubicBezTo>
                      <a:pt x="63068" y="74148"/>
                      <a:pt x="40920" y="147061"/>
                      <a:pt x="-251" y="209333"/>
                    </a:cubicBez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 w="21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IN" sz="200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" name="Freeform: Shape 38">
                <a:extLst>
                  <a:ext uri="{FF2B5EF4-FFF2-40B4-BE49-F238E27FC236}">
                    <a16:creationId xmlns:a16="http://schemas.microsoft.com/office/drawing/2014/main" id="{AA52F626-11AA-4573-9232-DF1354337FC8}"/>
                  </a:ext>
                </a:extLst>
              </p:cNvPr>
              <p:cNvSpPr/>
              <p:nvPr/>
            </p:nvSpPr>
            <p:spPr>
              <a:xfrm>
                <a:off x="4232740" y="3281176"/>
                <a:ext cx="1801651" cy="1798416"/>
              </a:xfrm>
              <a:custGeom>
                <a:avLst/>
                <a:gdLst>
                  <a:gd name="connsiteX0" fmla="*/ 1801400 w 1801651"/>
                  <a:gd name="connsiteY0" fmla="*/ 897626 h 1798416"/>
                  <a:gd name="connsiteX1" fmla="*/ 1751804 w 1801651"/>
                  <a:gd name="connsiteY1" fmla="*/ 848029 h 1798416"/>
                  <a:gd name="connsiteX2" fmla="*/ 1702207 w 1801651"/>
                  <a:gd name="connsiteY2" fmla="*/ 897605 h 1798416"/>
                  <a:gd name="connsiteX3" fmla="*/ 1735631 w 1801651"/>
                  <a:gd name="connsiteY3" fmla="*/ 944506 h 1798416"/>
                  <a:gd name="connsiteX4" fmla="*/ 1735631 w 1801651"/>
                  <a:gd name="connsiteY4" fmla="*/ 1506974 h 1798416"/>
                  <a:gd name="connsiteX5" fmla="*/ 1477038 w 1801651"/>
                  <a:gd name="connsiteY5" fmla="*/ 1765567 h 1798416"/>
                  <a:gd name="connsiteX6" fmla="*/ 290665 w 1801651"/>
                  <a:gd name="connsiteY6" fmla="*/ 1765567 h 1798416"/>
                  <a:gd name="connsiteX7" fmla="*/ 32094 w 1801651"/>
                  <a:gd name="connsiteY7" fmla="*/ 1506974 h 1798416"/>
                  <a:gd name="connsiteX8" fmla="*/ 32094 w 1801651"/>
                  <a:gd name="connsiteY8" fmla="*/ 290412 h 1798416"/>
                  <a:gd name="connsiteX9" fmla="*/ 290665 w 1801651"/>
                  <a:gd name="connsiteY9" fmla="*/ 31842 h 1798416"/>
                  <a:gd name="connsiteX10" fmla="*/ 474992 w 1801651"/>
                  <a:gd name="connsiteY10" fmla="*/ 31842 h 1798416"/>
                  <a:gd name="connsiteX11" fmla="*/ 491165 w 1801651"/>
                  <a:gd name="connsiteY11" fmla="*/ 15669 h 1798416"/>
                  <a:gd name="connsiteX12" fmla="*/ 474992 w 1801651"/>
                  <a:gd name="connsiteY12" fmla="*/ -504 h 1798416"/>
                  <a:gd name="connsiteX13" fmla="*/ 290665 w 1801651"/>
                  <a:gd name="connsiteY13" fmla="*/ -504 h 1798416"/>
                  <a:gd name="connsiteX14" fmla="*/ -251 w 1801651"/>
                  <a:gd name="connsiteY14" fmla="*/ 290412 h 1798416"/>
                  <a:gd name="connsiteX15" fmla="*/ -251 w 1801651"/>
                  <a:gd name="connsiteY15" fmla="*/ 1506974 h 1798416"/>
                  <a:gd name="connsiteX16" fmla="*/ 290665 w 1801651"/>
                  <a:gd name="connsiteY16" fmla="*/ 1797912 h 1798416"/>
                  <a:gd name="connsiteX17" fmla="*/ 1477038 w 1801651"/>
                  <a:gd name="connsiteY17" fmla="*/ 1797912 h 1798416"/>
                  <a:gd name="connsiteX18" fmla="*/ 1767977 w 1801651"/>
                  <a:gd name="connsiteY18" fmla="*/ 1506974 h 1798416"/>
                  <a:gd name="connsiteX19" fmla="*/ 1767977 w 1801651"/>
                  <a:gd name="connsiteY19" fmla="*/ 944506 h 1798416"/>
                  <a:gd name="connsiteX20" fmla="*/ 1801400 w 1801651"/>
                  <a:gd name="connsiteY20" fmla="*/ 897626 h 17984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801651" h="1798416">
                    <a:moveTo>
                      <a:pt x="1801400" y="897626"/>
                    </a:moveTo>
                    <a:cubicBezTo>
                      <a:pt x="1801400" y="870240"/>
                      <a:pt x="1779212" y="848029"/>
                      <a:pt x="1751804" y="848029"/>
                    </a:cubicBezTo>
                    <a:cubicBezTo>
                      <a:pt x="1724418" y="848029"/>
                      <a:pt x="1702207" y="870218"/>
                      <a:pt x="1702207" y="897605"/>
                    </a:cubicBezTo>
                    <a:cubicBezTo>
                      <a:pt x="1702207" y="918780"/>
                      <a:pt x="1715620" y="937605"/>
                      <a:pt x="1735631" y="944506"/>
                    </a:cubicBezTo>
                    <a:lnTo>
                      <a:pt x="1735631" y="1506974"/>
                    </a:lnTo>
                    <a:cubicBezTo>
                      <a:pt x="1735459" y="1649726"/>
                      <a:pt x="1619791" y="1765394"/>
                      <a:pt x="1477038" y="1765567"/>
                    </a:cubicBezTo>
                    <a:lnTo>
                      <a:pt x="290665" y="1765567"/>
                    </a:lnTo>
                    <a:cubicBezTo>
                      <a:pt x="147922" y="1765394"/>
                      <a:pt x="32250" y="1649726"/>
                      <a:pt x="32094" y="1506974"/>
                    </a:cubicBezTo>
                    <a:lnTo>
                      <a:pt x="32094" y="290412"/>
                    </a:lnTo>
                    <a:cubicBezTo>
                      <a:pt x="32202" y="147652"/>
                      <a:pt x="147905" y="31949"/>
                      <a:pt x="290665" y="31842"/>
                    </a:cubicBezTo>
                    <a:lnTo>
                      <a:pt x="474992" y="31842"/>
                    </a:lnTo>
                    <a:cubicBezTo>
                      <a:pt x="483924" y="31842"/>
                      <a:pt x="491165" y="24601"/>
                      <a:pt x="491165" y="15669"/>
                    </a:cubicBezTo>
                    <a:cubicBezTo>
                      <a:pt x="491165" y="6737"/>
                      <a:pt x="483924" y="-504"/>
                      <a:pt x="474992" y="-504"/>
                    </a:cubicBezTo>
                    <a:lnTo>
                      <a:pt x="290665" y="-504"/>
                    </a:lnTo>
                    <a:cubicBezTo>
                      <a:pt x="130252" y="-504"/>
                      <a:pt x="-251" y="130000"/>
                      <a:pt x="-251" y="290412"/>
                    </a:cubicBezTo>
                    <a:lnTo>
                      <a:pt x="-251" y="1506974"/>
                    </a:lnTo>
                    <a:cubicBezTo>
                      <a:pt x="-251" y="1667409"/>
                      <a:pt x="130252" y="1797912"/>
                      <a:pt x="290665" y="1797912"/>
                    </a:cubicBezTo>
                    <a:lnTo>
                      <a:pt x="1477038" y="1797912"/>
                    </a:lnTo>
                    <a:cubicBezTo>
                      <a:pt x="1637451" y="1797912"/>
                      <a:pt x="1767977" y="1667409"/>
                      <a:pt x="1767977" y="1506974"/>
                    </a:cubicBezTo>
                    <a:lnTo>
                      <a:pt x="1767977" y="944506"/>
                    </a:lnTo>
                    <a:cubicBezTo>
                      <a:pt x="1787966" y="937605"/>
                      <a:pt x="1801400" y="918780"/>
                      <a:pt x="1801400" y="897626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21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IN" sz="200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3" name="Group 62">
              <a:extLst>
                <a:ext uri="{FF2B5EF4-FFF2-40B4-BE49-F238E27FC236}">
                  <a16:creationId xmlns:a16="http://schemas.microsoft.com/office/drawing/2014/main" id="{B683D3F4-F4C4-4B52-8DD8-B3E7B5943750}"/>
                </a:ext>
              </a:extLst>
            </p:cNvPr>
            <p:cNvGrpSpPr/>
            <p:nvPr/>
          </p:nvGrpSpPr>
          <p:grpSpPr>
            <a:xfrm>
              <a:off x="4605291" y="4695494"/>
              <a:ext cx="2247030" cy="2792986"/>
              <a:chOff x="10004109" y="2840198"/>
              <a:chExt cx="1801651" cy="2239394"/>
            </a:xfrm>
          </p:grpSpPr>
          <p:sp>
            <p:nvSpPr>
              <p:cNvPr id="34" name="Rectangle: Rounded Corners 40">
                <a:extLst>
                  <a:ext uri="{FF2B5EF4-FFF2-40B4-BE49-F238E27FC236}">
                    <a16:creationId xmlns:a16="http://schemas.microsoft.com/office/drawing/2014/main" id="{000635D1-D436-4811-8B48-ACEF0FABF85E}"/>
                  </a:ext>
                </a:extLst>
              </p:cNvPr>
              <p:cNvSpPr/>
              <p:nvPr/>
            </p:nvSpPr>
            <p:spPr>
              <a:xfrm>
                <a:off x="10128101" y="2840198"/>
                <a:ext cx="1520244" cy="2115403"/>
              </a:xfrm>
              <a:prstGeom prst="roundRect">
                <a:avLst/>
              </a:prstGeom>
              <a:solidFill>
                <a:schemeClr val="bg1"/>
              </a:solidFill>
              <a:ln w="2986" cap="flat">
                <a:noFill/>
                <a:prstDash val="solid"/>
                <a:miter/>
              </a:ln>
              <a:effectLst>
                <a:outerShdw blurRad="127000" sx="102000" sy="102000" algn="ctr" rotWithShape="0">
                  <a:prstClr val="black">
                    <a:alpha val="10000"/>
                  </a:prstClr>
                </a:outerShdw>
              </a:effec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IN" sz="20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5" name="Freeform: Shape 41">
                <a:extLst>
                  <a:ext uri="{FF2B5EF4-FFF2-40B4-BE49-F238E27FC236}">
                    <a16:creationId xmlns:a16="http://schemas.microsoft.com/office/drawing/2014/main" id="{40F03356-6231-41F0-AC95-91A6275ED50F}"/>
                  </a:ext>
                </a:extLst>
              </p:cNvPr>
              <p:cNvSpPr/>
              <p:nvPr/>
            </p:nvSpPr>
            <p:spPr>
              <a:xfrm>
                <a:off x="11223669" y="3120224"/>
                <a:ext cx="203259" cy="419695"/>
              </a:xfrm>
              <a:custGeom>
                <a:avLst/>
                <a:gdLst>
                  <a:gd name="connsiteX0" fmla="*/ 97821 w 203259"/>
                  <a:gd name="connsiteY0" fmla="*/ -504 h 419695"/>
                  <a:gd name="connsiteX1" fmla="*/ 3134 w 203259"/>
                  <a:gd name="connsiteY1" fmla="*/ -504 h 419695"/>
                  <a:gd name="connsiteX2" fmla="*/ -251 w 203259"/>
                  <a:gd name="connsiteY2" fmla="*/ 419191 h 419695"/>
                  <a:gd name="connsiteX3" fmla="*/ 97821 w 203259"/>
                  <a:gd name="connsiteY3" fmla="*/ 419191 h 419695"/>
                  <a:gd name="connsiteX4" fmla="*/ 203009 w 203259"/>
                  <a:gd name="connsiteY4" fmla="*/ 209354 h 419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3259" h="419695">
                    <a:moveTo>
                      <a:pt x="97821" y="-504"/>
                    </a:moveTo>
                    <a:lnTo>
                      <a:pt x="3134" y="-504"/>
                    </a:lnTo>
                    <a:cubicBezTo>
                      <a:pt x="84848" y="127826"/>
                      <a:pt x="83522" y="292196"/>
                      <a:pt x="-251" y="419191"/>
                    </a:cubicBezTo>
                    <a:lnTo>
                      <a:pt x="97821" y="419191"/>
                    </a:lnTo>
                    <a:lnTo>
                      <a:pt x="203009" y="209354"/>
                    </a:lnTo>
                    <a:close/>
                  </a:path>
                </a:pathLst>
              </a:custGeom>
              <a:solidFill>
                <a:schemeClr val="accent6"/>
              </a:solidFill>
              <a:ln w="21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IN" sz="200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6" name="Freeform: Shape 42">
                <a:extLst>
                  <a:ext uri="{FF2B5EF4-FFF2-40B4-BE49-F238E27FC236}">
                    <a16:creationId xmlns:a16="http://schemas.microsoft.com/office/drawing/2014/main" id="{AFA8EBE5-B143-4FBD-95DB-2818B26B5F74}"/>
                  </a:ext>
                </a:extLst>
              </p:cNvPr>
              <p:cNvSpPr/>
              <p:nvPr/>
            </p:nvSpPr>
            <p:spPr>
              <a:xfrm>
                <a:off x="10543193" y="2969899"/>
                <a:ext cx="715183" cy="715183"/>
              </a:xfrm>
              <a:custGeom>
                <a:avLst/>
                <a:gdLst>
                  <a:gd name="connsiteX0" fmla="*/ 714932 w 715183"/>
                  <a:gd name="connsiteY0" fmla="*/ 357088 h 715183"/>
                  <a:gd name="connsiteX1" fmla="*/ 357340 w 715183"/>
                  <a:gd name="connsiteY1" fmla="*/ 714679 h 715183"/>
                  <a:gd name="connsiteX2" fmla="*/ -251 w 715183"/>
                  <a:gd name="connsiteY2" fmla="*/ 357088 h 715183"/>
                  <a:gd name="connsiteX3" fmla="*/ 357340 w 715183"/>
                  <a:gd name="connsiteY3" fmla="*/ -504 h 715183"/>
                  <a:gd name="connsiteX4" fmla="*/ 714932 w 715183"/>
                  <a:gd name="connsiteY4" fmla="*/ 357088 h 7151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5183" h="715183">
                    <a:moveTo>
                      <a:pt x="714932" y="357088"/>
                    </a:moveTo>
                    <a:cubicBezTo>
                      <a:pt x="714932" y="554580"/>
                      <a:pt x="554833" y="714679"/>
                      <a:pt x="357340" y="714679"/>
                    </a:cubicBezTo>
                    <a:cubicBezTo>
                      <a:pt x="159848" y="714679"/>
                      <a:pt x="-251" y="554580"/>
                      <a:pt x="-251" y="357088"/>
                    </a:cubicBezTo>
                    <a:cubicBezTo>
                      <a:pt x="-251" y="159595"/>
                      <a:pt x="159848" y="-504"/>
                      <a:pt x="357340" y="-504"/>
                    </a:cubicBezTo>
                    <a:cubicBezTo>
                      <a:pt x="554833" y="-504"/>
                      <a:pt x="714932" y="159595"/>
                      <a:pt x="714932" y="357088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21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IN" sz="200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7" name="Freeform: Shape 43">
                <a:extLst>
                  <a:ext uri="{FF2B5EF4-FFF2-40B4-BE49-F238E27FC236}">
                    <a16:creationId xmlns:a16="http://schemas.microsoft.com/office/drawing/2014/main" id="{CB6CC0E4-CC2D-422A-B0F8-45BA846E5B55}"/>
                  </a:ext>
                </a:extLst>
              </p:cNvPr>
              <p:cNvSpPr/>
              <p:nvPr/>
            </p:nvSpPr>
            <p:spPr>
              <a:xfrm>
                <a:off x="10625598" y="3052562"/>
                <a:ext cx="553800" cy="553806"/>
              </a:xfrm>
              <a:custGeom>
                <a:avLst/>
                <a:gdLst>
                  <a:gd name="connsiteX0" fmla="*/ -251 w 553800"/>
                  <a:gd name="connsiteY0" fmla="*/ 276348 h 553806"/>
                  <a:gd name="connsiteX1" fmla="*/ 276638 w 553800"/>
                  <a:gd name="connsiteY1" fmla="*/ 553302 h 553806"/>
                  <a:gd name="connsiteX2" fmla="*/ 455671 w 553800"/>
                  <a:gd name="connsiteY2" fmla="*/ 487673 h 553806"/>
                  <a:gd name="connsiteX3" fmla="*/ 472448 w 553800"/>
                  <a:gd name="connsiteY3" fmla="*/ 472190 h 553806"/>
                  <a:gd name="connsiteX4" fmla="*/ 472459 w 553800"/>
                  <a:gd name="connsiteY4" fmla="*/ 80625 h 553806"/>
                  <a:gd name="connsiteX5" fmla="*/ 472448 w 553800"/>
                  <a:gd name="connsiteY5" fmla="*/ 80614 h 553806"/>
                  <a:gd name="connsiteX6" fmla="*/ 455671 w 553800"/>
                  <a:gd name="connsiteY6" fmla="*/ 65131 h 553806"/>
                  <a:gd name="connsiteX7" fmla="*/ 65378 w 553800"/>
                  <a:gd name="connsiteY7" fmla="*/ 97423 h 553806"/>
                  <a:gd name="connsiteX8" fmla="*/ -251 w 553800"/>
                  <a:gd name="connsiteY8" fmla="*/ 276456 h 5538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53800" h="553806">
                    <a:moveTo>
                      <a:pt x="-251" y="276348"/>
                    </a:moveTo>
                    <a:cubicBezTo>
                      <a:pt x="-269" y="429287"/>
                      <a:pt x="123697" y="553285"/>
                      <a:pt x="276638" y="553302"/>
                    </a:cubicBezTo>
                    <a:cubicBezTo>
                      <a:pt x="342203" y="553311"/>
                      <a:pt x="405645" y="530054"/>
                      <a:pt x="455671" y="487673"/>
                    </a:cubicBezTo>
                    <a:cubicBezTo>
                      <a:pt x="461422" y="482785"/>
                      <a:pt x="467014" y="477624"/>
                      <a:pt x="472448" y="472190"/>
                    </a:cubicBezTo>
                    <a:cubicBezTo>
                      <a:pt x="580579" y="364065"/>
                      <a:pt x="580584" y="188756"/>
                      <a:pt x="472459" y="80625"/>
                    </a:cubicBezTo>
                    <a:cubicBezTo>
                      <a:pt x="472454" y="80621"/>
                      <a:pt x="472452" y="80618"/>
                      <a:pt x="472448" y="80614"/>
                    </a:cubicBezTo>
                    <a:cubicBezTo>
                      <a:pt x="467042" y="75180"/>
                      <a:pt x="461450" y="70020"/>
                      <a:pt x="455671" y="65131"/>
                    </a:cubicBezTo>
                    <a:cubicBezTo>
                      <a:pt x="338977" y="-33728"/>
                      <a:pt x="164237" y="-19271"/>
                      <a:pt x="65378" y="97423"/>
                    </a:cubicBezTo>
                    <a:cubicBezTo>
                      <a:pt x="22997" y="147449"/>
                      <a:pt x="-260" y="210892"/>
                      <a:pt x="-251" y="276456"/>
                    </a:cubicBezTo>
                    <a:close/>
                  </a:path>
                </a:pathLst>
              </a:custGeom>
              <a:solidFill>
                <a:srgbClr val="FFFFFF"/>
              </a:solidFill>
              <a:ln w="21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r>
                  <a:rPr lang="en-GB" sz="2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06</a:t>
                </a:r>
                <a:endParaRPr lang="en-IN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" name="Freeform: Shape 44">
                <a:extLst>
                  <a:ext uri="{FF2B5EF4-FFF2-40B4-BE49-F238E27FC236}">
                    <a16:creationId xmlns:a16="http://schemas.microsoft.com/office/drawing/2014/main" id="{F5F79EFC-7FC0-421F-89C2-E90C9CE5F5EB}"/>
                  </a:ext>
                </a:extLst>
              </p:cNvPr>
              <p:cNvSpPr/>
              <p:nvPr/>
            </p:nvSpPr>
            <p:spPr>
              <a:xfrm>
                <a:off x="11223669" y="3330083"/>
                <a:ext cx="203259" cy="209836"/>
              </a:xfrm>
              <a:custGeom>
                <a:avLst/>
                <a:gdLst>
                  <a:gd name="connsiteX0" fmla="*/ -251 w 203259"/>
                  <a:gd name="connsiteY0" fmla="*/ 209333 h 209836"/>
                  <a:gd name="connsiteX1" fmla="*/ 97821 w 203259"/>
                  <a:gd name="connsiteY1" fmla="*/ 209333 h 209836"/>
                  <a:gd name="connsiteX2" fmla="*/ 203009 w 203259"/>
                  <a:gd name="connsiteY2" fmla="*/ -504 h 209836"/>
                  <a:gd name="connsiteX3" fmla="*/ 63491 w 203259"/>
                  <a:gd name="connsiteY3" fmla="*/ -504 h 209836"/>
                  <a:gd name="connsiteX4" fmla="*/ -251 w 203259"/>
                  <a:gd name="connsiteY4" fmla="*/ 209333 h 2098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3259" h="209836">
                    <a:moveTo>
                      <a:pt x="-251" y="209333"/>
                    </a:moveTo>
                    <a:lnTo>
                      <a:pt x="97821" y="209333"/>
                    </a:lnTo>
                    <a:lnTo>
                      <a:pt x="203009" y="-504"/>
                    </a:lnTo>
                    <a:lnTo>
                      <a:pt x="63491" y="-504"/>
                    </a:lnTo>
                    <a:cubicBezTo>
                      <a:pt x="63068" y="74148"/>
                      <a:pt x="40920" y="147061"/>
                      <a:pt x="-251" y="209333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 w="21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IN" sz="200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9" name="Freeform: Shape 45">
                <a:extLst>
                  <a:ext uri="{FF2B5EF4-FFF2-40B4-BE49-F238E27FC236}">
                    <a16:creationId xmlns:a16="http://schemas.microsoft.com/office/drawing/2014/main" id="{B3B0A708-EAF7-45DA-89C9-82633D7B2F49}"/>
                  </a:ext>
                </a:extLst>
              </p:cNvPr>
              <p:cNvSpPr/>
              <p:nvPr/>
            </p:nvSpPr>
            <p:spPr>
              <a:xfrm>
                <a:off x="10004109" y="3281176"/>
                <a:ext cx="1801651" cy="1798416"/>
              </a:xfrm>
              <a:custGeom>
                <a:avLst/>
                <a:gdLst>
                  <a:gd name="connsiteX0" fmla="*/ 1801400 w 1801651"/>
                  <a:gd name="connsiteY0" fmla="*/ 897626 h 1798416"/>
                  <a:gd name="connsiteX1" fmla="*/ 1751804 w 1801651"/>
                  <a:gd name="connsiteY1" fmla="*/ 848029 h 1798416"/>
                  <a:gd name="connsiteX2" fmla="*/ 1702207 w 1801651"/>
                  <a:gd name="connsiteY2" fmla="*/ 897605 h 1798416"/>
                  <a:gd name="connsiteX3" fmla="*/ 1735631 w 1801651"/>
                  <a:gd name="connsiteY3" fmla="*/ 944506 h 1798416"/>
                  <a:gd name="connsiteX4" fmla="*/ 1735631 w 1801651"/>
                  <a:gd name="connsiteY4" fmla="*/ 1506974 h 1798416"/>
                  <a:gd name="connsiteX5" fmla="*/ 1477038 w 1801651"/>
                  <a:gd name="connsiteY5" fmla="*/ 1765567 h 1798416"/>
                  <a:gd name="connsiteX6" fmla="*/ 290665 w 1801651"/>
                  <a:gd name="connsiteY6" fmla="*/ 1765567 h 1798416"/>
                  <a:gd name="connsiteX7" fmla="*/ 32094 w 1801651"/>
                  <a:gd name="connsiteY7" fmla="*/ 1506974 h 1798416"/>
                  <a:gd name="connsiteX8" fmla="*/ 32094 w 1801651"/>
                  <a:gd name="connsiteY8" fmla="*/ 290412 h 1798416"/>
                  <a:gd name="connsiteX9" fmla="*/ 290665 w 1801651"/>
                  <a:gd name="connsiteY9" fmla="*/ 31842 h 1798416"/>
                  <a:gd name="connsiteX10" fmla="*/ 474992 w 1801651"/>
                  <a:gd name="connsiteY10" fmla="*/ 31842 h 1798416"/>
                  <a:gd name="connsiteX11" fmla="*/ 491165 w 1801651"/>
                  <a:gd name="connsiteY11" fmla="*/ 15669 h 1798416"/>
                  <a:gd name="connsiteX12" fmla="*/ 474992 w 1801651"/>
                  <a:gd name="connsiteY12" fmla="*/ -504 h 1798416"/>
                  <a:gd name="connsiteX13" fmla="*/ 290665 w 1801651"/>
                  <a:gd name="connsiteY13" fmla="*/ -504 h 1798416"/>
                  <a:gd name="connsiteX14" fmla="*/ -251 w 1801651"/>
                  <a:gd name="connsiteY14" fmla="*/ 290412 h 1798416"/>
                  <a:gd name="connsiteX15" fmla="*/ -251 w 1801651"/>
                  <a:gd name="connsiteY15" fmla="*/ 1506974 h 1798416"/>
                  <a:gd name="connsiteX16" fmla="*/ 290665 w 1801651"/>
                  <a:gd name="connsiteY16" fmla="*/ 1797912 h 1798416"/>
                  <a:gd name="connsiteX17" fmla="*/ 1477038 w 1801651"/>
                  <a:gd name="connsiteY17" fmla="*/ 1797912 h 1798416"/>
                  <a:gd name="connsiteX18" fmla="*/ 1767977 w 1801651"/>
                  <a:gd name="connsiteY18" fmla="*/ 1506974 h 1798416"/>
                  <a:gd name="connsiteX19" fmla="*/ 1767977 w 1801651"/>
                  <a:gd name="connsiteY19" fmla="*/ 944506 h 1798416"/>
                  <a:gd name="connsiteX20" fmla="*/ 1801400 w 1801651"/>
                  <a:gd name="connsiteY20" fmla="*/ 897626 h 17984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801651" h="1798416">
                    <a:moveTo>
                      <a:pt x="1801400" y="897626"/>
                    </a:moveTo>
                    <a:cubicBezTo>
                      <a:pt x="1801400" y="870240"/>
                      <a:pt x="1779212" y="848029"/>
                      <a:pt x="1751804" y="848029"/>
                    </a:cubicBezTo>
                    <a:cubicBezTo>
                      <a:pt x="1724418" y="848029"/>
                      <a:pt x="1702207" y="870218"/>
                      <a:pt x="1702207" y="897605"/>
                    </a:cubicBezTo>
                    <a:cubicBezTo>
                      <a:pt x="1702207" y="918780"/>
                      <a:pt x="1715620" y="937605"/>
                      <a:pt x="1735631" y="944506"/>
                    </a:cubicBezTo>
                    <a:lnTo>
                      <a:pt x="1735631" y="1506974"/>
                    </a:lnTo>
                    <a:cubicBezTo>
                      <a:pt x="1735459" y="1649726"/>
                      <a:pt x="1619791" y="1765394"/>
                      <a:pt x="1477038" y="1765567"/>
                    </a:cubicBezTo>
                    <a:lnTo>
                      <a:pt x="290665" y="1765567"/>
                    </a:lnTo>
                    <a:cubicBezTo>
                      <a:pt x="147922" y="1765394"/>
                      <a:pt x="32250" y="1649726"/>
                      <a:pt x="32094" y="1506974"/>
                    </a:cubicBezTo>
                    <a:lnTo>
                      <a:pt x="32094" y="290412"/>
                    </a:lnTo>
                    <a:cubicBezTo>
                      <a:pt x="32202" y="147652"/>
                      <a:pt x="147905" y="31949"/>
                      <a:pt x="290665" y="31842"/>
                    </a:cubicBezTo>
                    <a:lnTo>
                      <a:pt x="474992" y="31842"/>
                    </a:lnTo>
                    <a:cubicBezTo>
                      <a:pt x="483924" y="31842"/>
                      <a:pt x="491165" y="24601"/>
                      <a:pt x="491165" y="15669"/>
                    </a:cubicBezTo>
                    <a:cubicBezTo>
                      <a:pt x="491165" y="6737"/>
                      <a:pt x="483924" y="-504"/>
                      <a:pt x="474992" y="-504"/>
                    </a:cubicBezTo>
                    <a:lnTo>
                      <a:pt x="290665" y="-504"/>
                    </a:lnTo>
                    <a:cubicBezTo>
                      <a:pt x="130252" y="-504"/>
                      <a:pt x="-251" y="130000"/>
                      <a:pt x="-251" y="290412"/>
                    </a:cubicBezTo>
                    <a:lnTo>
                      <a:pt x="-251" y="1506974"/>
                    </a:lnTo>
                    <a:cubicBezTo>
                      <a:pt x="-251" y="1667409"/>
                      <a:pt x="130252" y="1797912"/>
                      <a:pt x="290665" y="1797912"/>
                    </a:cubicBezTo>
                    <a:lnTo>
                      <a:pt x="1477038" y="1797912"/>
                    </a:lnTo>
                    <a:cubicBezTo>
                      <a:pt x="1637451" y="1797912"/>
                      <a:pt x="1767977" y="1667409"/>
                      <a:pt x="1767977" y="1506974"/>
                    </a:cubicBezTo>
                    <a:lnTo>
                      <a:pt x="1767977" y="944506"/>
                    </a:lnTo>
                    <a:cubicBezTo>
                      <a:pt x="1787966" y="937605"/>
                      <a:pt x="1801400" y="918780"/>
                      <a:pt x="1801400" y="897626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21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IN" sz="200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4" name="Group 61">
              <a:extLst>
                <a:ext uri="{FF2B5EF4-FFF2-40B4-BE49-F238E27FC236}">
                  <a16:creationId xmlns:a16="http://schemas.microsoft.com/office/drawing/2014/main" id="{C61D2F0B-7545-4B3A-9423-CC2BA5444937}"/>
                </a:ext>
              </a:extLst>
            </p:cNvPr>
            <p:cNvGrpSpPr/>
            <p:nvPr/>
          </p:nvGrpSpPr>
          <p:grpSpPr>
            <a:xfrm>
              <a:off x="2053681" y="4669300"/>
              <a:ext cx="2247030" cy="2792986"/>
              <a:chOff x="6145766" y="2811246"/>
              <a:chExt cx="1801651" cy="2239394"/>
            </a:xfrm>
          </p:grpSpPr>
          <p:sp>
            <p:nvSpPr>
              <p:cNvPr id="28" name="Rectangle: Rounded Corners 47">
                <a:extLst>
                  <a:ext uri="{FF2B5EF4-FFF2-40B4-BE49-F238E27FC236}">
                    <a16:creationId xmlns:a16="http://schemas.microsoft.com/office/drawing/2014/main" id="{6CAE29D5-4871-41AB-8141-FE8ABC2ACDC8}"/>
                  </a:ext>
                </a:extLst>
              </p:cNvPr>
              <p:cNvSpPr/>
              <p:nvPr/>
            </p:nvSpPr>
            <p:spPr>
              <a:xfrm>
                <a:off x="6269758" y="2811246"/>
                <a:ext cx="1520244" cy="2115403"/>
              </a:xfrm>
              <a:prstGeom prst="roundRect">
                <a:avLst/>
              </a:prstGeom>
              <a:solidFill>
                <a:schemeClr val="bg1"/>
              </a:solidFill>
              <a:ln w="2986" cap="flat">
                <a:noFill/>
                <a:prstDash val="solid"/>
                <a:miter/>
              </a:ln>
              <a:effectLst>
                <a:outerShdw blurRad="127000" sx="102000" sy="102000" algn="ctr" rotWithShape="0">
                  <a:prstClr val="black">
                    <a:alpha val="10000"/>
                  </a:prstClr>
                </a:outerShdw>
              </a:effec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IN" sz="20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" name="Freeform: Shape 48">
                <a:extLst>
                  <a:ext uri="{FF2B5EF4-FFF2-40B4-BE49-F238E27FC236}">
                    <a16:creationId xmlns:a16="http://schemas.microsoft.com/office/drawing/2014/main" id="{D8C4E539-4C36-464C-AE65-8C8083A9D932}"/>
                  </a:ext>
                </a:extLst>
              </p:cNvPr>
              <p:cNvSpPr/>
              <p:nvPr/>
            </p:nvSpPr>
            <p:spPr>
              <a:xfrm>
                <a:off x="7365326" y="3091273"/>
                <a:ext cx="203259" cy="419695"/>
              </a:xfrm>
              <a:custGeom>
                <a:avLst/>
                <a:gdLst>
                  <a:gd name="connsiteX0" fmla="*/ 97821 w 203259"/>
                  <a:gd name="connsiteY0" fmla="*/ -504 h 419695"/>
                  <a:gd name="connsiteX1" fmla="*/ 3134 w 203259"/>
                  <a:gd name="connsiteY1" fmla="*/ -504 h 419695"/>
                  <a:gd name="connsiteX2" fmla="*/ -251 w 203259"/>
                  <a:gd name="connsiteY2" fmla="*/ 419191 h 419695"/>
                  <a:gd name="connsiteX3" fmla="*/ 97821 w 203259"/>
                  <a:gd name="connsiteY3" fmla="*/ 419191 h 419695"/>
                  <a:gd name="connsiteX4" fmla="*/ 203009 w 203259"/>
                  <a:gd name="connsiteY4" fmla="*/ 209354 h 419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3259" h="419695">
                    <a:moveTo>
                      <a:pt x="97821" y="-504"/>
                    </a:moveTo>
                    <a:lnTo>
                      <a:pt x="3134" y="-504"/>
                    </a:lnTo>
                    <a:cubicBezTo>
                      <a:pt x="84848" y="127826"/>
                      <a:pt x="83522" y="292196"/>
                      <a:pt x="-251" y="419191"/>
                    </a:cubicBezTo>
                    <a:lnTo>
                      <a:pt x="97821" y="419191"/>
                    </a:lnTo>
                    <a:lnTo>
                      <a:pt x="203009" y="209354"/>
                    </a:lnTo>
                    <a:close/>
                  </a:path>
                </a:pathLst>
              </a:custGeom>
              <a:solidFill>
                <a:schemeClr val="accent5"/>
              </a:solidFill>
              <a:ln w="21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IN" sz="200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0" name="Freeform: Shape 49">
                <a:extLst>
                  <a:ext uri="{FF2B5EF4-FFF2-40B4-BE49-F238E27FC236}">
                    <a16:creationId xmlns:a16="http://schemas.microsoft.com/office/drawing/2014/main" id="{17A29963-A245-4493-B166-B6E563C96C34}"/>
                  </a:ext>
                </a:extLst>
              </p:cNvPr>
              <p:cNvSpPr/>
              <p:nvPr/>
            </p:nvSpPr>
            <p:spPr>
              <a:xfrm>
                <a:off x="6684850" y="2940948"/>
                <a:ext cx="715183" cy="715183"/>
              </a:xfrm>
              <a:custGeom>
                <a:avLst/>
                <a:gdLst>
                  <a:gd name="connsiteX0" fmla="*/ 714932 w 715183"/>
                  <a:gd name="connsiteY0" fmla="*/ 357088 h 715183"/>
                  <a:gd name="connsiteX1" fmla="*/ 357340 w 715183"/>
                  <a:gd name="connsiteY1" fmla="*/ 714679 h 715183"/>
                  <a:gd name="connsiteX2" fmla="*/ -251 w 715183"/>
                  <a:gd name="connsiteY2" fmla="*/ 357088 h 715183"/>
                  <a:gd name="connsiteX3" fmla="*/ 357340 w 715183"/>
                  <a:gd name="connsiteY3" fmla="*/ -504 h 715183"/>
                  <a:gd name="connsiteX4" fmla="*/ 714932 w 715183"/>
                  <a:gd name="connsiteY4" fmla="*/ 357088 h 7151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5183" h="715183">
                    <a:moveTo>
                      <a:pt x="714932" y="357088"/>
                    </a:moveTo>
                    <a:cubicBezTo>
                      <a:pt x="714932" y="554580"/>
                      <a:pt x="554833" y="714679"/>
                      <a:pt x="357340" y="714679"/>
                    </a:cubicBezTo>
                    <a:cubicBezTo>
                      <a:pt x="159848" y="714679"/>
                      <a:pt x="-251" y="554580"/>
                      <a:pt x="-251" y="357088"/>
                    </a:cubicBezTo>
                    <a:cubicBezTo>
                      <a:pt x="-251" y="159595"/>
                      <a:pt x="159848" y="-504"/>
                      <a:pt x="357340" y="-504"/>
                    </a:cubicBezTo>
                    <a:cubicBezTo>
                      <a:pt x="554833" y="-504"/>
                      <a:pt x="714932" y="159595"/>
                      <a:pt x="714932" y="357088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21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IN" sz="200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1" name="Freeform: Shape 50">
                <a:extLst>
                  <a:ext uri="{FF2B5EF4-FFF2-40B4-BE49-F238E27FC236}">
                    <a16:creationId xmlns:a16="http://schemas.microsoft.com/office/drawing/2014/main" id="{F959BF94-6AF1-4C6A-9D58-DE371811DA7E}"/>
                  </a:ext>
                </a:extLst>
              </p:cNvPr>
              <p:cNvSpPr/>
              <p:nvPr/>
            </p:nvSpPr>
            <p:spPr>
              <a:xfrm>
                <a:off x="6767255" y="3023611"/>
                <a:ext cx="553800" cy="553806"/>
              </a:xfrm>
              <a:custGeom>
                <a:avLst/>
                <a:gdLst>
                  <a:gd name="connsiteX0" fmla="*/ -251 w 553800"/>
                  <a:gd name="connsiteY0" fmla="*/ 276348 h 553806"/>
                  <a:gd name="connsiteX1" fmla="*/ 276638 w 553800"/>
                  <a:gd name="connsiteY1" fmla="*/ 553302 h 553806"/>
                  <a:gd name="connsiteX2" fmla="*/ 455671 w 553800"/>
                  <a:gd name="connsiteY2" fmla="*/ 487673 h 553806"/>
                  <a:gd name="connsiteX3" fmla="*/ 472448 w 553800"/>
                  <a:gd name="connsiteY3" fmla="*/ 472190 h 553806"/>
                  <a:gd name="connsiteX4" fmla="*/ 472459 w 553800"/>
                  <a:gd name="connsiteY4" fmla="*/ 80625 h 553806"/>
                  <a:gd name="connsiteX5" fmla="*/ 472448 w 553800"/>
                  <a:gd name="connsiteY5" fmla="*/ 80614 h 553806"/>
                  <a:gd name="connsiteX6" fmla="*/ 455671 w 553800"/>
                  <a:gd name="connsiteY6" fmla="*/ 65131 h 553806"/>
                  <a:gd name="connsiteX7" fmla="*/ 65378 w 553800"/>
                  <a:gd name="connsiteY7" fmla="*/ 97423 h 553806"/>
                  <a:gd name="connsiteX8" fmla="*/ -251 w 553800"/>
                  <a:gd name="connsiteY8" fmla="*/ 276456 h 5538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53800" h="553806">
                    <a:moveTo>
                      <a:pt x="-251" y="276348"/>
                    </a:moveTo>
                    <a:cubicBezTo>
                      <a:pt x="-269" y="429287"/>
                      <a:pt x="123697" y="553285"/>
                      <a:pt x="276638" y="553302"/>
                    </a:cubicBezTo>
                    <a:cubicBezTo>
                      <a:pt x="342203" y="553311"/>
                      <a:pt x="405645" y="530054"/>
                      <a:pt x="455671" y="487673"/>
                    </a:cubicBezTo>
                    <a:cubicBezTo>
                      <a:pt x="461422" y="482785"/>
                      <a:pt x="467014" y="477624"/>
                      <a:pt x="472448" y="472190"/>
                    </a:cubicBezTo>
                    <a:cubicBezTo>
                      <a:pt x="580579" y="364065"/>
                      <a:pt x="580584" y="188756"/>
                      <a:pt x="472459" y="80625"/>
                    </a:cubicBezTo>
                    <a:cubicBezTo>
                      <a:pt x="472454" y="80621"/>
                      <a:pt x="472452" y="80618"/>
                      <a:pt x="472448" y="80614"/>
                    </a:cubicBezTo>
                    <a:cubicBezTo>
                      <a:pt x="467042" y="75180"/>
                      <a:pt x="461450" y="70020"/>
                      <a:pt x="455671" y="65131"/>
                    </a:cubicBezTo>
                    <a:cubicBezTo>
                      <a:pt x="338977" y="-33728"/>
                      <a:pt x="164237" y="-19271"/>
                      <a:pt x="65378" y="97423"/>
                    </a:cubicBezTo>
                    <a:cubicBezTo>
                      <a:pt x="22997" y="147449"/>
                      <a:pt x="-260" y="210892"/>
                      <a:pt x="-251" y="276456"/>
                    </a:cubicBezTo>
                    <a:close/>
                  </a:path>
                </a:pathLst>
              </a:custGeom>
              <a:solidFill>
                <a:srgbClr val="FFFFFF"/>
              </a:solidFill>
              <a:ln w="21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r>
                  <a:rPr lang="en-GB" sz="2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05</a:t>
                </a:r>
                <a:endParaRPr lang="en-IN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2" name="Freeform: Shape 51">
                <a:extLst>
                  <a:ext uri="{FF2B5EF4-FFF2-40B4-BE49-F238E27FC236}">
                    <a16:creationId xmlns:a16="http://schemas.microsoft.com/office/drawing/2014/main" id="{6543FF11-2F39-460E-9AF2-BB21BDCFF054}"/>
                  </a:ext>
                </a:extLst>
              </p:cNvPr>
              <p:cNvSpPr/>
              <p:nvPr/>
            </p:nvSpPr>
            <p:spPr>
              <a:xfrm>
                <a:off x="7365326" y="3301132"/>
                <a:ext cx="203259" cy="209836"/>
              </a:xfrm>
              <a:custGeom>
                <a:avLst/>
                <a:gdLst>
                  <a:gd name="connsiteX0" fmla="*/ -251 w 203259"/>
                  <a:gd name="connsiteY0" fmla="*/ 209333 h 209836"/>
                  <a:gd name="connsiteX1" fmla="*/ 97821 w 203259"/>
                  <a:gd name="connsiteY1" fmla="*/ 209333 h 209836"/>
                  <a:gd name="connsiteX2" fmla="*/ 203009 w 203259"/>
                  <a:gd name="connsiteY2" fmla="*/ -504 h 209836"/>
                  <a:gd name="connsiteX3" fmla="*/ 63491 w 203259"/>
                  <a:gd name="connsiteY3" fmla="*/ -504 h 209836"/>
                  <a:gd name="connsiteX4" fmla="*/ -251 w 203259"/>
                  <a:gd name="connsiteY4" fmla="*/ 209333 h 2098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3259" h="209836">
                    <a:moveTo>
                      <a:pt x="-251" y="209333"/>
                    </a:moveTo>
                    <a:lnTo>
                      <a:pt x="97821" y="209333"/>
                    </a:lnTo>
                    <a:lnTo>
                      <a:pt x="203009" y="-504"/>
                    </a:lnTo>
                    <a:lnTo>
                      <a:pt x="63491" y="-504"/>
                    </a:lnTo>
                    <a:cubicBezTo>
                      <a:pt x="63068" y="74148"/>
                      <a:pt x="40920" y="147061"/>
                      <a:pt x="-251" y="209333"/>
                    </a:cubicBezTo>
                    <a:close/>
                  </a:path>
                </a:pathLst>
              </a:custGeom>
              <a:solidFill>
                <a:schemeClr val="accent5">
                  <a:lumMod val="75000"/>
                </a:schemeClr>
              </a:solidFill>
              <a:ln w="21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IN" sz="200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3" name="Freeform: Shape 52">
                <a:extLst>
                  <a:ext uri="{FF2B5EF4-FFF2-40B4-BE49-F238E27FC236}">
                    <a16:creationId xmlns:a16="http://schemas.microsoft.com/office/drawing/2014/main" id="{9D936F8C-06D4-4926-A47E-16E9731EA297}"/>
                  </a:ext>
                </a:extLst>
              </p:cNvPr>
              <p:cNvSpPr/>
              <p:nvPr/>
            </p:nvSpPr>
            <p:spPr>
              <a:xfrm>
                <a:off x="6145766" y="3252224"/>
                <a:ext cx="1801651" cy="1798416"/>
              </a:xfrm>
              <a:custGeom>
                <a:avLst/>
                <a:gdLst>
                  <a:gd name="connsiteX0" fmla="*/ 1801400 w 1801651"/>
                  <a:gd name="connsiteY0" fmla="*/ 897626 h 1798416"/>
                  <a:gd name="connsiteX1" fmla="*/ 1751804 w 1801651"/>
                  <a:gd name="connsiteY1" fmla="*/ 848029 h 1798416"/>
                  <a:gd name="connsiteX2" fmla="*/ 1702207 w 1801651"/>
                  <a:gd name="connsiteY2" fmla="*/ 897605 h 1798416"/>
                  <a:gd name="connsiteX3" fmla="*/ 1735631 w 1801651"/>
                  <a:gd name="connsiteY3" fmla="*/ 944506 h 1798416"/>
                  <a:gd name="connsiteX4" fmla="*/ 1735631 w 1801651"/>
                  <a:gd name="connsiteY4" fmla="*/ 1506974 h 1798416"/>
                  <a:gd name="connsiteX5" fmla="*/ 1477038 w 1801651"/>
                  <a:gd name="connsiteY5" fmla="*/ 1765567 h 1798416"/>
                  <a:gd name="connsiteX6" fmla="*/ 290665 w 1801651"/>
                  <a:gd name="connsiteY6" fmla="*/ 1765567 h 1798416"/>
                  <a:gd name="connsiteX7" fmla="*/ 32094 w 1801651"/>
                  <a:gd name="connsiteY7" fmla="*/ 1506974 h 1798416"/>
                  <a:gd name="connsiteX8" fmla="*/ 32094 w 1801651"/>
                  <a:gd name="connsiteY8" fmla="*/ 290412 h 1798416"/>
                  <a:gd name="connsiteX9" fmla="*/ 290665 w 1801651"/>
                  <a:gd name="connsiteY9" fmla="*/ 31842 h 1798416"/>
                  <a:gd name="connsiteX10" fmla="*/ 474992 w 1801651"/>
                  <a:gd name="connsiteY10" fmla="*/ 31842 h 1798416"/>
                  <a:gd name="connsiteX11" fmla="*/ 491165 w 1801651"/>
                  <a:gd name="connsiteY11" fmla="*/ 15669 h 1798416"/>
                  <a:gd name="connsiteX12" fmla="*/ 474992 w 1801651"/>
                  <a:gd name="connsiteY12" fmla="*/ -504 h 1798416"/>
                  <a:gd name="connsiteX13" fmla="*/ 290665 w 1801651"/>
                  <a:gd name="connsiteY13" fmla="*/ -504 h 1798416"/>
                  <a:gd name="connsiteX14" fmla="*/ -251 w 1801651"/>
                  <a:gd name="connsiteY14" fmla="*/ 290412 h 1798416"/>
                  <a:gd name="connsiteX15" fmla="*/ -251 w 1801651"/>
                  <a:gd name="connsiteY15" fmla="*/ 1506974 h 1798416"/>
                  <a:gd name="connsiteX16" fmla="*/ 290665 w 1801651"/>
                  <a:gd name="connsiteY16" fmla="*/ 1797912 h 1798416"/>
                  <a:gd name="connsiteX17" fmla="*/ 1477038 w 1801651"/>
                  <a:gd name="connsiteY17" fmla="*/ 1797912 h 1798416"/>
                  <a:gd name="connsiteX18" fmla="*/ 1767977 w 1801651"/>
                  <a:gd name="connsiteY18" fmla="*/ 1506974 h 1798416"/>
                  <a:gd name="connsiteX19" fmla="*/ 1767977 w 1801651"/>
                  <a:gd name="connsiteY19" fmla="*/ 944506 h 1798416"/>
                  <a:gd name="connsiteX20" fmla="*/ 1801400 w 1801651"/>
                  <a:gd name="connsiteY20" fmla="*/ 897626 h 17984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801651" h="1798416">
                    <a:moveTo>
                      <a:pt x="1801400" y="897626"/>
                    </a:moveTo>
                    <a:cubicBezTo>
                      <a:pt x="1801400" y="870240"/>
                      <a:pt x="1779212" y="848029"/>
                      <a:pt x="1751804" y="848029"/>
                    </a:cubicBezTo>
                    <a:cubicBezTo>
                      <a:pt x="1724418" y="848029"/>
                      <a:pt x="1702207" y="870218"/>
                      <a:pt x="1702207" y="897605"/>
                    </a:cubicBezTo>
                    <a:cubicBezTo>
                      <a:pt x="1702207" y="918780"/>
                      <a:pt x="1715620" y="937605"/>
                      <a:pt x="1735631" y="944506"/>
                    </a:cubicBezTo>
                    <a:lnTo>
                      <a:pt x="1735631" y="1506974"/>
                    </a:lnTo>
                    <a:cubicBezTo>
                      <a:pt x="1735459" y="1649726"/>
                      <a:pt x="1619791" y="1765394"/>
                      <a:pt x="1477038" y="1765567"/>
                    </a:cubicBezTo>
                    <a:lnTo>
                      <a:pt x="290665" y="1765567"/>
                    </a:lnTo>
                    <a:cubicBezTo>
                      <a:pt x="147922" y="1765394"/>
                      <a:pt x="32250" y="1649726"/>
                      <a:pt x="32094" y="1506974"/>
                    </a:cubicBezTo>
                    <a:lnTo>
                      <a:pt x="32094" y="290412"/>
                    </a:lnTo>
                    <a:cubicBezTo>
                      <a:pt x="32202" y="147652"/>
                      <a:pt x="147905" y="31949"/>
                      <a:pt x="290665" y="31842"/>
                    </a:cubicBezTo>
                    <a:lnTo>
                      <a:pt x="474992" y="31842"/>
                    </a:lnTo>
                    <a:cubicBezTo>
                      <a:pt x="483924" y="31842"/>
                      <a:pt x="491165" y="24601"/>
                      <a:pt x="491165" y="15669"/>
                    </a:cubicBezTo>
                    <a:cubicBezTo>
                      <a:pt x="491165" y="6737"/>
                      <a:pt x="483924" y="-504"/>
                      <a:pt x="474992" y="-504"/>
                    </a:cubicBezTo>
                    <a:lnTo>
                      <a:pt x="290665" y="-504"/>
                    </a:lnTo>
                    <a:cubicBezTo>
                      <a:pt x="130252" y="-504"/>
                      <a:pt x="-251" y="130000"/>
                      <a:pt x="-251" y="290412"/>
                    </a:cubicBezTo>
                    <a:lnTo>
                      <a:pt x="-251" y="1506974"/>
                    </a:lnTo>
                    <a:cubicBezTo>
                      <a:pt x="-251" y="1667409"/>
                      <a:pt x="130252" y="1797912"/>
                      <a:pt x="290665" y="1797912"/>
                    </a:cubicBezTo>
                    <a:lnTo>
                      <a:pt x="1477038" y="1797912"/>
                    </a:lnTo>
                    <a:cubicBezTo>
                      <a:pt x="1637451" y="1797912"/>
                      <a:pt x="1767977" y="1667409"/>
                      <a:pt x="1767977" y="1506974"/>
                    </a:cubicBezTo>
                    <a:lnTo>
                      <a:pt x="1767977" y="944506"/>
                    </a:lnTo>
                    <a:cubicBezTo>
                      <a:pt x="1787966" y="937605"/>
                      <a:pt x="1801400" y="918780"/>
                      <a:pt x="1801400" y="897626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21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IN" sz="200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6" name="Rectangle: Rounded Corners 12">
              <a:extLst>
                <a:ext uri="{FF2B5EF4-FFF2-40B4-BE49-F238E27FC236}">
                  <a16:creationId xmlns:a16="http://schemas.microsoft.com/office/drawing/2014/main" id="{00B35224-D308-421A-A176-E83D8D240087}"/>
                </a:ext>
              </a:extLst>
            </p:cNvPr>
            <p:cNvSpPr/>
            <p:nvPr/>
          </p:nvSpPr>
          <p:spPr>
            <a:xfrm>
              <a:off x="2208324" y="1500994"/>
              <a:ext cx="1896057" cy="2638343"/>
            </a:xfrm>
            <a:prstGeom prst="roundRect">
              <a:avLst/>
            </a:prstGeom>
            <a:solidFill>
              <a:schemeClr val="bg1"/>
            </a:solidFill>
            <a:ln w="2986" cap="flat">
              <a:noFill/>
              <a:prstDash val="solid"/>
              <a:miter/>
            </a:ln>
            <a:effectLst>
              <a:outerShdw blurRad="127000" sx="102000" sy="102000" algn="ctr" rotWithShape="0">
                <a:prstClr val="black">
                  <a:alpha val="10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 sz="2000" b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Freeform: Shape 13">
              <a:extLst>
                <a:ext uri="{FF2B5EF4-FFF2-40B4-BE49-F238E27FC236}">
                  <a16:creationId xmlns:a16="http://schemas.microsoft.com/office/drawing/2014/main" id="{854C14CA-7558-4544-B1A6-1144D1263BE1}"/>
                </a:ext>
              </a:extLst>
            </p:cNvPr>
            <p:cNvSpPr/>
            <p:nvPr/>
          </p:nvSpPr>
          <p:spPr>
            <a:xfrm>
              <a:off x="3574722" y="1850244"/>
              <a:ext cx="253506" cy="523446"/>
            </a:xfrm>
            <a:custGeom>
              <a:avLst/>
              <a:gdLst>
                <a:gd name="connsiteX0" fmla="*/ 97821 w 203259"/>
                <a:gd name="connsiteY0" fmla="*/ -504 h 419695"/>
                <a:gd name="connsiteX1" fmla="*/ 3134 w 203259"/>
                <a:gd name="connsiteY1" fmla="*/ -504 h 419695"/>
                <a:gd name="connsiteX2" fmla="*/ -251 w 203259"/>
                <a:gd name="connsiteY2" fmla="*/ 419191 h 419695"/>
                <a:gd name="connsiteX3" fmla="*/ 97821 w 203259"/>
                <a:gd name="connsiteY3" fmla="*/ 419191 h 419695"/>
                <a:gd name="connsiteX4" fmla="*/ 203009 w 203259"/>
                <a:gd name="connsiteY4" fmla="*/ 209354 h 419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3259" h="419695">
                  <a:moveTo>
                    <a:pt x="97821" y="-504"/>
                  </a:moveTo>
                  <a:lnTo>
                    <a:pt x="3134" y="-504"/>
                  </a:lnTo>
                  <a:cubicBezTo>
                    <a:pt x="84848" y="127826"/>
                    <a:pt x="83522" y="292196"/>
                    <a:pt x="-251" y="419191"/>
                  </a:cubicBezTo>
                  <a:lnTo>
                    <a:pt x="97821" y="419191"/>
                  </a:lnTo>
                  <a:lnTo>
                    <a:pt x="203009" y="209354"/>
                  </a:lnTo>
                  <a:close/>
                </a:path>
              </a:pathLst>
            </a:custGeom>
            <a:solidFill>
              <a:schemeClr val="accent1"/>
            </a:solidFill>
            <a:ln w="215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IN" sz="20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Freeform: Shape 14">
              <a:extLst>
                <a:ext uri="{FF2B5EF4-FFF2-40B4-BE49-F238E27FC236}">
                  <a16:creationId xmlns:a16="http://schemas.microsoft.com/office/drawing/2014/main" id="{16685F61-9094-484B-B881-7F6C72682E6A}"/>
                </a:ext>
              </a:extLst>
            </p:cNvPr>
            <p:cNvSpPr/>
            <p:nvPr/>
          </p:nvSpPr>
          <p:spPr>
            <a:xfrm>
              <a:off x="2726029" y="1662758"/>
              <a:ext cx="891980" cy="891981"/>
            </a:xfrm>
            <a:custGeom>
              <a:avLst/>
              <a:gdLst>
                <a:gd name="connsiteX0" fmla="*/ 714932 w 715183"/>
                <a:gd name="connsiteY0" fmla="*/ 357088 h 715183"/>
                <a:gd name="connsiteX1" fmla="*/ 357340 w 715183"/>
                <a:gd name="connsiteY1" fmla="*/ 714679 h 715183"/>
                <a:gd name="connsiteX2" fmla="*/ -251 w 715183"/>
                <a:gd name="connsiteY2" fmla="*/ 357088 h 715183"/>
                <a:gd name="connsiteX3" fmla="*/ 357340 w 715183"/>
                <a:gd name="connsiteY3" fmla="*/ -504 h 715183"/>
                <a:gd name="connsiteX4" fmla="*/ 714932 w 715183"/>
                <a:gd name="connsiteY4" fmla="*/ 357088 h 715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5183" h="715183">
                  <a:moveTo>
                    <a:pt x="714932" y="357088"/>
                  </a:moveTo>
                  <a:cubicBezTo>
                    <a:pt x="714932" y="554580"/>
                    <a:pt x="554833" y="714679"/>
                    <a:pt x="357340" y="714679"/>
                  </a:cubicBezTo>
                  <a:cubicBezTo>
                    <a:pt x="159848" y="714679"/>
                    <a:pt x="-251" y="554580"/>
                    <a:pt x="-251" y="357088"/>
                  </a:cubicBezTo>
                  <a:cubicBezTo>
                    <a:pt x="-251" y="159595"/>
                    <a:pt x="159848" y="-504"/>
                    <a:pt x="357340" y="-504"/>
                  </a:cubicBezTo>
                  <a:cubicBezTo>
                    <a:pt x="554833" y="-504"/>
                    <a:pt x="714932" y="159595"/>
                    <a:pt x="714932" y="357088"/>
                  </a:cubicBezTo>
                  <a:close/>
                </a:path>
              </a:pathLst>
            </a:custGeom>
            <a:solidFill>
              <a:schemeClr val="accent1"/>
            </a:solidFill>
            <a:ln w="215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IN" sz="20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Freeform: Shape 15">
              <a:extLst>
                <a:ext uri="{FF2B5EF4-FFF2-40B4-BE49-F238E27FC236}">
                  <a16:creationId xmlns:a16="http://schemas.microsoft.com/office/drawing/2014/main" id="{0B0718DF-8C13-4793-8C94-9D57447FF9B1}"/>
                </a:ext>
              </a:extLst>
            </p:cNvPr>
            <p:cNvSpPr/>
            <p:nvPr/>
          </p:nvSpPr>
          <p:spPr>
            <a:xfrm>
              <a:off x="2828805" y="1765856"/>
              <a:ext cx="690703" cy="690710"/>
            </a:xfrm>
            <a:custGeom>
              <a:avLst/>
              <a:gdLst>
                <a:gd name="connsiteX0" fmla="*/ -251 w 553800"/>
                <a:gd name="connsiteY0" fmla="*/ 276348 h 553806"/>
                <a:gd name="connsiteX1" fmla="*/ 276638 w 553800"/>
                <a:gd name="connsiteY1" fmla="*/ 553302 h 553806"/>
                <a:gd name="connsiteX2" fmla="*/ 455671 w 553800"/>
                <a:gd name="connsiteY2" fmla="*/ 487673 h 553806"/>
                <a:gd name="connsiteX3" fmla="*/ 472448 w 553800"/>
                <a:gd name="connsiteY3" fmla="*/ 472190 h 553806"/>
                <a:gd name="connsiteX4" fmla="*/ 472459 w 553800"/>
                <a:gd name="connsiteY4" fmla="*/ 80625 h 553806"/>
                <a:gd name="connsiteX5" fmla="*/ 472448 w 553800"/>
                <a:gd name="connsiteY5" fmla="*/ 80614 h 553806"/>
                <a:gd name="connsiteX6" fmla="*/ 455671 w 553800"/>
                <a:gd name="connsiteY6" fmla="*/ 65131 h 553806"/>
                <a:gd name="connsiteX7" fmla="*/ 65378 w 553800"/>
                <a:gd name="connsiteY7" fmla="*/ 97423 h 553806"/>
                <a:gd name="connsiteX8" fmla="*/ -251 w 553800"/>
                <a:gd name="connsiteY8" fmla="*/ 276456 h 553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53800" h="553806">
                  <a:moveTo>
                    <a:pt x="-251" y="276348"/>
                  </a:moveTo>
                  <a:cubicBezTo>
                    <a:pt x="-269" y="429287"/>
                    <a:pt x="123697" y="553285"/>
                    <a:pt x="276638" y="553302"/>
                  </a:cubicBezTo>
                  <a:cubicBezTo>
                    <a:pt x="342203" y="553311"/>
                    <a:pt x="405645" y="530054"/>
                    <a:pt x="455671" y="487673"/>
                  </a:cubicBezTo>
                  <a:cubicBezTo>
                    <a:pt x="461422" y="482785"/>
                    <a:pt x="467014" y="477624"/>
                    <a:pt x="472448" y="472190"/>
                  </a:cubicBezTo>
                  <a:cubicBezTo>
                    <a:pt x="580579" y="364065"/>
                    <a:pt x="580584" y="188756"/>
                    <a:pt x="472459" y="80625"/>
                  </a:cubicBezTo>
                  <a:cubicBezTo>
                    <a:pt x="472454" y="80621"/>
                    <a:pt x="472452" y="80618"/>
                    <a:pt x="472448" y="80614"/>
                  </a:cubicBezTo>
                  <a:cubicBezTo>
                    <a:pt x="467042" y="75180"/>
                    <a:pt x="461450" y="70020"/>
                    <a:pt x="455671" y="65131"/>
                  </a:cubicBezTo>
                  <a:cubicBezTo>
                    <a:pt x="338977" y="-33728"/>
                    <a:pt x="164237" y="-19271"/>
                    <a:pt x="65378" y="97423"/>
                  </a:cubicBezTo>
                  <a:cubicBezTo>
                    <a:pt x="22997" y="147449"/>
                    <a:pt x="-260" y="210892"/>
                    <a:pt x="-251" y="276456"/>
                  </a:cubicBezTo>
                  <a:close/>
                </a:path>
              </a:pathLst>
            </a:custGeom>
            <a:solidFill>
              <a:srgbClr val="FFFFFF"/>
            </a:solidFill>
            <a:ln w="215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r>
                <a:rPr lang="en-GB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01</a:t>
              </a:r>
              <a:endParaRPr lang="en-I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Freeform: Shape 16">
              <a:extLst>
                <a:ext uri="{FF2B5EF4-FFF2-40B4-BE49-F238E27FC236}">
                  <a16:creationId xmlns:a16="http://schemas.microsoft.com/office/drawing/2014/main" id="{499416AB-E7BB-4922-A1A0-A411AB473D05}"/>
                </a:ext>
              </a:extLst>
            </p:cNvPr>
            <p:cNvSpPr/>
            <p:nvPr/>
          </p:nvSpPr>
          <p:spPr>
            <a:xfrm>
              <a:off x="3574722" y="2111982"/>
              <a:ext cx="253506" cy="261709"/>
            </a:xfrm>
            <a:custGeom>
              <a:avLst/>
              <a:gdLst>
                <a:gd name="connsiteX0" fmla="*/ -251 w 203259"/>
                <a:gd name="connsiteY0" fmla="*/ 209333 h 209836"/>
                <a:gd name="connsiteX1" fmla="*/ 97821 w 203259"/>
                <a:gd name="connsiteY1" fmla="*/ 209333 h 209836"/>
                <a:gd name="connsiteX2" fmla="*/ 203009 w 203259"/>
                <a:gd name="connsiteY2" fmla="*/ -504 h 209836"/>
                <a:gd name="connsiteX3" fmla="*/ 63491 w 203259"/>
                <a:gd name="connsiteY3" fmla="*/ -504 h 209836"/>
                <a:gd name="connsiteX4" fmla="*/ -251 w 203259"/>
                <a:gd name="connsiteY4" fmla="*/ 209333 h 209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3259" h="209836">
                  <a:moveTo>
                    <a:pt x="-251" y="209333"/>
                  </a:moveTo>
                  <a:lnTo>
                    <a:pt x="97821" y="209333"/>
                  </a:lnTo>
                  <a:lnTo>
                    <a:pt x="203009" y="-504"/>
                  </a:lnTo>
                  <a:lnTo>
                    <a:pt x="63491" y="-504"/>
                  </a:lnTo>
                  <a:cubicBezTo>
                    <a:pt x="63068" y="74148"/>
                    <a:pt x="40920" y="147061"/>
                    <a:pt x="-251" y="209333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215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IN" sz="20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Freeform: Shape 17">
              <a:extLst>
                <a:ext uri="{FF2B5EF4-FFF2-40B4-BE49-F238E27FC236}">
                  <a16:creationId xmlns:a16="http://schemas.microsoft.com/office/drawing/2014/main" id="{3C236B27-8D22-4323-A7F5-80C306F63773}"/>
                </a:ext>
              </a:extLst>
            </p:cNvPr>
            <p:cNvSpPr/>
            <p:nvPr/>
          </p:nvSpPr>
          <p:spPr>
            <a:xfrm>
              <a:off x="2053680" y="2050984"/>
              <a:ext cx="2247030" cy="2242995"/>
            </a:xfrm>
            <a:custGeom>
              <a:avLst/>
              <a:gdLst>
                <a:gd name="connsiteX0" fmla="*/ 1801400 w 1801651"/>
                <a:gd name="connsiteY0" fmla="*/ 897626 h 1798416"/>
                <a:gd name="connsiteX1" fmla="*/ 1751804 w 1801651"/>
                <a:gd name="connsiteY1" fmla="*/ 848029 h 1798416"/>
                <a:gd name="connsiteX2" fmla="*/ 1702207 w 1801651"/>
                <a:gd name="connsiteY2" fmla="*/ 897605 h 1798416"/>
                <a:gd name="connsiteX3" fmla="*/ 1735631 w 1801651"/>
                <a:gd name="connsiteY3" fmla="*/ 944506 h 1798416"/>
                <a:gd name="connsiteX4" fmla="*/ 1735631 w 1801651"/>
                <a:gd name="connsiteY4" fmla="*/ 1506974 h 1798416"/>
                <a:gd name="connsiteX5" fmla="*/ 1477038 w 1801651"/>
                <a:gd name="connsiteY5" fmla="*/ 1765567 h 1798416"/>
                <a:gd name="connsiteX6" fmla="*/ 290665 w 1801651"/>
                <a:gd name="connsiteY6" fmla="*/ 1765567 h 1798416"/>
                <a:gd name="connsiteX7" fmla="*/ 32094 w 1801651"/>
                <a:gd name="connsiteY7" fmla="*/ 1506974 h 1798416"/>
                <a:gd name="connsiteX8" fmla="*/ 32094 w 1801651"/>
                <a:gd name="connsiteY8" fmla="*/ 290412 h 1798416"/>
                <a:gd name="connsiteX9" fmla="*/ 290665 w 1801651"/>
                <a:gd name="connsiteY9" fmla="*/ 31842 h 1798416"/>
                <a:gd name="connsiteX10" fmla="*/ 474992 w 1801651"/>
                <a:gd name="connsiteY10" fmla="*/ 31842 h 1798416"/>
                <a:gd name="connsiteX11" fmla="*/ 491165 w 1801651"/>
                <a:gd name="connsiteY11" fmla="*/ 15669 h 1798416"/>
                <a:gd name="connsiteX12" fmla="*/ 474992 w 1801651"/>
                <a:gd name="connsiteY12" fmla="*/ -504 h 1798416"/>
                <a:gd name="connsiteX13" fmla="*/ 290665 w 1801651"/>
                <a:gd name="connsiteY13" fmla="*/ -504 h 1798416"/>
                <a:gd name="connsiteX14" fmla="*/ -251 w 1801651"/>
                <a:gd name="connsiteY14" fmla="*/ 290412 h 1798416"/>
                <a:gd name="connsiteX15" fmla="*/ -251 w 1801651"/>
                <a:gd name="connsiteY15" fmla="*/ 1506974 h 1798416"/>
                <a:gd name="connsiteX16" fmla="*/ 290665 w 1801651"/>
                <a:gd name="connsiteY16" fmla="*/ 1797912 h 1798416"/>
                <a:gd name="connsiteX17" fmla="*/ 1477038 w 1801651"/>
                <a:gd name="connsiteY17" fmla="*/ 1797912 h 1798416"/>
                <a:gd name="connsiteX18" fmla="*/ 1767977 w 1801651"/>
                <a:gd name="connsiteY18" fmla="*/ 1506974 h 1798416"/>
                <a:gd name="connsiteX19" fmla="*/ 1767977 w 1801651"/>
                <a:gd name="connsiteY19" fmla="*/ 944506 h 1798416"/>
                <a:gd name="connsiteX20" fmla="*/ 1801400 w 1801651"/>
                <a:gd name="connsiteY20" fmla="*/ 897626 h 1798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01651" h="1798416">
                  <a:moveTo>
                    <a:pt x="1801400" y="897626"/>
                  </a:moveTo>
                  <a:cubicBezTo>
                    <a:pt x="1801400" y="870240"/>
                    <a:pt x="1779212" y="848029"/>
                    <a:pt x="1751804" y="848029"/>
                  </a:cubicBezTo>
                  <a:cubicBezTo>
                    <a:pt x="1724418" y="848029"/>
                    <a:pt x="1702207" y="870218"/>
                    <a:pt x="1702207" y="897605"/>
                  </a:cubicBezTo>
                  <a:cubicBezTo>
                    <a:pt x="1702207" y="918780"/>
                    <a:pt x="1715620" y="937605"/>
                    <a:pt x="1735631" y="944506"/>
                  </a:cubicBezTo>
                  <a:lnTo>
                    <a:pt x="1735631" y="1506974"/>
                  </a:lnTo>
                  <a:cubicBezTo>
                    <a:pt x="1735459" y="1649726"/>
                    <a:pt x="1619791" y="1765394"/>
                    <a:pt x="1477038" y="1765567"/>
                  </a:cubicBezTo>
                  <a:lnTo>
                    <a:pt x="290665" y="1765567"/>
                  </a:lnTo>
                  <a:cubicBezTo>
                    <a:pt x="147922" y="1765394"/>
                    <a:pt x="32250" y="1649726"/>
                    <a:pt x="32094" y="1506974"/>
                  </a:cubicBezTo>
                  <a:lnTo>
                    <a:pt x="32094" y="290412"/>
                  </a:lnTo>
                  <a:cubicBezTo>
                    <a:pt x="32202" y="147652"/>
                    <a:pt x="147905" y="31949"/>
                    <a:pt x="290665" y="31842"/>
                  </a:cubicBezTo>
                  <a:lnTo>
                    <a:pt x="474992" y="31842"/>
                  </a:lnTo>
                  <a:cubicBezTo>
                    <a:pt x="483924" y="31842"/>
                    <a:pt x="491165" y="24601"/>
                    <a:pt x="491165" y="15669"/>
                  </a:cubicBezTo>
                  <a:cubicBezTo>
                    <a:pt x="491165" y="6737"/>
                    <a:pt x="483924" y="-504"/>
                    <a:pt x="474992" y="-504"/>
                  </a:cubicBezTo>
                  <a:lnTo>
                    <a:pt x="290665" y="-504"/>
                  </a:lnTo>
                  <a:cubicBezTo>
                    <a:pt x="130252" y="-504"/>
                    <a:pt x="-251" y="130000"/>
                    <a:pt x="-251" y="290412"/>
                  </a:cubicBezTo>
                  <a:lnTo>
                    <a:pt x="-251" y="1506974"/>
                  </a:lnTo>
                  <a:cubicBezTo>
                    <a:pt x="-251" y="1667409"/>
                    <a:pt x="130252" y="1797912"/>
                    <a:pt x="290665" y="1797912"/>
                  </a:cubicBezTo>
                  <a:lnTo>
                    <a:pt x="1477038" y="1797912"/>
                  </a:lnTo>
                  <a:cubicBezTo>
                    <a:pt x="1637451" y="1797912"/>
                    <a:pt x="1767977" y="1667409"/>
                    <a:pt x="1767977" y="1506974"/>
                  </a:cubicBezTo>
                  <a:lnTo>
                    <a:pt x="1767977" y="944506"/>
                  </a:lnTo>
                  <a:cubicBezTo>
                    <a:pt x="1787966" y="937605"/>
                    <a:pt x="1801400" y="918780"/>
                    <a:pt x="1801400" y="897626"/>
                  </a:cubicBezTo>
                  <a:close/>
                </a:path>
              </a:pathLst>
            </a:custGeom>
            <a:solidFill>
              <a:schemeClr val="accent1"/>
            </a:solidFill>
            <a:ln w="215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IN" sz="20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45F376B-BF7F-4E74-806A-FA2E08A3B173}"/>
                </a:ext>
              </a:extLst>
            </p:cNvPr>
            <p:cNvSpPr txBox="1"/>
            <p:nvPr/>
          </p:nvSpPr>
          <p:spPr>
            <a:xfrm>
              <a:off x="2208324" y="2930061"/>
              <a:ext cx="1896057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ru-RU" sz="20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Таълим</a:t>
              </a:r>
              <a:r>
                <a:rPr lang="ru-RU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0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сифатини</a:t>
              </a:r>
              <a:r>
                <a:rPr lang="ru-RU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0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ошириш</a:t>
              </a:r>
              <a:endParaRPr lang="en-I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91E6CC0-ABA3-42FE-AF59-BBE2AB13E6C4}"/>
                </a:ext>
              </a:extLst>
            </p:cNvPr>
            <p:cNvSpPr txBox="1"/>
            <p:nvPr/>
          </p:nvSpPr>
          <p:spPr>
            <a:xfrm>
              <a:off x="4614444" y="3036784"/>
              <a:ext cx="1896057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/>
              <a:r>
                <a:rPr lang="ru-RU" sz="2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Шаффофлик</a:t>
              </a:r>
              <a:endParaRPr 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6C64348-5FEF-42ED-A637-D669B2BB978E}"/>
                </a:ext>
              </a:extLst>
            </p:cNvPr>
            <p:cNvSpPr txBox="1"/>
            <p:nvPr/>
          </p:nvSpPr>
          <p:spPr>
            <a:xfrm>
              <a:off x="7004865" y="2960837"/>
              <a:ext cx="1896057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/>
              <a:r>
                <a:rPr lang="ru-RU" sz="2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Доимий</a:t>
              </a:r>
              <a:r>
                <a: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назорат</a:t>
              </a:r>
              <a:endParaRPr 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5373F7D-126A-46CB-AFBC-F13A1F666C58}"/>
                </a:ext>
              </a:extLst>
            </p:cNvPr>
            <p:cNvSpPr txBox="1"/>
            <p:nvPr/>
          </p:nvSpPr>
          <p:spPr>
            <a:xfrm>
              <a:off x="9362246" y="2960837"/>
              <a:ext cx="1977917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/>
              <a:r>
                <a:rPr lang="ru-RU" sz="2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Ўқитувчи</a:t>
              </a:r>
              <a:r>
                <a: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портфолиоси</a:t>
              </a:r>
              <a:endParaRPr 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2CAA2A3-641C-4163-B754-BC9611A43040}"/>
                </a:ext>
              </a:extLst>
            </p:cNvPr>
            <p:cNvSpPr txBox="1"/>
            <p:nvPr/>
          </p:nvSpPr>
          <p:spPr>
            <a:xfrm>
              <a:off x="2113753" y="6091987"/>
              <a:ext cx="1896057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/>
              <a:r>
                <a:rPr lang="ru-RU" sz="2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Коррупциянинг</a:t>
              </a:r>
              <a:r>
                <a: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олдини</a:t>
              </a:r>
              <a:r>
                <a: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олиш</a:t>
              </a:r>
              <a:endParaRPr 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9B3679F-5DA1-4AFF-AEAF-3A5396DD86A2}"/>
                </a:ext>
              </a:extLst>
            </p:cNvPr>
            <p:cNvSpPr txBox="1"/>
            <p:nvPr/>
          </p:nvSpPr>
          <p:spPr>
            <a:xfrm>
              <a:off x="4718250" y="5986877"/>
              <a:ext cx="1966729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/>
              <a:r>
                <a: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ПЎТ компьютер </a:t>
              </a:r>
              <a:r>
                <a:rPr lang="ru-RU" sz="2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саводхонлигини</a:t>
              </a:r>
              <a:r>
                <a: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ошириш</a:t>
              </a:r>
              <a:endParaRPr 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5" name="Rectangle: Rounded Corners 12">
              <a:extLst>
                <a:ext uri="{FF2B5EF4-FFF2-40B4-BE49-F238E27FC236}">
                  <a16:creationId xmlns:a16="http://schemas.microsoft.com/office/drawing/2014/main" id="{923BF17E-825D-486B-A303-4A030ED765C6}"/>
                </a:ext>
              </a:extLst>
            </p:cNvPr>
            <p:cNvSpPr/>
            <p:nvPr/>
          </p:nvSpPr>
          <p:spPr>
            <a:xfrm>
              <a:off x="7269860" y="4787462"/>
              <a:ext cx="1896057" cy="2638343"/>
            </a:xfrm>
            <a:prstGeom prst="roundRect">
              <a:avLst/>
            </a:prstGeom>
            <a:solidFill>
              <a:schemeClr val="bg1"/>
            </a:solidFill>
            <a:ln w="2986" cap="flat">
              <a:noFill/>
              <a:prstDash val="solid"/>
              <a:miter/>
            </a:ln>
            <a:effectLst>
              <a:outerShdw blurRad="127000" sx="102000" sy="102000" algn="ctr" rotWithShape="0">
                <a:prstClr val="black">
                  <a:alpha val="10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 sz="2000" b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6" name="Freeform: Shape 13">
              <a:extLst>
                <a:ext uri="{FF2B5EF4-FFF2-40B4-BE49-F238E27FC236}">
                  <a16:creationId xmlns:a16="http://schemas.microsoft.com/office/drawing/2014/main" id="{8598F100-A3F2-49C4-BCD6-57A1673F039F}"/>
                </a:ext>
              </a:extLst>
            </p:cNvPr>
            <p:cNvSpPr/>
            <p:nvPr/>
          </p:nvSpPr>
          <p:spPr>
            <a:xfrm>
              <a:off x="8636258" y="5136712"/>
              <a:ext cx="253506" cy="523446"/>
            </a:xfrm>
            <a:custGeom>
              <a:avLst/>
              <a:gdLst>
                <a:gd name="connsiteX0" fmla="*/ 97821 w 203259"/>
                <a:gd name="connsiteY0" fmla="*/ -504 h 419695"/>
                <a:gd name="connsiteX1" fmla="*/ 3134 w 203259"/>
                <a:gd name="connsiteY1" fmla="*/ -504 h 419695"/>
                <a:gd name="connsiteX2" fmla="*/ -251 w 203259"/>
                <a:gd name="connsiteY2" fmla="*/ 419191 h 419695"/>
                <a:gd name="connsiteX3" fmla="*/ 97821 w 203259"/>
                <a:gd name="connsiteY3" fmla="*/ 419191 h 419695"/>
                <a:gd name="connsiteX4" fmla="*/ 203009 w 203259"/>
                <a:gd name="connsiteY4" fmla="*/ 209354 h 419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3259" h="419695">
                  <a:moveTo>
                    <a:pt x="97821" y="-504"/>
                  </a:moveTo>
                  <a:lnTo>
                    <a:pt x="3134" y="-504"/>
                  </a:lnTo>
                  <a:cubicBezTo>
                    <a:pt x="84848" y="127826"/>
                    <a:pt x="83522" y="292196"/>
                    <a:pt x="-251" y="419191"/>
                  </a:cubicBezTo>
                  <a:lnTo>
                    <a:pt x="97821" y="419191"/>
                  </a:lnTo>
                  <a:lnTo>
                    <a:pt x="203009" y="209354"/>
                  </a:lnTo>
                  <a:close/>
                </a:path>
              </a:pathLst>
            </a:custGeom>
            <a:solidFill>
              <a:schemeClr val="accent1"/>
            </a:solidFill>
            <a:ln w="215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IN" sz="20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" name="Freeform: Shape 14">
              <a:extLst>
                <a:ext uri="{FF2B5EF4-FFF2-40B4-BE49-F238E27FC236}">
                  <a16:creationId xmlns:a16="http://schemas.microsoft.com/office/drawing/2014/main" id="{27BD2F67-9806-43AC-82D3-3E4478C12E25}"/>
                </a:ext>
              </a:extLst>
            </p:cNvPr>
            <p:cNvSpPr/>
            <p:nvPr/>
          </p:nvSpPr>
          <p:spPr>
            <a:xfrm>
              <a:off x="7787565" y="4949226"/>
              <a:ext cx="891980" cy="891981"/>
            </a:xfrm>
            <a:custGeom>
              <a:avLst/>
              <a:gdLst>
                <a:gd name="connsiteX0" fmla="*/ 714932 w 715183"/>
                <a:gd name="connsiteY0" fmla="*/ 357088 h 715183"/>
                <a:gd name="connsiteX1" fmla="*/ 357340 w 715183"/>
                <a:gd name="connsiteY1" fmla="*/ 714679 h 715183"/>
                <a:gd name="connsiteX2" fmla="*/ -251 w 715183"/>
                <a:gd name="connsiteY2" fmla="*/ 357088 h 715183"/>
                <a:gd name="connsiteX3" fmla="*/ 357340 w 715183"/>
                <a:gd name="connsiteY3" fmla="*/ -504 h 715183"/>
                <a:gd name="connsiteX4" fmla="*/ 714932 w 715183"/>
                <a:gd name="connsiteY4" fmla="*/ 357088 h 715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5183" h="715183">
                  <a:moveTo>
                    <a:pt x="714932" y="357088"/>
                  </a:moveTo>
                  <a:cubicBezTo>
                    <a:pt x="714932" y="554580"/>
                    <a:pt x="554833" y="714679"/>
                    <a:pt x="357340" y="714679"/>
                  </a:cubicBezTo>
                  <a:cubicBezTo>
                    <a:pt x="159848" y="714679"/>
                    <a:pt x="-251" y="554580"/>
                    <a:pt x="-251" y="357088"/>
                  </a:cubicBezTo>
                  <a:cubicBezTo>
                    <a:pt x="-251" y="159595"/>
                    <a:pt x="159848" y="-504"/>
                    <a:pt x="357340" y="-504"/>
                  </a:cubicBezTo>
                  <a:cubicBezTo>
                    <a:pt x="554833" y="-504"/>
                    <a:pt x="714932" y="159595"/>
                    <a:pt x="714932" y="357088"/>
                  </a:cubicBezTo>
                  <a:close/>
                </a:path>
              </a:pathLst>
            </a:custGeom>
            <a:solidFill>
              <a:schemeClr val="accent1"/>
            </a:solidFill>
            <a:ln w="215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IN" sz="20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8" name="Freeform: Shape 15">
              <a:extLst>
                <a:ext uri="{FF2B5EF4-FFF2-40B4-BE49-F238E27FC236}">
                  <a16:creationId xmlns:a16="http://schemas.microsoft.com/office/drawing/2014/main" id="{104CDAB6-2B35-4C6C-8EC5-BBC04B9891B8}"/>
                </a:ext>
              </a:extLst>
            </p:cNvPr>
            <p:cNvSpPr/>
            <p:nvPr/>
          </p:nvSpPr>
          <p:spPr>
            <a:xfrm>
              <a:off x="7890341" y="5052324"/>
              <a:ext cx="690703" cy="690710"/>
            </a:xfrm>
            <a:custGeom>
              <a:avLst/>
              <a:gdLst>
                <a:gd name="connsiteX0" fmla="*/ -251 w 553800"/>
                <a:gd name="connsiteY0" fmla="*/ 276348 h 553806"/>
                <a:gd name="connsiteX1" fmla="*/ 276638 w 553800"/>
                <a:gd name="connsiteY1" fmla="*/ 553302 h 553806"/>
                <a:gd name="connsiteX2" fmla="*/ 455671 w 553800"/>
                <a:gd name="connsiteY2" fmla="*/ 487673 h 553806"/>
                <a:gd name="connsiteX3" fmla="*/ 472448 w 553800"/>
                <a:gd name="connsiteY3" fmla="*/ 472190 h 553806"/>
                <a:gd name="connsiteX4" fmla="*/ 472459 w 553800"/>
                <a:gd name="connsiteY4" fmla="*/ 80625 h 553806"/>
                <a:gd name="connsiteX5" fmla="*/ 472448 w 553800"/>
                <a:gd name="connsiteY5" fmla="*/ 80614 h 553806"/>
                <a:gd name="connsiteX6" fmla="*/ 455671 w 553800"/>
                <a:gd name="connsiteY6" fmla="*/ 65131 h 553806"/>
                <a:gd name="connsiteX7" fmla="*/ 65378 w 553800"/>
                <a:gd name="connsiteY7" fmla="*/ 97423 h 553806"/>
                <a:gd name="connsiteX8" fmla="*/ -251 w 553800"/>
                <a:gd name="connsiteY8" fmla="*/ 276456 h 553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53800" h="553806">
                  <a:moveTo>
                    <a:pt x="-251" y="276348"/>
                  </a:moveTo>
                  <a:cubicBezTo>
                    <a:pt x="-269" y="429287"/>
                    <a:pt x="123697" y="553285"/>
                    <a:pt x="276638" y="553302"/>
                  </a:cubicBezTo>
                  <a:cubicBezTo>
                    <a:pt x="342203" y="553311"/>
                    <a:pt x="405645" y="530054"/>
                    <a:pt x="455671" y="487673"/>
                  </a:cubicBezTo>
                  <a:cubicBezTo>
                    <a:pt x="461422" y="482785"/>
                    <a:pt x="467014" y="477624"/>
                    <a:pt x="472448" y="472190"/>
                  </a:cubicBezTo>
                  <a:cubicBezTo>
                    <a:pt x="580579" y="364065"/>
                    <a:pt x="580584" y="188756"/>
                    <a:pt x="472459" y="80625"/>
                  </a:cubicBezTo>
                  <a:cubicBezTo>
                    <a:pt x="472454" y="80621"/>
                    <a:pt x="472452" y="80618"/>
                    <a:pt x="472448" y="80614"/>
                  </a:cubicBezTo>
                  <a:cubicBezTo>
                    <a:pt x="467042" y="75180"/>
                    <a:pt x="461450" y="70020"/>
                    <a:pt x="455671" y="65131"/>
                  </a:cubicBezTo>
                  <a:cubicBezTo>
                    <a:pt x="338977" y="-33728"/>
                    <a:pt x="164237" y="-19271"/>
                    <a:pt x="65378" y="97423"/>
                  </a:cubicBezTo>
                  <a:cubicBezTo>
                    <a:pt x="22997" y="147449"/>
                    <a:pt x="-260" y="210892"/>
                    <a:pt x="-251" y="276456"/>
                  </a:cubicBezTo>
                  <a:close/>
                </a:path>
              </a:pathLst>
            </a:custGeom>
            <a:solidFill>
              <a:srgbClr val="FFFFFF"/>
            </a:solidFill>
            <a:ln w="215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r>
                <a:rPr lang="en-GB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07</a:t>
              </a:r>
              <a:endParaRPr lang="en-I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9" name="Freeform: Shape 16">
              <a:extLst>
                <a:ext uri="{FF2B5EF4-FFF2-40B4-BE49-F238E27FC236}">
                  <a16:creationId xmlns:a16="http://schemas.microsoft.com/office/drawing/2014/main" id="{C15E17A7-A62A-434F-90E5-2EA9BAA700B7}"/>
                </a:ext>
              </a:extLst>
            </p:cNvPr>
            <p:cNvSpPr/>
            <p:nvPr/>
          </p:nvSpPr>
          <p:spPr>
            <a:xfrm>
              <a:off x="8636258" y="5398450"/>
              <a:ext cx="253506" cy="261709"/>
            </a:xfrm>
            <a:custGeom>
              <a:avLst/>
              <a:gdLst>
                <a:gd name="connsiteX0" fmla="*/ -251 w 203259"/>
                <a:gd name="connsiteY0" fmla="*/ 209333 h 209836"/>
                <a:gd name="connsiteX1" fmla="*/ 97821 w 203259"/>
                <a:gd name="connsiteY1" fmla="*/ 209333 h 209836"/>
                <a:gd name="connsiteX2" fmla="*/ 203009 w 203259"/>
                <a:gd name="connsiteY2" fmla="*/ -504 h 209836"/>
                <a:gd name="connsiteX3" fmla="*/ 63491 w 203259"/>
                <a:gd name="connsiteY3" fmla="*/ -504 h 209836"/>
                <a:gd name="connsiteX4" fmla="*/ -251 w 203259"/>
                <a:gd name="connsiteY4" fmla="*/ 209333 h 209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3259" h="209836">
                  <a:moveTo>
                    <a:pt x="-251" y="209333"/>
                  </a:moveTo>
                  <a:lnTo>
                    <a:pt x="97821" y="209333"/>
                  </a:lnTo>
                  <a:lnTo>
                    <a:pt x="203009" y="-504"/>
                  </a:lnTo>
                  <a:lnTo>
                    <a:pt x="63491" y="-504"/>
                  </a:lnTo>
                  <a:cubicBezTo>
                    <a:pt x="63068" y="74148"/>
                    <a:pt x="40920" y="147061"/>
                    <a:pt x="-251" y="209333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215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IN" sz="20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0" name="Freeform: Shape 17">
              <a:extLst>
                <a:ext uri="{FF2B5EF4-FFF2-40B4-BE49-F238E27FC236}">
                  <a16:creationId xmlns:a16="http://schemas.microsoft.com/office/drawing/2014/main" id="{FDECF9AB-AD4E-4D13-9213-BF750111F514}"/>
                </a:ext>
              </a:extLst>
            </p:cNvPr>
            <p:cNvSpPr/>
            <p:nvPr/>
          </p:nvSpPr>
          <p:spPr>
            <a:xfrm>
              <a:off x="7115216" y="5337452"/>
              <a:ext cx="2247030" cy="2242995"/>
            </a:xfrm>
            <a:custGeom>
              <a:avLst/>
              <a:gdLst>
                <a:gd name="connsiteX0" fmla="*/ 1801400 w 1801651"/>
                <a:gd name="connsiteY0" fmla="*/ 897626 h 1798416"/>
                <a:gd name="connsiteX1" fmla="*/ 1751804 w 1801651"/>
                <a:gd name="connsiteY1" fmla="*/ 848029 h 1798416"/>
                <a:gd name="connsiteX2" fmla="*/ 1702207 w 1801651"/>
                <a:gd name="connsiteY2" fmla="*/ 897605 h 1798416"/>
                <a:gd name="connsiteX3" fmla="*/ 1735631 w 1801651"/>
                <a:gd name="connsiteY3" fmla="*/ 944506 h 1798416"/>
                <a:gd name="connsiteX4" fmla="*/ 1735631 w 1801651"/>
                <a:gd name="connsiteY4" fmla="*/ 1506974 h 1798416"/>
                <a:gd name="connsiteX5" fmla="*/ 1477038 w 1801651"/>
                <a:gd name="connsiteY5" fmla="*/ 1765567 h 1798416"/>
                <a:gd name="connsiteX6" fmla="*/ 290665 w 1801651"/>
                <a:gd name="connsiteY6" fmla="*/ 1765567 h 1798416"/>
                <a:gd name="connsiteX7" fmla="*/ 32094 w 1801651"/>
                <a:gd name="connsiteY7" fmla="*/ 1506974 h 1798416"/>
                <a:gd name="connsiteX8" fmla="*/ 32094 w 1801651"/>
                <a:gd name="connsiteY8" fmla="*/ 290412 h 1798416"/>
                <a:gd name="connsiteX9" fmla="*/ 290665 w 1801651"/>
                <a:gd name="connsiteY9" fmla="*/ 31842 h 1798416"/>
                <a:gd name="connsiteX10" fmla="*/ 474992 w 1801651"/>
                <a:gd name="connsiteY10" fmla="*/ 31842 h 1798416"/>
                <a:gd name="connsiteX11" fmla="*/ 491165 w 1801651"/>
                <a:gd name="connsiteY11" fmla="*/ 15669 h 1798416"/>
                <a:gd name="connsiteX12" fmla="*/ 474992 w 1801651"/>
                <a:gd name="connsiteY12" fmla="*/ -504 h 1798416"/>
                <a:gd name="connsiteX13" fmla="*/ 290665 w 1801651"/>
                <a:gd name="connsiteY13" fmla="*/ -504 h 1798416"/>
                <a:gd name="connsiteX14" fmla="*/ -251 w 1801651"/>
                <a:gd name="connsiteY14" fmla="*/ 290412 h 1798416"/>
                <a:gd name="connsiteX15" fmla="*/ -251 w 1801651"/>
                <a:gd name="connsiteY15" fmla="*/ 1506974 h 1798416"/>
                <a:gd name="connsiteX16" fmla="*/ 290665 w 1801651"/>
                <a:gd name="connsiteY16" fmla="*/ 1797912 h 1798416"/>
                <a:gd name="connsiteX17" fmla="*/ 1477038 w 1801651"/>
                <a:gd name="connsiteY17" fmla="*/ 1797912 h 1798416"/>
                <a:gd name="connsiteX18" fmla="*/ 1767977 w 1801651"/>
                <a:gd name="connsiteY18" fmla="*/ 1506974 h 1798416"/>
                <a:gd name="connsiteX19" fmla="*/ 1767977 w 1801651"/>
                <a:gd name="connsiteY19" fmla="*/ 944506 h 1798416"/>
                <a:gd name="connsiteX20" fmla="*/ 1801400 w 1801651"/>
                <a:gd name="connsiteY20" fmla="*/ 897626 h 1798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01651" h="1798416">
                  <a:moveTo>
                    <a:pt x="1801400" y="897626"/>
                  </a:moveTo>
                  <a:cubicBezTo>
                    <a:pt x="1801400" y="870240"/>
                    <a:pt x="1779212" y="848029"/>
                    <a:pt x="1751804" y="848029"/>
                  </a:cubicBezTo>
                  <a:cubicBezTo>
                    <a:pt x="1724418" y="848029"/>
                    <a:pt x="1702207" y="870218"/>
                    <a:pt x="1702207" y="897605"/>
                  </a:cubicBezTo>
                  <a:cubicBezTo>
                    <a:pt x="1702207" y="918780"/>
                    <a:pt x="1715620" y="937605"/>
                    <a:pt x="1735631" y="944506"/>
                  </a:cubicBezTo>
                  <a:lnTo>
                    <a:pt x="1735631" y="1506974"/>
                  </a:lnTo>
                  <a:cubicBezTo>
                    <a:pt x="1735459" y="1649726"/>
                    <a:pt x="1619791" y="1765394"/>
                    <a:pt x="1477038" y="1765567"/>
                  </a:cubicBezTo>
                  <a:lnTo>
                    <a:pt x="290665" y="1765567"/>
                  </a:lnTo>
                  <a:cubicBezTo>
                    <a:pt x="147922" y="1765394"/>
                    <a:pt x="32250" y="1649726"/>
                    <a:pt x="32094" y="1506974"/>
                  </a:cubicBezTo>
                  <a:lnTo>
                    <a:pt x="32094" y="290412"/>
                  </a:lnTo>
                  <a:cubicBezTo>
                    <a:pt x="32202" y="147652"/>
                    <a:pt x="147905" y="31949"/>
                    <a:pt x="290665" y="31842"/>
                  </a:cubicBezTo>
                  <a:lnTo>
                    <a:pt x="474992" y="31842"/>
                  </a:lnTo>
                  <a:cubicBezTo>
                    <a:pt x="483924" y="31842"/>
                    <a:pt x="491165" y="24601"/>
                    <a:pt x="491165" y="15669"/>
                  </a:cubicBezTo>
                  <a:cubicBezTo>
                    <a:pt x="491165" y="6737"/>
                    <a:pt x="483924" y="-504"/>
                    <a:pt x="474992" y="-504"/>
                  </a:cubicBezTo>
                  <a:lnTo>
                    <a:pt x="290665" y="-504"/>
                  </a:lnTo>
                  <a:cubicBezTo>
                    <a:pt x="130252" y="-504"/>
                    <a:pt x="-251" y="130000"/>
                    <a:pt x="-251" y="290412"/>
                  </a:cubicBezTo>
                  <a:lnTo>
                    <a:pt x="-251" y="1506974"/>
                  </a:lnTo>
                  <a:cubicBezTo>
                    <a:pt x="-251" y="1667409"/>
                    <a:pt x="130252" y="1797912"/>
                    <a:pt x="290665" y="1797912"/>
                  </a:cubicBezTo>
                  <a:lnTo>
                    <a:pt x="1477038" y="1797912"/>
                  </a:lnTo>
                  <a:cubicBezTo>
                    <a:pt x="1637451" y="1797912"/>
                    <a:pt x="1767977" y="1667409"/>
                    <a:pt x="1767977" y="1506974"/>
                  </a:cubicBezTo>
                  <a:lnTo>
                    <a:pt x="1767977" y="944506"/>
                  </a:lnTo>
                  <a:cubicBezTo>
                    <a:pt x="1787966" y="937605"/>
                    <a:pt x="1801400" y="918780"/>
                    <a:pt x="1801400" y="897626"/>
                  </a:cubicBezTo>
                  <a:close/>
                </a:path>
              </a:pathLst>
            </a:custGeom>
            <a:solidFill>
              <a:schemeClr val="accent1"/>
            </a:solidFill>
            <a:ln w="215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IN" sz="20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76AABEF4-CFB9-455D-A18B-A91E861253E3}"/>
                </a:ext>
              </a:extLst>
            </p:cNvPr>
            <p:cNvSpPr txBox="1"/>
            <p:nvPr/>
          </p:nvSpPr>
          <p:spPr>
            <a:xfrm>
              <a:off x="7269860" y="6216529"/>
              <a:ext cx="1896057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ru-RU" sz="20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Юклама</a:t>
              </a:r>
              <a:r>
                <a:rPr lang="ru-RU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0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назорати</a:t>
              </a:r>
              <a:endParaRPr lang="en-I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CBB88223-0D02-46E8-8CB5-E7C145D5BA17}"/>
                </a:ext>
              </a:extLst>
            </p:cNvPr>
            <p:cNvSpPr txBox="1"/>
            <p:nvPr/>
          </p:nvSpPr>
          <p:spPr>
            <a:xfrm>
              <a:off x="9738099" y="6293563"/>
              <a:ext cx="1896057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/>
              <a:r>
                <a:rPr lang="ru-RU" sz="2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Автоматлашти-рилган</a:t>
              </a:r>
              <a:r>
                <a: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ўқув</a:t>
              </a:r>
              <a:r>
                <a: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жараёни</a:t>
              </a:r>
              <a:endParaRPr 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67" name="Изображение 1" descr="sitlogo">
            <a:extLst>
              <a:ext uri="{FF2B5EF4-FFF2-40B4-BE49-F238E27FC236}">
                <a16:creationId xmlns:a16="http://schemas.microsoft.com/office/drawing/2014/main" id="{A45C3D89-AD52-4AFA-BBBA-86BC15CA8E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82265" y="-92765"/>
            <a:ext cx="1487170" cy="1508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7954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Прямоугольник: скругленные углы 101">
            <a:extLst>
              <a:ext uri="{FF2B5EF4-FFF2-40B4-BE49-F238E27FC236}">
                <a16:creationId xmlns:a16="http://schemas.microsoft.com/office/drawing/2014/main" id="{8ECF35E3-96A8-42F1-A0CE-A0698CF5F310}"/>
              </a:ext>
            </a:extLst>
          </p:cNvPr>
          <p:cNvSpPr/>
          <p:nvPr/>
        </p:nvSpPr>
        <p:spPr>
          <a:xfrm>
            <a:off x="2701752" y="2160122"/>
            <a:ext cx="13951001" cy="65527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Заголовок 1"/>
          <p:cNvSpPr txBox="1">
            <a:spLocks/>
          </p:cNvSpPr>
          <p:nvPr/>
        </p:nvSpPr>
        <p:spPr bwMode="auto">
          <a:xfrm>
            <a:off x="1909664" y="270709"/>
            <a:ext cx="13249472" cy="960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70580" tIns="85292" rIns="170580" bIns="85292" numCol="1" anchor="ctr" anchorCtr="0" compatLnSpc="1">
            <a:prstTxWarp prst="textNoShape">
              <a:avLst/>
            </a:prstTxWarp>
            <a:normAutofit/>
          </a:bodyPr>
          <a:lstStyle>
            <a:lvl1pPr algn="ctr" defTabSz="1279372" rtl="0" eaLnBrk="0" fontAlgn="base" hangingPunct="0">
              <a:spcBef>
                <a:spcPct val="0"/>
              </a:spcBef>
              <a:spcAft>
                <a:spcPct val="0"/>
              </a:spcAft>
              <a:defRPr sz="6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defTabSz="1279372" rtl="0" eaLnBrk="0" fontAlgn="base" hangingPunct="0">
              <a:spcBef>
                <a:spcPct val="0"/>
              </a:spcBef>
              <a:spcAft>
                <a:spcPct val="0"/>
              </a:spcAft>
              <a:defRPr sz="6200">
                <a:solidFill>
                  <a:schemeClr val="tx2"/>
                </a:solidFill>
                <a:latin typeface="Arial" charset="0"/>
              </a:defRPr>
            </a:lvl2pPr>
            <a:lvl3pPr algn="ctr" defTabSz="1279372" rtl="0" eaLnBrk="0" fontAlgn="base" hangingPunct="0">
              <a:spcBef>
                <a:spcPct val="0"/>
              </a:spcBef>
              <a:spcAft>
                <a:spcPct val="0"/>
              </a:spcAft>
              <a:defRPr sz="6200">
                <a:solidFill>
                  <a:schemeClr val="tx2"/>
                </a:solidFill>
                <a:latin typeface="Arial" charset="0"/>
              </a:defRPr>
            </a:lvl3pPr>
            <a:lvl4pPr algn="ctr" defTabSz="1279372" rtl="0" eaLnBrk="0" fontAlgn="base" hangingPunct="0">
              <a:spcBef>
                <a:spcPct val="0"/>
              </a:spcBef>
              <a:spcAft>
                <a:spcPct val="0"/>
              </a:spcAft>
              <a:defRPr sz="6200">
                <a:solidFill>
                  <a:schemeClr val="tx2"/>
                </a:solidFill>
                <a:latin typeface="Arial" charset="0"/>
              </a:defRPr>
            </a:lvl4pPr>
            <a:lvl5pPr algn="ctr" defTabSz="1279372" rtl="0" eaLnBrk="0" fontAlgn="base" hangingPunct="0">
              <a:spcBef>
                <a:spcPct val="0"/>
              </a:spcBef>
              <a:spcAft>
                <a:spcPct val="0"/>
              </a:spcAft>
              <a:defRPr sz="6200">
                <a:solidFill>
                  <a:schemeClr val="tx2"/>
                </a:solidFill>
                <a:latin typeface="Arial" charset="0"/>
              </a:defRPr>
            </a:lvl5pPr>
            <a:lvl6pPr marL="457145" algn="ctr" defTabSz="1474612" rtl="0" fontAlgn="base">
              <a:spcBef>
                <a:spcPct val="0"/>
              </a:spcBef>
              <a:spcAft>
                <a:spcPct val="0"/>
              </a:spcAft>
              <a:defRPr sz="7100">
                <a:solidFill>
                  <a:schemeClr val="tx2"/>
                </a:solidFill>
                <a:latin typeface="Arial" charset="0"/>
              </a:defRPr>
            </a:lvl6pPr>
            <a:lvl7pPr marL="914290" algn="ctr" defTabSz="1474612" rtl="0" fontAlgn="base">
              <a:spcBef>
                <a:spcPct val="0"/>
              </a:spcBef>
              <a:spcAft>
                <a:spcPct val="0"/>
              </a:spcAft>
              <a:defRPr sz="7100">
                <a:solidFill>
                  <a:schemeClr val="tx2"/>
                </a:solidFill>
                <a:latin typeface="Arial" charset="0"/>
              </a:defRPr>
            </a:lvl7pPr>
            <a:lvl8pPr marL="1371436" algn="ctr" defTabSz="1474612" rtl="0" fontAlgn="base">
              <a:spcBef>
                <a:spcPct val="0"/>
              </a:spcBef>
              <a:spcAft>
                <a:spcPct val="0"/>
              </a:spcAft>
              <a:defRPr sz="7100">
                <a:solidFill>
                  <a:schemeClr val="tx2"/>
                </a:solidFill>
                <a:latin typeface="Arial" charset="0"/>
              </a:defRPr>
            </a:lvl8pPr>
            <a:lvl9pPr marL="1828581" algn="ctr" defTabSz="1474612" rtl="0" fontAlgn="base">
              <a:spcBef>
                <a:spcPct val="0"/>
              </a:spcBef>
              <a:spcAft>
                <a:spcPct val="0"/>
              </a:spcAft>
              <a:defRPr sz="7100">
                <a:solidFill>
                  <a:schemeClr val="tx2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sz="4000" b="1" kern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“E-UNIVERSITET” </a:t>
            </a:r>
            <a:r>
              <a:rPr lang="ru-RU" sz="4000" b="1" kern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тизимининг</a:t>
            </a:r>
            <a:r>
              <a:rPr lang="ru-RU" sz="4000" b="1" kern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4000" b="1" kern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ишлаш</a:t>
            </a:r>
            <a:r>
              <a:rPr lang="ru-RU" sz="4000" b="1" kern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4000" b="1" kern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принципи</a:t>
            </a:r>
            <a:endParaRPr lang="ru-RU" sz="4000" kern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60" y="30763"/>
            <a:ext cx="1440000" cy="14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User - Free user icons">
            <a:extLst>
              <a:ext uri="{FF2B5EF4-FFF2-40B4-BE49-F238E27FC236}">
                <a16:creationId xmlns:a16="http://schemas.microsoft.com/office/drawing/2014/main" id="{55200026-BF95-44D9-93FC-AAB7E972B2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517" y="3864496"/>
            <a:ext cx="1285594" cy="1285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BBDEF80-C310-4CD8-8007-324B268F9F15}"/>
              </a:ext>
            </a:extLst>
          </p:cNvPr>
          <p:cNvSpPr txBox="1"/>
          <p:nvPr/>
        </p:nvSpPr>
        <p:spPr>
          <a:xfrm>
            <a:off x="138720" y="5161789"/>
            <a:ext cx="1531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Ўқув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бўлими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45A2B114-E422-4A52-A7D2-9268E35937F3}"/>
              </a:ext>
            </a:extLst>
          </p:cNvPr>
          <p:cNvCxnSpPr/>
          <p:nvPr/>
        </p:nvCxnSpPr>
        <p:spPr>
          <a:xfrm>
            <a:off x="1693640" y="4745703"/>
            <a:ext cx="79208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1" name="Прямая со стрелкой 70">
            <a:extLst>
              <a:ext uri="{FF2B5EF4-FFF2-40B4-BE49-F238E27FC236}">
                <a16:creationId xmlns:a16="http://schemas.microsoft.com/office/drawing/2014/main" id="{B6F667A1-45EC-4F29-9367-071D316FF92F}"/>
              </a:ext>
            </a:extLst>
          </p:cNvPr>
          <p:cNvCxnSpPr/>
          <p:nvPr/>
        </p:nvCxnSpPr>
        <p:spPr>
          <a:xfrm>
            <a:off x="1693640" y="5097871"/>
            <a:ext cx="79208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99DABEFA-E50E-4E50-BEFF-331ABC571D51}"/>
              </a:ext>
            </a:extLst>
          </p:cNvPr>
          <p:cNvGrpSpPr/>
          <p:nvPr/>
        </p:nvGrpSpPr>
        <p:grpSpPr>
          <a:xfrm>
            <a:off x="2341712" y="2434273"/>
            <a:ext cx="2196244" cy="1830203"/>
            <a:chOff x="2341712" y="2786441"/>
            <a:chExt cx="2196244" cy="1830203"/>
          </a:xfrm>
        </p:grpSpPr>
        <p:pic>
          <p:nvPicPr>
            <p:cNvPr id="1030" name="Picture 6" descr="Book Logo&quot; Images – Browse 4,659 Stock Photos, Vectors, and Video | Adobe  Stock">
              <a:extLst>
                <a:ext uri="{FF2B5EF4-FFF2-40B4-BE49-F238E27FC236}">
                  <a16:creationId xmlns:a16="http://schemas.microsoft.com/office/drawing/2014/main" id="{2DCC0D06-C5BE-4A6E-ACD0-512D65C3C18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41712" y="2786441"/>
              <a:ext cx="2196244" cy="18302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382CF35B-D487-407E-9C6E-B3BFE8810685}"/>
                </a:ext>
              </a:extLst>
            </p:cNvPr>
            <p:cNvSpPr txBox="1"/>
            <p:nvPr/>
          </p:nvSpPr>
          <p:spPr>
            <a:xfrm>
              <a:off x="2936333" y="4056194"/>
              <a:ext cx="10070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u-RU" dirty="0" err="1">
                  <a:latin typeface="Arial" panose="020B0604020202020204" pitchFamily="34" charset="0"/>
                  <a:cs typeface="Arial" panose="020B0604020202020204" pitchFamily="34" charset="0"/>
                </a:rPr>
                <a:t>Фанлар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F483C1CA-33C5-40CB-9C80-D017B28E1ABF}"/>
              </a:ext>
            </a:extLst>
          </p:cNvPr>
          <p:cNvGrpSpPr/>
          <p:nvPr/>
        </p:nvGrpSpPr>
        <p:grpSpPr>
          <a:xfrm>
            <a:off x="2727750" y="4264476"/>
            <a:ext cx="1424172" cy="1317467"/>
            <a:chOff x="2712261" y="4221227"/>
            <a:chExt cx="1424172" cy="1317467"/>
          </a:xfrm>
        </p:grpSpPr>
        <p:pic>
          <p:nvPicPr>
            <p:cNvPr id="1032" name="Picture 8" descr="Font Awesome Computer Icons User Profile Users' Group PNG">
              <a:extLst>
                <a:ext uri="{FF2B5EF4-FFF2-40B4-BE49-F238E27FC236}">
                  <a16:creationId xmlns:a16="http://schemas.microsoft.com/office/drawing/2014/main" id="{F0FDDDC8-EFBF-49A8-897A-30B81A6907F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4297" b="91992" l="10000" r="90000">
                          <a14:foregroundMark x1="45976" y1="31836" x2="45976" y2="31836"/>
                          <a14:foregroundMark x1="32195" y1="17383" x2="32195" y2="17383"/>
                          <a14:foregroundMark x1="30854" y1="42773" x2="30854" y2="42773"/>
                          <a14:foregroundMark x1="32805" y1="4492" x2="32805" y2="4492"/>
                          <a14:foregroundMark x1="71098" y1="11523" x2="71098" y2="11523"/>
                          <a14:foregroundMark x1="74390" y1="42773" x2="74390" y2="42773"/>
                          <a14:foregroundMark x1="58780" y1="91992" x2="58780" y2="91992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35831" y="4221227"/>
              <a:ext cx="1377027" cy="8598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80D6814E-5C1C-4A4F-8EF6-756350207840}"/>
                </a:ext>
              </a:extLst>
            </p:cNvPr>
            <p:cNvSpPr txBox="1"/>
            <p:nvPr/>
          </p:nvSpPr>
          <p:spPr>
            <a:xfrm>
              <a:off x="2712261" y="5169362"/>
              <a:ext cx="14241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u-RU" dirty="0" err="1">
                  <a:latin typeface="Arial" panose="020B0604020202020204" pitchFamily="34" charset="0"/>
                  <a:cs typeface="Arial" panose="020B0604020202020204" pitchFamily="34" charset="0"/>
                </a:rPr>
                <a:t>Курсантлар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59" name="Группа 58">
            <a:extLst>
              <a:ext uri="{FF2B5EF4-FFF2-40B4-BE49-F238E27FC236}">
                <a16:creationId xmlns:a16="http://schemas.microsoft.com/office/drawing/2014/main" id="{B2DFE281-6A58-424A-8753-90270E51A64B}"/>
              </a:ext>
            </a:extLst>
          </p:cNvPr>
          <p:cNvGrpSpPr/>
          <p:nvPr/>
        </p:nvGrpSpPr>
        <p:grpSpPr>
          <a:xfrm>
            <a:off x="2770731" y="5600857"/>
            <a:ext cx="1536191" cy="1578250"/>
            <a:chOff x="2697740" y="6024736"/>
            <a:chExt cx="1536191" cy="1578250"/>
          </a:xfrm>
        </p:grpSpPr>
        <p:pic>
          <p:nvPicPr>
            <p:cNvPr id="1036" name="Picture 12" descr="3+ Thousand Customs Officer Icon Royalty-Free Images, Stock Photos &amp;  Pictures | Shutterstock">
              <a:extLst>
                <a:ext uri="{FF2B5EF4-FFF2-40B4-BE49-F238E27FC236}">
                  <a16:creationId xmlns:a16="http://schemas.microsoft.com/office/drawing/2014/main" id="{D5B6836A-FDB8-4494-A05B-5688F7BA2D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ackgroundRemoval t="10000" b="90000" l="10000" r="90000">
                          <a14:foregroundMark x1="61333" y1="29667" x2="61333" y2="29667"/>
                          <a14:foregroundMark x1="46333" y1="37500" x2="46333" y2="37500"/>
                          <a14:foregroundMark x1="34500" y1="75500" x2="34500" y2="75500"/>
                          <a14:foregroundMark x1="37667" y1="75500" x2="37667" y2="7550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79237" y="6024736"/>
              <a:ext cx="1347196" cy="13471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DC2AFEA7-862C-4A0F-A670-46CEE44B8B90}"/>
                </a:ext>
              </a:extLst>
            </p:cNvPr>
            <p:cNvSpPr txBox="1"/>
            <p:nvPr/>
          </p:nvSpPr>
          <p:spPr>
            <a:xfrm>
              <a:off x="2697740" y="7233654"/>
              <a:ext cx="15361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u-RU" dirty="0" err="1">
                  <a:latin typeface="Arial" panose="020B0604020202020204" pitchFamily="34" charset="0"/>
                  <a:cs typeface="Arial" panose="020B0604020202020204" pitchFamily="34" charset="0"/>
                </a:rPr>
                <a:t>Ўқитувчилар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85" name="Picture 2" descr="User - Free user icons">
            <a:extLst>
              <a:ext uri="{FF2B5EF4-FFF2-40B4-BE49-F238E27FC236}">
                <a16:creationId xmlns:a16="http://schemas.microsoft.com/office/drawing/2014/main" id="{DA7067C1-C9F3-4A06-AC28-17D15F279A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8136" y="4157803"/>
            <a:ext cx="1285594" cy="1285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6" name="TextBox 85">
            <a:extLst>
              <a:ext uri="{FF2B5EF4-FFF2-40B4-BE49-F238E27FC236}">
                <a16:creationId xmlns:a16="http://schemas.microsoft.com/office/drawing/2014/main" id="{B3906379-5515-475B-875F-5231A448C4C6}"/>
              </a:ext>
            </a:extLst>
          </p:cNvPr>
          <p:cNvSpPr txBox="1"/>
          <p:nvPr/>
        </p:nvSpPr>
        <p:spPr>
          <a:xfrm>
            <a:off x="5732503" y="5455096"/>
            <a:ext cx="2136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Кафедра 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бошлиғи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5" name="Прямая со стрелкой 94">
            <a:extLst>
              <a:ext uri="{FF2B5EF4-FFF2-40B4-BE49-F238E27FC236}">
                <a16:creationId xmlns:a16="http://schemas.microsoft.com/office/drawing/2014/main" id="{DAF68417-55A1-4345-B7A2-DE6FE05B570B}"/>
              </a:ext>
            </a:extLst>
          </p:cNvPr>
          <p:cNvCxnSpPr/>
          <p:nvPr/>
        </p:nvCxnSpPr>
        <p:spPr>
          <a:xfrm>
            <a:off x="7742312" y="4792452"/>
            <a:ext cx="79208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6" name="Прямая со стрелкой 95">
            <a:extLst>
              <a:ext uri="{FF2B5EF4-FFF2-40B4-BE49-F238E27FC236}">
                <a16:creationId xmlns:a16="http://schemas.microsoft.com/office/drawing/2014/main" id="{13878C86-5A2A-4797-A87F-7B9903C396EA}"/>
              </a:ext>
            </a:extLst>
          </p:cNvPr>
          <p:cNvCxnSpPr/>
          <p:nvPr/>
        </p:nvCxnSpPr>
        <p:spPr>
          <a:xfrm>
            <a:off x="7742312" y="5144620"/>
            <a:ext cx="79208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040" name="Picture 16" descr="Logo Subject Clip Art - Subject Logo - (521x521) Png Clipart Download">
            <a:extLst>
              <a:ext uri="{FF2B5EF4-FFF2-40B4-BE49-F238E27FC236}">
                <a16:creationId xmlns:a16="http://schemas.microsoft.com/office/drawing/2014/main" id="{3D870597-13C8-432F-81A6-F43E7F5B07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9192" y="4338186"/>
            <a:ext cx="1192935" cy="1192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7" name="TextBox 96">
            <a:extLst>
              <a:ext uri="{FF2B5EF4-FFF2-40B4-BE49-F238E27FC236}">
                <a16:creationId xmlns:a16="http://schemas.microsoft.com/office/drawing/2014/main" id="{8FA512B7-DDE2-413C-8E75-F7FB9CB91B36}"/>
              </a:ext>
            </a:extLst>
          </p:cNvPr>
          <p:cNvSpPr txBox="1"/>
          <p:nvPr/>
        </p:nvSpPr>
        <p:spPr>
          <a:xfrm>
            <a:off x="8233762" y="5637855"/>
            <a:ext cx="26237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Фанларни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бириктириш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3" name="Прямая соединительная линия 62">
            <a:extLst>
              <a:ext uri="{FF2B5EF4-FFF2-40B4-BE49-F238E27FC236}">
                <a16:creationId xmlns:a16="http://schemas.microsoft.com/office/drawing/2014/main" id="{F416F98E-4B47-418A-9606-D0E0E9FEFD39}"/>
              </a:ext>
            </a:extLst>
          </p:cNvPr>
          <p:cNvCxnSpPr>
            <a:cxnSpLocks/>
          </p:cNvCxnSpPr>
          <p:nvPr/>
        </p:nvCxnSpPr>
        <p:spPr>
          <a:xfrm>
            <a:off x="4225424" y="3432448"/>
            <a:ext cx="52450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Прямая соединительная линия 99">
            <a:extLst>
              <a:ext uri="{FF2B5EF4-FFF2-40B4-BE49-F238E27FC236}">
                <a16:creationId xmlns:a16="http://schemas.microsoft.com/office/drawing/2014/main" id="{9E26CC2D-3C76-4408-B0D5-8E07D7AADA70}"/>
              </a:ext>
            </a:extLst>
          </p:cNvPr>
          <p:cNvCxnSpPr>
            <a:cxnSpLocks/>
          </p:cNvCxnSpPr>
          <p:nvPr/>
        </p:nvCxnSpPr>
        <p:spPr>
          <a:xfrm>
            <a:off x="4213920" y="6600800"/>
            <a:ext cx="52565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Прямая соединительная линия 64">
            <a:extLst>
              <a:ext uri="{FF2B5EF4-FFF2-40B4-BE49-F238E27FC236}">
                <a16:creationId xmlns:a16="http://schemas.microsoft.com/office/drawing/2014/main" id="{39DF940B-E078-41CB-AB29-ECBB0BF0512D}"/>
              </a:ext>
            </a:extLst>
          </p:cNvPr>
          <p:cNvCxnSpPr>
            <a:cxnSpLocks/>
          </p:cNvCxnSpPr>
          <p:nvPr/>
        </p:nvCxnSpPr>
        <p:spPr>
          <a:xfrm>
            <a:off x="9502643" y="3390806"/>
            <a:ext cx="0" cy="682552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1" name="Прямая соединительная линия 100">
            <a:extLst>
              <a:ext uri="{FF2B5EF4-FFF2-40B4-BE49-F238E27FC236}">
                <a16:creationId xmlns:a16="http://schemas.microsoft.com/office/drawing/2014/main" id="{9325D104-9438-4016-A083-9F91EE0ACE4F}"/>
              </a:ext>
            </a:extLst>
          </p:cNvPr>
          <p:cNvCxnSpPr>
            <a:cxnSpLocks/>
          </p:cNvCxnSpPr>
          <p:nvPr/>
        </p:nvCxnSpPr>
        <p:spPr>
          <a:xfrm flipV="1">
            <a:off x="9502643" y="6096744"/>
            <a:ext cx="0" cy="504056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108" name="Группа 107">
            <a:extLst>
              <a:ext uri="{FF2B5EF4-FFF2-40B4-BE49-F238E27FC236}">
                <a16:creationId xmlns:a16="http://schemas.microsoft.com/office/drawing/2014/main" id="{6449F4BB-2B48-4626-A53F-646CB5328883}"/>
              </a:ext>
            </a:extLst>
          </p:cNvPr>
          <p:cNvGrpSpPr/>
          <p:nvPr/>
        </p:nvGrpSpPr>
        <p:grpSpPr>
          <a:xfrm>
            <a:off x="11686317" y="4089286"/>
            <a:ext cx="1536191" cy="1578250"/>
            <a:chOff x="2697740" y="6024736"/>
            <a:chExt cx="1536191" cy="1578250"/>
          </a:xfrm>
        </p:grpSpPr>
        <p:pic>
          <p:nvPicPr>
            <p:cNvPr id="109" name="Picture 12" descr="3+ Thousand Customs Officer Icon Royalty-Free Images, Stock Photos &amp;  Pictures | Shutterstock">
              <a:extLst>
                <a:ext uri="{FF2B5EF4-FFF2-40B4-BE49-F238E27FC236}">
                  <a16:creationId xmlns:a16="http://schemas.microsoft.com/office/drawing/2014/main" id="{69C32185-D38C-41D4-81DD-EDD47DC8C89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ackgroundRemoval t="10000" b="90000" l="10000" r="90000">
                          <a14:foregroundMark x1="61333" y1="29667" x2="61333" y2="29667"/>
                          <a14:foregroundMark x1="46333" y1="37500" x2="46333" y2="37500"/>
                          <a14:foregroundMark x1="34500" y1="75500" x2="34500" y2="75500"/>
                          <a14:foregroundMark x1="37667" y1="75500" x2="37667" y2="7550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79237" y="6024736"/>
              <a:ext cx="1347196" cy="13471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934E7E01-1DEE-4298-9D51-DCA965E37941}"/>
                </a:ext>
              </a:extLst>
            </p:cNvPr>
            <p:cNvSpPr txBox="1"/>
            <p:nvPr/>
          </p:nvSpPr>
          <p:spPr>
            <a:xfrm>
              <a:off x="2697740" y="7233654"/>
              <a:ext cx="15361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u-RU" dirty="0" err="1">
                  <a:latin typeface="Arial" panose="020B0604020202020204" pitchFamily="34" charset="0"/>
                  <a:cs typeface="Arial" panose="020B0604020202020204" pitchFamily="34" charset="0"/>
                </a:rPr>
                <a:t>Ўқитувчилар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111" name="Прямая со стрелкой 110">
            <a:extLst>
              <a:ext uri="{FF2B5EF4-FFF2-40B4-BE49-F238E27FC236}">
                <a16:creationId xmlns:a16="http://schemas.microsoft.com/office/drawing/2014/main" id="{E7B4B623-8BEF-47B6-8EEB-7B299C9D596F}"/>
              </a:ext>
            </a:extLst>
          </p:cNvPr>
          <p:cNvCxnSpPr/>
          <p:nvPr/>
        </p:nvCxnSpPr>
        <p:spPr>
          <a:xfrm>
            <a:off x="13430944" y="4775456"/>
            <a:ext cx="79208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2" name="Прямая со стрелкой 111">
            <a:extLst>
              <a:ext uri="{FF2B5EF4-FFF2-40B4-BE49-F238E27FC236}">
                <a16:creationId xmlns:a16="http://schemas.microsoft.com/office/drawing/2014/main" id="{4A169F2A-19E1-4B4D-9546-CE3539F8B8ED}"/>
              </a:ext>
            </a:extLst>
          </p:cNvPr>
          <p:cNvCxnSpPr/>
          <p:nvPr/>
        </p:nvCxnSpPr>
        <p:spPr>
          <a:xfrm>
            <a:off x="13430944" y="5127624"/>
            <a:ext cx="79208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042" name="Picture 18" descr="Edit Icon PNG Images Transparent Free Download">
            <a:extLst>
              <a:ext uri="{FF2B5EF4-FFF2-40B4-BE49-F238E27FC236}">
                <a16:creationId xmlns:a16="http://schemas.microsoft.com/office/drawing/2014/main" id="{804FBED3-B68C-497D-B03B-DE9984E83E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31685" y="4157803"/>
            <a:ext cx="1623310" cy="1623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4" name="TextBox 113">
            <a:extLst>
              <a:ext uri="{FF2B5EF4-FFF2-40B4-BE49-F238E27FC236}">
                <a16:creationId xmlns:a16="http://schemas.microsoft.com/office/drawing/2014/main" id="{A8FCB69F-F101-4C60-AE6C-FC18AB28274D}"/>
              </a:ext>
            </a:extLst>
          </p:cNvPr>
          <p:cNvSpPr txBox="1"/>
          <p:nvPr/>
        </p:nvSpPr>
        <p:spPr>
          <a:xfrm>
            <a:off x="14731685" y="5822521"/>
            <a:ext cx="1751160" cy="66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Курсантларни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баҳолаш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6" name="Заголовок 1">
            <a:extLst>
              <a:ext uri="{FF2B5EF4-FFF2-40B4-BE49-F238E27FC236}">
                <a16:creationId xmlns:a16="http://schemas.microsoft.com/office/drawing/2014/main" id="{13039A0F-C800-4FD2-A95F-3B3F2698E346}"/>
              </a:ext>
            </a:extLst>
          </p:cNvPr>
          <p:cNvSpPr txBox="1">
            <a:spLocks/>
          </p:cNvSpPr>
          <p:nvPr/>
        </p:nvSpPr>
        <p:spPr bwMode="auto">
          <a:xfrm>
            <a:off x="2185856" y="1257585"/>
            <a:ext cx="13249472" cy="960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70580" tIns="85292" rIns="170580" bIns="85292" numCol="1" anchor="ctr" anchorCtr="0" compatLnSpc="1">
            <a:prstTxWarp prst="textNoShape">
              <a:avLst/>
            </a:prstTxWarp>
            <a:normAutofit/>
          </a:bodyPr>
          <a:lstStyle>
            <a:lvl1pPr algn="ctr" defTabSz="1279372" rtl="0" eaLnBrk="0" fontAlgn="base" hangingPunct="0">
              <a:spcBef>
                <a:spcPct val="0"/>
              </a:spcBef>
              <a:spcAft>
                <a:spcPct val="0"/>
              </a:spcAft>
              <a:defRPr sz="6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defTabSz="1279372" rtl="0" eaLnBrk="0" fontAlgn="base" hangingPunct="0">
              <a:spcBef>
                <a:spcPct val="0"/>
              </a:spcBef>
              <a:spcAft>
                <a:spcPct val="0"/>
              </a:spcAft>
              <a:defRPr sz="6200">
                <a:solidFill>
                  <a:schemeClr val="tx2"/>
                </a:solidFill>
                <a:latin typeface="Arial" charset="0"/>
              </a:defRPr>
            </a:lvl2pPr>
            <a:lvl3pPr algn="ctr" defTabSz="1279372" rtl="0" eaLnBrk="0" fontAlgn="base" hangingPunct="0">
              <a:spcBef>
                <a:spcPct val="0"/>
              </a:spcBef>
              <a:spcAft>
                <a:spcPct val="0"/>
              </a:spcAft>
              <a:defRPr sz="6200">
                <a:solidFill>
                  <a:schemeClr val="tx2"/>
                </a:solidFill>
                <a:latin typeface="Arial" charset="0"/>
              </a:defRPr>
            </a:lvl3pPr>
            <a:lvl4pPr algn="ctr" defTabSz="1279372" rtl="0" eaLnBrk="0" fontAlgn="base" hangingPunct="0">
              <a:spcBef>
                <a:spcPct val="0"/>
              </a:spcBef>
              <a:spcAft>
                <a:spcPct val="0"/>
              </a:spcAft>
              <a:defRPr sz="6200">
                <a:solidFill>
                  <a:schemeClr val="tx2"/>
                </a:solidFill>
                <a:latin typeface="Arial" charset="0"/>
              </a:defRPr>
            </a:lvl4pPr>
            <a:lvl5pPr algn="ctr" defTabSz="1279372" rtl="0" eaLnBrk="0" fontAlgn="base" hangingPunct="0">
              <a:spcBef>
                <a:spcPct val="0"/>
              </a:spcBef>
              <a:spcAft>
                <a:spcPct val="0"/>
              </a:spcAft>
              <a:defRPr sz="6200">
                <a:solidFill>
                  <a:schemeClr val="tx2"/>
                </a:solidFill>
                <a:latin typeface="Arial" charset="0"/>
              </a:defRPr>
            </a:lvl5pPr>
            <a:lvl6pPr marL="457145" algn="ctr" defTabSz="1474612" rtl="0" fontAlgn="base">
              <a:spcBef>
                <a:spcPct val="0"/>
              </a:spcBef>
              <a:spcAft>
                <a:spcPct val="0"/>
              </a:spcAft>
              <a:defRPr sz="7100">
                <a:solidFill>
                  <a:schemeClr val="tx2"/>
                </a:solidFill>
                <a:latin typeface="Arial" charset="0"/>
              </a:defRPr>
            </a:lvl6pPr>
            <a:lvl7pPr marL="914290" algn="ctr" defTabSz="1474612" rtl="0" fontAlgn="base">
              <a:spcBef>
                <a:spcPct val="0"/>
              </a:spcBef>
              <a:spcAft>
                <a:spcPct val="0"/>
              </a:spcAft>
              <a:defRPr sz="7100">
                <a:solidFill>
                  <a:schemeClr val="tx2"/>
                </a:solidFill>
                <a:latin typeface="Arial" charset="0"/>
              </a:defRPr>
            </a:lvl7pPr>
            <a:lvl8pPr marL="1371436" algn="ctr" defTabSz="1474612" rtl="0" fontAlgn="base">
              <a:spcBef>
                <a:spcPct val="0"/>
              </a:spcBef>
              <a:spcAft>
                <a:spcPct val="0"/>
              </a:spcAft>
              <a:defRPr sz="7100">
                <a:solidFill>
                  <a:schemeClr val="tx2"/>
                </a:solidFill>
                <a:latin typeface="Arial" charset="0"/>
              </a:defRPr>
            </a:lvl8pPr>
            <a:lvl9pPr marL="1828581" algn="ctr" defTabSz="1474612" rtl="0" fontAlgn="base">
              <a:spcBef>
                <a:spcPct val="0"/>
              </a:spcBef>
              <a:spcAft>
                <a:spcPct val="0"/>
              </a:spcAft>
              <a:defRPr sz="7100">
                <a:solidFill>
                  <a:schemeClr val="tx2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ru-RU" sz="2400" kern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Умумий</a:t>
            </a:r>
            <a:r>
              <a:rPr lang="ru-RU" sz="2400" kern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мониторинг</a:t>
            </a:r>
          </a:p>
        </p:txBody>
      </p:sp>
      <p:pic>
        <p:nvPicPr>
          <p:cNvPr id="37" name="Изображение 1" descr="sitlogo">
            <a:extLst>
              <a:ext uri="{FF2B5EF4-FFF2-40B4-BE49-F238E27FC236}">
                <a16:creationId xmlns:a16="http://schemas.microsoft.com/office/drawing/2014/main" id="{1AD62359-83B1-478D-908F-F28B59D112C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582265" y="-92765"/>
            <a:ext cx="1487170" cy="1508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428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CEA972CB-BEBE-4371-BE1A-9A064DBBAB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568" y="1575549"/>
            <a:ext cx="14659304" cy="6738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Заголовок 1"/>
          <p:cNvSpPr txBox="1">
            <a:spLocks/>
          </p:cNvSpPr>
          <p:nvPr/>
        </p:nvSpPr>
        <p:spPr bwMode="auto">
          <a:xfrm>
            <a:off x="1909664" y="270709"/>
            <a:ext cx="13249472" cy="960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70580" tIns="85292" rIns="170580" bIns="85292" numCol="1" anchor="ctr" anchorCtr="0" compatLnSpc="1">
            <a:prstTxWarp prst="textNoShape">
              <a:avLst/>
            </a:prstTxWarp>
            <a:normAutofit/>
          </a:bodyPr>
          <a:lstStyle>
            <a:lvl1pPr algn="ctr" defTabSz="1279372" rtl="0" eaLnBrk="0" fontAlgn="base" hangingPunct="0">
              <a:spcBef>
                <a:spcPct val="0"/>
              </a:spcBef>
              <a:spcAft>
                <a:spcPct val="0"/>
              </a:spcAft>
              <a:defRPr sz="6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defTabSz="1279372" rtl="0" eaLnBrk="0" fontAlgn="base" hangingPunct="0">
              <a:spcBef>
                <a:spcPct val="0"/>
              </a:spcBef>
              <a:spcAft>
                <a:spcPct val="0"/>
              </a:spcAft>
              <a:defRPr sz="6200">
                <a:solidFill>
                  <a:schemeClr val="tx2"/>
                </a:solidFill>
                <a:latin typeface="Arial" charset="0"/>
              </a:defRPr>
            </a:lvl2pPr>
            <a:lvl3pPr algn="ctr" defTabSz="1279372" rtl="0" eaLnBrk="0" fontAlgn="base" hangingPunct="0">
              <a:spcBef>
                <a:spcPct val="0"/>
              </a:spcBef>
              <a:spcAft>
                <a:spcPct val="0"/>
              </a:spcAft>
              <a:defRPr sz="6200">
                <a:solidFill>
                  <a:schemeClr val="tx2"/>
                </a:solidFill>
                <a:latin typeface="Arial" charset="0"/>
              </a:defRPr>
            </a:lvl3pPr>
            <a:lvl4pPr algn="ctr" defTabSz="1279372" rtl="0" eaLnBrk="0" fontAlgn="base" hangingPunct="0">
              <a:spcBef>
                <a:spcPct val="0"/>
              </a:spcBef>
              <a:spcAft>
                <a:spcPct val="0"/>
              </a:spcAft>
              <a:defRPr sz="6200">
                <a:solidFill>
                  <a:schemeClr val="tx2"/>
                </a:solidFill>
                <a:latin typeface="Arial" charset="0"/>
              </a:defRPr>
            </a:lvl4pPr>
            <a:lvl5pPr algn="ctr" defTabSz="1279372" rtl="0" eaLnBrk="0" fontAlgn="base" hangingPunct="0">
              <a:spcBef>
                <a:spcPct val="0"/>
              </a:spcBef>
              <a:spcAft>
                <a:spcPct val="0"/>
              </a:spcAft>
              <a:defRPr sz="6200">
                <a:solidFill>
                  <a:schemeClr val="tx2"/>
                </a:solidFill>
                <a:latin typeface="Arial" charset="0"/>
              </a:defRPr>
            </a:lvl5pPr>
            <a:lvl6pPr marL="457145" algn="ctr" defTabSz="1474612" rtl="0" fontAlgn="base">
              <a:spcBef>
                <a:spcPct val="0"/>
              </a:spcBef>
              <a:spcAft>
                <a:spcPct val="0"/>
              </a:spcAft>
              <a:defRPr sz="7100">
                <a:solidFill>
                  <a:schemeClr val="tx2"/>
                </a:solidFill>
                <a:latin typeface="Arial" charset="0"/>
              </a:defRPr>
            </a:lvl6pPr>
            <a:lvl7pPr marL="914290" algn="ctr" defTabSz="1474612" rtl="0" fontAlgn="base">
              <a:spcBef>
                <a:spcPct val="0"/>
              </a:spcBef>
              <a:spcAft>
                <a:spcPct val="0"/>
              </a:spcAft>
              <a:defRPr sz="7100">
                <a:solidFill>
                  <a:schemeClr val="tx2"/>
                </a:solidFill>
                <a:latin typeface="Arial" charset="0"/>
              </a:defRPr>
            </a:lvl7pPr>
            <a:lvl8pPr marL="1371436" algn="ctr" defTabSz="1474612" rtl="0" fontAlgn="base">
              <a:spcBef>
                <a:spcPct val="0"/>
              </a:spcBef>
              <a:spcAft>
                <a:spcPct val="0"/>
              </a:spcAft>
              <a:defRPr sz="7100">
                <a:solidFill>
                  <a:schemeClr val="tx2"/>
                </a:solidFill>
                <a:latin typeface="Arial" charset="0"/>
              </a:defRPr>
            </a:lvl8pPr>
            <a:lvl9pPr marL="1828581" algn="ctr" defTabSz="1474612" rtl="0" fontAlgn="base">
              <a:spcBef>
                <a:spcPct val="0"/>
              </a:spcBef>
              <a:spcAft>
                <a:spcPct val="0"/>
              </a:spcAft>
              <a:defRPr sz="7100">
                <a:solidFill>
                  <a:schemeClr val="tx2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sz="3200" b="1" kern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“E-UNIVERSITET” </a:t>
            </a:r>
            <a:r>
              <a:rPr lang="ru-RU" sz="3200" b="1" kern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тизимини</a:t>
            </a:r>
            <a:r>
              <a:rPr lang="ru-RU" sz="3200" b="1" kern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3200" b="1" kern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ишга</a:t>
            </a:r>
            <a:r>
              <a:rPr lang="ru-RU" sz="3200" b="1" kern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3200" b="1" kern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тушириш</a:t>
            </a:r>
            <a:endParaRPr lang="ru-RU" sz="3200" kern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60" y="30763"/>
            <a:ext cx="1440000" cy="14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76B5991F-CF4A-4C55-B4FE-65CD3F40D873}"/>
              </a:ext>
            </a:extLst>
          </p:cNvPr>
          <p:cNvSpPr txBox="1"/>
          <p:nvPr/>
        </p:nvSpPr>
        <p:spPr>
          <a:xfrm>
            <a:off x="7483180" y="1575549"/>
            <a:ext cx="17840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Сервер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074FA5F-238F-49AD-9FE3-DC7D15E24E09}"/>
              </a:ext>
            </a:extLst>
          </p:cNvPr>
          <p:cNvSpPr txBox="1"/>
          <p:nvPr/>
        </p:nvSpPr>
        <p:spPr>
          <a:xfrm>
            <a:off x="1000759" y="7632451"/>
            <a:ext cx="31411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Ички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тармо</a:t>
            </a:r>
            <a:r>
              <a:rPr lang="uz-Cyrl-UZ" sz="2400" dirty="0">
                <a:latin typeface="Arial" panose="020B0604020202020204" pitchFamily="34" charset="0"/>
                <a:cs typeface="Arial" panose="020B0604020202020204" pitchFamily="34" charset="0"/>
              </a:rPr>
              <a:t>қ компьютерлари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9279ED-C16A-4325-8C82-555A8E2B3B13}"/>
              </a:ext>
            </a:extLst>
          </p:cNvPr>
          <p:cNvSpPr txBox="1"/>
          <p:nvPr/>
        </p:nvSpPr>
        <p:spPr>
          <a:xfrm>
            <a:off x="12882079" y="7488513"/>
            <a:ext cx="31411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Ички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тармо</a:t>
            </a:r>
            <a:r>
              <a:rPr lang="uz-Cyrl-UZ" sz="2400" dirty="0">
                <a:latin typeface="Arial" panose="020B0604020202020204" pitchFamily="34" charset="0"/>
                <a:cs typeface="Arial" panose="020B0604020202020204" pitchFamily="34" charset="0"/>
              </a:rPr>
              <a:t>қ компьютерлари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237645-FB7C-41AD-85AB-2C87D11EB18B}"/>
              </a:ext>
            </a:extLst>
          </p:cNvPr>
          <p:cNvSpPr txBox="1"/>
          <p:nvPr/>
        </p:nvSpPr>
        <p:spPr>
          <a:xfrm>
            <a:off x="12539853" y="2352328"/>
            <a:ext cx="31411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Ички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тармо</a:t>
            </a:r>
            <a:r>
              <a:rPr lang="uz-Cyrl-UZ" sz="2400" dirty="0">
                <a:latin typeface="Arial" panose="020B0604020202020204" pitchFamily="34" charset="0"/>
                <a:cs typeface="Arial" panose="020B0604020202020204" pitchFamily="34" charset="0"/>
              </a:rPr>
              <a:t>қ компьютерлари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70CFFF-9CF4-4C89-B5C2-26C605D1FA59}"/>
              </a:ext>
            </a:extLst>
          </p:cNvPr>
          <p:cNvSpPr txBox="1"/>
          <p:nvPr/>
        </p:nvSpPr>
        <p:spPr>
          <a:xfrm>
            <a:off x="1000759" y="2352328"/>
            <a:ext cx="31411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Ички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тармо</a:t>
            </a:r>
            <a:r>
              <a:rPr lang="uz-Cyrl-UZ" sz="2400" dirty="0">
                <a:latin typeface="Arial" panose="020B0604020202020204" pitchFamily="34" charset="0"/>
                <a:cs typeface="Arial" panose="020B0604020202020204" pitchFamily="34" charset="0"/>
              </a:rPr>
              <a:t>қ компьютерлари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Изображение 1" descr="sitlogo">
            <a:extLst>
              <a:ext uri="{FF2B5EF4-FFF2-40B4-BE49-F238E27FC236}">
                <a16:creationId xmlns:a16="http://schemas.microsoft.com/office/drawing/2014/main" id="{50BA726E-253F-42E9-BF45-4E6C291408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82265" y="-92765"/>
            <a:ext cx="1487170" cy="1508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0678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60" y="30763"/>
            <a:ext cx="1440000" cy="14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D40B8374-C9B5-4231-AC8C-0D2C27A954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0729101"/>
              </p:ext>
            </p:extLst>
          </p:nvPr>
        </p:nvGraphicFramePr>
        <p:xfrm>
          <a:off x="640080" y="1600200"/>
          <a:ext cx="15671184" cy="797457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64870">
                  <a:extLst>
                    <a:ext uri="{9D8B030D-6E8A-4147-A177-3AD203B41FA5}">
                      <a16:colId xmlns:a16="http://schemas.microsoft.com/office/drawing/2014/main" val="3162416826"/>
                    </a:ext>
                  </a:extLst>
                </a:gridCol>
                <a:gridCol w="3822188">
                  <a:extLst>
                    <a:ext uri="{9D8B030D-6E8A-4147-A177-3AD203B41FA5}">
                      <a16:colId xmlns:a16="http://schemas.microsoft.com/office/drawing/2014/main" val="4194085847"/>
                    </a:ext>
                  </a:extLst>
                </a:gridCol>
                <a:gridCol w="1902426">
                  <a:extLst>
                    <a:ext uri="{9D8B030D-6E8A-4147-A177-3AD203B41FA5}">
                      <a16:colId xmlns:a16="http://schemas.microsoft.com/office/drawing/2014/main" val="1145344014"/>
                    </a:ext>
                  </a:extLst>
                </a:gridCol>
                <a:gridCol w="5202898">
                  <a:extLst>
                    <a:ext uri="{9D8B030D-6E8A-4147-A177-3AD203B41FA5}">
                      <a16:colId xmlns:a16="http://schemas.microsoft.com/office/drawing/2014/main" val="63639518"/>
                    </a:ext>
                  </a:extLst>
                </a:gridCol>
                <a:gridCol w="2054516">
                  <a:extLst>
                    <a:ext uri="{9D8B030D-6E8A-4147-A177-3AD203B41FA5}">
                      <a16:colId xmlns:a16="http://schemas.microsoft.com/office/drawing/2014/main" val="1953846564"/>
                    </a:ext>
                  </a:extLst>
                </a:gridCol>
                <a:gridCol w="2024286">
                  <a:extLst>
                    <a:ext uri="{9D8B030D-6E8A-4147-A177-3AD203B41FA5}">
                      <a16:colId xmlns:a16="http://schemas.microsoft.com/office/drawing/2014/main" val="4183029704"/>
                    </a:ext>
                  </a:extLst>
                </a:gridCol>
              </a:tblGrid>
              <a:tr h="56199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T/</a:t>
                      </a:r>
                      <a:r>
                        <a:rPr lang="ru-RU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</a:t>
                      </a:r>
                      <a:endParaRPr lang="ru-RU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255" marR="5125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Институт (факультет) </a:t>
                      </a:r>
                      <a:r>
                        <a:rPr lang="ru-RU" sz="18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номланиши</a:t>
                      </a:r>
                      <a:endParaRPr lang="ru-RU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255" marR="5125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52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Сервер</a:t>
                      </a:r>
                      <a:endParaRPr lang="ru-RU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255" marR="5125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Локал</a:t>
                      </a:r>
                      <a:r>
                        <a:rPr lang="ru-RU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sz="18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тармоқ</a:t>
                      </a:r>
                      <a:endParaRPr lang="ru-RU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255" marR="5125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Сервер </a:t>
                      </a:r>
                      <a:r>
                        <a:rPr lang="ru-RU" sz="18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учун</a:t>
                      </a:r>
                      <a:r>
                        <a:rPr lang="ru-RU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UPS</a:t>
                      </a:r>
                      <a:r>
                        <a:rPr lang="ru-RU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sz="18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қурилмаси</a:t>
                      </a:r>
                      <a:endParaRPr lang="ru-RU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255" marR="5125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Терминал </a:t>
                      </a:r>
                      <a:br>
                        <a:rPr lang="ru-RU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ru-RU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ru-RU" sz="18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ҳост</a:t>
                      </a:r>
                      <a:r>
                        <a:rPr lang="ru-RU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255" marR="51255" marT="0" marB="0" anchor="ctr"/>
                </a:tc>
                <a:extLst>
                  <a:ext uri="{0D108BD9-81ED-4DB2-BD59-A6C34878D82A}">
                    <a16:rowId xmlns:a16="http://schemas.microsoft.com/office/drawing/2014/main" val="4134609178"/>
                  </a:ext>
                </a:extLst>
              </a:tr>
              <a:tr h="85356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255" marR="5125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Ўзбекистон</a:t>
                      </a:r>
                      <a:r>
                        <a:rPr lang="ru-RU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sz="20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Республикаси</a:t>
                      </a:r>
                      <a:r>
                        <a:rPr lang="ru-RU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sz="20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Ҳарбий</a:t>
                      </a:r>
                      <a:r>
                        <a:rPr lang="ru-RU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sz="20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хавфсизлик</a:t>
                      </a:r>
                      <a:r>
                        <a:rPr lang="ru-RU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sz="20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ва</a:t>
                      </a:r>
                      <a:r>
                        <a:rPr lang="ru-RU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sz="20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мудофаа</a:t>
                      </a:r>
                      <a:r>
                        <a:rPr lang="ru-RU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sz="20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университети</a:t>
                      </a:r>
                      <a:endParaRPr lang="ru-RU" sz="16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255" marR="5125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та </a:t>
                      </a:r>
                      <a:br>
                        <a:rPr lang="ru-RU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ru-RU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ru-RU" sz="18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эҳтиёж</a:t>
                      </a:r>
                      <a:r>
                        <a:rPr lang="ru-RU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1 та сервер)</a:t>
                      </a:r>
                      <a:endParaRPr lang="ru-RU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255" marR="5125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Мавжуд</a:t>
                      </a:r>
                      <a:r>
                        <a:rPr lang="ru-RU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</a:t>
                      </a:r>
                      <a:r>
                        <a:rPr lang="ru-RU" sz="18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Эҳтиёж</a:t>
                      </a:r>
                      <a:r>
                        <a:rPr lang="ru-RU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1200 метр </a:t>
                      </a:r>
                      <a:r>
                        <a:rPr lang="en-US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  <a:r>
                        <a:rPr lang="ru-RU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</a:t>
                      </a:r>
                      <a:r>
                        <a:rPr lang="en-US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r>
                        <a:rPr lang="ru-RU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6е </a:t>
                      </a:r>
                      <a:r>
                        <a:rPr lang="en-US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FTP</a:t>
                      </a:r>
                      <a:r>
                        <a:rPr lang="ru-RU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sz="18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кабел</a:t>
                      </a:r>
                      <a:r>
                        <a:rPr lang="ru-RU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16 та </a:t>
                      </a:r>
                      <a:r>
                        <a:rPr lang="en-US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  <a:r>
                        <a:rPr lang="ru-RU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2+ 24 порт </a:t>
                      </a:r>
                      <a:r>
                        <a:rPr lang="en-US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Switch</a:t>
                      </a:r>
                      <a:r>
                        <a:rPr lang="ru-RU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200 та </a:t>
                      </a:r>
                      <a:r>
                        <a:rPr lang="en-US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RJ</a:t>
                      </a:r>
                      <a:r>
                        <a:rPr lang="ru-RU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45)</a:t>
                      </a:r>
                      <a:endParaRPr lang="ru-RU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255" marR="5125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та </a:t>
                      </a:r>
                      <a:r>
                        <a:rPr lang="ru-RU" sz="18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мавжуд</a:t>
                      </a:r>
                      <a:r>
                        <a:rPr lang="ru-RU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</a:t>
                      </a:r>
                      <a:r>
                        <a:rPr lang="ru-RU" sz="18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эски</a:t>
                      </a:r>
                      <a:r>
                        <a:rPr lang="ru-RU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ru-RU" sz="18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Эҳтиёж</a:t>
                      </a:r>
                      <a:r>
                        <a:rPr lang="ru-RU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2 та 6 КВт </a:t>
                      </a:r>
                      <a:r>
                        <a:rPr lang="en-US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UPS</a:t>
                      </a:r>
                      <a:r>
                        <a:rPr lang="ru-RU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255" marR="5125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 та </a:t>
                      </a:r>
                      <a:r>
                        <a:rPr lang="ru-RU" sz="18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мавжуд</a:t>
                      </a:r>
                      <a:r>
                        <a:rPr lang="ru-RU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</a:t>
                      </a:r>
                      <a:r>
                        <a:rPr lang="ru-RU" sz="18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Эҳтиёж</a:t>
                      </a:r>
                      <a:r>
                        <a:rPr lang="ru-RU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50 та)</a:t>
                      </a:r>
                      <a:endParaRPr lang="ru-RU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255" marR="51255" marT="0" marB="0" anchor="ctr"/>
                </a:tc>
                <a:extLst>
                  <a:ext uri="{0D108BD9-81ED-4DB2-BD59-A6C34878D82A}">
                    <a16:rowId xmlns:a16="http://schemas.microsoft.com/office/drawing/2014/main" val="1074545872"/>
                  </a:ext>
                </a:extLst>
              </a:tr>
              <a:tr h="85356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255" marR="5125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Қуруқликдаги</a:t>
                      </a:r>
                      <a:r>
                        <a:rPr lang="ru-RU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sz="20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қўшинлар</a:t>
                      </a:r>
                      <a:r>
                        <a:rPr lang="ru-RU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sz="20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институти</a:t>
                      </a:r>
                      <a:endParaRPr lang="ru-RU" sz="16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255" marR="5125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та (</a:t>
                      </a:r>
                      <a:r>
                        <a:rPr lang="ru-RU" sz="18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эски</a:t>
                      </a:r>
                      <a:r>
                        <a:rPr lang="ru-RU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br>
                        <a:rPr lang="ru-RU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ru-RU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ru-RU" sz="18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эҳтиёж</a:t>
                      </a:r>
                      <a:r>
                        <a:rPr lang="ru-RU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2 та сервер)</a:t>
                      </a:r>
                      <a:endParaRPr lang="ru-RU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255" marR="5125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Мавжуд</a:t>
                      </a:r>
                      <a:r>
                        <a:rPr lang="ru-RU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</a:t>
                      </a:r>
                      <a:r>
                        <a:rPr lang="ru-RU" sz="18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Эҳтиёж</a:t>
                      </a:r>
                      <a:r>
                        <a:rPr lang="ru-RU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1500 метр </a:t>
                      </a:r>
                      <a:r>
                        <a:rPr lang="en-US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  <a:r>
                        <a:rPr lang="ru-RU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</a:t>
                      </a:r>
                      <a:r>
                        <a:rPr lang="en-US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r>
                        <a:rPr lang="ru-RU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6е </a:t>
                      </a:r>
                      <a:r>
                        <a:rPr lang="en-US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FRP</a:t>
                      </a:r>
                      <a:r>
                        <a:rPr lang="ru-RU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sz="18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кабел</a:t>
                      </a:r>
                      <a:r>
                        <a:rPr lang="ru-RU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4 та </a:t>
                      </a:r>
                      <a:r>
                        <a:rPr lang="en-US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  <a:r>
                        <a:rPr lang="ru-RU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2+ 24 порт </a:t>
                      </a:r>
                      <a:r>
                        <a:rPr lang="en-US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Switch</a:t>
                      </a:r>
                      <a:r>
                        <a:rPr lang="ru-RU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,1000 та </a:t>
                      </a:r>
                      <a:r>
                        <a:rPr lang="en-US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RJ</a:t>
                      </a:r>
                      <a:r>
                        <a:rPr lang="ru-RU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45)</a:t>
                      </a:r>
                      <a:endParaRPr lang="ru-RU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255" marR="5125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Мавжуд</a:t>
                      </a:r>
                      <a:r>
                        <a:rPr lang="ru-RU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sz="18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эмас</a:t>
                      </a:r>
                      <a:endParaRPr lang="ru-RU" sz="18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ru-RU" sz="18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Эҳтиёж</a:t>
                      </a:r>
                      <a:r>
                        <a:rPr lang="ru-RU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2 та 6 КВт </a:t>
                      </a:r>
                      <a:r>
                        <a:rPr lang="en-US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UPS</a:t>
                      </a:r>
                      <a:r>
                        <a:rPr lang="ru-RU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255" marR="5125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Мавжуд</a:t>
                      </a:r>
                      <a:r>
                        <a:rPr lang="ru-RU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sz="18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эмас</a:t>
                      </a:r>
                      <a:endParaRPr lang="ru-RU" sz="18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ru-RU" sz="18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Эҳтиёж</a:t>
                      </a:r>
                      <a:r>
                        <a:rPr lang="ru-RU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50 та)</a:t>
                      </a:r>
                      <a:endParaRPr lang="ru-RU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255" marR="51255" marT="0" marB="0" anchor="ctr"/>
                </a:tc>
                <a:extLst>
                  <a:ext uri="{0D108BD9-81ED-4DB2-BD59-A6C34878D82A}">
                    <a16:rowId xmlns:a16="http://schemas.microsoft.com/office/drawing/2014/main" val="2093248673"/>
                  </a:ext>
                </a:extLst>
              </a:tr>
              <a:tr h="94843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255" marR="5125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Ахборот</a:t>
                      </a:r>
                      <a:r>
                        <a:rPr lang="ru-RU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-коммуникация </a:t>
                      </a:r>
                      <a:r>
                        <a:rPr lang="ru-RU" sz="20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теххнологиялари</a:t>
                      </a:r>
                      <a:r>
                        <a:rPr lang="ru-RU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sz="20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ва</a:t>
                      </a:r>
                      <a:r>
                        <a:rPr lang="ru-RU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sz="20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ҳарбий</a:t>
                      </a:r>
                      <a:r>
                        <a:rPr lang="ru-RU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sz="20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алоқа</a:t>
                      </a:r>
                      <a:r>
                        <a:rPr lang="ru-RU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sz="20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институти</a:t>
                      </a:r>
                      <a:endParaRPr lang="ru-RU" sz="16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255" marR="5125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та </a:t>
                      </a:r>
                      <a:r>
                        <a:rPr lang="ru-RU" sz="18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мавжуд</a:t>
                      </a:r>
                      <a:r>
                        <a:rPr lang="ru-RU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</a:t>
                      </a:r>
                      <a:r>
                        <a:rPr lang="ru-RU" sz="18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Эҳтиёж</a:t>
                      </a:r>
                      <a:r>
                        <a:rPr lang="ru-RU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1 та)</a:t>
                      </a:r>
                      <a:endParaRPr lang="ru-RU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255" marR="5125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Мавжуд</a:t>
                      </a:r>
                      <a:endParaRPr lang="ru-RU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255" marR="5125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та </a:t>
                      </a:r>
                      <a:r>
                        <a:rPr lang="ru-RU" sz="18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мавжуд</a:t>
                      </a:r>
                      <a:endParaRPr lang="ru-RU" sz="18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ru-RU" sz="18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Эҳтиёж</a:t>
                      </a:r>
                      <a:r>
                        <a:rPr lang="ru-RU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1 та 6 КВт</a:t>
                      </a:r>
                      <a:r>
                        <a:rPr lang="en-US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UPS</a:t>
                      </a:r>
                      <a:r>
                        <a:rPr lang="ru-RU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255" marR="5125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 та </a:t>
                      </a:r>
                      <a:r>
                        <a:rPr lang="ru-RU" sz="18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мавжуд</a:t>
                      </a:r>
                      <a:r>
                        <a:rPr lang="ru-RU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</a:t>
                      </a:r>
                      <a:r>
                        <a:rPr lang="ru-RU" sz="18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Эҳтиёж</a:t>
                      </a:r>
                      <a:r>
                        <a:rPr lang="ru-RU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20 та)</a:t>
                      </a:r>
                      <a:endParaRPr lang="ru-RU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255" marR="51255" marT="0" marB="0" anchor="ctr"/>
                </a:tc>
                <a:extLst>
                  <a:ext uri="{0D108BD9-81ED-4DB2-BD59-A6C34878D82A}">
                    <a16:rowId xmlns:a16="http://schemas.microsoft.com/office/drawing/2014/main" val="1259955996"/>
                  </a:ext>
                </a:extLst>
              </a:tr>
              <a:tr h="85356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255" marR="5125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Ҳарбий</a:t>
                      </a:r>
                      <a:r>
                        <a:rPr lang="ru-RU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авиация </a:t>
                      </a:r>
                      <a:r>
                        <a:rPr lang="ru-RU" sz="20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институти</a:t>
                      </a:r>
                      <a:endParaRPr lang="ru-RU" sz="16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255" marR="5125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та </a:t>
                      </a:r>
                      <a:br>
                        <a:rPr lang="ru-RU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ru-RU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ru-RU" sz="18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эҳтиёж</a:t>
                      </a:r>
                      <a:r>
                        <a:rPr lang="ru-RU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1 та сервер)</a:t>
                      </a:r>
                      <a:endParaRPr lang="ru-RU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255" marR="5125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Мавжуд</a:t>
                      </a:r>
                      <a:r>
                        <a:rPr lang="ru-RU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</a:t>
                      </a:r>
                      <a:r>
                        <a:rPr lang="ru-RU" sz="18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Эҳтиёж</a:t>
                      </a:r>
                      <a:r>
                        <a:rPr lang="ru-RU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4 та </a:t>
                      </a:r>
                      <a:r>
                        <a:rPr lang="en-US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  <a:r>
                        <a:rPr lang="ru-RU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2+ 24 порт </a:t>
                      </a:r>
                      <a:r>
                        <a:rPr lang="en-US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Switch</a:t>
                      </a:r>
                      <a:r>
                        <a:rPr lang="ru-RU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255" marR="5125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Мавжуд</a:t>
                      </a:r>
                      <a:r>
                        <a:rPr lang="ru-RU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sz="18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эмас</a:t>
                      </a:r>
                      <a:endParaRPr lang="ru-RU" sz="18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ru-RU" sz="18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Эҳтиёж</a:t>
                      </a:r>
                      <a:r>
                        <a:rPr lang="ru-RU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2 та 6 КВт </a:t>
                      </a:r>
                      <a:r>
                        <a:rPr lang="en-US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UPS</a:t>
                      </a:r>
                      <a:r>
                        <a:rPr lang="ru-RU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255" marR="5125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 та </a:t>
                      </a:r>
                      <a:r>
                        <a:rPr lang="ru-RU" sz="18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мавжуд</a:t>
                      </a:r>
                      <a:endParaRPr lang="ru-RU" sz="18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ru-RU" sz="18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Эҳтиёж</a:t>
                      </a:r>
                      <a:r>
                        <a:rPr lang="ru-RU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30 та)</a:t>
                      </a:r>
                      <a:endParaRPr lang="ru-RU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255" marR="51255" marT="0" marB="0" anchor="ctr"/>
                </a:tc>
                <a:extLst>
                  <a:ext uri="{0D108BD9-81ED-4DB2-BD59-A6C34878D82A}">
                    <a16:rowId xmlns:a16="http://schemas.microsoft.com/office/drawing/2014/main" val="916534531"/>
                  </a:ext>
                </a:extLst>
              </a:tr>
              <a:tr h="107719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255" marR="5125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Ҳарбий</a:t>
                      </a:r>
                      <a:r>
                        <a:rPr lang="ru-RU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sz="20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тиббиёт</a:t>
                      </a:r>
                      <a:r>
                        <a:rPr lang="ru-RU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sz="20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институти</a:t>
                      </a:r>
                      <a:endParaRPr lang="ru-RU" sz="16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255" marR="5125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та </a:t>
                      </a:r>
                      <a:br>
                        <a:rPr lang="ru-RU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ru-RU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ru-RU" sz="18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эҳтиёж</a:t>
                      </a:r>
                      <a:r>
                        <a:rPr lang="ru-RU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1 та сервер)</a:t>
                      </a:r>
                      <a:endParaRPr lang="ru-RU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255" marR="5125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Мавжуд</a:t>
                      </a:r>
                      <a:endParaRPr lang="ru-RU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255" marR="5125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та </a:t>
                      </a:r>
                      <a:r>
                        <a:rPr lang="ru-RU" sz="18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мавжуд</a:t>
                      </a:r>
                      <a:endParaRPr lang="ru-RU" sz="18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ru-RU" sz="18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Эҳтиёж</a:t>
                      </a:r>
                      <a:r>
                        <a:rPr lang="ru-RU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1 та 6 КВт </a:t>
                      </a:r>
                      <a:r>
                        <a:rPr lang="en-US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UPS</a:t>
                      </a:r>
                      <a:r>
                        <a:rPr lang="ru-RU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255" marR="5125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Мавжуд</a:t>
                      </a:r>
                      <a:r>
                        <a:rPr lang="ru-RU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sz="18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эмас</a:t>
                      </a:r>
                      <a:endParaRPr lang="ru-RU" sz="18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ru-RU" sz="18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Эҳтиёж</a:t>
                      </a:r>
                      <a:r>
                        <a:rPr lang="ru-RU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20 та)</a:t>
                      </a:r>
                      <a:endParaRPr lang="ru-RU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255" marR="51255" marT="0" marB="0" anchor="ctr"/>
                </a:tc>
                <a:extLst>
                  <a:ext uri="{0D108BD9-81ED-4DB2-BD59-A6C34878D82A}">
                    <a16:rowId xmlns:a16="http://schemas.microsoft.com/office/drawing/2014/main" val="1761280789"/>
                  </a:ext>
                </a:extLst>
              </a:tr>
              <a:tr h="250577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255" marR="5125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Сержантлар</a:t>
                      </a:r>
                      <a:r>
                        <a:rPr lang="ru-RU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sz="20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тайёрлаш</a:t>
                      </a:r>
                      <a:r>
                        <a:rPr lang="ru-RU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sz="20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олий</a:t>
                      </a:r>
                      <a:r>
                        <a:rPr lang="ru-RU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sz="20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мактаби</a:t>
                      </a:r>
                      <a:endParaRPr lang="ru-RU" sz="16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255" marR="5125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Мавжуд</a:t>
                      </a:r>
                      <a:r>
                        <a:rPr lang="ru-RU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sz="18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эмас</a:t>
                      </a:r>
                      <a:endParaRPr lang="ru-RU" sz="18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ru-RU" sz="18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Эҳтиёж</a:t>
                      </a:r>
                      <a:r>
                        <a:rPr lang="ru-RU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2 та сервер)</a:t>
                      </a:r>
                      <a:endParaRPr lang="ru-RU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255" marR="5125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Мавжуд</a:t>
                      </a:r>
                      <a:r>
                        <a:rPr lang="ru-RU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sz="18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эмас</a:t>
                      </a:r>
                      <a:endParaRPr lang="ru-RU" sz="18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ru-RU" sz="18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Эҳтиёж</a:t>
                      </a:r>
                      <a:r>
                        <a:rPr lang="ru-RU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1000 метр оптик </a:t>
                      </a:r>
                      <a:r>
                        <a:rPr lang="ru-RU" sz="18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толали</a:t>
                      </a:r>
                      <a:r>
                        <a:rPr lang="ru-RU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sz="18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кабел</a:t>
                      </a:r>
                      <a:r>
                        <a:rPr lang="ru-RU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5500 метр </a:t>
                      </a:r>
                      <a:r>
                        <a:rPr lang="en-US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  <a:r>
                        <a:rPr lang="ru-RU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</a:t>
                      </a:r>
                      <a:r>
                        <a:rPr lang="en-US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r>
                        <a:rPr lang="ru-RU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6е </a:t>
                      </a:r>
                      <a:r>
                        <a:rPr lang="en-US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FTP</a:t>
                      </a:r>
                      <a:r>
                        <a:rPr lang="ru-RU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sz="18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кабел</a:t>
                      </a:r>
                      <a:r>
                        <a:rPr lang="ru-RU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20 та </a:t>
                      </a:r>
                      <a:r>
                        <a:rPr lang="en-US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  <a:r>
                        <a:rPr lang="ru-RU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2+ 24 порт </a:t>
                      </a:r>
                      <a:r>
                        <a:rPr lang="en-US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Switch</a:t>
                      </a:r>
                      <a:r>
                        <a:rPr lang="ru-RU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10 та </a:t>
                      </a:r>
                      <a:r>
                        <a:rPr lang="en-US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  <a:r>
                        <a:rPr lang="ru-RU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2+ 16 порт </a:t>
                      </a:r>
                      <a:r>
                        <a:rPr lang="en-US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Switch</a:t>
                      </a:r>
                      <a:r>
                        <a:rPr lang="ru-RU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20 та Телекоммуникация </a:t>
                      </a:r>
                      <a:r>
                        <a:rPr lang="ru-RU" sz="18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шкафи</a:t>
                      </a:r>
                      <a:r>
                        <a:rPr lang="ru-RU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6У, 10 та </a:t>
                      </a:r>
                      <a:r>
                        <a:rPr lang="en-US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SFPT </a:t>
                      </a:r>
                      <a:r>
                        <a:rPr lang="ru-RU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sz="18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модул</a:t>
                      </a:r>
                      <a:r>
                        <a:rPr lang="ru-RU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10 та </a:t>
                      </a:r>
                      <a:r>
                        <a:rPr lang="en-US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ODF</a:t>
                      </a:r>
                      <a:r>
                        <a:rPr lang="ru-RU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10 та </a:t>
                      </a:r>
                      <a:r>
                        <a:rPr lang="en-US" sz="18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Mediaconverter</a:t>
                      </a:r>
                      <a:r>
                        <a:rPr lang="ru-RU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30 та оптик </a:t>
                      </a:r>
                      <a:r>
                        <a:rPr lang="ru-RU" sz="18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пачкорд</a:t>
                      </a:r>
                      <a:r>
                        <a:rPr lang="ru-RU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10 та оптик кассета, 1000 та </a:t>
                      </a:r>
                      <a:r>
                        <a:rPr lang="en-US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RJ</a:t>
                      </a:r>
                      <a:r>
                        <a:rPr lang="ru-RU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45)</a:t>
                      </a:r>
                      <a:endParaRPr lang="ru-RU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255" marR="5125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Мавжуд</a:t>
                      </a:r>
                      <a:r>
                        <a:rPr lang="ru-RU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sz="18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эмас</a:t>
                      </a:r>
                      <a:endParaRPr lang="ru-RU" sz="18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ru-RU" sz="18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Эҳтиёж</a:t>
                      </a:r>
                      <a:r>
                        <a:rPr lang="ru-RU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2 та 6 КВт </a:t>
                      </a:r>
                      <a:r>
                        <a:rPr lang="en-US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UPS</a:t>
                      </a:r>
                      <a:r>
                        <a:rPr lang="ru-RU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255" marR="5125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Мавжуд</a:t>
                      </a:r>
                      <a:r>
                        <a:rPr lang="ru-RU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sz="18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эмас</a:t>
                      </a:r>
                      <a:r>
                        <a:rPr lang="ru-RU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</a:t>
                      </a:r>
                      <a:r>
                        <a:rPr lang="ru-RU" sz="18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Эҳти</a:t>
                      </a:r>
                      <a:r>
                        <a:rPr lang="uz-Cyrl-UZ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ё</a:t>
                      </a:r>
                      <a:r>
                        <a:rPr lang="ru-RU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ж</a:t>
                      </a:r>
                      <a:r>
                        <a:rPr lang="en-US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</a:t>
                      </a:r>
                      <a:r>
                        <a:rPr lang="ru-RU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110 та)</a:t>
                      </a:r>
                      <a:endParaRPr lang="ru-RU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255" marR="51255" marT="0" marB="0" anchor="ctr"/>
                </a:tc>
                <a:extLst>
                  <a:ext uri="{0D108BD9-81ED-4DB2-BD59-A6C34878D82A}">
                    <a16:rowId xmlns:a16="http://schemas.microsoft.com/office/drawing/2014/main" val="647064626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A01EB1A9-BDBF-443C-8F5E-ABE77EE9CA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3680" y="319925"/>
            <a:ext cx="13136224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00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Ўзбекистон</a:t>
            </a:r>
            <a:r>
              <a:rPr lang="ru-RU" altLang="ru-RU" sz="20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ru-RU" altLang="ru-RU" sz="200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Республикаси</a:t>
            </a:r>
            <a:r>
              <a:rPr lang="ru-RU" altLang="ru-RU" sz="20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ru-RU" altLang="ru-RU" sz="200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Ҳарбий</a:t>
            </a:r>
            <a:r>
              <a:rPr lang="ru-RU" altLang="ru-RU" sz="20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ru-RU" altLang="ru-RU" sz="200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хавфсизлик</a:t>
            </a:r>
            <a:r>
              <a:rPr lang="ru-RU" altLang="ru-RU" sz="20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ru-RU" altLang="ru-RU" sz="200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ва</a:t>
            </a:r>
            <a:r>
              <a:rPr lang="ru-RU" altLang="ru-RU" sz="20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ru-RU" altLang="ru-RU" sz="200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мудофаа</a:t>
            </a:r>
            <a:r>
              <a:rPr lang="ru-RU" altLang="ru-RU" sz="20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ru-RU" altLang="ru-RU" sz="200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университетининг</a:t>
            </a:r>
            <a:r>
              <a:rPr lang="ru-RU" altLang="ru-RU" sz="20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ru-RU" altLang="ru-RU" sz="200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институтларида</a:t>
            </a:r>
            <a:r>
              <a:rPr lang="ru-RU" altLang="ru-RU" sz="20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br>
              <a:rPr lang="ru-RU" altLang="ru-RU" sz="20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lang="ru-RU" altLang="ru-RU" sz="200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Рақамли</a:t>
            </a:r>
            <a:r>
              <a:rPr lang="ru-RU" altLang="ru-RU" sz="20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Университет </a:t>
            </a:r>
            <a:r>
              <a:rPr lang="ru-RU" altLang="ru-RU" sz="200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платформасини</a:t>
            </a:r>
            <a:r>
              <a:rPr lang="ru-RU" altLang="ru-RU" sz="20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ru-RU" altLang="ru-RU" sz="200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жорий</a:t>
            </a:r>
            <a:r>
              <a:rPr lang="ru-RU" altLang="ru-RU" sz="20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ru-RU" altLang="ru-RU" sz="200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қилиш</a:t>
            </a:r>
            <a:r>
              <a:rPr lang="ru-RU" altLang="ru-RU" sz="20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ru-RU" altLang="ru-RU" sz="200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учун</a:t>
            </a:r>
            <a:r>
              <a:rPr lang="ru-RU" altLang="ru-RU" sz="20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техник </a:t>
            </a:r>
            <a:r>
              <a:rPr lang="ru-RU" altLang="ru-RU" sz="200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қурилмаларнинг</a:t>
            </a:r>
            <a:r>
              <a:rPr lang="ru-RU" altLang="ru-RU" sz="20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ru-RU" altLang="ru-RU" sz="200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мавжудлиги</a:t>
            </a:r>
            <a:r>
              <a:rPr lang="ru-RU" altLang="ru-RU" sz="20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ru-RU" altLang="ru-RU" sz="200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ҳолати</a:t>
            </a:r>
            <a:r>
              <a:rPr lang="ru-RU" altLang="ru-RU" sz="20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ru-RU" altLang="ru-RU" sz="200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бўйича</a:t>
            </a:r>
            <a:endParaRPr lang="ru-RU" altLang="ru-RU" sz="20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0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МАЪЛУМОТ</a:t>
            </a:r>
            <a:endParaRPr kumimoji="0" lang="ru-RU" altLang="ru-RU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Изображение 1" descr="sitlogo">
            <a:extLst>
              <a:ext uri="{FF2B5EF4-FFF2-40B4-BE49-F238E27FC236}">
                <a16:creationId xmlns:a16="http://schemas.microsoft.com/office/drawing/2014/main" id="{DB335DBB-B136-4566-A01A-C97678A193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82265" y="-92765"/>
            <a:ext cx="1487170" cy="1508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6299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 txBox="1">
            <a:spLocks/>
          </p:cNvSpPr>
          <p:nvPr/>
        </p:nvSpPr>
        <p:spPr bwMode="auto">
          <a:xfrm>
            <a:off x="1909664" y="270709"/>
            <a:ext cx="13249472" cy="960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70580" tIns="85292" rIns="170580" bIns="85292" numCol="1" anchor="ctr" anchorCtr="0" compatLnSpc="1">
            <a:prstTxWarp prst="textNoShape">
              <a:avLst/>
            </a:prstTxWarp>
            <a:normAutofit/>
          </a:bodyPr>
          <a:lstStyle>
            <a:lvl1pPr algn="ctr" defTabSz="1279372" rtl="0" eaLnBrk="0" fontAlgn="base" hangingPunct="0">
              <a:spcBef>
                <a:spcPct val="0"/>
              </a:spcBef>
              <a:spcAft>
                <a:spcPct val="0"/>
              </a:spcAft>
              <a:defRPr sz="6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defTabSz="1279372" rtl="0" eaLnBrk="0" fontAlgn="base" hangingPunct="0">
              <a:spcBef>
                <a:spcPct val="0"/>
              </a:spcBef>
              <a:spcAft>
                <a:spcPct val="0"/>
              </a:spcAft>
              <a:defRPr sz="6200">
                <a:solidFill>
                  <a:schemeClr val="tx2"/>
                </a:solidFill>
                <a:latin typeface="Arial" charset="0"/>
              </a:defRPr>
            </a:lvl2pPr>
            <a:lvl3pPr algn="ctr" defTabSz="1279372" rtl="0" eaLnBrk="0" fontAlgn="base" hangingPunct="0">
              <a:spcBef>
                <a:spcPct val="0"/>
              </a:spcBef>
              <a:spcAft>
                <a:spcPct val="0"/>
              </a:spcAft>
              <a:defRPr sz="6200">
                <a:solidFill>
                  <a:schemeClr val="tx2"/>
                </a:solidFill>
                <a:latin typeface="Arial" charset="0"/>
              </a:defRPr>
            </a:lvl3pPr>
            <a:lvl4pPr algn="ctr" defTabSz="1279372" rtl="0" eaLnBrk="0" fontAlgn="base" hangingPunct="0">
              <a:spcBef>
                <a:spcPct val="0"/>
              </a:spcBef>
              <a:spcAft>
                <a:spcPct val="0"/>
              </a:spcAft>
              <a:defRPr sz="6200">
                <a:solidFill>
                  <a:schemeClr val="tx2"/>
                </a:solidFill>
                <a:latin typeface="Arial" charset="0"/>
              </a:defRPr>
            </a:lvl4pPr>
            <a:lvl5pPr algn="ctr" defTabSz="1279372" rtl="0" eaLnBrk="0" fontAlgn="base" hangingPunct="0">
              <a:spcBef>
                <a:spcPct val="0"/>
              </a:spcBef>
              <a:spcAft>
                <a:spcPct val="0"/>
              </a:spcAft>
              <a:defRPr sz="6200">
                <a:solidFill>
                  <a:schemeClr val="tx2"/>
                </a:solidFill>
                <a:latin typeface="Arial" charset="0"/>
              </a:defRPr>
            </a:lvl5pPr>
            <a:lvl6pPr marL="457145" algn="ctr" defTabSz="1474612" rtl="0" fontAlgn="base">
              <a:spcBef>
                <a:spcPct val="0"/>
              </a:spcBef>
              <a:spcAft>
                <a:spcPct val="0"/>
              </a:spcAft>
              <a:defRPr sz="7100">
                <a:solidFill>
                  <a:schemeClr val="tx2"/>
                </a:solidFill>
                <a:latin typeface="Arial" charset="0"/>
              </a:defRPr>
            </a:lvl6pPr>
            <a:lvl7pPr marL="914290" algn="ctr" defTabSz="1474612" rtl="0" fontAlgn="base">
              <a:spcBef>
                <a:spcPct val="0"/>
              </a:spcBef>
              <a:spcAft>
                <a:spcPct val="0"/>
              </a:spcAft>
              <a:defRPr sz="7100">
                <a:solidFill>
                  <a:schemeClr val="tx2"/>
                </a:solidFill>
                <a:latin typeface="Arial" charset="0"/>
              </a:defRPr>
            </a:lvl7pPr>
            <a:lvl8pPr marL="1371436" algn="ctr" defTabSz="1474612" rtl="0" fontAlgn="base">
              <a:spcBef>
                <a:spcPct val="0"/>
              </a:spcBef>
              <a:spcAft>
                <a:spcPct val="0"/>
              </a:spcAft>
              <a:defRPr sz="7100">
                <a:solidFill>
                  <a:schemeClr val="tx2"/>
                </a:solidFill>
                <a:latin typeface="Arial" charset="0"/>
              </a:defRPr>
            </a:lvl8pPr>
            <a:lvl9pPr marL="1828581" algn="ctr" defTabSz="1474612" rtl="0" fontAlgn="base">
              <a:spcBef>
                <a:spcPct val="0"/>
              </a:spcBef>
              <a:spcAft>
                <a:spcPct val="0"/>
              </a:spcAft>
              <a:defRPr sz="7100">
                <a:solidFill>
                  <a:schemeClr val="tx2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sz="4400" b="1" kern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“E-UNIVERSITET” </a:t>
            </a:r>
            <a:r>
              <a:rPr lang="ru-RU" sz="4400" b="1" kern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мониторинг </a:t>
            </a:r>
            <a:r>
              <a:rPr lang="ru-RU" sz="4400" b="1" kern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тизими</a:t>
            </a:r>
            <a:endParaRPr lang="ru-RU" sz="4400" kern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60" y="30763"/>
            <a:ext cx="1440000" cy="14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Изображение 1" descr="sitlogo">
            <a:extLst>
              <a:ext uri="{FF2B5EF4-FFF2-40B4-BE49-F238E27FC236}">
                <a16:creationId xmlns:a16="http://schemas.microsoft.com/office/drawing/2014/main" id="{3F93878D-1B5C-4723-8E4C-02912C6A63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82265" y="-92765"/>
            <a:ext cx="1487170" cy="1508760"/>
          </a:xfrm>
          <a:prstGeom prst="rect">
            <a:avLst/>
          </a:prstGeom>
        </p:spPr>
      </p:pic>
      <p:pic>
        <p:nvPicPr>
          <p:cNvPr id="8" name="Изображение 6">
            <a:extLst>
              <a:ext uri="{FF2B5EF4-FFF2-40B4-BE49-F238E27FC236}">
                <a16:creationId xmlns:a16="http://schemas.microsoft.com/office/drawing/2014/main" id="{015619A5-C424-4936-824E-3CA55611F9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010" y="1589975"/>
            <a:ext cx="16386175" cy="7891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0414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Изображение 7">
            <a:extLst>
              <a:ext uri="{FF2B5EF4-FFF2-40B4-BE49-F238E27FC236}">
                <a16:creationId xmlns:a16="http://schemas.microsoft.com/office/drawing/2014/main" id="{2449B7C2-5630-4A1B-B434-22A55F4C93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08" y="823912"/>
            <a:ext cx="16951325" cy="795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7249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Изображение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55" y="1149985"/>
            <a:ext cx="10050145" cy="4946015"/>
          </a:xfrm>
          <a:prstGeom prst="rect">
            <a:avLst/>
          </a:prstGeom>
        </p:spPr>
      </p:pic>
      <p:sp>
        <p:nvSpPr>
          <p:cNvPr id="2" name="Заголовок 1"/>
          <p:cNvSpPr txBox="1"/>
          <p:nvPr/>
        </p:nvSpPr>
        <p:spPr bwMode="auto">
          <a:xfrm>
            <a:off x="1909664" y="270709"/>
            <a:ext cx="13249472" cy="960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70580" tIns="85292" rIns="170580" bIns="85292" numCol="1" anchor="ctr" anchorCtr="0" compatLnSpc="1">
            <a:noAutofit/>
          </a:bodyPr>
          <a:lstStyle>
            <a:lvl1pPr algn="ctr" defTabSz="1279525" rtl="0" eaLnBrk="0" fontAlgn="base" hangingPunct="0">
              <a:spcBef>
                <a:spcPct val="0"/>
              </a:spcBef>
              <a:spcAft>
                <a:spcPct val="0"/>
              </a:spcAft>
              <a:defRPr sz="6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defTabSz="1279525" rtl="0" eaLnBrk="0" fontAlgn="base" hangingPunct="0">
              <a:spcBef>
                <a:spcPct val="0"/>
              </a:spcBef>
              <a:spcAft>
                <a:spcPct val="0"/>
              </a:spcAft>
              <a:defRPr sz="62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ctr" defTabSz="1279525" rtl="0" eaLnBrk="0" fontAlgn="base" hangingPunct="0">
              <a:spcBef>
                <a:spcPct val="0"/>
              </a:spcBef>
              <a:spcAft>
                <a:spcPct val="0"/>
              </a:spcAft>
              <a:defRPr sz="62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ctr" defTabSz="1279525" rtl="0" eaLnBrk="0" fontAlgn="base" hangingPunct="0">
              <a:spcBef>
                <a:spcPct val="0"/>
              </a:spcBef>
              <a:spcAft>
                <a:spcPct val="0"/>
              </a:spcAft>
              <a:defRPr sz="62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ctr" defTabSz="1279525" rtl="0" eaLnBrk="0" fontAlgn="base" hangingPunct="0">
              <a:spcBef>
                <a:spcPct val="0"/>
              </a:spcBef>
              <a:spcAft>
                <a:spcPct val="0"/>
              </a:spcAft>
              <a:defRPr sz="62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ctr" defTabSz="1474470" rtl="0" fontAlgn="base">
              <a:spcBef>
                <a:spcPct val="0"/>
              </a:spcBef>
              <a:spcAft>
                <a:spcPct val="0"/>
              </a:spcAft>
              <a:defRPr sz="71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ctr" defTabSz="1474470" rtl="0" fontAlgn="base">
              <a:spcBef>
                <a:spcPct val="0"/>
              </a:spcBef>
              <a:spcAft>
                <a:spcPct val="0"/>
              </a:spcAft>
              <a:defRPr sz="71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ctr" defTabSz="1474470" rtl="0" fontAlgn="base">
              <a:spcBef>
                <a:spcPct val="0"/>
              </a:spcBef>
              <a:spcAft>
                <a:spcPct val="0"/>
              </a:spcAft>
              <a:defRPr sz="71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ctr" defTabSz="1474470" rtl="0" fontAlgn="base">
              <a:spcBef>
                <a:spcPct val="0"/>
              </a:spcBef>
              <a:spcAft>
                <a:spcPct val="0"/>
              </a:spcAft>
              <a:defRPr sz="71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ru-RU" sz="2800" b="1" kern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Ўқув</a:t>
            </a:r>
            <a:r>
              <a:rPr lang="ru-RU" sz="2800" b="1" kern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800" b="1" kern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бўлими</a:t>
            </a:r>
            <a:endParaRPr lang="ru-RU" sz="2800" kern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Изображение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5005" y="4657090"/>
            <a:ext cx="10059035" cy="4979035"/>
          </a:xfrm>
          <a:prstGeom prst="rect">
            <a:avLst/>
          </a:prstGeom>
        </p:spPr>
      </p:pic>
      <p:pic>
        <p:nvPicPr>
          <p:cNvPr id="5" name="Изображение 5">
            <a:extLst>
              <a:ext uri="{FF2B5EF4-FFF2-40B4-BE49-F238E27FC236}">
                <a16:creationId xmlns:a16="http://schemas.microsoft.com/office/drawing/2014/main" id="{4A83239B-D657-4808-8850-3A671BBAA6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55" y="1202994"/>
            <a:ext cx="10050145" cy="4946015"/>
          </a:xfrm>
          <a:prstGeom prst="rect">
            <a:avLst/>
          </a:prstGeom>
        </p:spPr>
      </p:pic>
      <p:pic>
        <p:nvPicPr>
          <p:cNvPr id="8" name="Изображение 6">
            <a:extLst>
              <a:ext uri="{FF2B5EF4-FFF2-40B4-BE49-F238E27FC236}">
                <a16:creationId xmlns:a16="http://schemas.microsoft.com/office/drawing/2014/main" id="{CE5EE754-8C49-46A4-A2EE-97458479A4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5005" y="4710099"/>
            <a:ext cx="10059035" cy="497903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1"/>
          <p:cNvSpPr txBox="1"/>
          <p:nvPr/>
        </p:nvSpPr>
        <p:spPr bwMode="auto">
          <a:xfrm>
            <a:off x="1909664" y="270709"/>
            <a:ext cx="13249472" cy="960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70580" tIns="85292" rIns="170580" bIns="85292" numCol="1" anchor="ctr" anchorCtr="0" compatLnSpc="1">
            <a:normAutofit fontScale="92500"/>
          </a:bodyPr>
          <a:lstStyle>
            <a:lvl1pPr algn="ctr" defTabSz="1279525" rtl="0" eaLnBrk="0" fontAlgn="base" hangingPunct="0">
              <a:spcBef>
                <a:spcPct val="0"/>
              </a:spcBef>
              <a:spcAft>
                <a:spcPct val="0"/>
              </a:spcAft>
              <a:defRPr sz="6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defTabSz="1279525" rtl="0" eaLnBrk="0" fontAlgn="base" hangingPunct="0">
              <a:spcBef>
                <a:spcPct val="0"/>
              </a:spcBef>
              <a:spcAft>
                <a:spcPct val="0"/>
              </a:spcAft>
              <a:defRPr sz="62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ctr" defTabSz="1279525" rtl="0" eaLnBrk="0" fontAlgn="base" hangingPunct="0">
              <a:spcBef>
                <a:spcPct val="0"/>
              </a:spcBef>
              <a:spcAft>
                <a:spcPct val="0"/>
              </a:spcAft>
              <a:defRPr sz="62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ctr" defTabSz="1279525" rtl="0" eaLnBrk="0" fontAlgn="base" hangingPunct="0">
              <a:spcBef>
                <a:spcPct val="0"/>
              </a:spcBef>
              <a:spcAft>
                <a:spcPct val="0"/>
              </a:spcAft>
              <a:defRPr sz="62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ctr" defTabSz="1279525" rtl="0" eaLnBrk="0" fontAlgn="base" hangingPunct="0">
              <a:spcBef>
                <a:spcPct val="0"/>
              </a:spcBef>
              <a:spcAft>
                <a:spcPct val="0"/>
              </a:spcAft>
              <a:defRPr sz="62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ctr" defTabSz="1474470" rtl="0" fontAlgn="base">
              <a:spcBef>
                <a:spcPct val="0"/>
              </a:spcBef>
              <a:spcAft>
                <a:spcPct val="0"/>
              </a:spcAft>
              <a:defRPr sz="71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ctr" defTabSz="1474470" rtl="0" fontAlgn="base">
              <a:spcBef>
                <a:spcPct val="0"/>
              </a:spcBef>
              <a:spcAft>
                <a:spcPct val="0"/>
              </a:spcAft>
              <a:defRPr sz="71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ctr" defTabSz="1474470" rtl="0" fontAlgn="base">
              <a:spcBef>
                <a:spcPct val="0"/>
              </a:spcBef>
              <a:spcAft>
                <a:spcPct val="0"/>
              </a:spcAft>
              <a:defRPr sz="71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ctr" defTabSz="1474470" rtl="0" fontAlgn="base">
              <a:spcBef>
                <a:spcPct val="0"/>
              </a:spcBef>
              <a:spcAft>
                <a:spcPct val="0"/>
              </a:spcAft>
              <a:defRPr sz="71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uz-Cyrl-UZ" altLang="ru-RU" sz="3200" b="1" kern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en-US" altLang="ru-RU" sz="3200" b="1" kern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E-</a:t>
            </a:r>
            <a:r>
              <a:rPr lang="en-US" altLang="ru-RU" sz="3200" b="1" kern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Universitet</a:t>
            </a:r>
            <a:r>
              <a:rPr lang="uz-Cyrl-UZ" altLang="ru-RU" sz="3200" b="1" kern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en-US" sz="3200" b="1" kern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uz-Cyrl-UZ" sz="3200" b="1" kern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мониторинг тизими ўқув бўлими статистикалари</a:t>
            </a:r>
            <a:endParaRPr lang="en-US" altLang="en-US" sz="3200" b="1" kern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60" y="30763"/>
            <a:ext cx="1440000" cy="14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Изображение 10" descr="sit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82265" y="0"/>
            <a:ext cx="1487170" cy="1508760"/>
          </a:xfrm>
          <a:prstGeom prst="rect">
            <a:avLst/>
          </a:prstGeom>
        </p:spPr>
      </p:pic>
      <p:pic>
        <p:nvPicPr>
          <p:cNvPr id="12" name="Изображение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105" y="1635125"/>
            <a:ext cx="16010255" cy="791654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 txBox="1"/>
          <p:nvPr/>
        </p:nvSpPr>
        <p:spPr bwMode="auto">
          <a:xfrm>
            <a:off x="1909664" y="270709"/>
            <a:ext cx="13249472" cy="960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70580" tIns="85292" rIns="170580" bIns="85292" numCol="1" anchor="ctr" anchorCtr="0" compatLnSpc="1">
            <a:normAutofit fontScale="92500"/>
          </a:bodyPr>
          <a:lstStyle>
            <a:lvl1pPr algn="ctr" defTabSz="1279525" rtl="0" eaLnBrk="0" fontAlgn="base" hangingPunct="0">
              <a:spcBef>
                <a:spcPct val="0"/>
              </a:spcBef>
              <a:spcAft>
                <a:spcPct val="0"/>
              </a:spcAft>
              <a:defRPr sz="6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defTabSz="1279525" rtl="0" eaLnBrk="0" fontAlgn="base" hangingPunct="0">
              <a:spcBef>
                <a:spcPct val="0"/>
              </a:spcBef>
              <a:spcAft>
                <a:spcPct val="0"/>
              </a:spcAft>
              <a:defRPr sz="62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ctr" defTabSz="1279525" rtl="0" eaLnBrk="0" fontAlgn="base" hangingPunct="0">
              <a:spcBef>
                <a:spcPct val="0"/>
              </a:spcBef>
              <a:spcAft>
                <a:spcPct val="0"/>
              </a:spcAft>
              <a:defRPr sz="62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ctr" defTabSz="1279525" rtl="0" eaLnBrk="0" fontAlgn="base" hangingPunct="0">
              <a:spcBef>
                <a:spcPct val="0"/>
              </a:spcBef>
              <a:spcAft>
                <a:spcPct val="0"/>
              </a:spcAft>
              <a:defRPr sz="62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ctr" defTabSz="1279525" rtl="0" eaLnBrk="0" fontAlgn="base" hangingPunct="0">
              <a:spcBef>
                <a:spcPct val="0"/>
              </a:spcBef>
              <a:spcAft>
                <a:spcPct val="0"/>
              </a:spcAft>
              <a:defRPr sz="62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ctr" defTabSz="1474470" rtl="0" fontAlgn="base">
              <a:spcBef>
                <a:spcPct val="0"/>
              </a:spcBef>
              <a:spcAft>
                <a:spcPct val="0"/>
              </a:spcAft>
              <a:defRPr sz="71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ctr" defTabSz="1474470" rtl="0" fontAlgn="base">
              <a:spcBef>
                <a:spcPct val="0"/>
              </a:spcBef>
              <a:spcAft>
                <a:spcPct val="0"/>
              </a:spcAft>
              <a:defRPr sz="71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ctr" defTabSz="1474470" rtl="0" fontAlgn="base">
              <a:spcBef>
                <a:spcPct val="0"/>
              </a:spcBef>
              <a:spcAft>
                <a:spcPct val="0"/>
              </a:spcAft>
              <a:defRPr sz="71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ctr" defTabSz="1474470" rtl="0" fontAlgn="base">
              <a:spcBef>
                <a:spcPct val="0"/>
              </a:spcBef>
              <a:spcAft>
                <a:spcPct val="0"/>
              </a:spcAft>
              <a:defRPr sz="71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uz-Cyrl-UZ" altLang="ru-RU" sz="3200" b="1" kern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en-US" altLang="ru-RU" sz="3200" b="1" kern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E-</a:t>
            </a:r>
            <a:r>
              <a:rPr lang="en-US" altLang="ru-RU" sz="3200" b="1" kern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Universitet</a:t>
            </a:r>
            <a:r>
              <a:rPr lang="uz-Cyrl-UZ" altLang="ru-RU" sz="3200" b="1" kern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en-US" sz="3200" b="1" kern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uz-Cyrl-UZ" sz="3200" b="1" kern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мониторинг тизими ўқув бўлими статистикалари</a:t>
            </a:r>
            <a:endParaRPr lang="en-US" altLang="en-US" sz="3200" b="1" kern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60" y="30763"/>
            <a:ext cx="1440000" cy="14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Изображение 6" descr="sit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82265" y="0"/>
            <a:ext cx="1487170" cy="1508760"/>
          </a:xfrm>
          <a:prstGeom prst="rect">
            <a:avLst/>
          </a:prstGeom>
        </p:spPr>
      </p:pic>
      <p:pic>
        <p:nvPicPr>
          <p:cNvPr id="3" name="Изображение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465" y="1672590"/>
            <a:ext cx="15947390" cy="787717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Изображение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20" y="168275"/>
            <a:ext cx="8514080" cy="3970655"/>
          </a:xfrm>
          <a:prstGeom prst="rect">
            <a:avLst/>
          </a:prstGeom>
        </p:spPr>
      </p:pic>
      <p:pic>
        <p:nvPicPr>
          <p:cNvPr id="7" name="Изображение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0440" y="136525"/>
            <a:ext cx="8178800" cy="4008120"/>
          </a:xfrm>
          <a:prstGeom prst="rect">
            <a:avLst/>
          </a:prstGeom>
        </p:spPr>
      </p:pic>
      <p:pic>
        <p:nvPicPr>
          <p:cNvPr id="8" name="Изображение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085715"/>
            <a:ext cx="8452485" cy="4166870"/>
          </a:xfrm>
          <a:prstGeom prst="rect">
            <a:avLst/>
          </a:prstGeom>
        </p:spPr>
      </p:pic>
      <p:pic>
        <p:nvPicPr>
          <p:cNvPr id="9" name="Изображение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40140" y="5042535"/>
            <a:ext cx="8274050" cy="40957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528" y="912168"/>
            <a:ext cx="3450758" cy="6932325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7936" y="4796914"/>
            <a:ext cx="9707708" cy="4804286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371" y="255409"/>
            <a:ext cx="9126017" cy="45126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/>
          <p:nvPr/>
        </p:nvSpPr>
        <p:spPr bwMode="auto">
          <a:xfrm>
            <a:off x="1909664" y="270709"/>
            <a:ext cx="13249472" cy="960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70580" tIns="85292" rIns="170580" bIns="85292" numCol="1" anchor="ctr" anchorCtr="0" compatLnSpc="1">
            <a:noAutofit/>
          </a:bodyPr>
          <a:lstStyle>
            <a:lvl1pPr algn="ctr" defTabSz="1279525" rtl="0" eaLnBrk="0" fontAlgn="base" hangingPunct="0">
              <a:spcBef>
                <a:spcPct val="0"/>
              </a:spcBef>
              <a:spcAft>
                <a:spcPct val="0"/>
              </a:spcAft>
              <a:defRPr sz="6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defTabSz="1279525" rtl="0" eaLnBrk="0" fontAlgn="base" hangingPunct="0">
              <a:spcBef>
                <a:spcPct val="0"/>
              </a:spcBef>
              <a:spcAft>
                <a:spcPct val="0"/>
              </a:spcAft>
              <a:defRPr sz="62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ctr" defTabSz="1279525" rtl="0" eaLnBrk="0" fontAlgn="base" hangingPunct="0">
              <a:spcBef>
                <a:spcPct val="0"/>
              </a:spcBef>
              <a:spcAft>
                <a:spcPct val="0"/>
              </a:spcAft>
              <a:defRPr sz="62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ctr" defTabSz="1279525" rtl="0" eaLnBrk="0" fontAlgn="base" hangingPunct="0">
              <a:spcBef>
                <a:spcPct val="0"/>
              </a:spcBef>
              <a:spcAft>
                <a:spcPct val="0"/>
              </a:spcAft>
              <a:defRPr sz="62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ctr" defTabSz="1279525" rtl="0" eaLnBrk="0" fontAlgn="base" hangingPunct="0">
              <a:spcBef>
                <a:spcPct val="0"/>
              </a:spcBef>
              <a:spcAft>
                <a:spcPct val="0"/>
              </a:spcAft>
              <a:defRPr sz="62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ctr" defTabSz="1474470" rtl="0" fontAlgn="base">
              <a:spcBef>
                <a:spcPct val="0"/>
              </a:spcBef>
              <a:spcAft>
                <a:spcPct val="0"/>
              </a:spcAft>
              <a:defRPr sz="71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ctr" defTabSz="1474470" rtl="0" fontAlgn="base">
              <a:spcBef>
                <a:spcPct val="0"/>
              </a:spcBef>
              <a:spcAft>
                <a:spcPct val="0"/>
              </a:spcAft>
              <a:defRPr sz="71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ctr" defTabSz="1474470" rtl="0" fontAlgn="base">
              <a:spcBef>
                <a:spcPct val="0"/>
              </a:spcBef>
              <a:spcAft>
                <a:spcPct val="0"/>
              </a:spcAft>
              <a:defRPr sz="71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ctr" defTabSz="1474470" rtl="0" fontAlgn="base">
              <a:spcBef>
                <a:spcPct val="0"/>
              </a:spcBef>
              <a:spcAft>
                <a:spcPct val="0"/>
              </a:spcAft>
              <a:defRPr sz="71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uz-Cyrl-UZ" sz="2800" b="1" kern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Кафедра бошлиғи</a:t>
            </a:r>
            <a:endParaRPr lang="ru-RU" sz="2800" kern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415" y="1488232"/>
            <a:ext cx="15030450" cy="741616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/>
          <p:nvPr/>
        </p:nvSpPr>
        <p:spPr bwMode="auto">
          <a:xfrm>
            <a:off x="1909664" y="336104"/>
            <a:ext cx="13249472" cy="960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70580" tIns="85292" rIns="170580" bIns="85292" numCol="1" anchor="ctr" anchorCtr="0" compatLnSpc="1">
            <a:noAutofit/>
          </a:bodyPr>
          <a:lstStyle>
            <a:lvl1pPr algn="ctr" defTabSz="1279525" rtl="0" eaLnBrk="0" fontAlgn="base" hangingPunct="0">
              <a:spcBef>
                <a:spcPct val="0"/>
              </a:spcBef>
              <a:spcAft>
                <a:spcPct val="0"/>
              </a:spcAft>
              <a:defRPr sz="6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defTabSz="1279525" rtl="0" eaLnBrk="0" fontAlgn="base" hangingPunct="0">
              <a:spcBef>
                <a:spcPct val="0"/>
              </a:spcBef>
              <a:spcAft>
                <a:spcPct val="0"/>
              </a:spcAft>
              <a:defRPr sz="62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ctr" defTabSz="1279525" rtl="0" eaLnBrk="0" fontAlgn="base" hangingPunct="0">
              <a:spcBef>
                <a:spcPct val="0"/>
              </a:spcBef>
              <a:spcAft>
                <a:spcPct val="0"/>
              </a:spcAft>
              <a:defRPr sz="62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ctr" defTabSz="1279525" rtl="0" eaLnBrk="0" fontAlgn="base" hangingPunct="0">
              <a:spcBef>
                <a:spcPct val="0"/>
              </a:spcBef>
              <a:spcAft>
                <a:spcPct val="0"/>
              </a:spcAft>
              <a:defRPr sz="62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ctr" defTabSz="1279525" rtl="0" eaLnBrk="0" fontAlgn="base" hangingPunct="0">
              <a:spcBef>
                <a:spcPct val="0"/>
              </a:spcBef>
              <a:spcAft>
                <a:spcPct val="0"/>
              </a:spcAft>
              <a:defRPr sz="62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ctr" defTabSz="1474470" rtl="0" fontAlgn="base">
              <a:spcBef>
                <a:spcPct val="0"/>
              </a:spcBef>
              <a:spcAft>
                <a:spcPct val="0"/>
              </a:spcAft>
              <a:defRPr sz="71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ctr" defTabSz="1474470" rtl="0" fontAlgn="base">
              <a:spcBef>
                <a:spcPct val="0"/>
              </a:spcBef>
              <a:spcAft>
                <a:spcPct val="0"/>
              </a:spcAft>
              <a:defRPr sz="71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ctr" defTabSz="1474470" rtl="0" fontAlgn="base">
              <a:spcBef>
                <a:spcPct val="0"/>
              </a:spcBef>
              <a:spcAft>
                <a:spcPct val="0"/>
              </a:spcAft>
              <a:defRPr sz="71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ctr" defTabSz="1474470" rtl="0" fontAlgn="base">
              <a:spcBef>
                <a:spcPct val="0"/>
              </a:spcBef>
              <a:spcAft>
                <a:spcPct val="0"/>
              </a:spcAft>
              <a:defRPr sz="71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uz-Cyrl-UZ" sz="2800" b="1" kern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Кафедра бошлиғи томонидан журналларни яратиш</a:t>
            </a:r>
            <a:endParaRPr lang="ru-RU" sz="2800" kern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15" y="1416224"/>
            <a:ext cx="16668115" cy="79692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/>
          <p:nvPr/>
        </p:nvSpPr>
        <p:spPr bwMode="auto">
          <a:xfrm>
            <a:off x="1909664" y="336104"/>
            <a:ext cx="13249472" cy="960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70580" tIns="85292" rIns="170580" bIns="85292" numCol="1" anchor="ctr" anchorCtr="0" compatLnSpc="1">
            <a:noAutofit/>
          </a:bodyPr>
          <a:lstStyle>
            <a:lvl1pPr algn="ctr" defTabSz="1279525" rtl="0" eaLnBrk="0" fontAlgn="base" hangingPunct="0">
              <a:spcBef>
                <a:spcPct val="0"/>
              </a:spcBef>
              <a:spcAft>
                <a:spcPct val="0"/>
              </a:spcAft>
              <a:defRPr sz="6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defTabSz="1279525" rtl="0" eaLnBrk="0" fontAlgn="base" hangingPunct="0">
              <a:spcBef>
                <a:spcPct val="0"/>
              </a:spcBef>
              <a:spcAft>
                <a:spcPct val="0"/>
              </a:spcAft>
              <a:defRPr sz="62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ctr" defTabSz="1279525" rtl="0" eaLnBrk="0" fontAlgn="base" hangingPunct="0">
              <a:spcBef>
                <a:spcPct val="0"/>
              </a:spcBef>
              <a:spcAft>
                <a:spcPct val="0"/>
              </a:spcAft>
              <a:defRPr sz="62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ctr" defTabSz="1279525" rtl="0" eaLnBrk="0" fontAlgn="base" hangingPunct="0">
              <a:spcBef>
                <a:spcPct val="0"/>
              </a:spcBef>
              <a:spcAft>
                <a:spcPct val="0"/>
              </a:spcAft>
              <a:defRPr sz="62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ctr" defTabSz="1279525" rtl="0" eaLnBrk="0" fontAlgn="base" hangingPunct="0">
              <a:spcBef>
                <a:spcPct val="0"/>
              </a:spcBef>
              <a:spcAft>
                <a:spcPct val="0"/>
              </a:spcAft>
              <a:defRPr sz="62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ctr" defTabSz="1474470" rtl="0" fontAlgn="base">
              <a:spcBef>
                <a:spcPct val="0"/>
              </a:spcBef>
              <a:spcAft>
                <a:spcPct val="0"/>
              </a:spcAft>
              <a:defRPr sz="71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ctr" defTabSz="1474470" rtl="0" fontAlgn="base">
              <a:spcBef>
                <a:spcPct val="0"/>
              </a:spcBef>
              <a:spcAft>
                <a:spcPct val="0"/>
              </a:spcAft>
              <a:defRPr sz="71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ctr" defTabSz="1474470" rtl="0" fontAlgn="base">
              <a:spcBef>
                <a:spcPct val="0"/>
              </a:spcBef>
              <a:spcAft>
                <a:spcPct val="0"/>
              </a:spcAft>
              <a:defRPr sz="71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ctr" defTabSz="1474470" rtl="0" fontAlgn="base">
              <a:spcBef>
                <a:spcPct val="0"/>
              </a:spcBef>
              <a:spcAft>
                <a:spcPct val="0"/>
              </a:spcAft>
              <a:defRPr sz="71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uz-Cyrl-UZ" sz="2800" b="1" kern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Кафедра бошлиғи томонидан журналларни ўқитувчиларга бириктириш</a:t>
            </a:r>
            <a:endParaRPr lang="ru-RU" sz="2800" kern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Изображение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655" y="1704256"/>
            <a:ext cx="16207105" cy="74371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/>
          <p:nvPr/>
        </p:nvSpPr>
        <p:spPr bwMode="auto">
          <a:xfrm>
            <a:off x="1909664" y="336104"/>
            <a:ext cx="13249472" cy="960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70580" tIns="85292" rIns="170580" bIns="85292" numCol="1" anchor="ctr" anchorCtr="0" compatLnSpc="1">
            <a:noAutofit/>
          </a:bodyPr>
          <a:lstStyle>
            <a:lvl1pPr algn="ctr" defTabSz="1279525" rtl="0" eaLnBrk="0" fontAlgn="base" hangingPunct="0">
              <a:spcBef>
                <a:spcPct val="0"/>
              </a:spcBef>
              <a:spcAft>
                <a:spcPct val="0"/>
              </a:spcAft>
              <a:defRPr sz="6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defTabSz="1279525" rtl="0" eaLnBrk="0" fontAlgn="base" hangingPunct="0">
              <a:spcBef>
                <a:spcPct val="0"/>
              </a:spcBef>
              <a:spcAft>
                <a:spcPct val="0"/>
              </a:spcAft>
              <a:defRPr sz="62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ctr" defTabSz="1279525" rtl="0" eaLnBrk="0" fontAlgn="base" hangingPunct="0">
              <a:spcBef>
                <a:spcPct val="0"/>
              </a:spcBef>
              <a:spcAft>
                <a:spcPct val="0"/>
              </a:spcAft>
              <a:defRPr sz="62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ctr" defTabSz="1279525" rtl="0" eaLnBrk="0" fontAlgn="base" hangingPunct="0">
              <a:spcBef>
                <a:spcPct val="0"/>
              </a:spcBef>
              <a:spcAft>
                <a:spcPct val="0"/>
              </a:spcAft>
              <a:defRPr sz="62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ctr" defTabSz="1279525" rtl="0" eaLnBrk="0" fontAlgn="base" hangingPunct="0">
              <a:spcBef>
                <a:spcPct val="0"/>
              </a:spcBef>
              <a:spcAft>
                <a:spcPct val="0"/>
              </a:spcAft>
              <a:defRPr sz="62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ctr" defTabSz="1474470" rtl="0" fontAlgn="base">
              <a:spcBef>
                <a:spcPct val="0"/>
              </a:spcBef>
              <a:spcAft>
                <a:spcPct val="0"/>
              </a:spcAft>
              <a:defRPr sz="71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ctr" defTabSz="1474470" rtl="0" fontAlgn="base">
              <a:spcBef>
                <a:spcPct val="0"/>
              </a:spcBef>
              <a:spcAft>
                <a:spcPct val="0"/>
              </a:spcAft>
              <a:defRPr sz="71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ctr" defTabSz="1474470" rtl="0" fontAlgn="base">
              <a:spcBef>
                <a:spcPct val="0"/>
              </a:spcBef>
              <a:spcAft>
                <a:spcPct val="0"/>
              </a:spcAft>
              <a:defRPr sz="71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ctr" defTabSz="1474470" rtl="0" fontAlgn="base">
              <a:spcBef>
                <a:spcPct val="0"/>
              </a:spcBef>
              <a:spcAft>
                <a:spcPct val="0"/>
              </a:spcAft>
              <a:defRPr sz="71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uz-Cyrl-UZ" sz="2800" b="1" kern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Ўқитувчи фанлари</a:t>
            </a:r>
            <a:endParaRPr lang="ru-RU" sz="2800" kern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890" y="1335216"/>
            <a:ext cx="16167100" cy="79298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/>
          <p:nvPr/>
        </p:nvSpPr>
        <p:spPr bwMode="auto">
          <a:xfrm>
            <a:off x="1909664" y="336104"/>
            <a:ext cx="13249472" cy="960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70580" tIns="85292" rIns="170580" bIns="85292" numCol="1" anchor="ctr" anchorCtr="0" compatLnSpc="1">
            <a:noAutofit/>
          </a:bodyPr>
          <a:lstStyle>
            <a:lvl1pPr algn="ctr" defTabSz="1279525" rtl="0" eaLnBrk="0" fontAlgn="base" hangingPunct="0">
              <a:spcBef>
                <a:spcPct val="0"/>
              </a:spcBef>
              <a:spcAft>
                <a:spcPct val="0"/>
              </a:spcAft>
              <a:defRPr sz="6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defTabSz="1279525" rtl="0" eaLnBrk="0" fontAlgn="base" hangingPunct="0">
              <a:spcBef>
                <a:spcPct val="0"/>
              </a:spcBef>
              <a:spcAft>
                <a:spcPct val="0"/>
              </a:spcAft>
              <a:defRPr sz="62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ctr" defTabSz="1279525" rtl="0" eaLnBrk="0" fontAlgn="base" hangingPunct="0">
              <a:spcBef>
                <a:spcPct val="0"/>
              </a:spcBef>
              <a:spcAft>
                <a:spcPct val="0"/>
              </a:spcAft>
              <a:defRPr sz="62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ctr" defTabSz="1279525" rtl="0" eaLnBrk="0" fontAlgn="base" hangingPunct="0">
              <a:spcBef>
                <a:spcPct val="0"/>
              </a:spcBef>
              <a:spcAft>
                <a:spcPct val="0"/>
              </a:spcAft>
              <a:defRPr sz="62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ctr" defTabSz="1279525" rtl="0" eaLnBrk="0" fontAlgn="base" hangingPunct="0">
              <a:spcBef>
                <a:spcPct val="0"/>
              </a:spcBef>
              <a:spcAft>
                <a:spcPct val="0"/>
              </a:spcAft>
              <a:defRPr sz="62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ctr" defTabSz="1474470" rtl="0" fontAlgn="base">
              <a:spcBef>
                <a:spcPct val="0"/>
              </a:spcBef>
              <a:spcAft>
                <a:spcPct val="0"/>
              </a:spcAft>
              <a:defRPr sz="71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ctr" defTabSz="1474470" rtl="0" fontAlgn="base">
              <a:spcBef>
                <a:spcPct val="0"/>
              </a:spcBef>
              <a:spcAft>
                <a:spcPct val="0"/>
              </a:spcAft>
              <a:defRPr sz="71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ctr" defTabSz="1474470" rtl="0" fontAlgn="base">
              <a:spcBef>
                <a:spcPct val="0"/>
              </a:spcBef>
              <a:spcAft>
                <a:spcPct val="0"/>
              </a:spcAft>
              <a:defRPr sz="71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ctr" defTabSz="1474470" rtl="0" fontAlgn="base">
              <a:spcBef>
                <a:spcPct val="0"/>
              </a:spcBef>
              <a:spcAft>
                <a:spcPct val="0"/>
              </a:spcAft>
              <a:defRPr sz="71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uz-Cyrl-UZ" sz="2800" b="1" kern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Ўқитувчининг фан бўйича журналлари</a:t>
            </a:r>
            <a:endParaRPr lang="ru-RU" sz="2800" kern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Изображение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665" y="1711960"/>
            <a:ext cx="16071850" cy="714629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88" r="11188"/>
          <a:stretch/>
        </p:blipFill>
        <p:spPr>
          <a:xfrm>
            <a:off x="15301" y="-1600199"/>
            <a:ext cx="17013944" cy="12801600"/>
          </a:xfrm>
          <a:prstGeom prst="rect">
            <a:avLst/>
          </a:prstGeom>
        </p:spPr>
      </p:pic>
      <p:sp>
        <p:nvSpPr>
          <p:cNvPr id="12" name="Rectangle 9"/>
          <p:cNvSpPr>
            <a:spLocks noChangeArrowheads="1"/>
          </p:cNvSpPr>
          <p:nvPr/>
        </p:nvSpPr>
        <p:spPr bwMode="auto">
          <a:xfrm>
            <a:off x="917604" y="3847958"/>
            <a:ext cx="14705557" cy="808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137491" tIns="68745" rIns="137491" bIns="0" anchor="ctr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 defTabSz="13754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ru-RU" sz="4800" b="1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Эътиборингиз</a:t>
            </a:r>
            <a:r>
              <a:rPr lang="ru-RU" sz="48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4800" b="1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учун</a:t>
            </a:r>
            <a:r>
              <a:rPr lang="ru-RU" sz="48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4800" b="1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раҳмат</a:t>
            </a:r>
            <a:r>
              <a:rPr lang="ru-RU" sz="48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!</a:t>
            </a: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7E615FC8-1370-4912-AAC1-218EDA0B8586}"/>
              </a:ext>
            </a:extLst>
          </p:cNvPr>
          <p:cNvSpPr txBox="1">
            <a:spLocks/>
          </p:cNvSpPr>
          <p:nvPr/>
        </p:nvSpPr>
        <p:spPr bwMode="auto">
          <a:xfrm>
            <a:off x="1909664" y="270709"/>
            <a:ext cx="13249472" cy="16495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70580" tIns="85292" rIns="170580" bIns="85292" numCol="1" anchor="ctr" anchorCtr="0" compatLnSpc="1">
            <a:prstTxWarp prst="textNoShape">
              <a:avLst/>
            </a:prstTxWarp>
            <a:noAutofit/>
          </a:bodyPr>
          <a:lstStyle>
            <a:lvl1pPr algn="ctr" defTabSz="1279372" rtl="0" eaLnBrk="0" fontAlgn="base" hangingPunct="0">
              <a:spcBef>
                <a:spcPct val="0"/>
              </a:spcBef>
              <a:spcAft>
                <a:spcPct val="0"/>
              </a:spcAft>
              <a:defRPr sz="6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defTabSz="1279372" rtl="0" eaLnBrk="0" fontAlgn="base" hangingPunct="0">
              <a:spcBef>
                <a:spcPct val="0"/>
              </a:spcBef>
              <a:spcAft>
                <a:spcPct val="0"/>
              </a:spcAft>
              <a:defRPr sz="6200">
                <a:solidFill>
                  <a:schemeClr val="tx2"/>
                </a:solidFill>
                <a:latin typeface="Arial" charset="0"/>
              </a:defRPr>
            </a:lvl2pPr>
            <a:lvl3pPr algn="ctr" defTabSz="1279372" rtl="0" eaLnBrk="0" fontAlgn="base" hangingPunct="0">
              <a:spcBef>
                <a:spcPct val="0"/>
              </a:spcBef>
              <a:spcAft>
                <a:spcPct val="0"/>
              </a:spcAft>
              <a:defRPr sz="6200">
                <a:solidFill>
                  <a:schemeClr val="tx2"/>
                </a:solidFill>
                <a:latin typeface="Arial" charset="0"/>
              </a:defRPr>
            </a:lvl3pPr>
            <a:lvl4pPr algn="ctr" defTabSz="1279372" rtl="0" eaLnBrk="0" fontAlgn="base" hangingPunct="0">
              <a:spcBef>
                <a:spcPct val="0"/>
              </a:spcBef>
              <a:spcAft>
                <a:spcPct val="0"/>
              </a:spcAft>
              <a:defRPr sz="6200">
                <a:solidFill>
                  <a:schemeClr val="tx2"/>
                </a:solidFill>
                <a:latin typeface="Arial" charset="0"/>
              </a:defRPr>
            </a:lvl4pPr>
            <a:lvl5pPr algn="ctr" defTabSz="1279372" rtl="0" eaLnBrk="0" fontAlgn="base" hangingPunct="0">
              <a:spcBef>
                <a:spcPct val="0"/>
              </a:spcBef>
              <a:spcAft>
                <a:spcPct val="0"/>
              </a:spcAft>
              <a:defRPr sz="6200">
                <a:solidFill>
                  <a:schemeClr val="tx2"/>
                </a:solidFill>
                <a:latin typeface="Arial" charset="0"/>
              </a:defRPr>
            </a:lvl5pPr>
            <a:lvl6pPr marL="457145" algn="ctr" defTabSz="1474612" rtl="0" fontAlgn="base">
              <a:spcBef>
                <a:spcPct val="0"/>
              </a:spcBef>
              <a:spcAft>
                <a:spcPct val="0"/>
              </a:spcAft>
              <a:defRPr sz="7100">
                <a:solidFill>
                  <a:schemeClr val="tx2"/>
                </a:solidFill>
                <a:latin typeface="Arial" charset="0"/>
              </a:defRPr>
            </a:lvl6pPr>
            <a:lvl7pPr marL="914290" algn="ctr" defTabSz="1474612" rtl="0" fontAlgn="base">
              <a:spcBef>
                <a:spcPct val="0"/>
              </a:spcBef>
              <a:spcAft>
                <a:spcPct val="0"/>
              </a:spcAft>
              <a:defRPr sz="7100">
                <a:solidFill>
                  <a:schemeClr val="tx2"/>
                </a:solidFill>
                <a:latin typeface="Arial" charset="0"/>
              </a:defRPr>
            </a:lvl7pPr>
            <a:lvl8pPr marL="1371436" algn="ctr" defTabSz="1474612" rtl="0" fontAlgn="base">
              <a:spcBef>
                <a:spcPct val="0"/>
              </a:spcBef>
              <a:spcAft>
                <a:spcPct val="0"/>
              </a:spcAft>
              <a:defRPr sz="7100">
                <a:solidFill>
                  <a:schemeClr val="tx2"/>
                </a:solidFill>
                <a:latin typeface="Arial" charset="0"/>
              </a:defRPr>
            </a:lvl8pPr>
            <a:lvl9pPr marL="1828581" algn="ctr" defTabSz="1474612" rtl="0" fontAlgn="base">
              <a:spcBef>
                <a:spcPct val="0"/>
              </a:spcBef>
              <a:spcAft>
                <a:spcPct val="0"/>
              </a:spcAft>
              <a:defRPr sz="7100">
                <a:solidFill>
                  <a:schemeClr val="tx2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ru-RU" sz="2800" b="1" kern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ЎЗБЕКИСТОН РЕСПУБЛИКАСИ ҲAРБИЙ ХAВФСИЗЛИК ВA МУДОФAA УНИВЕРСИТЕТИНИНГ АХБОРОТ-КОММУНИКА</a:t>
            </a:r>
            <a:r>
              <a:rPr lang="uz-Cyrl-UZ" sz="2800" b="1" kern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Ц</a:t>
            </a:r>
            <a:r>
              <a:rPr lang="ru-RU" sz="2800" b="1" kern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ИЯ ТЕХНОЛОГИЯЛАРИ ВА ҲАРБИЙ АЛОҚА ИНСТИТУТИ</a:t>
            </a:r>
            <a:endParaRPr lang="ru-RU" sz="2800" kern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3">
            <a:extLst>
              <a:ext uri="{FF2B5EF4-FFF2-40B4-BE49-F238E27FC236}">
                <a16:creationId xmlns:a16="http://schemas.microsoft.com/office/drawing/2014/main" id="{7239E072-50B2-41D2-A4FF-2F4C9EFC8F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60" y="30763"/>
            <a:ext cx="1440000" cy="14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Изображение 1" descr="sitlogo">
            <a:extLst>
              <a:ext uri="{FF2B5EF4-FFF2-40B4-BE49-F238E27FC236}">
                <a16:creationId xmlns:a16="http://schemas.microsoft.com/office/drawing/2014/main" id="{BC763C28-1C52-4308-825E-75859AE6C5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82265" y="-92765"/>
            <a:ext cx="1487170" cy="1508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73376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d16ea9dd80a849931250e031eb2e7cf48f947624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6778</TotalTime>
  <Words>574</Words>
  <Application>Microsoft Office PowerPoint</Application>
  <PresentationFormat>Произвольный</PresentationFormat>
  <Paragraphs>121</Paragraphs>
  <Slides>21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Times New Roman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NITRO5</cp:lastModifiedBy>
  <cp:revision>820</cp:revision>
  <cp:lastPrinted>2021-12-27T12:58:42Z</cp:lastPrinted>
  <dcterms:created xsi:type="dcterms:W3CDTF">2017-03-27T17:43:50Z</dcterms:created>
  <dcterms:modified xsi:type="dcterms:W3CDTF">2025-10-09T14:23:11Z</dcterms:modified>
</cp:coreProperties>
</file>