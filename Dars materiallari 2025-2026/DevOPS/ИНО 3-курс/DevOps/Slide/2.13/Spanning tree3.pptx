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63" r:id="rId5"/>
    <p:sldId id="262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дымов Алексей Игоревич" initials="ПАИ" lastIdx="5" clrIdx="0">
    <p:extLst>
      <p:ext uri="{19B8F6BF-5375-455C-9EA6-DF929625EA0E}">
        <p15:presenceInfo xmlns:p15="http://schemas.microsoft.com/office/powerpoint/2012/main" userId="S-1-5-21-3257783013-1731373831-2674042523-59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97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34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4166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267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80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92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33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78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54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653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54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22165-75F8-40F0-A11A-06CB54578B5D}" type="datetimeFigureOut">
              <a:rPr lang="ru-RU" smtClean="0"/>
              <a:t>26.01.2017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3CC5A-460E-4CF6-9032-143410C506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54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Протокол </a:t>
            </a:r>
            <a:r>
              <a:rPr lang="en-US" dirty="0" smtClean="0"/>
              <a:t>STP</a:t>
            </a:r>
            <a:br>
              <a:rPr lang="en-US" dirty="0" smtClean="0"/>
            </a:br>
            <a:r>
              <a:rPr lang="en-US" dirty="0" smtClean="0"/>
              <a:t>(Spanning Tree-Protocol)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127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Место в модели </a:t>
            </a:r>
            <a:r>
              <a:rPr lang="en-US" dirty="0" smtClean="0"/>
              <a:t>OSI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545227" y="1825625"/>
            <a:ext cx="70948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Spanning Tree-Protocol(</a:t>
            </a:r>
            <a:r>
              <a:rPr lang="ru-RU" sz="2400" b="1" dirty="0" smtClean="0"/>
              <a:t>протокол </a:t>
            </a:r>
            <a:r>
              <a:rPr lang="ru-RU" sz="2400" b="1" dirty="0" smtClean="0"/>
              <a:t>связующего дерева</a:t>
            </a:r>
            <a:r>
              <a:rPr lang="en-US" sz="2400" b="1" dirty="0" smtClean="0"/>
              <a:t>)</a:t>
            </a:r>
            <a:endParaRPr lang="ru-RU" sz="2400" b="1" dirty="0"/>
          </a:p>
          <a:p>
            <a:pPr marL="0" indent="0">
              <a:buNone/>
            </a:pPr>
            <a:r>
              <a:rPr lang="ru-RU" sz="2000" dirty="0" smtClean="0"/>
              <a:t>●</a:t>
            </a:r>
            <a:r>
              <a:rPr lang="ru-RU" sz="1600" dirty="0" smtClean="0"/>
              <a:t> </a:t>
            </a:r>
            <a:r>
              <a:rPr lang="ru-RU" sz="2400" dirty="0" smtClean="0"/>
              <a:t>Цель протокола – автоматическое отключение дублирующих соединений в </a:t>
            </a:r>
            <a:r>
              <a:rPr lang="en-US" sz="2400" dirty="0" smtClean="0"/>
              <a:t>Ethernet</a:t>
            </a: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b="1" dirty="0" smtClean="0"/>
              <a:t>Стандарт </a:t>
            </a:r>
            <a:r>
              <a:rPr lang="en-US" sz="2400" b="1" dirty="0" smtClean="0"/>
              <a:t>IEEE 802.1D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b="1" dirty="0" smtClean="0"/>
              <a:t>Преимущества</a:t>
            </a:r>
          </a:p>
          <a:p>
            <a:pPr marL="0" indent="0">
              <a:buNone/>
            </a:pPr>
            <a:r>
              <a:rPr lang="ru-RU" sz="2000" dirty="0" smtClean="0"/>
              <a:t>●</a:t>
            </a:r>
            <a:r>
              <a:rPr lang="ru-RU" sz="2400" dirty="0" smtClean="0"/>
              <a:t> Надежность соединений между коммутаторами</a:t>
            </a:r>
          </a:p>
          <a:p>
            <a:pPr marL="0" indent="0">
              <a:buNone/>
            </a:pPr>
            <a:r>
              <a:rPr lang="ru-RU" sz="2000" dirty="0" smtClean="0"/>
              <a:t>●</a:t>
            </a:r>
            <a:r>
              <a:rPr lang="ru-RU" sz="2400" dirty="0" smtClean="0"/>
              <a:t> Защита от ошибок конфигурации</a:t>
            </a:r>
            <a:endParaRPr lang="ru-RU" sz="2400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60" y="1372544"/>
            <a:ext cx="3773957" cy="472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7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Кольцевое соединение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6968" y="1825625"/>
            <a:ext cx="4475746" cy="354257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85" y="1825625"/>
            <a:ext cx="49815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Этапы работы протокола </a:t>
            </a:r>
            <a:r>
              <a:rPr lang="en-US" dirty="0" smtClean="0"/>
              <a:t>STP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Выбор корневого коммутатора – коммутатор, порты которого постоянно работают и находятся в состоянии «назначенные», т.е. через них идут пакеты. Обычно корневым коммутатором назначается(автоматически) тот коммутатор, кто имеет наименьший идентификатор. Таким идентификатором выступает </a:t>
            </a:r>
            <a:r>
              <a:rPr lang="en-US" dirty="0" smtClean="0"/>
              <a:t>MAC-</a:t>
            </a:r>
            <a:r>
              <a:rPr lang="ru-RU" dirty="0" smtClean="0"/>
              <a:t>адрес.</a:t>
            </a:r>
          </a:p>
          <a:p>
            <a:r>
              <a:rPr lang="ru-RU" dirty="0" smtClean="0"/>
              <a:t>Далее, рассчитываются кратчайшие пути между корневым коммутатором и всем остальными коммутаторами.</a:t>
            </a:r>
          </a:p>
          <a:p>
            <a:r>
              <a:rPr lang="ru-RU" dirty="0" smtClean="0"/>
              <a:t>И на последнем этапе – программным путем отключаются все остальные соединения, чтобы не было кольцевого соединения.</a:t>
            </a:r>
          </a:p>
        </p:txBody>
      </p:sp>
    </p:spTree>
    <p:extLst>
      <p:ext uri="{BB962C8B-B14F-4D97-AF65-F5344CB8AC3E}">
        <p14:creationId xmlns:p14="http://schemas.microsoft.com/office/powerpoint/2010/main" val="270675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Сообщения протокола </a:t>
            </a:r>
            <a:r>
              <a:rPr lang="en-US" dirty="0" smtClean="0"/>
              <a:t>STP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1912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4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Состояние портов в </a:t>
            </a:r>
            <a:r>
              <a:rPr lang="en-US" dirty="0" smtClean="0"/>
              <a:t>STP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72772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2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Развитие </a:t>
            </a:r>
            <a:r>
              <a:rPr lang="en-US" dirty="0" smtClean="0"/>
              <a:t>STP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8679"/>
            <a:ext cx="74008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3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Итоги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3983"/>
            <a:ext cx="789622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1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126</Words>
  <Application>Microsoft Office PowerPoint</Application>
  <PresentationFormat>Широкоэкранный</PresentationFormat>
  <Paragraphs>20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Протокол STP (Spanning Tree-Protocol)</vt:lpstr>
      <vt:lpstr>Место в модели OSI</vt:lpstr>
      <vt:lpstr>Кольцевое соединение</vt:lpstr>
      <vt:lpstr>Этапы работы протокола STP</vt:lpstr>
      <vt:lpstr>Сообщения протокола STP</vt:lpstr>
      <vt:lpstr>Состояние портов в STP</vt:lpstr>
      <vt:lpstr>Развитие STP</vt:lpstr>
      <vt:lpstr>Итоги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 STP (Spanning Tree-Protocol)</dc:title>
  <dc:creator>Подымов Алексей Игоревич</dc:creator>
  <cp:lastModifiedBy>Подымов Алексей Игоревич</cp:lastModifiedBy>
  <cp:revision>9</cp:revision>
  <dcterms:created xsi:type="dcterms:W3CDTF">2017-01-26T10:50:38Z</dcterms:created>
  <dcterms:modified xsi:type="dcterms:W3CDTF">2017-01-26T15:37:53Z</dcterms:modified>
</cp:coreProperties>
</file>