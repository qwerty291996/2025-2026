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74" r:id="rId5"/>
    <p:sldMasterId id="2147483687" r:id="rId6"/>
    <p:sldMasterId id="2147483700" r:id="rId7"/>
    <p:sldMasterId id="2147483713" r:id="rId8"/>
    <p:sldMasterId id="214748372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Lst>
  <p:sldSz cy="6858000" cx="12192000"/>
  <p:notesSz cx="6797675" cy="9928225"/>
  <p:embeddedFontLst>
    <p:embeddedFont>
      <p:font typeface="Inconsolata"/>
      <p:regular r:id="rId40"/>
      <p:bold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j5RgmvcvcT4jqyq+CZciHm07yY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consolata-regular.fntdata"/><Relationship Id="rId20" Type="http://schemas.openxmlformats.org/officeDocument/2006/relationships/slide" Target="slides/slide10.xml"/><Relationship Id="rId42" Type="http://schemas.openxmlformats.org/officeDocument/2006/relationships/font" Target="fonts/OpenSans-regular.fntdata"/><Relationship Id="rId41" Type="http://schemas.openxmlformats.org/officeDocument/2006/relationships/font" Target="fonts/Inconsolata-bold.fntdata"/><Relationship Id="rId22" Type="http://schemas.openxmlformats.org/officeDocument/2006/relationships/slide" Target="slides/slide12.xml"/><Relationship Id="rId44" Type="http://schemas.openxmlformats.org/officeDocument/2006/relationships/font" Target="fonts/OpenSans-italic.fntdata"/><Relationship Id="rId21" Type="http://schemas.openxmlformats.org/officeDocument/2006/relationships/slide" Target="slides/slide11.xml"/><Relationship Id="rId43" Type="http://schemas.openxmlformats.org/officeDocument/2006/relationships/font" Target="fonts/OpenSans-bold.fntdata"/><Relationship Id="rId24" Type="http://schemas.openxmlformats.org/officeDocument/2006/relationships/slide" Target="slides/slide14.xml"/><Relationship Id="rId46" Type="http://customschemas.google.com/relationships/presentationmetadata" Target="metadata"/><Relationship Id="rId23" Type="http://schemas.openxmlformats.org/officeDocument/2006/relationships/slide" Target="slides/slide13.xml"/><Relationship Id="rId45" Type="http://schemas.openxmlformats.org/officeDocument/2006/relationships/font" Target="fonts/OpenSans-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Master" Target="slideMasters/slideMaster7.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19.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21.xml"/><Relationship Id="rId30" Type="http://schemas.openxmlformats.org/officeDocument/2006/relationships/slide" Target="slides/slide20.xml"/><Relationship Id="rId11" Type="http://schemas.openxmlformats.org/officeDocument/2006/relationships/slide" Target="slides/slide1.xml"/><Relationship Id="rId33" Type="http://schemas.openxmlformats.org/officeDocument/2006/relationships/slide" Target="slides/slide23.xml"/><Relationship Id="rId10" Type="http://schemas.openxmlformats.org/officeDocument/2006/relationships/notesMaster" Target="notesMasters/notesMaster1.xml"/><Relationship Id="rId32" Type="http://schemas.openxmlformats.org/officeDocument/2006/relationships/slide" Target="slides/slide22.xml"/><Relationship Id="rId13" Type="http://schemas.openxmlformats.org/officeDocument/2006/relationships/slide" Target="slides/slide3.xml"/><Relationship Id="rId35" Type="http://schemas.openxmlformats.org/officeDocument/2006/relationships/slide" Target="slides/slide25.xml"/><Relationship Id="rId12" Type="http://schemas.openxmlformats.org/officeDocument/2006/relationships/slide" Target="slides/slide2.xml"/><Relationship Id="rId34" Type="http://schemas.openxmlformats.org/officeDocument/2006/relationships/slide" Target="slides/slide24.xml"/><Relationship Id="rId15" Type="http://schemas.openxmlformats.org/officeDocument/2006/relationships/slide" Target="slides/slide5.xml"/><Relationship Id="rId37" Type="http://schemas.openxmlformats.org/officeDocument/2006/relationships/slide" Target="slides/slide27.xml"/><Relationship Id="rId14" Type="http://schemas.openxmlformats.org/officeDocument/2006/relationships/slide" Target="slides/slide4.xml"/><Relationship Id="rId36" Type="http://schemas.openxmlformats.org/officeDocument/2006/relationships/slide" Target="slides/slide26.xml"/><Relationship Id="rId17" Type="http://schemas.openxmlformats.org/officeDocument/2006/relationships/slide" Target="slides/slide7.xml"/><Relationship Id="rId39" Type="http://schemas.openxmlformats.org/officeDocument/2006/relationships/slide" Target="slides/slide29.xml"/><Relationship Id="rId16" Type="http://schemas.openxmlformats.org/officeDocument/2006/relationships/slide" Target="slides/slide6.xml"/><Relationship Id="rId38" Type="http://schemas.openxmlformats.org/officeDocument/2006/relationships/slide" Target="slides/slide28.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ru-RU"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3" name="Google Shape;393;p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8" name="Google Shape;398;p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notes"/>
          <p:cNvSpPr/>
          <p:nvPr>
            <p:ph idx="2" type="sldImg"/>
          </p:nvPr>
        </p:nvSpPr>
        <p:spPr>
          <a:xfrm>
            <a:off x="90360" y="744480"/>
            <a:ext cx="6616440" cy="3722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3:notes"/>
          <p:cNvSpPr txBox="1"/>
          <p:nvPr>
            <p:ph idx="1" type="body"/>
          </p:nvPr>
        </p:nvSpPr>
        <p:spPr>
          <a:xfrm>
            <a:off x="906480" y="4716000"/>
            <a:ext cx="4984560" cy="4467240"/>
          </a:xfrm>
          <a:prstGeom prst="rect">
            <a:avLst/>
          </a:prstGeom>
          <a:noFill/>
          <a:ln>
            <a:noFill/>
          </a:ln>
        </p:spPr>
        <p:txBody>
          <a:bodyPr anchorCtr="0" anchor="t" bIns="45000" lIns="90000" spcFirstLastPara="1" rIns="90000" wrap="square" tIns="45000">
            <a:noAutofit/>
          </a:bodyPr>
          <a:lstStyle/>
          <a:p>
            <a:pPr indent="-216000" lvl="0" marL="216000" rtl="0" algn="l">
              <a:lnSpc>
                <a:spcPct val="100000"/>
              </a:lnSpc>
              <a:spcBef>
                <a:spcPts val="0"/>
              </a:spcBef>
              <a:spcAft>
                <a:spcPts val="0"/>
              </a:spcAft>
              <a:buNone/>
            </a:pPr>
            <a:r>
              <a:rPr b="0" lang="ru-RU" sz="2000" strike="noStrike">
                <a:latin typeface="Arial"/>
                <a:ea typeface="Arial"/>
                <a:cs typeface="Arial"/>
                <a:sym typeface="Arial"/>
              </a:rPr>
              <a:t>If you have ten containers and four applications, it’s not that difficult to manage the deployment and maintenance of your containers. If, on the other hand, you have 1,000 containers and 400 services, management gets much more complicated.</a:t>
            </a:r>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ru-RU" sz="2000" strike="noStrike">
                <a:latin typeface="Arial"/>
                <a:ea typeface="Arial"/>
                <a:cs typeface="Arial"/>
                <a:sym typeface="Arial"/>
              </a:rPr>
              <a:t>Если у вас десять контейнеров и четыре приложения, не так сложно управлять развертыванием и обслуживанием ваших контейнеров. С другой стороны, если у вас 1000 контейнеров и 400 сервисов, управление значительно усложняется.</a:t>
            </a:r>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
        <p:nvSpPr>
          <p:cNvPr id="407" name="Google Shape;407;p3:notes"/>
          <p:cNvSpPr txBox="1"/>
          <p:nvPr/>
        </p:nvSpPr>
        <p:spPr>
          <a:xfrm>
            <a:off x="0" y="0"/>
            <a:ext cx="360000" cy="36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6" name="Google Shape;416;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notes"/>
          <p:cNvSpPr/>
          <p:nvPr>
            <p:ph idx="2" type="sldImg"/>
          </p:nvPr>
        </p:nvSpPr>
        <p:spPr>
          <a:xfrm>
            <a:off x="90360" y="744480"/>
            <a:ext cx="6616440" cy="3722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5:notes"/>
          <p:cNvSpPr txBox="1"/>
          <p:nvPr>
            <p:ph idx="1" type="body"/>
          </p:nvPr>
        </p:nvSpPr>
        <p:spPr>
          <a:xfrm>
            <a:off x="906480" y="4716000"/>
            <a:ext cx="4984560" cy="4467240"/>
          </a:xfrm>
          <a:prstGeom prst="rect">
            <a:avLst/>
          </a:prstGeom>
          <a:noFill/>
          <a:ln>
            <a:noFill/>
          </a:ln>
        </p:spPr>
        <p:txBody>
          <a:bodyPr anchorCtr="0" anchor="t" bIns="45000" lIns="90000" spcFirstLastPara="1" rIns="90000" wrap="square" tIns="45000">
            <a:noAutofit/>
          </a:bodyPr>
          <a:lstStyle/>
          <a:p>
            <a:pPr indent="-216000" lvl="0" marL="216000" rtl="0" algn="l">
              <a:lnSpc>
                <a:spcPct val="100000"/>
              </a:lnSpc>
              <a:spcBef>
                <a:spcPts val="0"/>
              </a:spcBef>
              <a:spcAft>
                <a:spcPts val="0"/>
              </a:spcAft>
              <a:buNone/>
            </a:pPr>
            <a:r>
              <a:rPr b="0" lang="ru-RU" sz="2000" strike="noStrike">
                <a:latin typeface="Arial"/>
                <a:ea typeface="Arial"/>
                <a:cs typeface="Arial"/>
                <a:sym typeface="Arial"/>
              </a:rPr>
              <a:t>Furthermore, as we scale our applications up, we’ll want some tooling to help automate the maintenance of those applications, able to replace failed containers automatically, and manage the rollout of updates and reconfigurations of those containers during their lifecycle. Container orchestration is all about managing the lifecycles of containers, especially in large, dynamic environments.</a:t>
            </a:r>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216000" lvl="0" marL="216000" rtl="0" algn="l">
              <a:lnSpc>
                <a:spcPct val="100000"/>
              </a:lnSpc>
              <a:spcBef>
                <a:spcPts val="0"/>
              </a:spcBef>
              <a:spcAft>
                <a:spcPts val="0"/>
              </a:spcAft>
              <a:buNone/>
            </a:pPr>
            <a:r>
              <a:rPr b="0" lang="ru-RU" sz="2000" strike="noStrike">
                <a:latin typeface="Arial"/>
                <a:ea typeface="Arial"/>
                <a:cs typeface="Arial"/>
                <a:sym typeface="Arial"/>
              </a:rPr>
              <a:t>So, what is container orchestration?</a:t>
            </a:r>
            <a:endParaRPr/>
          </a:p>
          <a:p>
            <a:pPr indent="-216000" lvl="0" marL="216000" rtl="0" algn="l">
              <a:lnSpc>
                <a:spcPct val="100000"/>
              </a:lnSpc>
              <a:spcBef>
                <a:spcPts val="0"/>
              </a:spcBef>
              <a:spcAft>
                <a:spcPts val="0"/>
              </a:spcAft>
              <a:buNone/>
            </a:pPr>
            <a:r>
              <a:rPr b="0" lang="ru-RU" sz="2000" strike="noStrike">
                <a:latin typeface="Arial"/>
                <a:ea typeface="Arial"/>
                <a:cs typeface="Arial"/>
                <a:sym typeface="Arial"/>
              </a:rPr>
              <a:t>Container orchestration is all about managing the lifecycles of containers, especially in large, dynamic environments. Software teams use container orchestration to control and automate many tasks:</a:t>
            </a:r>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1" name="Google Shape;431;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9" name="Google Shape;439;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8:notes"/>
          <p:cNvSpPr/>
          <p:nvPr>
            <p:ph idx="2" type="sldImg"/>
          </p:nvPr>
        </p:nvSpPr>
        <p:spPr>
          <a:xfrm>
            <a:off x="90360" y="744480"/>
            <a:ext cx="6616440" cy="3722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8:notes"/>
          <p:cNvSpPr txBox="1"/>
          <p:nvPr>
            <p:ph idx="1" type="body"/>
          </p:nvPr>
        </p:nvSpPr>
        <p:spPr>
          <a:xfrm>
            <a:off x="906480" y="4716000"/>
            <a:ext cx="4984560" cy="4467240"/>
          </a:xfrm>
          <a:prstGeom prst="rect">
            <a:avLst/>
          </a:prstGeom>
          <a:noFill/>
          <a:ln>
            <a:noFill/>
          </a:ln>
        </p:spPr>
        <p:txBody>
          <a:bodyPr anchorCtr="0" anchor="t" bIns="45000" lIns="90000" spcFirstLastPara="1" rIns="90000" wrap="square" tIns="45000">
            <a:noAutofit/>
          </a:bodyPr>
          <a:lstStyle/>
          <a:p>
            <a:pPr indent="-216000" lvl="0" marL="216000" rtl="0" algn="l">
              <a:lnSpc>
                <a:spcPct val="100000"/>
              </a:lnSpc>
              <a:spcBef>
                <a:spcPts val="0"/>
              </a:spcBef>
              <a:spcAft>
                <a:spcPts val="0"/>
              </a:spcAft>
              <a:buNone/>
            </a:pPr>
            <a:r>
              <a:rPr b="0" lang="ru-RU" sz="2000" strike="noStrike">
                <a:latin typeface="Arial"/>
                <a:ea typeface="Arial"/>
                <a:cs typeface="Arial"/>
                <a:sym typeface="Arial"/>
              </a:rPr>
              <a:t>Some popular options are Kubernetes, Docker Swarm, and Apache Mesos.</a:t>
            </a:r>
            <a:endParaRPr/>
          </a:p>
          <a:p>
            <a:pPr indent="-216000" lvl="0" marL="216000" rtl="0" algn="l">
              <a:lnSpc>
                <a:spcPct val="100000"/>
              </a:lnSpc>
              <a:spcBef>
                <a:spcPts val="0"/>
              </a:spcBef>
              <a:spcAft>
                <a:spcPts val="0"/>
              </a:spcAft>
              <a:buNone/>
            </a:pPr>
            <a:r>
              <a:rPr b="0" lang="ru-RU" sz="2000" strike="noStrike">
                <a:latin typeface="Arial"/>
                <a:ea typeface="Arial"/>
                <a:cs typeface="Arial"/>
                <a:sym typeface="Arial"/>
              </a:rPr>
              <a:t>And Kubernetes is the gold standard.</a:t>
            </a:r>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4" name="Google Shape;454;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1" name="Google Shape;461;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9" name="Google Shape;469;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7" name="Google Shape;477;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4" name="Google Shape;484;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1" name="Google Shape;491;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8" name="Google Shape;498;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5" name="Google Shape;505;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0" name="Google Shape;520;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7" name="Google Shape;527;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9:notes"/>
          <p:cNvSpPr/>
          <p:nvPr>
            <p:ph idx="2" type="sldImg"/>
          </p:nvPr>
        </p:nvSpPr>
        <p:spPr>
          <a:xfrm>
            <a:off x="90360" y="744480"/>
            <a:ext cx="6616440" cy="3722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19:notes"/>
          <p:cNvSpPr txBox="1"/>
          <p:nvPr>
            <p:ph idx="1" type="body"/>
          </p:nvPr>
        </p:nvSpPr>
        <p:spPr>
          <a:xfrm>
            <a:off x="906480" y="4716000"/>
            <a:ext cx="4984560" cy="4467240"/>
          </a:xfrm>
          <a:prstGeom prst="rect">
            <a:avLst/>
          </a:prstGeom>
          <a:noFill/>
          <a:ln>
            <a:noFill/>
          </a:ln>
        </p:spPr>
        <p:txBody>
          <a:bodyPr anchorCtr="0" anchor="t" bIns="45000" lIns="90000" spcFirstLastPara="1" rIns="90000" wrap="square" tIns="45000">
            <a:noAutofit/>
          </a:bodyPr>
          <a:lstStyle/>
          <a:p>
            <a:pPr indent="0" lvl="0" marL="0" rtl="0" algn="l">
              <a:lnSpc>
                <a:spcPct val="100000"/>
              </a:lnSpc>
              <a:spcBef>
                <a:spcPts val="0"/>
              </a:spcBef>
              <a:spcAft>
                <a:spcPts val="0"/>
              </a:spcAft>
              <a:buNone/>
            </a:pPr>
            <a:r>
              <a:rPr b="0" lang="ru-RU" sz="2000" strike="noStrike">
                <a:latin typeface="Arial"/>
                <a:ea typeface="Arial"/>
                <a:cs typeface="Arial"/>
                <a:sym typeface="Arial"/>
              </a:rPr>
              <a:t>See `08.1 kuber1_deployment`</a:t>
            </a:r>
            <a:endParaRPr/>
          </a:p>
          <a:p>
            <a:pPr indent="0" lvl="0" marL="0" rtl="0" algn="l">
              <a:lnSpc>
                <a:spcPct val="100000"/>
              </a:lnSpc>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9" name="Google Shape;539;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5" name="Google Shape;545;p2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2" name="Google Shape;552;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23:notes"/>
          <p:cNvSpPr/>
          <p:nvPr>
            <p:ph idx="2" type="sldImg"/>
          </p:nvPr>
        </p:nvSpPr>
        <p:spPr>
          <a:xfrm>
            <a:off x="90360" y="744480"/>
            <a:ext cx="6616440" cy="3722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p23:notes"/>
          <p:cNvSpPr txBox="1"/>
          <p:nvPr>
            <p:ph idx="1" type="body"/>
          </p:nvPr>
        </p:nvSpPr>
        <p:spPr>
          <a:xfrm>
            <a:off x="906480" y="4716000"/>
            <a:ext cx="4984560" cy="4467240"/>
          </a:xfrm>
          <a:prstGeom prst="rect">
            <a:avLst/>
          </a:prstGeom>
          <a:noFill/>
          <a:ln>
            <a:noFill/>
          </a:ln>
        </p:spPr>
        <p:txBody>
          <a:bodyPr anchorCtr="0" anchor="t" bIns="45000" lIns="90000" spcFirstLastPara="1" rIns="90000" wrap="square" tIns="45000">
            <a:noAutofit/>
          </a:bodyPr>
          <a:lstStyle/>
          <a:p>
            <a:pPr indent="0" lvl="0" marL="0" rtl="0" algn="l">
              <a:lnSpc>
                <a:spcPct val="100000"/>
              </a:lnSpc>
              <a:spcBef>
                <a:spcPts val="0"/>
              </a:spcBef>
              <a:spcAft>
                <a:spcPts val="0"/>
              </a:spcAft>
              <a:buNone/>
            </a:pPr>
            <a:r>
              <a:rPr b="0" lang="ru-RU" sz="2000" strike="noStrike">
                <a:latin typeface="Arial"/>
                <a:ea typeface="Arial"/>
                <a:cs typeface="Arial"/>
                <a:sym typeface="Arial"/>
              </a:rPr>
              <a:t>ClusterIP is a basic service type in Kubernetes.</a:t>
            </a:r>
            <a:endParaRPr/>
          </a:p>
          <a:p>
            <a:pPr indent="0" lvl="0" marL="0" rtl="0" algn="l">
              <a:lnSpc>
                <a:spcPct val="100000"/>
              </a:lnSpc>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4:notes"/>
          <p:cNvSpPr/>
          <p:nvPr>
            <p:ph idx="2" type="sldImg"/>
          </p:nvPr>
        </p:nvSpPr>
        <p:spPr>
          <a:xfrm>
            <a:off x="90360" y="744480"/>
            <a:ext cx="6616440" cy="3722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24:notes"/>
          <p:cNvSpPr txBox="1"/>
          <p:nvPr>
            <p:ph idx="1" type="body"/>
          </p:nvPr>
        </p:nvSpPr>
        <p:spPr>
          <a:xfrm>
            <a:off x="906480" y="4716000"/>
            <a:ext cx="4984560" cy="4467240"/>
          </a:xfrm>
          <a:prstGeom prst="rect">
            <a:avLst/>
          </a:prstGeom>
          <a:noFill/>
          <a:ln>
            <a:noFill/>
          </a:ln>
        </p:spPr>
        <p:txBody>
          <a:bodyPr anchorCtr="0" anchor="t" bIns="45000" lIns="90000" spcFirstLastPara="1" rIns="90000" wrap="square" tIns="45000">
            <a:noAutofit/>
          </a:bodyPr>
          <a:lstStyle/>
          <a:p>
            <a:pPr indent="-216000" lvl="0" marL="216000" rtl="0" algn="l">
              <a:lnSpc>
                <a:spcPct val="100000"/>
              </a:lnSpc>
              <a:spcBef>
                <a:spcPts val="0"/>
              </a:spcBef>
              <a:spcAft>
                <a:spcPts val="0"/>
              </a:spcAft>
              <a:buNone/>
            </a:pPr>
            <a:r>
              <a:rPr b="0" lang="ru-RU" sz="2000" strike="noStrike">
                <a:latin typeface="Arial"/>
                <a:ea typeface="Arial"/>
                <a:cs typeface="Arial"/>
                <a:sym typeface="Arial"/>
              </a:rPr>
              <a:t>See practice `kuber2_services`.</a:t>
            </a:r>
            <a:endParaRPr/>
          </a:p>
          <a:p>
            <a:pPr indent="-216000" lvl="0" marL="216000" rtl="0" algn="l">
              <a:lnSpc>
                <a:spcPct val="100000"/>
              </a:lnSpc>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0" name="Google Shape;570;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7" name="Google Shape;577;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4" name="Google Shape;584;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1" name="Google Shape;591;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8" name="Google Shape;598;p2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5" name="Shape 15"/>
        <p:cNvGrpSpPr/>
        <p:nvPr/>
      </p:nvGrpSpPr>
      <p:grpSpPr>
        <a:xfrm>
          <a:off x="0" y="0"/>
          <a:ext cx="0" cy="0"/>
          <a:chOff x="0" y="0"/>
          <a:chExt cx="0" cy="0"/>
        </a:xfrm>
      </p:grpSpPr>
      <p:sp>
        <p:nvSpPr>
          <p:cNvPr id="16" name="Google Shape;16;p44"/>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 name="Shape 18"/>
        <p:cNvGrpSpPr/>
        <p:nvPr/>
      </p:nvGrpSpPr>
      <p:grpSpPr>
        <a:xfrm>
          <a:off x="0" y="0"/>
          <a:ext cx="0" cy="0"/>
          <a:chOff x="0" y="0"/>
          <a:chExt cx="0" cy="0"/>
        </a:xfrm>
      </p:grpSpPr>
      <p:sp>
        <p:nvSpPr>
          <p:cNvPr id="19" name="Google Shape;19;p4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45"/>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1" name="Shape 21"/>
        <p:cNvGrpSpPr/>
        <p:nvPr/>
      </p:nvGrpSpPr>
      <p:grpSpPr>
        <a:xfrm>
          <a:off x="0" y="0"/>
          <a:ext cx="0" cy="0"/>
          <a:chOff x="0" y="0"/>
          <a:chExt cx="0" cy="0"/>
        </a:xfrm>
      </p:grpSpPr>
      <p:sp>
        <p:nvSpPr>
          <p:cNvPr id="22" name="Google Shape;22;p4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6"/>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6"/>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7" name="Shape 27"/>
        <p:cNvGrpSpPr/>
        <p:nvPr/>
      </p:nvGrpSpPr>
      <p:grpSpPr>
        <a:xfrm>
          <a:off x="0" y="0"/>
          <a:ext cx="0" cy="0"/>
          <a:chOff x="0" y="0"/>
          <a:chExt cx="0" cy="0"/>
        </a:xfrm>
      </p:grpSpPr>
      <p:sp>
        <p:nvSpPr>
          <p:cNvPr id="28" name="Google Shape;28;p48"/>
          <p:cNvSpPr txBox="1"/>
          <p:nvPr>
            <p:ph idx="1" type="subTitle"/>
          </p:nvPr>
        </p:nvSpPr>
        <p:spPr>
          <a:xfrm>
            <a:off x="628920" y="2502000"/>
            <a:ext cx="8059680" cy="77126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 name="Shape 29"/>
        <p:cNvGrpSpPr/>
        <p:nvPr/>
      </p:nvGrpSpPr>
      <p:grpSpPr>
        <a:xfrm>
          <a:off x="0" y="0"/>
          <a:ext cx="0" cy="0"/>
          <a:chOff x="0" y="0"/>
          <a:chExt cx="0" cy="0"/>
        </a:xfrm>
      </p:grpSpPr>
      <p:sp>
        <p:nvSpPr>
          <p:cNvPr id="30" name="Google Shape;30;p49"/>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9"/>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9"/>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9"/>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4" name="Shape 34"/>
        <p:cNvGrpSpPr/>
        <p:nvPr/>
      </p:nvGrpSpPr>
      <p:grpSpPr>
        <a:xfrm>
          <a:off x="0" y="0"/>
          <a:ext cx="0" cy="0"/>
          <a:chOff x="0" y="0"/>
          <a:chExt cx="0" cy="0"/>
        </a:xfrm>
      </p:grpSpPr>
      <p:sp>
        <p:nvSpPr>
          <p:cNvPr id="35" name="Google Shape;35;p50"/>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0"/>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0"/>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9" name="Shape 39"/>
        <p:cNvGrpSpPr/>
        <p:nvPr/>
      </p:nvGrpSpPr>
      <p:grpSpPr>
        <a:xfrm>
          <a:off x="0" y="0"/>
          <a:ext cx="0" cy="0"/>
          <a:chOff x="0" y="0"/>
          <a:chExt cx="0" cy="0"/>
        </a:xfrm>
      </p:grpSpPr>
      <p:sp>
        <p:nvSpPr>
          <p:cNvPr id="40" name="Google Shape;40;p51"/>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1"/>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1"/>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1"/>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4" name="Shape 44"/>
        <p:cNvGrpSpPr/>
        <p:nvPr/>
      </p:nvGrpSpPr>
      <p:grpSpPr>
        <a:xfrm>
          <a:off x="0" y="0"/>
          <a:ext cx="0" cy="0"/>
          <a:chOff x="0" y="0"/>
          <a:chExt cx="0" cy="0"/>
        </a:xfrm>
      </p:grpSpPr>
      <p:sp>
        <p:nvSpPr>
          <p:cNvPr id="45" name="Google Shape;45;p52"/>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2"/>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2"/>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8" name="Shape 48"/>
        <p:cNvGrpSpPr/>
        <p:nvPr/>
      </p:nvGrpSpPr>
      <p:grpSpPr>
        <a:xfrm>
          <a:off x="0" y="0"/>
          <a:ext cx="0" cy="0"/>
          <a:chOff x="0" y="0"/>
          <a:chExt cx="0" cy="0"/>
        </a:xfrm>
      </p:grpSpPr>
      <p:sp>
        <p:nvSpPr>
          <p:cNvPr id="49" name="Google Shape;49;p53"/>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53"/>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3"/>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3"/>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53"/>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4" name="Shape 54"/>
        <p:cNvGrpSpPr/>
        <p:nvPr/>
      </p:nvGrpSpPr>
      <p:grpSpPr>
        <a:xfrm>
          <a:off x="0" y="0"/>
          <a:ext cx="0" cy="0"/>
          <a:chOff x="0" y="0"/>
          <a:chExt cx="0" cy="0"/>
        </a:xfrm>
      </p:grpSpPr>
      <p:sp>
        <p:nvSpPr>
          <p:cNvPr id="55" name="Google Shape;55;p54"/>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4"/>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54"/>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54"/>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54"/>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54"/>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54"/>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8" name="Shape 68"/>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9" name="Shape 69"/>
        <p:cNvGrpSpPr/>
        <p:nvPr/>
      </p:nvGrpSpPr>
      <p:grpSpPr>
        <a:xfrm>
          <a:off x="0" y="0"/>
          <a:ext cx="0" cy="0"/>
          <a:chOff x="0" y="0"/>
          <a:chExt cx="0" cy="0"/>
        </a:xfrm>
      </p:grpSpPr>
      <p:sp>
        <p:nvSpPr>
          <p:cNvPr id="70" name="Google Shape;70;p5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55"/>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2" name="Shape 72"/>
        <p:cNvGrpSpPr/>
        <p:nvPr/>
      </p:nvGrpSpPr>
      <p:grpSpPr>
        <a:xfrm>
          <a:off x="0" y="0"/>
          <a:ext cx="0" cy="0"/>
          <a:chOff x="0" y="0"/>
          <a:chExt cx="0" cy="0"/>
        </a:xfrm>
      </p:grpSpPr>
      <p:sp>
        <p:nvSpPr>
          <p:cNvPr id="73" name="Google Shape;73;p5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6"/>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5" name="Shape 75"/>
        <p:cNvGrpSpPr/>
        <p:nvPr/>
      </p:nvGrpSpPr>
      <p:grpSpPr>
        <a:xfrm>
          <a:off x="0" y="0"/>
          <a:ext cx="0" cy="0"/>
          <a:chOff x="0" y="0"/>
          <a:chExt cx="0" cy="0"/>
        </a:xfrm>
      </p:grpSpPr>
      <p:sp>
        <p:nvSpPr>
          <p:cNvPr id="76" name="Google Shape;76;p5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57"/>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57"/>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58"/>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1" name="Shape 81"/>
        <p:cNvGrpSpPr/>
        <p:nvPr/>
      </p:nvGrpSpPr>
      <p:grpSpPr>
        <a:xfrm>
          <a:off x="0" y="0"/>
          <a:ext cx="0" cy="0"/>
          <a:chOff x="0" y="0"/>
          <a:chExt cx="0" cy="0"/>
        </a:xfrm>
      </p:grpSpPr>
      <p:sp>
        <p:nvSpPr>
          <p:cNvPr id="82" name="Google Shape;82;p59"/>
          <p:cNvSpPr txBox="1"/>
          <p:nvPr>
            <p:ph idx="1" type="subTitle"/>
          </p:nvPr>
        </p:nvSpPr>
        <p:spPr>
          <a:xfrm>
            <a:off x="628920" y="2502000"/>
            <a:ext cx="8059680" cy="77126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3" name="Shape 83"/>
        <p:cNvGrpSpPr/>
        <p:nvPr/>
      </p:nvGrpSpPr>
      <p:grpSpPr>
        <a:xfrm>
          <a:off x="0" y="0"/>
          <a:ext cx="0" cy="0"/>
          <a:chOff x="0" y="0"/>
          <a:chExt cx="0" cy="0"/>
        </a:xfrm>
      </p:grpSpPr>
      <p:sp>
        <p:nvSpPr>
          <p:cNvPr id="84" name="Google Shape;84;p60"/>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6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60"/>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60"/>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8" name="Shape 88"/>
        <p:cNvGrpSpPr/>
        <p:nvPr/>
      </p:nvGrpSpPr>
      <p:grpSpPr>
        <a:xfrm>
          <a:off x="0" y="0"/>
          <a:ext cx="0" cy="0"/>
          <a:chOff x="0" y="0"/>
          <a:chExt cx="0" cy="0"/>
        </a:xfrm>
      </p:grpSpPr>
      <p:sp>
        <p:nvSpPr>
          <p:cNvPr id="89" name="Google Shape;89;p61"/>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61"/>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61"/>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61"/>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3" name="Shape 93"/>
        <p:cNvGrpSpPr/>
        <p:nvPr/>
      </p:nvGrpSpPr>
      <p:grpSpPr>
        <a:xfrm>
          <a:off x="0" y="0"/>
          <a:ext cx="0" cy="0"/>
          <a:chOff x="0" y="0"/>
          <a:chExt cx="0" cy="0"/>
        </a:xfrm>
      </p:grpSpPr>
      <p:sp>
        <p:nvSpPr>
          <p:cNvPr id="94" name="Google Shape;94;p62"/>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6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6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62"/>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8" name="Shape 98"/>
        <p:cNvGrpSpPr/>
        <p:nvPr/>
      </p:nvGrpSpPr>
      <p:grpSpPr>
        <a:xfrm>
          <a:off x="0" y="0"/>
          <a:ext cx="0" cy="0"/>
          <a:chOff x="0" y="0"/>
          <a:chExt cx="0" cy="0"/>
        </a:xfrm>
      </p:grpSpPr>
      <p:sp>
        <p:nvSpPr>
          <p:cNvPr id="99" name="Google Shape;99;p63"/>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63"/>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63"/>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2" name="Shape 102"/>
        <p:cNvGrpSpPr/>
        <p:nvPr/>
      </p:nvGrpSpPr>
      <p:grpSpPr>
        <a:xfrm>
          <a:off x="0" y="0"/>
          <a:ext cx="0" cy="0"/>
          <a:chOff x="0" y="0"/>
          <a:chExt cx="0" cy="0"/>
        </a:xfrm>
      </p:grpSpPr>
      <p:sp>
        <p:nvSpPr>
          <p:cNvPr id="103" name="Google Shape;103;p64"/>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6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6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64"/>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64"/>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8" name="Shape 108"/>
        <p:cNvGrpSpPr/>
        <p:nvPr/>
      </p:nvGrpSpPr>
      <p:grpSpPr>
        <a:xfrm>
          <a:off x="0" y="0"/>
          <a:ext cx="0" cy="0"/>
          <a:chOff x="0" y="0"/>
          <a:chExt cx="0" cy="0"/>
        </a:xfrm>
      </p:grpSpPr>
      <p:sp>
        <p:nvSpPr>
          <p:cNvPr id="109" name="Google Shape;109;p6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65"/>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65"/>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65"/>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65"/>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65"/>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65"/>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5" name="Shape 12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6" name="Shape 126"/>
        <p:cNvGrpSpPr/>
        <p:nvPr/>
      </p:nvGrpSpPr>
      <p:grpSpPr>
        <a:xfrm>
          <a:off x="0" y="0"/>
          <a:ext cx="0" cy="0"/>
          <a:chOff x="0" y="0"/>
          <a:chExt cx="0" cy="0"/>
        </a:xfrm>
      </p:grpSpPr>
      <p:sp>
        <p:nvSpPr>
          <p:cNvPr id="127" name="Google Shape;127;p6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66"/>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9" name="Shape 129"/>
        <p:cNvGrpSpPr/>
        <p:nvPr/>
      </p:nvGrpSpPr>
      <p:grpSpPr>
        <a:xfrm>
          <a:off x="0" y="0"/>
          <a:ext cx="0" cy="0"/>
          <a:chOff x="0" y="0"/>
          <a:chExt cx="0" cy="0"/>
        </a:xfrm>
      </p:grpSpPr>
      <p:sp>
        <p:nvSpPr>
          <p:cNvPr id="130" name="Google Shape;130;p6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67"/>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2" name="Shape 132"/>
        <p:cNvGrpSpPr/>
        <p:nvPr/>
      </p:nvGrpSpPr>
      <p:grpSpPr>
        <a:xfrm>
          <a:off x="0" y="0"/>
          <a:ext cx="0" cy="0"/>
          <a:chOff x="0" y="0"/>
          <a:chExt cx="0" cy="0"/>
        </a:xfrm>
      </p:grpSpPr>
      <p:sp>
        <p:nvSpPr>
          <p:cNvPr id="133" name="Google Shape;133;p68"/>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68"/>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6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6" name="Shape 136"/>
        <p:cNvGrpSpPr/>
        <p:nvPr/>
      </p:nvGrpSpPr>
      <p:grpSpPr>
        <a:xfrm>
          <a:off x="0" y="0"/>
          <a:ext cx="0" cy="0"/>
          <a:chOff x="0" y="0"/>
          <a:chExt cx="0" cy="0"/>
        </a:xfrm>
      </p:grpSpPr>
      <p:sp>
        <p:nvSpPr>
          <p:cNvPr id="137" name="Google Shape;137;p69"/>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8" name="Shape 138"/>
        <p:cNvGrpSpPr/>
        <p:nvPr/>
      </p:nvGrpSpPr>
      <p:grpSpPr>
        <a:xfrm>
          <a:off x="0" y="0"/>
          <a:ext cx="0" cy="0"/>
          <a:chOff x="0" y="0"/>
          <a:chExt cx="0" cy="0"/>
        </a:xfrm>
      </p:grpSpPr>
      <p:sp>
        <p:nvSpPr>
          <p:cNvPr id="139" name="Google Shape;139;p70"/>
          <p:cNvSpPr txBox="1"/>
          <p:nvPr>
            <p:ph idx="1" type="subTitle"/>
          </p:nvPr>
        </p:nvSpPr>
        <p:spPr>
          <a:xfrm>
            <a:off x="628920" y="2502000"/>
            <a:ext cx="8059680" cy="77126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40" name="Shape 140"/>
        <p:cNvGrpSpPr/>
        <p:nvPr/>
      </p:nvGrpSpPr>
      <p:grpSpPr>
        <a:xfrm>
          <a:off x="0" y="0"/>
          <a:ext cx="0" cy="0"/>
          <a:chOff x="0" y="0"/>
          <a:chExt cx="0" cy="0"/>
        </a:xfrm>
      </p:grpSpPr>
      <p:sp>
        <p:nvSpPr>
          <p:cNvPr id="141" name="Google Shape;141;p71"/>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71"/>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71"/>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71"/>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5" name="Shape 145"/>
        <p:cNvGrpSpPr/>
        <p:nvPr/>
      </p:nvGrpSpPr>
      <p:grpSpPr>
        <a:xfrm>
          <a:off x="0" y="0"/>
          <a:ext cx="0" cy="0"/>
          <a:chOff x="0" y="0"/>
          <a:chExt cx="0" cy="0"/>
        </a:xfrm>
      </p:grpSpPr>
      <p:sp>
        <p:nvSpPr>
          <p:cNvPr id="146" name="Google Shape;146;p72"/>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72"/>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7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72"/>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50" name="Shape 150"/>
        <p:cNvGrpSpPr/>
        <p:nvPr/>
      </p:nvGrpSpPr>
      <p:grpSpPr>
        <a:xfrm>
          <a:off x="0" y="0"/>
          <a:ext cx="0" cy="0"/>
          <a:chOff x="0" y="0"/>
          <a:chExt cx="0" cy="0"/>
        </a:xfrm>
      </p:grpSpPr>
      <p:sp>
        <p:nvSpPr>
          <p:cNvPr id="151" name="Google Shape;151;p73"/>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73"/>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73"/>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73"/>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5" name="Shape 155"/>
        <p:cNvGrpSpPr/>
        <p:nvPr/>
      </p:nvGrpSpPr>
      <p:grpSpPr>
        <a:xfrm>
          <a:off x="0" y="0"/>
          <a:ext cx="0" cy="0"/>
          <a:chOff x="0" y="0"/>
          <a:chExt cx="0" cy="0"/>
        </a:xfrm>
      </p:grpSpPr>
      <p:sp>
        <p:nvSpPr>
          <p:cNvPr id="156" name="Google Shape;156;p74"/>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74"/>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74"/>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9" name="Shape 159"/>
        <p:cNvGrpSpPr/>
        <p:nvPr/>
      </p:nvGrpSpPr>
      <p:grpSpPr>
        <a:xfrm>
          <a:off x="0" y="0"/>
          <a:ext cx="0" cy="0"/>
          <a:chOff x="0" y="0"/>
          <a:chExt cx="0" cy="0"/>
        </a:xfrm>
      </p:grpSpPr>
      <p:sp>
        <p:nvSpPr>
          <p:cNvPr id="160" name="Google Shape;160;p7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7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7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75"/>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75"/>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5" name="Shape 165"/>
        <p:cNvGrpSpPr/>
        <p:nvPr/>
      </p:nvGrpSpPr>
      <p:grpSpPr>
        <a:xfrm>
          <a:off x="0" y="0"/>
          <a:ext cx="0" cy="0"/>
          <a:chOff x="0" y="0"/>
          <a:chExt cx="0" cy="0"/>
        </a:xfrm>
      </p:grpSpPr>
      <p:sp>
        <p:nvSpPr>
          <p:cNvPr id="166" name="Google Shape;166;p7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76"/>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76"/>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76"/>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76"/>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76"/>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76"/>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1" name="Shape 181"/>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82" name="Shape 182"/>
        <p:cNvGrpSpPr/>
        <p:nvPr/>
      </p:nvGrpSpPr>
      <p:grpSpPr>
        <a:xfrm>
          <a:off x="0" y="0"/>
          <a:ext cx="0" cy="0"/>
          <a:chOff x="0" y="0"/>
          <a:chExt cx="0" cy="0"/>
        </a:xfrm>
      </p:grpSpPr>
      <p:sp>
        <p:nvSpPr>
          <p:cNvPr id="183" name="Google Shape;183;p7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77"/>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5" name="Shape 185"/>
        <p:cNvGrpSpPr/>
        <p:nvPr/>
      </p:nvGrpSpPr>
      <p:grpSpPr>
        <a:xfrm>
          <a:off x="0" y="0"/>
          <a:ext cx="0" cy="0"/>
          <a:chOff x="0" y="0"/>
          <a:chExt cx="0" cy="0"/>
        </a:xfrm>
      </p:grpSpPr>
      <p:sp>
        <p:nvSpPr>
          <p:cNvPr id="186" name="Google Shape;186;p78"/>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78"/>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8" name="Shape 188"/>
        <p:cNvGrpSpPr/>
        <p:nvPr/>
      </p:nvGrpSpPr>
      <p:grpSpPr>
        <a:xfrm>
          <a:off x="0" y="0"/>
          <a:ext cx="0" cy="0"/>
          <a:chOff x="0" y="0"/>
          <a:chExt cx="0" cy="0"/>
        </a:xfrm>
      </p:grpSpPr>
      <p:sp>
        <p:nvSpPr>
          <p:cNvPr id="189" name="Google Shape;189;p79"/>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7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79"/>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2" name="Shape 192"/>
        <p:cNvGrpSpPr/>
        <p:nvPr/>
      </p:nvGrpSpPr>
      <p:grpSpPr>
        <a:xfrm>
          <a:off x="0" y="0"/>
          <a:ext cx="0" cy="0"/>
          <a:chOff x="0" y="0"/>
          <a:chExt cx="0" cy="0"/>
        </a:xfrm>
      </p:grpSpPr>
      <p:sp>
        <p:nvSpPr>
          <p:cNvPr id="193" name="Google Shape;193;p80"/>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94" name="Shape 194"/>
        <p:cNvGrpSpPr/>
        <p:nvPr/>
      </p:nvGrpSpPr>
      <p:grpSpPr>
        <a:xfrm>
          <a:off x="0" y="0"/>
          <a:ext cx="0" cy="0"/>
          <a:chOff x="0" y="0"/>
          <a:chExt cx="0" cy="0"/>
        </a:xfrm>
      </p:grpSpPr>
      <p:sp>
        <p:nvSpPr>
          <p:cNvPr id="195" name="Google Shape;195;p81"/>
          <p:cNvSpPr txBox="1"/>
          <p:nvPr>
            <p:ph idx="1" type="subTitle"/>
          </p:nvPr>
        </p:nvSpPr>
        <p:spPr>
          <a:xfrm>
            <a:off x="628920" y="2502000"/>
            <a:ext cx="8059680" cy="77126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6" name="Shape 196"/>
        <p:cNvGrpSpPr/>
        <p:nvPr/>
      </p:nvGrpSpPr>
      <p:grpSpPr>
        <a:xfrm>
          <a:off x="0" y="0"/>
          <a:ext cx="0" cy="0"/>
          <a:chOff x="0" y="0"/>
          <a:chExt cx="0" cy="0"/>
        </a:xfrm>
      </p:grpSpPr>
      <p:sp>
        <p:nvSpPr>
          <p:cNvPr id="197" name="Google Shape;197;p82"/>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8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82"/>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8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01" name="Shape 201"/>
        <p:cNvGrpSpPr/>
        <p:nvPr/>
      </p:nvGrpSpPr>
      <p:grpSpPr>
        <a:xfrm>
          <a:off x="0" y="0"/>
          <a:ext cx="0" cy="0"/>
          <a:chOff x="0" y="0"/>
          <a:chExt cx="0" cy="0"/>
        </a:xfrm>
      </p:grpSpPr>
      <p:sp>
        <p:nvSpPr>
          <p:cNvPr id="202" name="Google Shape;202;p83"/>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83"/>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83"/>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83"/>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6" name="Shape 206"/>
        <p:cNvGrpSpPr/>
        <p:nvPr/>
      </p:nvGrpSpPr>
      <p:grpSpPr>
        <a:xfrm>
          <a:off x="0" y="0"/>
          <a:ext cx="0" cy="0"/>
          <a:chOff x="0" y="0"/>
          <a:chExt cx="0" cy="0"/>
        </a:xfrm>
      </p:grpSpPr>
      <p:sp>
        <p:nvSpPr>
          <p:cNvPr id="207" name="Google Shape;207;p84"/>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84"/>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8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84"/>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11" name="Shape 211"/>
        <p:cNvGrpSpPr/>
        <p:nvPr/>
      </p:nvGrpSpPr>
      <p:grpSpPr>
        <a:xfrm>
          <a:off x="0" y="0"/>
          <a:ext cx="0" cy="0"/>
          <a:chOff x="0" y="0"/>
          <a:chExt cx="0" cy="0"/>
        </a:xfrm>
      </p:grpSpPr>
      <p:sp>
        <p:nvSpPr>
          <p:cNvPr id="212" name="Google Shape;212;p8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85"/>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85"/>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5" name="Shape 215"/>
        <p:cNvGrpSpPr/>
        <p:nvPr/>
      </p:nvGrpSpPr>
      <p:grpSpPr>
        <a:xfrm>
          <a:off x="0" y="0"/>
          <a:ext cx="0" cy="0"/>
          <a:chOff x="0" y="0"/>
          <a:chExt cx="0" cy="0"/>
        </a:xfrm>
      </p:grpSpPr>
      <p:sp>
        <p:nvSpPr>
          <p:cNvPr id="216" name="Google Shape;216;p8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86"/>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86"/>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86"/>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86"/>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21" name="Shape 221"/>
        <p:cNvGrpSpPr/>
        <p:nvPr/>
      </p:nvGrpSpPr>
      <p:grpSpPr>
        <a:xfrm>
          <a:off x="0" y="0"/>
          <a:ext cx="0" cy="0"/>
          <a:chOff x="0" y="0"/>
          <a:chExt cx="0" cy="0"/>
        </a:xfrm>
      </p:grpSpPr>
      <p:sp>
        <p:nvSpPr>
          <p:cNvPr id="222" name="Google Shape;222;p8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87"/>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 name="Google Shape;224;p87"/>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p87"/>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87"/>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87"/>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87"/>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34" name="Shape 234"/>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35" name="Shape 235"/>
        <p:cNvGrpSpPr/>
        <p:nvPr/>
      </p:nvGrpSpPr>
      <p:grpSpPr>
        <a:xfrm>
          <a:off x="0" y="0"/>
          <a:ext cx="0" cy="0"/>
          <a:chOff x="0" y="0"/>
          <a:chExt cx="0" cy="0"/>
        </a:xfrm>
      </p:grpSpPr>
      <p:sp>
        <p:nvSpPr>
          <p:cNvPr id="236" name="Google Shape;236;p88"/>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88"/>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8" name="Shape 238"/>
        <p:cNvGrpSpPr/>
        <p:nvPr/>
      </p:nvGrpSpPr>
      <p:grpSpPr>
        <a:xfrm>
          <a:off x="0" y="0"/>
          <a:ext cx="0" cy="0"/>
          <a:chOff x="0" y="0"/>
          <a:chExt cx="0" cy="0"/>
        </a:xfrm>
      </p:grpSpPr>
      <p:sp>
        <p:nvSpPr>
          <p:cNvPr id="239" name="Google Shape;239;p89"/>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0" name="Google Shape;240;p89"/>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41" name="Shape 241"/>
        <p:cNvGrpSpPr/>
        <p:nvPr/>
      </p:nvGrpSpPr>
      <p:grpSpPr>
        <a:xfrm>
          <a:off x="0" y="0"/>
          <a:ext cx="0" cy="0"/>
          <a:chOff x="0" y="0"/>
          <a:chExt cx="0" cy="0"/>
        </a:xfrm>
      </p:grpSpPr>
      <p:sp>
        <p:nvSpPr>
          <p:cNvPr id="242" name="Google Shape;242;p90"/>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90"/>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 name="Google Shape;244;p90"/>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5" name="Shape 245"/>
        <p:cNvGrpSpPr/>
        <p:nvPr/>
      </p:nvGrpSpPr>
      <p:grpSpPr>
        <a:xfrm>
          <a:off x="0" y="0"/>
          <a:ext cx="0" cy="0"/>
          <a:chOff x="0" y="0"/>
          <a:chExt cx="0" cy="0"/>
        </a:xfrm>
      </p:grpSpPr>
      <p:sp>
        <p:nvSpPr>
          <p:cNvPr id="246" name="Google Shape;246;p91"/>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7" name="Shape 247"/>
        <p:cNvGrpSpPr/>
        <p:nvPr/>
      </p:nvGrpSpPr>
      <p:grpSpPr>
        <a:xfrm>
          <a:off x="0" y="0"/>
          <a:ext cx="0" cy="0"/>
          <a:chOff x="0" y="0"/>
          <a:chExt cx="0" cy="0"/>
        </a:xfrm>
      </p:grpSpPr>
      <p:sp>
        <p:nvSpPr>
          <p:cNvPr id="248" name="Google Shape;248;p92"/>
          <p:cNvSpPr txBox="1"/>
          <p:nvPr>
            <p:ph idx="1" type="subTitle"/>
          </p:nvPr>
        </p:nvSpPr>
        <p:spPr>
          <a:xfrm>
            <a:off x="628920" y="2502000"/>
            <a:ext cx="8059680" cy="77126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9" name="Shape 249"/>
        <p:cNvGrpSpPr/>
        <p:nvPr/>
      </p:nvGrpSpPr>
      <p:grpSpPr>
        <a:xfrm>
          <a:off x="0" y="0"/>
          <a:ext cx="0" cy="0"/>
          <a:chOff x="0" y="0"/>
          <a:chExt cx="0" cy="0"/>
        </a:xfrm>
      </p:grpSpPr>
      <p:sp>
        <p:nvSpPr>
          <p:cNvPr id="250" name="Google Shape;250;p93"/>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93"/>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 name="Google Shape;252;p93"/>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 name="Google Shape;253;p93"/>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54" name="Shape 254"/>
        <p:cNvGrpSpPr/>
        <p:nvPr/>
      </p:nvGrpSpPr>
      <p:grpSpPr>
        <a:xfrm>
          <a:off x="0" y="0"/>
          <a:ext cx="0" cy="0"/>
          <a:chOff x="0" y="0"/>
          <a:chExt cx="0" cy="0"/>
        </a:xfrm>
      </p:grpSpPr>
      <p:sp>
        <p:nvSpPr>
          <p:cNvPr id="255" name="Google Shape;255;p94"/>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94"/>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 name="Google Shape;257;p94"/>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94"/>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9" name="Shape 259"/>
        <p:cNvGrpSpPr/>
        <p:nvPr/>
      </p:nvGrpSpPr>
      <p:grpSpPr>
        <a:xfrm>
          <a:off x="0" y="0"/>
          <a:ext cx="0" cy="0"/>
          <a:chOff x="0" y="0"/>
          <a:chExt cx="0" cy="0"/>
        </a:xfrm>
      </p:grpSpPr>
      <p:sp>
        <p:nvSpPr>
          <p:cNvPr id="260" name="Google Shape;260;p9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9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95"/>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95"/>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64" name="Shape 264"/>
        <p:cNvGrpSpPr/>
        <p:nvPr/>
      </p:nvGrpSpPr>
      <p:grpSpPr>
        <a:xfrm>
          <a:off x="0" y="0"/>
          <a:ext cx="0" cy="0"/>
          <a:chOff x="0" y="0"/>
          <a:chExt cx="0" cy="0"/>
        </a:xfrm>
      </p:grpSpPr>
      <p:sp>
        <p:nvSpPr>
          <p:cNvPr id="265" name="Google Shape;265;p9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96"/>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 name="Google Shape;267;p96"/>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8" name="Shape 268"/>
        <p:cNvGrpSpPr/>
        <p:nvPr/>
      </p:nvGrpSpPr>
      <p:grpSpPr>
        <a:xfrm>
          <a:off x="0" y="0"/>
          <a:ext cx="0" cy="0"/>
          <a:chOff x="0" y="0"/>
          <a:chExt cx="0" cy="0"/>
        </a:xfrm>
      </p:grpSpPr>
      <p:sp>
        <p:nvSpPr>
          <p:cNvPr id="269" name="Google Shape;269;p9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97"/>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 name="Google Shape;271;p97"/>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97"/>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 name="Google Shape;273;p97"/>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74" name="Shape 274"/>
        <p:cNvGrpSpPr/>
        <p:nvPr/>
      </p:nvGrpSpPr>
      <p:grpSpPr>
        <a:xfrm>
          <a:off x="0" y="0"/>
          <a:ext cx="0" cy="0"/>
          <a:chOff x="0" y="0"/>
          <a:chExt cx="0" cy="0"/>
        </a:xfrm>
      </p:grpSpPr>
      <p:sp>
        <p:nvSpPr>
          <p:cNvPr id="275" name="Google Shape;275;p98"/>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98"/>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98"/>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98"/>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98"/>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 name="Google Shape;280;p98"/>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 name="Google Shape;281;p98"/>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90" name="Shape 290"/>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91" name="Shape 291"/>
        <p:cNvGrpSpPr/>
        <p:nvPr/>
      </p:nvGrpSpPr>
      <p:grpSpPr>
        <a:xfrm>
          <a:off x="0" y="0"/>
          <a:ext cx="0" cy="0"/>
          <a:chOff x="0" y="0"/>
          <a:chExt cx="0" cy="0"/>
        </a:xfrm>
      </p:grpSpPr>
      <p:sp>
        <p:nvSpPr>
          <p:cNvPr id="292" name="Google Shape;292;p99"/>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99"/>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94" name="Shape 294"/>
        <p:cNvGrpSpPr/>
        <p:nvPr/>
      </p:nvGrpSpPr>
      <p:grpSpPr>
        <a:xfrm>
          <a:off x="0" y="0"/>
          <a:ext cx="0" cy="0"/>
          <a:chOff x="0" y="0"/>
          <a:chExt cx="0" cy="0"/>
        </a:xfrm>
      </p:grpSpPr>
      <p:sp>
        <p:nvSpPr>
          <p:cNvPr id="295" name="Google Shape;295;p100"/>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100"/>
          <p:cNvSpPr txBox="1"/>
          <p:nvPr>
            <p:ph idx="1" type="body"/>
          </p:nvPr>
        </p:nvSpPr>
        <p:spPr>
          <a:xfrm>
            <a:off x="609480" y="1604520"/>
            <a:ext cx="10972440" cy="397728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97" name="Shape 297"/>
        <p:cNvGrpSpPr/>
        <p:nvPr/>
      </p:nvGrpSpPr>
      <p:grpSpPr>
        <a:xfrm>
          <a:off x="0" y="0"/>
          <a:ext cx="0" cy="0"/>
          <a:chOff x="0" y="0"/>
          <a:chExt cx="0" cy="0"/>
        </a:xfrm>
      </p:grpSpPr>
      <p:sp>
        <p:nvSpPr>
          <p:cNvPr id="298" name="Google Shape;298;p101"/>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101"/>
          <p:cNvSpPr txBox="1"/>
          <p:nvPr>
            <p:ph idx="1" type="body"/>
          </p:nvPr>
        </p:nvSpPr>
        <p:spPr>
          <a:xfrm>
            <a:off x="609480" y="1604520"/>
            <a:ext cx="5354280" cy="397728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 name="Google Shape;300;p101"/>
          <p:cNvSpPr txBox="1"/>
          <p:nvPr>
            <p:ph idx="2" type="body"/>
          </p:nvPr>
        </p:nvSpPr>
        <p:spPr>
          <a:xfrm>
            <a:off x="6231960" y="1604520"/>
            <a:ext cx="5354280" cy="397728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1" name="Shape 301"/>
        <p:cNvGrpSpPr/>
        <p:nvPr/>
      </p:nvGrpSpPr>
      <p:grpSpPr>
        <a:xfrm>
          <a:off x="0" y="0"/>
          <a:ext cx="0" cy="0"/>
          <a:chOff x="0" y="0"/>
          <a:chExt cx="0" cy="0"/>
        </a:xfrm>
      </p:grpSpPr>
      <p:sp>
        <p:nvSpPr>
          <p:cNvPr id="302" name="Google Shape;302;p102"/>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03" name="Shape 303"/>
        <p:cNvGrpSpPr/>
        <p:nvPr/>
      </p:nvGrpSpPr>
      <p:grpSpPr>
        <a:xfrm>
          <a:off x="0" y="0"/>
          <a:ext cx="0" cy="0"/>
          <a:chOff x="0" y="0"/>
          <a:chExt cx="0" cy="0"/>
        </a:xfrm>
      </p:grpSpPr>
      <p:sp>
        <p:nvSpPr>
          <p:cNvPr id="304" name="Google Shape;304;p103"/>
          <p:cNvSpPr txBox="1"/>
          <p:nvPr>
            <p:ph idx="1" type="subTitle"/>
          </p:nvPr>
        </p:nvSpPr>
        <p:spPr>
          <a:xfrm>
            <a:off x="628920" y="2502000"/>
            <a:ext cx="8059680" cy="77126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5" name="Shape 305"/>
        <p:cNvGrpSpPr/>
        <p:nvPr/>
      </p:nvGrpSpPr>
      <p:grpSpPr>
        <a:xfrm>
          <a:off x="0" y="0"/>
          <a:ext cx="0" cy="0"/>
          <a:chOff x="0" y="0"/>
          <a:chExt cx="0" cy="0"/>
        </a:xfrm>
      </p:grpSpPr>
      <p:sp>
        <p:nvSpPr>
          <p:cNvPr id="306" name="Google Shape;306;p104"/>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7" name="Google Shape;307;p104"/>
          <p:cNvSpPr txBox="1"/>
          <p:nvPr>
            <p:ph idx="1" type="body"/>
          </p:nvPr>
        </p:nvSpPr>
        <p:spPr>
          <a:xfrm>
            <a:off x="609480" y="160452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 name="Google Shape;308;p104"/>
          <p:cNvSpPr txBox="1"/>
          <p:nvPr>
            <p:ph idx="2" type="body"/>
          </p:nvPr>
        </p:nvSpPr>
        <p:spPr>
          <a:xfrm>
            <a:off x="6231960" y="1604520"/>
            <a:ext cx="5354280" cy="397728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 name="Google Shape;309;p104"/>
          <p:cNvSpPr txBox="1"/>
          <p:nvPr>
            <p:ph idx="3" type="body"/>
          </p:nvPr>
        </p:nvSpPr>
        <p:spPr>
          <a:xfrm>
            <a:off x="609480" y="368208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0" name="Shape 310"/>
        <p:cNvGrpSpPr/>
        <p:nvPr/>
      </p:nvGrpSpPr>
      <p:grpSpPr>
        <a:xfrm>
          <a:off x="0" y="0"/>
          <a:ext cx="0" cy="0"/>
          <a:chOff x="0" y="0"/>
          <a:chExt cx="0" cy="0"/>
        </a:xfrm>
      </p:grpSpPr>
      <p:sp>
        <p:nvSpPr>
          <p:cNvPr id="311" name="Google Shape;311;p10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105"/>
          <p:cNvSpPr txBox="1"/>
          <p:nvPr>
            <p:ph idx="1" type="body"/>
          </p:nvPr>
        </p:nvSpPr>
        <p:spPr>
          <a:xfrm>
            <a:off x="609480" y="1604520"/>
            <a:ext cx="5354280" cy="397728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 name="Google Shape;313;p105"/>
          <p:cNvSpPr txBox="1"/>
          <p:nvPr>
            <p:ph idx="2" type="body"/>
          </p:nvPr>
        </p:nvSpPr>
        <p:spPr>
          <a:xfrm>
            <a:off x="6231960" y="160452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 name="Google Shape;314;p105"/>
          <p:cNvSpPr txBox="1"/>
          <p:nvPr>
            <p:ph idx="3" type="body"/>
          </p:nvPr>
        </p:nvSpPr>
        <p:spPr>
          <a:xfrm>
            <a:off x="6231960" y="368208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15" name="Shape 315"/>
        <p:cNvGrpSpPr/>
        <p:nvPr/>
      </p:nvGrpSpPr>
      <p:grpSpPr>
        <a:xfrm>
          <a:off x="0" y="0"/>
          <a:ext cx="0" cy="0"/>
          <a:chOff x="0" y="0"/>
          <a:chExt cx="0" cy="0"/>
        </a:xfrm>
      </p:grpSpPr>
      <p:sp>
        <p:nvSpPr>
          <p:cNvPr id="316" name="Google Shape;316;p10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106"/>
          <p:cNvSpPr txBox="1"/>
          <p:nvPr>
            <p:ph idx="1" type="body"/>
          </p:nvPr>
        </p:nvSpPr>
        <p:spPr>
          <a:xfrm>
            <a:off x="609480" y="160452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 name="Google Shape;318;p106"/>
          <p:cNvSpPr txBox="1"/>
          <p:nvPr>
            <p:ph idx="2" type="body"/>
          </p:nvPr>
        </p:nvSpPr>
        <p:spPr>
          <a:xfrm>
            <a:off x="6231960" y="160452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 name="Google Shape;319;p106"/>
          <p:cNvSpPr txBox="1"/>
          <p:nvPr>
            <p:ph idx="3" type="body"/>
          </p:nvPr>
        </p:nvSpPr>
        <p:spPr>
          <a:xfrm>
            <a:off x="609480" y="3682080"/>
            <a:ext cx="109724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20" name="Shape 320"/>
        <p:cNvGrpSpPr/>
        <p:nvPr/>
      </p:nvGrpSpPr>
      <p:grpSpPr>
        <a:xfrm>
          <a:off x="0" y="0"/>
          <a:ext cx="0" cy="0"/>
          <a:chOff x="0" y="0"/>
          <a:chExt cx="0" cy="0"/>
        </a:xfrm>
      </p:grpSpPr>
      <p:sp>
        <p:nvSpPr>
          <p:cNvPr id="321" name="Google Shape;321;p10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107"/>
          <p:cNvSpPr txBox="1"/>
          <p:nvPr>
            <p:ph idx="1" type="body"/>
          </p:nvPr>
        </p:nvSpPr>
        <p:spPr>
          <a:xfrm>
            <a:off x="609480" y="1604520"/>
            <a:ext cx="109724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 name="Google Shape;323;p107"/>
          <p:cNvSpPr txBox="1"/>
          <p:nvPr>
            <p:ph idx="2" type="body"/>
          </p:nvPr>
        </p:nvSpPr>
        <p:spPr>
          <a:xfrm>
            <a:off x="609480" y="3682080"/>
            <a:ext cx="109724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24" name="Shape 324"/>
        <p:cNvGrpSpPr/>
        <p:nvPr/>
      </p:nvGrpSpPr>
      <p:grpSpPr>
        <a:xfrm>
          <a:off x="0" y="0"/>
          <a:ext cx="0" cy="0"/>
          <a:chOff x="0" y="0"/>
          <a:chExt cx="0" cy="0"/>
        </a:xfrm>
      </p:grpSpPr>
      <p:sp>
        <p:nvSpPr>
          <p:cNvPr id="325" name="Google Shape;325;p108"/>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6" name="Google Shape;326;p108"/>
          <p:cNvSpPr txBox="1"/>
          <p:nvPr>
            <p:ph idx="1" type="body"/>
          </p:nvPr>
        </p:nvSpPr>
        <p:spPr>
          <a:xfrm>
            <a:off x="609480" y="160452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 name="Google Shape;327;p108"/>
          <p:cNvSpPr txBox="1"/>
          <p:nvPr>
            <p:ph idx="2" type="body"/>
          </p:nvPr>
        </p:nvSpPr>
        <p:spPr>
          <a:xfrm>
            <a:off x="6231960" y="160452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 name="Google Shape;328;p108"/>
          <p:cNvSpPr txBox="1"/>
          <p:nvPr>
            <p:ph idx="3" type="body"/>
          </p:nvPr>
        </p:nvSpPr>
        <p:spPr>
          <a:xfrm>
            <a:off x="609480" y="368208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9" name="Google Shape;329;p108"/>
          <p:cNvSpPr txBox="1"/>
          <p:nvPr>
            <p:ph idx="4" type="body"/>
          </p:nvPr>
        </p:nvSpPr>
        <p:spPr>
          <a:xfrm>
            <a:off x="6231960" y="3682080"/>
            <a:ext cx="535428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30" name="Shape 330"/>
        <p:cNvGrpSpPr/>
        <p:nvPr/>
      </p:nvGrpSpPr>
      <p:grpSpPr>
        <a:xfrm>
          <a:off x="0" y="0"/>
          <a:ext cx="0" cy="0"/>
          <a:chOff x="0" y="0"/>
          <a:chExt cx="0" cy="0"/>
        </a:xfrm>
      </p:grpSpPr>
      <p:sp>
        <p:nvSpPr>
          <p:cNvPr id="331" name="Google Shape;331;p109"/>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2" name="Google Shape;332;p109"/>
          <p:cNvSpPr txBox="1"/>
          <p:nvPr>
            <p:ph idx="1" type="body"/>
          </p:nvPr>
        </p:nvSpPr>
        <p:spPr>
          <a:xfrm>
            <a:off x="609480" y="1604520"/>
            <a:ext cx="35330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3" name="Google Shape;333;p109"/>
          <p:cNvSpPr txBox="1"/>
          <p:nvPr>
            <p:ph idx="2" type="body"/>
          </p:nvPr>
        </p:nvSpPr>
        <p:spPr>
          <a:xfrm>
            <a:off x="4319640" y="1604520"/>
            <a:ext cx="35330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p109"/>
          <p:cNvSpPr txBox="1"/>
          <p:nvPr>
            <p:ph idx="3" type="body"/>
          </p:nvPr>
        </p:nvSpPr>
        <p:spPr>
          <a:xfrm>
            <a:off x="8029800" y="1604520"/>
            <a:ext cx="35330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5" name="Google Shape;335;p109"/>
          <p:cNvSpPr txBox="1"/>
          <p:nvPr>
            <p:ph idx="4" type="body"/>
          </p:nvPr>
        </p:nvSpPr>
        <p:spPr>
          <a:xfrm>
            <a:off x="609480" y="3682080"/>
            <a:ext cx="35330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6" name="Google Shape;336;p109"/>
          <p:cNvSpPr txBox="1"/>
          <p:nvPr>
            <p:ph idx="5" type="body"/>
          </p:nvPr>
        </p:nvSpPr>
        <p:spPr>
          <a:xfrm>
            <a:off x="4319640" y="3682080"/>
            <a:ext cx="35330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7" name="Google Shape;337;p109"/>
          <p:cNvSpPr txBox="1"/>
          <p:nvPr>
            <p:ph idx="6" type="body"/>
          </p:nvPr>
        </p:nvSpPr>
        <p:spPr>
          <a:xfrm>
            <a:off x="8029800" y="3682080"/>
            <a:ext cx="3533040" cy="1896840"/>
          </a:xfrm>
          <a:prstGeom prst="rect">
            <a:avLst/>
          </a:prstGeom>
          <a:noFill/>
          <a:ln>
            <a:noFill/>
          </a:ln>
        </p:spPr>
        <p:txBody>
          <a:bodyPr anchorCtr="0" anchor="ctr"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43" name="Shape 343"/>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44" name="Shape 344"/>
        <p:cNvGrpSpPr/>
        <p:nvPr/>
      </p:nvGrpSpPr>
      <p:grpSpPr>
        <a:xfrm>
          <a:off x="0" y="0"/>
          <a:ext cx="0" cy="0"/>
          <a:chOff x="0" y="0"/>
          <a:chExt cx="0" cy="0"/>
        </a:xfrm>
      </p:grpSpPr>
      <p:sp>
        <p:nvSpPr>
          <p:cNvPr id="345" name="Google Shape;345;p110"/>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6" name="Google Shape;346;p110"/>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7" name="Shape 347"/>
        <p:cNvGrpSpPr/>
        <p:nvPr/>
      </p:nvGrpSpPr>
      <p:grpSpPr>
        <a:xfrm>
          <a:off x="0" y="0"/>
          <a:ext cx="0" cy="0"/>
          <a:chOff x="0" y="0"/>
          <a:chExt cx="0" cy="0"/>
        </a:xfrm>
      </p:grpSpPr>
      <p:sp>
        <p:nvSpPr>
          <p:cNvPr id="348" name="Google Shape;348;p111"/>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11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50" name="Shape 350"/>
        <p:cNvGrpSpPr/>
        <p:nvPr/>
      </p:nvGrpSpPr>
      <p:grpSpPr>
        <a:xfrm>
          <a:off x="0" y="0"/>
          <a:ext cx="0" cy="0"/>
          <a:chOff x="0" y="0"/>
          <a:chExt cx="0" cy="0"/>
        </a:xfrm>
      </p:grpSpPr>
      <p:sp>
        <p:nvSpPr>
          <p:cNvPr id="351" name="Google Shape;351;p112"/>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2" name="Google Shape;352;p112"/>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112"/>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4" name="Shape 354"/>
        <p:cNvGrpSpPr/>
        <p:nvPr/>
      </p:nvGrpSpPr>
      <p:grpSpPr>
        <a:xfrm>
          <a:off x="0" y="0"/>
          <a:ext cx="0" cy="0"/>
          <a:chOff x="0" y="0"/>
          <a:chExt cx="0" cy="0"/>
        </a:xfrm>
      </p:grpSpPr>
      <p:sp>
        <p:nvSpPr>
          <p:cNvPr id="355" name="Google Shape;355;p113"/>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56" name="Shape 356"/>
        <p:cNvGrpSpPr/>
        <p:nvPr/>
      </p:nvGrpSpPr>
      <p:grpSpPr>
        <a:xfrm>
          <a:off x="0" y="0"/>
          <a:ext cx="0" cy="0"/>
          <a:chOff x="0" y="0"/>
          <a:chExt cx="0" cy="0"/>
        </a:xfrm>
      </p:grpSpPr>
      <p:sp>
        <p:nvSpPr>
          <p:cNvPr id="357" name="Google Shape;357;p114"/>
          <p:cNvSpPr txBox="1"/>
          <p:nvPr>
            <p:ph idx="1" type="subTitle"/>
          </p:nvPr>
        </p:nvSpPr>
        <p:spPr>
          <a:xfrm>
            <a:off x="628920" y="2502000"/>
            <a:ext cx="8059680" cy="771264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58" name="Shape 358"/>
        <p:cNvGrpSpPr/>
        <p:nvPr/>
      </p:nvGrpSpPr>
      <p:grpSpPr>
        <a:xfrm>
          <a:off x="0" y="0"/>
          <a:ext cx="0" cy="0"/>
          <a:chOff x="0" y="0"/>
          <a:chExt cx="0" cy="0"/>
        </a:xfrm>
      </p:grpSpPr>
      <p:sp>
        <p:nvSpPr>
          <p:cNvPr id="359" name="Google Shape;359;p115"/>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0" name="Google Shape;360;p115"/>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1" name="Google Shape;361;p115"/>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2" name="Google Shape;362;p115"/>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63" name="Shape 363"/>
        <p:cNvGrpSpPr/>
        <p:nvPr/>
      </p:nvGrpSpPr>
      <p:grpSpPr>
        <a:xfrm>
          <a:off x="0" y="0"/>
          <a:ext cx="0" cy="0"/>
          <a:chOff x="0" y="0"/>
          <a:chExt cx="0" cy="0"/>
        </a:xfrm>
      </p:grpSpPr>
      <p:sp>
        <p:nvSpPr>
          <p:cNvPr id="364" name="Google Shape;364;p116"/>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116"/>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6" name="Google Shape;366;p116"/>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7" name="Google Shape;367;p116"/>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8" name="Shape 368"/>
        <p:cNvGrpSpPr/>
        <p:nvPr/>
      </p:nvGrpSpPr>
      <p:grpSpPr>
        <a:xfrm>
          <a:off x="0" y="0"/>
          <a:ext cx="0" cy="0"/>
          <a:chOff x="0" y="0"/>
          <a:chExt cx="0" cy="0"/>
        </a:xfrm>
      </p:grpSpPr>
      <p:sp>
        <p:nvSpPr>
          <p:cNvPr id="369" name="Google Shape;369;p117"/>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117"/>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1" name="Google Shape;371;p117"/>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2" name="Google Shape;372;p117"/>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73" name="Shape 373"/>
        <p:cNvGrpSpPr/>
        <p:nvPr/>
      </p:nvGrpSpPr>
      <p:grpSpPr>
        <a:xfrm>
          <a:off x="0" y="0"/>
          <a:ext cx="0" cy="0"/>
          <a:chOff x="0" y="0"/>
          <a:chExt cx="0" cy="0"/>
        </a:xfrm>
      </p:grpSpPr>
      <p:sp>
        <p:nvSpPr>
          <p:cNvPr id="374" name="Google Shape;374;p118"/>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5" name="Google Shape;375;p118"/>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6" name="Google Shape;376;p118"/>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77" name="Shape 377"/>
        <p:cNvGrpSpPr/>
        <p:nvPr/>
      </p:nvGrpSpPr>
      <p:grpSpPr>
        <a:xfrm>
          <a:off x="0" y="0"/>
          <a:ext cx="0" cy="0"/>
          <a:chOff x="0" y="0"/>
          <a:chExt cx="0" cy="0"/>
        </a:xfrm>
      </p:grpSpPr>
      <p:sp>
        <p:nvSpPr>
          <p:cNvPr id="378" name="Google Shape;378;p119"/>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119"/>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11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119"/>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119"/>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83" name="Shape 383"/>
        <p:cNvGrpSpPr/>
        <p:nvPr/>
      </p:nvGrpSpPr>
      <p:grpSpPr>
        <a:xfrm>
          <a:off x="0" y="0"/>
          <a:ext cx="0" cy="0"/>
          <a:chOff x="0" y="0"/>
          <a:chExt cx="0" cy="0"/>
        </a:xfrm>
      </p:grpSpPr>
      <p:sp>
        <p:nvSpPr>
          <p:cNvPr id="384" name="Google Shape;384;p120"/>
          <p:cNvSpPr txBox="1"/>
          <p:nvPr>
            <p:ph type="title"/>
          </p:nvPr>
        </p:nvSpPr>
        <p:spPr>
          <a:xfrm>
            <a:off x="628920" y="2502000"/>
            <a:ext cx="8059680" cy="16635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5" name="Google Shape;385;p120"/>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6" name="Google Shape;386;p120"/>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7" name="Google Shape;387;p120"/>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8" name="Google Shape;388;p120"/>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9" name="Google Shape;389;p120"/>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0" name="Google Shape;390;p120"/>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2.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8.jp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8.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8.xml"/><Relationship Id="rId10" Type="http://schemas.openxmlformats.org/officeDocument/2006/relationships/slideLayout" Target="../slideLayouts/slideLayout57.xml"/><Relationship Id="rId13" Type="http://schemas.openxmlformats.org/officeDocument/2006/relationships/slideLayout" Target="../slideLayouts/slideLayout60.xml"/><Relationship Id="rId12" Type="http://schemas.openxmlformats.org/officeDocument/2006/relationships/slideLayout" Target="../slideLayouts/slideLayout59.xml"/><Relationship Id="rId1" Type="http://schemas.openxmlformats.org/officeDocument/2006/relationships/image" Target="../media/image3.png"/><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theme" Target="../theme/theme6.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 Type="http://schemas.openxmlformats.org/officeDocument/2006/relationships/image" Target="../media/image12.jpg"/><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7.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82.xml"/><Relationship Id="rId10" Type="http://schemas.openxmlformats.org/officeDocument/2006/relationships/slideLayout" Target="../slideLayouts/slideLayout81.xml"/><Relationship Id="rId13" Type="http://schemas.openxmlformats.org/officeDocument/2006/relationships/slideLayout" Target="../slideLayouts/slideLayout84.xml"/><Relationship Id="rId12" Type="http://schemas.openxmlformats.org/officeDocument/2006/relationships/slideLayout" Target="../slideLayouts/slideLayout83.xml"/><Relationship Id="rId1" Type="http://schemas.openxmlformats.org/officeDocument/2006/relationships/image" Target="../media/image2.jpg"/><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theme" Target="../theme/theme4.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pic>
        <p:nvPicPr>
          <p:cNvPr id="10" name="Google Shape;10;p30"/>
          <p:cNvPicPr preferRelativeResize="0"/>
          <p:nvPr/>
        </p:nvPicPr>
        <p:blipFill rotWithShape="1">
          <a:blip r:embed="rId1">
            <a:alphaModFix/>
          </a:blip>
          <a:srcRect b="0" l="0" r="0" t="0"/>
          <a:stretch/>
        </p:blipFill>
        <p:spPr>
          <a:xfrm>
            <a:off x="0" y="-14760"/>
            <a:ext cx="12191760" cy="6872400"/>
          </a:xfrm>
          <a:prstGeom prst="rect">
            <a:avLst/>
          </a:prstGeom>
          <a:noFill/>
          <a:ln>
            <a:noFill/>
          </a:ln>
        </p:spPr>
      </p:pic>
      <p:sp>
        <p:nvSpPr>
          <p:cNvPr id="11" name="Google Shape;11;p30"/>
          <p:cNvSpPr txBox="1"/>
          <p:nvPr>
            <p:ph type="title"/>
          </p:nvPr>
        </p:nvSpPr>
        <p:spPr>
          <a:xfrm>
            <a:off x="628920" y="1945440"/>
            <a:ext cx="8059680" cy="1144440"/>
          </a:xfrm>
          <a:prstGeom prst="rect">
            <a:avLst/>
          </a:prstGeom>
          <a:noFill/>
          <a:ln>
            <a:noFill/>
          </a:ln>
        </p:spPr>
        <p:txBody>
          <a:bodyPr anchorCtr="0" anchor="t" bIns="0" lIns="9000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0"/>
          <p:cNvSpPr txBox="1"/>
          <p:nvPr>
            <p:ph idx="1" type="body"/>
          </p:nvPr>
        </p:nvSpPr>
        <p:spPr>
          <a:xfrm>
            <a:off x="628920" y="3238560"/>
            <a:ext cx="8059680" cy="761040"/>
          </a:xfrm>
          <a:prstGeom prst="rect">
            <a:avLst/>
          </a:prstGeom>
          <a:noFill/>
          <a:ln>
            <a:noFill/>
          </a:ln>
        </p:spPr>
        <p:txBody>
          <a:bodyPr anchorCtr="0" anchor="t" bIns="0" lIns="9000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30"/>
          <p:cNvSpPr/>
          <p:nvPr/>
        </p:nvSpPr>
        <p:spPr>
          <a:xfrm>
            <a:off x="0" y="1945440"/>
            <a:ext cx="146520" cy="19346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 name="Shape 62"/>
        <p:cNvGrpSpPr/>
        <p:nvPr/>
      </p:nvGrpSpPr>
      <p:grpSpPr>
        <a:xfrm>
          <a:off x="0" y="0"/>
          <a:ext cx="0" cy="0"/>
          <a:chOff x="0" y="0"/>
          <a:chExt cx="0" cy="0"/>
        </a:xfrm>
      </p:grpSpPr>
      <p:sp>
        <p:nvSpPr>
          <p:cNvPr id="63" name="Google Shape;63;p32"/>
          <p:cNvSpPr txBox="1"/>
          <p:nvPr>
            <p:ph idx="1" type="body"/>
          </p:nvPr>
        </p:nvSpPr>
        <p:spPr>
          <a:xfrm>
            <a:off x="624240" y="1314360"/>
            <a:ext cx="11039400" cy="4995000"/>
          </a:xfrm>
          <a:prstGeom prst="rect">
            <a:avLst/>
          </a:prstGeom>
          <a:noFill/>
          <a:ln>
            <a:noFill/>
          </a:ln>
        </p:spPr>
        <p:txBody>
          <a:bodyPr anchorCtr="0" anchor="t" bIns="45000" lIns="90000" spcFirstLastPara="1" rIns="90000" wrap="square" tIns="450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4" name="Google Shape;64;p32"/>
          <p:cNvSpPr txBox="1"/>
          <p:nvPr>
            <p:ph type="title"/>
          </p:nvPr>
        </p:nvSpPr>
        <p:spPr>
          <a:xfrm>
            <a:off x="628920" y="648000"/>
            <a:ext cx="11034720" cy="475560"/>
          </a:xfrm>
          <a:prstGeom prst="rect">
            <a:avLst/>
          </a:prstGeom>
          <a:noFill/>
          <a:ln>
            <a:noFill/>
          </a:ln>
        </p:spPr>
        <p:txBody>
          <a:bodyPr anchorCtr="0" anchor="ctr" bIns="0" lIns="9000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 name="Google Shape;65;p32"/>
          <p:cNvSpPr/>
          <p:nvPr/>
        </p:nvSpPr>
        <p:spPr>
          <a:xfrm>
            <a:off x="11501280" y="6406200"/>
            <a:ext cx="743400" cy="257400"/>
          </a:xfrm>
          <a:prstGeom prst="rect">
            <a:avLst/>
          </a:prstGeom>
          <a:noFill/>
          <a:ln>
            <a:noFill/>
          </a:ln>
        </p:spPr>
        <p:txBody>
          <a:bodyPr anchorCtr="0" anchor="ctr" bIns="26625" lIns="26625" spcFirstLastPara="1" rIns="26625" wrap="square" tIns="26625">
            <a:spAutoFit/>
          </a:bodyPr>
          <a:lstStyle/>
          <a:p>
            <a:pPr indent="0" lvl="0" marL="0" marR="0" rtl="0" algn="ctr">
              <a:lnSpc>
                <a:spcPct val="100000"/>
              </a:lnSpc>
              <a:spcBef>
                <a:spcPts val="0"/>
              </a:spcBef>
              <a:spcAft>
                <a:spcPts val="0"/>
              </a:spcAft>
              <a:buNone/>
            </a:pPr>
            <a:fld id="{00000000-1234-1234-1234-123412341234}" type="slidenum">
              <a:rPr b="0" i="0" lang="ru-RU" sz="1340" u="none" cap="none" strike="noStrike">
                <a:solidFill>
                  <a:srgbClr val="A6A6A6"/>
                </a:solidFill>
                <a:latin typeface="Arial"/>
                <a:ea typeface="Arial"/>
                <a:cs typeface="Arial"/>
                <a:sym typeface="Arial"/>
              </a:rPr>
              <a:t>‹#›</a:t>
            </a:fld>
            <a:endParaRPr b="0" i="0" sz="1340" u="none" cap="none" strike="noStrike">
              <a:solidFill>
                <a:schemeClr val="dk1"/>
              </a:solidFill>
              <a:latin typeface="Arial"/>
              <a:ea typeface="Arial"/>
              <a:cs typeface="Arial"/>
              <a:sym typeface="Arial"/>
            </a:endParaRPr>
          </a:p>
        </p:txBody>
      </p:sp>
      <p:sp>
        <p:nvSpPr>
          <p:cNvPr id="66" name="Google Shape;66;p32"/>
          <p:cNvSpPr txBox="1"/>
          <p:nvPr>
            <p:ph idx="2" type="body"/>
          </p:nvPr>
        </p:nvSpPr>
        <p:spPr>
          <a:xfrm>
            <a:off x="628920" y="260280"/>
            <a:ext cx="6042600" cy="192240"/>
          </a:xfrm>
          <a:prstGeom prst="rect">
            <a:avLst/>
          </a:prstGeom>
          <a:noFill/>
          <a:ln>
            <a:noFill/>
          </a:ln>
        </p:spPr>
        <p:txBody>
          <a:bodyPr anchorCtr="0" anchor="ctr" bIns="0" lIns="9000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7" name="Google Shape;67;p32"/>
          <p:cNvSpPr/>
          <p:nvPr/>
        </p:nvSpPr>
        <p:spPr>
          <a:xfrm>
            <a:off x="0" y="644040"/>
            <a:ext cx="60480" cy="477360"/>
          </a:xfrm>
          <a:prstGeom prst="rect">
            <a:avLst/>
          </a:prstGeom>
          <a:gradFill>
            <a:gsLst>
              <a:gs pos="0">
                <a:srgbClr val="243F90"/>
              </a:gs>
              <a:gs pos="100000">
                <a:srgbClr val="14B4C9"/>
              </a:gs>
            </a:gsLst>
            <a:lin ang="189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cxnSp>
        <p:nvCxnSpPr>
          <p:cNvPr id="117" name="Google Shape;117;p34"/>
          <p:cNvCxnSpPr/>
          <p:nvPr/>
        </p:nvCxnSpPr>
        <p:spPr>
          <a:xfrm>
            <a:off x="393120" y="0"/>
            <a:ext cx="0" cy="910440"/>
          </a:xfrm>
          <a:prstGeom prst="straightConnector1">
            <a:avLst/>
          </a:prstGeom>
          <a:noFill/>
          <a:ln cap="flat" cmpd="sng" w="9525">
            <a:solidFill>
              <a:srgbClr val="113869"/>
            </a:solidFill>
            <a:prstDash val="solid"/>
            <a:miter lim="8000"/>
            <a:headEnd len="sm" w="sm" type="none"/>
            <a:tailEnd len="sm" w="sm" type="none"/>
          </a:ln>
        </p:spPr>
      </p:cxnSp>
      <p:cxnSp>
        <p:nvCxnSpPr>
          <p:cNvPr id="118" name="Google Shape;118;p34"/>
          <p:cNvCxnSpPr/>
          <p:nvPr/>
        </p:nvCxnSpPr>
        <p:spPr>
          <a:xfrm>
            <a:off x="393120" y="6595560"/>
            <a:ext cx="0" cy="264600"/>
          </a:xfrm>
          <a:prstGeom prst="straightConnector1">
            <a:avLst/>
          </a:prstGeom>
          <a:noFill/>
          <a:ln cap="flat" cmpd="sng" w="9525">
            <a:solidFill>
              <a:srgbClr val="113869"/>
            </a:solidFill>
            <a:prstDash val="solid"/>
            <a:miter lim="8000"/>
            <a:headEnd len="sm" w="sm" type="none"/>
            <a:tailEnd len="sm" w="sm" type="none"/>
          </a:ln>
        </p:spPr>
      </p:cxnSp>
      <p:sp>
        <p:nvSpPr>
          <p:cNvPr id="119" name="Google Shape;119;p34"/>
          <p:cNvSpPr/>
          <p:nvPr/>
        </p:nvSpPr>
        <p:spPr>
          <a:xfrm>
            <a:off x="11388240" y="6397200"/>
            <a:ext cx="896400" cy="254880"/>
          </a:xfrm>
          <a:prstGeom prst="rect">
            <a:avLst/>
          </a:prstGeom>
          <a:noFill/>
          <a:ln>
            <a:noFill/>
          </a:ln>
        </p:spPr>
        <p:txBody>
          <a:bodyPr anchorCtr="0" anchor="t" bIns="36000" lIns="72000" spcFirstLastPara="1" rIns="72000" wrap="square" tIns="36000">
            <a:spAutoFit/>
          </a:bodyPr>
          <a:lstStyle/>
          <a:p>
            <a:pPr indent="0" lvl="0" marL="0" marR="0" rtl="0" algn="ctr">
              <a:lnSpc>
                <a:spcPct val="100000"/>
              </a:lnSpc>
              <a:spcBef>
                <a:spcPts val="0"/>
              </a:spcBef>
              <a:spcAft>
                <a:spcPts val="0"/>
              </a:spcAft>
              <a:buNone/>
            </a:pPr>
            <a:fld id="{00000000-1234-1234-1234-123412341234}" type="slidenum">
              <a:rPr b="0" i="0" lang="ru-RU" sz="1200" u="none" cap="none" strike="noStrike">
                <a:solidFill>
                  <a:srgbClr val="203864"/>
                </a:solidFill>
                <a:latin typeface="Open Sans"/>
                <a:ea typeface="Open Sans"/>
                <a:cs typeface="Open Sans"/>
                <a:sym typeface="Open Sans"/>
              </a:rPr>
              <a:t>‹#›</a:t>
            </a:fld>
            <a:endParaRPr b="0" i="0" sz="1200" u="none" cap="none" strike="noStrike">
              <a:solidFill>
                <a:schemeClr val="dk1"/>
              </a:solidFill>
              <a:latin typeface="Arial"/>
              <a:ea typeface="Arial"/>
              <a:cs typeface="Arial"/>
              <a:sym typeface="Arial"/>
            </a:endParaRPr>
          </a:p>
        </p:txBody>
      </p:sp>
      <p:sp>
        <p:nvSpPr>
          <p:cNvPr id="120" name="Google Shape;120;p34"/>
          <p:cNvSpPr/>
          <p:nvPr/>
        </p:nvSpPr>
        <p:spPr>
          <a:xfrm>
            <a:off x="0" y="0"/>
            <a:ext cx="12191760" cy="6857640"/>
          </a:xfrm>
          <a:prstGeom prst="rect">
            <a:avLst/>
          </a:prstGeom>
          <a:solidFill>
            <a:srgbClr val="1F1E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4"/>
          <p:cNvSpPr txBox="1"/>
          <p:nvPr>
            <p:ph idx="12" type="sldNum"/>
          </p:nvPr>
        </p:nvSpPr>
        <p:spPr>
          <a:xfrm>
            <a:off x="10698480" y="6491160"/>
            <a:ext cx="1035000" cy="364680"/>
          </a:xfrm>
          <a:prstGeom prst="rect">
            <a:avLst/>
          </a:prstGeom>
          <a:noFill/>
          <a:ln>
            <a:noFill/>
          </a:ln>
        </p:spPr>
        <p:txBody>
          <a:bodyPr anchorCtr="0" anchor="t" bIns="36000" lIns="72000" spcFirstLastPara="1" rIns="72000" wrap="square" tIns="36000">
            <a:noAutofit/>
          </a:bodyPr>
          <a:lstStyle>
            <a:lvl1pPr indent="0" lvl="0"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1pPr>
            <a:lvl2pPr indent="0" lvl="1"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2pPr>
            <a:lvl3pPr indent="0" lvl="2"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3pPr>
            <a:lvl4pPr indent="0" lvl="3"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4pPr>
            <a:lvl5pPr indent="0" lvl="4"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5pPr>
            <a:lvl6pPr indent="0" lvl="5"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6pPr>
            <a:lvl7pPr indent="0" lvl="6"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7pPr>
            <a:lvl8pPr indent="0" lvl="7"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8pPr>
            <a:lvl9pPr indent="0" lvl="8" marL="0" marR="0" rtl="0" algn="r">
              <a:lnSpc>
                <a:spcPct val="100000"/>
              </a:lnSpc>
              <a:spcBef>
                <a:spcPts val="0"/>
              </a:spcBef>
              <a:buNone/>
              <a:defRPr b="0" i="0" sz="1200" u="none" cap="none" strike="noStrike">
                <a:solidFill>
                  <a:srgbClr val="F2F2F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ru-RU"/>
              <a:t>‹#›</a:t>
            </a:fld>
            <a:endParaRPr>
              <a:solidFill>
                <a:schemeClr val="dk1"/>
              </a:solidFill>
              <a:latin typeface="Times New Roman"/>
              <a:ea typeface="Times New Roman"/>
              <a:cs typeface="Times New Roman"/>
              <a:sym typeface="Times New Roman"/>
            </a:endParaRPr>
          </a:p>
        </p:txBody>
      </p:sp>
      <p:sp>
        <p:nvSpPr>
          <p:cNvPr id="122" name="Google Shape;122;p34"/>
          <p:cNvSpPr txBox="1"/>
          <p:nvPr>
            <p:ph idx="1" type="body"/>
          </p:nvPr>
        </p:nvSpPr>
        <p:spPr>
          <a:xfrm>
            <a:off x="457920" y="136440"/>
            <a:ext cx="11275560" cy="33444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3" name="Google Shape;123;p34"/>
          <p:cNvSpPr txBox="1"/>
          <p:nvPr>
            <p:ph type="title"/>
          </p:nvPr>
        </p:nvSpPr>
        <p:spPr>
          <a:xfrm>
            <a:off x="457920" y="877680"/>
            <a:ext cx="5491080" cy="533268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4" name="Google Shape;124;p34"/>
          <p:cNvSpPr txBox="1"/>
          <p:nvPr>
            <p:ph idx="2" type="body"/>
          </p:nvPr>
        </p:nvSpPr>
        <p:spPr>
          <a:xfrm>
            <a:off x="6095880" y="875880"/>
            <a:ext cx="5637600" cy="533268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pic>
        <p:nvPicPr>
          <p:cNvPr id="174" name="Google Shape;174;p36"/>
          <p:cNvPicPr preferRelativeResize="0"/>
          <p:nvPr/>
        </p:nvPicPr>
        <p:blipFill rotWithShape="1">
          <a:blip r:embed="rId1">
            <a:alphaModFix/>
          </a:blip>
          <a:srcRect b="0" l="0" r="0" t="0"/>
          <a:stretch/>
        </p:blipFill>
        <p:spPr>
          <a:xfrm>
            <a:off x="0" y="0"/>
            <a:ext cx="12191760" cy="6857640"/>
          </a:xfrm>
          <a:prstGeom prst="rect">
            <a:avLst/>
          </a:prstGeom>
          <a:noFill/>
          <a:ln>
            <a:noFill/>
          </a:ln>
        </p:spPr>
      </p:pic>
      <p:sp>
        <p:nvSpPr>
          <p:cNvPr id="175" name="Google Shape;175;p36"/>
          <p:cNvSpPr/>
          <p:nvPr/>
        </p:nvSpPr>
        <p:spPr>
          <a:xfrm>
            <a:off x="9000" y="0"/>
            <a:ext cx="12191760" cy="6857640"/>
          </a:xfrm>
          <a:prstGeom prst="rect">
            <a:avLst/>
          </a:prstGeom>
          <a:solidFill>
            <a:srgbClr val="001355">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6"/>
          <p:cNvSpPr txBox="1"/>
          <p:nvPr>
            <p:ph idx="1" type="body"/>
          </p:nvPr>
        </p:nvSpPr>
        <p:spPr>
          <a:xfrm>
            <a:off x="624240" y="1314360"/>
            <a:ext cx="11039400" cy="4995000"/>
          </a:xfrm>
          <a:prstGeom prst="rect">
            <a:avLst/>
          </a:prstGeom>
          <a:noFill/>
          <a:ln>
            <a:noFill/>
          </a:ln>
        </p:spPr>
        <p:txBody>
          <a:bodyPr anchorCtr="0" anchor="t" bIns="45000" lIns="90000" spcFirstLastPara="1" rIns="90000" wrap="square" tIns="450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7" name="Google Shape;177;p36"/>
          <p:cNvSpPr txBox="1"/>
          <p:nvPr>
            <p:ph type="title"/>
          </p:nvPr>
        </p:nvSpPr>
        <p:spPr>
          <a:xfrm>
            <a:off x="628920" y="648000"/>
            <a:ext cx="11034720" cy="475560"/>
          </a:xfrm>
          <a:prstGeom prst="rect">
            <a:avLst/>
          </a:prstGeom>
          <a:noFill/>
          <a:ln>
            <a:noFill/>
          </a:ln>
        </p:spPr>
        <p:txBody>
          <a:bodyPr anchorCtr="0" anchor="ctr" bIns="0" lIns="9000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8" name="Google Shape;178;p36"/>
          <p:cNvSpPr/>
          <p:nvPr/>
        </p:nvSpPr>
        <p:spPr>
          <a:xfrm>
            <a:off x="11571840" y="6426360"/>
            <a:ext cx="603000" cy="216360"/>
          </a:xfrm>
          <a:prstGeom prst="rect">
            <a:avLst/>
          </a:prstGeom>
          <a:noFill/>
          <a:ln>
            <a:noFill/>
          </a:ln>
        </p:spPr>
        <p:txBody>
          <a:bodyPr anchorCtr="0" anchor="ctr" bIns="26625" lIns="26625" spcFirstLastPara="1" rIns="26625" wrap="square" tIns="26625">
            <a:spAutoFit/>
          </a:bodyPr>
          <a:lstStyle/>
          <a:p>
            <a:pPr indent="0" lvl="0" marL="0" marR="0" rtl="0" algn="ctr">
              <a:lnSpc>
                <a:spcPct val="100000"/>
              </a:lnSpc>
              <a:spcBef>
                <a:spcPts val="0"/>
              </a:spcBef>
              <a:spcAft>
                <a:spcPts val="0"/>
              </a:spcAft>
              <a:buNone/>
            </a:pPr>
            <a:fld id="{00000000-1234-1234-1234-123412341234}" type="slidenum">
              <a:rPr b="0" lang="ru-RU" sz="1070" strike="noStrike">
                <a:solidFill>
                  <a:srgbClr val="FFFFFF"/>
                </a:solidFill>
                <a:latin typeface="Arial"/>
                <a:ea typeface="Arial"/>
                <a:cs typeface="Arial"/>
                <a:sym typeface="Arial"/>
              </a:rPr>
              <a:t>‹#›</a:t>
            </a:fld>
            <a:endParaRPr b="0" sz="1070" strike="noStrike">
              <a:solidFill>
                <a:schemeClr val="dk1"/>
              </a:solidFill>
              <a:latin typeface="Arial"/>
              <a:ea typeface="Arial"/>
              <a:cs typeface="Arial"/>
              <a:sym typeface="Arial"/>
            </a:endParaRPr>
          </a:p>
        </p:txBody>
      </p:sp>
      <p:sp>
        <p:nvSpPr>
          <p:cNvPr id="179" name="Google Shape;179;p36"/>
          <p:cNvSpPr txBox="1"/>
          <p:nvPr>
            <p:ph idx="2" type="body"/>
          </p:nvPr>
        </p:nvSpPr>
        <p:spPr>
          <a:xfrm>
            <a:off x="628920" y="260280"/>
            <a:ext cx="6042600" cy="192240"/>
          </a:xfrm>
          <a:prstGeom prst="rect">
            <a:avLst/>
          </a:prstGeom>
          <a:noFill/>
          <a:ln>
            <a:noFill/>
          </a:ln>
        </p:spPr>
        <p:txBody>
          <a:bodyPr anchorCtr="0" anchor="ctr" bIns="0" lIns="9000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0" name="Google Shape;180;p36"/>
          <p:cNvSpPr/>
          <p:nvPr/>
        </p:nvSpPr>
        <p:spPr>
          <a:xfrm>
            <a:off x="0" y="644040"/>
            <a:ext cx="60480" cy="47736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pic>
        <p:nvPicPr>
          <p:cNvPr id="230" name="Google Shape;230;p38"/>
          <p:cNvPicPr preferRelativeResize="0"/>
          <p:nvPr/>
        </p:nvPicPr>
        <p:blipFill rotWithShape="1">
          <a:blip r:embed="rId1">
            <a:alphaModFix/>
          </a:blip>
          <a:srcRect b="0" l="0" r="0" t="0"/>
          <a:stretch/>
        </p:blipFill>
        <p:spPr>
          <a:xfrm>
            <a:off x="0" y="0"/>
            <a:ext cx="12191760" cy="6857640"/>
          </a:xfrm>
          <a:prstGeom prst="rect">
            <a:avLst/>
          </a:prstGeom>
          <a:noFill/>
          <a:ln>
            <a:noFill/>
          </a:ln>
        </p:spPr>
      </p:pic>
      <p:sp>
        <p:nvSpPr>
          <p:cNvPr id="231" name="Google Shape;231;p38"/>
          <p:cNvSpPr/>
          <p:nvPr/>
        </p:nvSpPr>
        <p:spPr>
          <a:xfrm>
            <a:off x="0" y="2197800"/>
            <a:ext cx="146520" cy="101772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8"/>
          <p:cNvSpPr txBox="1"/>
          <p:nvPr>
            <p:ph idx="1" type="body"/>
          </p:nvPr>
        </p:nvSpPr>
        <p:spPr>
          <a:xfrm>
            <a:off x="628920" y="3989160"/>
            <a:ext cx="7880040" cy="459360"/>
          </a:xfrm>
          <a:prstGeom prst="rect">
            <a:avLst/>
          </a:prstGeom>
          <a:noFill/>
          <a:ln>
            <a:noFill/>
          </a:ln>
        </p:spPr>
        <p:txBody>
          <a:bodyPr anchorCtr="0" anchor="t" bIns="45000" lIns="90000" spcFirstLastPara="1" rIns="90000" wrap="square" tIns="450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3" name="Google Shape;233;p38"/>
          <p:cNvSpPr txBox="1"/>
          <p:nvPr>
            <p:ph type="title"/>
          </p:nvPr>
        </p:nvSpPr>
        <p:spPr>
          <a:xfrm>
            <a:off x="638280" y="2226960"/>
            <a:ext cx="7870320" cy="1585080"/>
          </a:xfrm>
          <a:prstGeom prst="rect">
            <a:avLst/>
          </a:prstGeom>
          <a:noFill/>
          <a:ln>
            <a:noFill/>
          </a:ln>
        </p:spPr>
        <p:txBody>
          <a:bodyPr anchorCtr="0" anchor="t" bIns="0" lIns="9000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pic>
        <p:nvPicPr>
          <p:cNvPr id="283" name="Google Shape;283;p40"/>
          <p:cNvPicPr preferRelativeResize="0"/>
          <p:nvPr/>
        </p:nvPicPr>
        <p:blipFill rotWithShape="1">
          <a:blip r:embed="rId1">
            <a:alphaModFix/>
          </a:blip>
          <a:srcRect b="0" l="0" r="0" t="0"/>
          <a:stretch/>
        </p:blipFill>
        <p:spPr>
          <a:xfrm>
            <a:off x="0" y="0"/>
            <a:ext cx="12191760" cy="6857640"/>
          </a:xfrm>
          <a:prstGeom prst="rect">
            <a:avLst/>
          </a:prstGeom>
          <a:noFill/>
          <a:ln>
            <a:noFill/>
          </a:ln>
        </p:spPr>
      </p:pic>
      <p:sp>
        <p:nvSpPr>
          <p:cNvPr id="284" name="Google Shape;284;p40"/>
          <p:cNvSpPr/>
          <p:nvPr/>
        </p:nvSpPr>
        <p:spPr>
          <a:xfrm>
            <a:off x="-2520" y="11520"/>
            <a:ext cx="12191760" cy="6857640"/>
          </a:xfrm>
          <a:prstGeom prst="rect">
            <a:avLst/>
          </a:prstGeom>
          <a:solidFill>
            <a:srgbClr val="001355">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0"/>
          <p:cNvSpPr txBox="1"/>
          <p:nvPr>
            <p:ph type="title"/>
          </p:nvPr>
        </p:nvSpPr>
        <p:spPr>
          <a:xfrm>
            <a:off x="628920" y="648000"/>
            <a:ext cx="11034720" cy="475560"/>
          </a:xfrm>
          <a:prstGeom prst="rect">
            <a:avLst/>
          </a:prstGeom>
          <a:noFill/>
          <a:ln>
            <a:noFill/>
          </a:ln>
        </p:spPr>
        <p:txBody>
          <a:bodyPr anchorCtr="0" anchor="ctr" bIns="0" lIns="9000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6" name="Google Shape;286;p40"/>
          <p:cNvSpPr/>
          <p:nvPr/>
        </p:nvSpPr>
        <p:spPr>
          <a:xfrm>
            <a:off x="11501280" y="6406200"/>
            <a:ext cx="743400" cy="257400"/>
          </a:xfrm>
          <a:prstGeom prst="rect">
            <a:avLst/>
          </a:prstGeom>
          <a:noFill/>
          <a:ln>
            <a:noFill/>
          </a:ln>
        </p:spPr>
        <p:txBody>
          <a:bodyPr anchorCtr="0" anchor="ctr" bIns="26625" lIns="26625" spcFirstLastPara="1" rIns="26625" wrap="square" tIns="26625">
            <a:spAutoFit/>
          </a:bodyPr>
          <a:lstStyle/>
          <a:p>
            <a:pPr indent="0" lvl="0" marL="0" marR="0" rtl="0" algn="ctr">
              <a:lnSpc>
                <a:spcPct val="100000"/>
              </a:lnSpc>
              <a:spcBef>
                <a:spcPts val="0"/>
              </a:spcBef>
              <a:spcAft>
                <a:spcPts val="0"/>
              </a:spcAft>
              <a:buNone/>
            </a:pPr>
            <a:fld id="{00000000-1234-1234-1234-123412341234}" type="slidenum">
              <a:rPr b="0" lang="ru-RU" sz="1340" strike="noStrike">
                <a:solidFill>
                  <a:srgbClr val="FFFFFF"/>
                </a:solidFill>
                <a:latin typeface="Arial"/>
                <a:ea typeface="Arial"/>
                <a:cs typeface="Arial"/>
                <a:sym typeface="Arial"/>
              </a:rPr>
              <a:t>‹#›</a:t>
            </a:fld>
            <a:endParaRPr b="0" sz="1340" strike="noStrike">
              <a:solidFill>
                <a:schemeClr val="dk1"/>
              </a:solidFill>
              <a:latin typeface="Arial"/>
              <a:ea typeface="Arial"/>
              <a:cs typeface="Arial"/>
              <a:sym typeface="Arial"/>
            </a:endParaRPr>
          </a:p>
        </p:txBody>
      </p:sp>
      <p:sp>
        <p:nvSpPr>
          <p:cNvPr id="287" name="Google Shape;287;p40"/>
          <p:cNvSpPr txBox="1"/>
          <p:nvPr>
            <p:ph idx="1" type="body"/>
          </p:nvPr>
        </p:nvSpPr>
        <p:spPr>
          <a:xfrm>
            <a:off x="628920" y="260280"/>
            <a:ext cx="6042600" cy="192240"/>
          </a:xfrm>
          <a:prstGeom prst="rect">
            <a:avLst/>
          </a:prstGeom>
          <a:noFill/>
          <a:ln>
            <a:noFill/>
          </a:ln>
        </p:spPr>
        <p:txBody>
          <a:bodyPr anchorCtr="0" anchor="ctr" bIns="0" lIns="9000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88" name="Google Shape;288;p40"/>
          <p:cNvSpPr/>
          <p:nvPr/>
        </p:nvSpPr>
        <p:spPr>
          <a:xfrm>
            <a:off x="0" y="644040"/>
            <a:ext cx="60480" cy="47736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0"/>
          <p:cNvSpPr txBox="1"/>
          <p:nvPr>
            <p:ph idx="2" type="body"/>
          </p:nvPr>
        </p:nvSpPr>
        <p:spPr>
          <a:xfrm>
            <a:off x="624240" y="1314360"/>
            <a:ext cx="11039400" cy="4995000"/>
          </a:xfrm>
          <a:prstGeom prst="rect">
            <a:avLst/>
          </a:prstGeom>
          <a:noFill/>
          <a:ln>
            <a:noFill/>
          </a:ln>
        </p:spPr>
        <p:txBody>
          <a:bodyPr anchorCtr="0" anchor="t" bIns="45000" lIns="90000" spcFirstLastPara="1" rIns="90000" wrap="square" tIns="450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pic>
        <p:nvPicPr>
          <p:cNvPr id="339" name="Google Shape;339;p42"/>
          <p:cNvPicPr preferRelativeResize="0"/>
          <p:nvPr/>
        </p:nvPicPr>
        <p:blipFill rotWithShape="1">
          <a:blip r:embed="rId1">
            <a:alphaModFix/>
          </a:blip>
          <a:srcRect b="0" l="0" r="0" t="0"/>
          <a:stretch/>
        </p:blipFill>
        <p:spPr>
          <a:xfrm>
            <a:off x="0" y="2160"/>
            <a:ext cx="12191760" cy="6853320"/>
          </a:xfrm>
          <a:prstGeom prst="rect">
            <a:avLst/>
          </a:prstGeom>
          <a:noFill/>
          <a:ln>
            <a:noFill/>
          </a:ln>
        </p:spPr>
      </p:pic>
      <p:sp>
        <p:nvSpPr>
          <p:cNvPr id="340" name="Google Shape;340;p42"/>
          <p:cNvSpPr txBox="1"/>
          <p:nvPr>
            <p:ph type="title"/>
          </p:nvPr>
        </p:nvSpPr>
        <p:spPr>
          <a:xfrm>
            <a:off x="628920" y="2502000"/>
            <a:ext cx="8059680" cy="1663560"/>
          </a:xfrm>
          <a:prstGeom prst="rect">
            <a:avLst/>
          </a:prstGeom>
          <a:noFill/>
          <a:ln>
            <a:noFill/>
          </a:ln>
        </p:spPr>
        <p:txBody>
          <a:bodyPr anchorCtr="0" anchor="t" bIns="0" lIns="9000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1" name="Google Shape;341;p42"/>
          <p:cNvSpPr/>
          <p:nvPr/>
        </p:nvSpPr>
        <p:spPr>
          <a:xfrm>
            <a:off x="0" y="2502000"/>
            <a:ext cx="146520" cy="1144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2"/>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
          <p:cNvSpPr txBox="1"/>
          <p:nvPr/>
        </p:nvSpPr>
        <p:spPr>
          <a:xfrm>
            <a:off x="628920" y="3238560"/>
            <a:ext cx="8059680" cy="761040"/>
          </a:xfrm>
          <a:prstGeom prst="rect">
            <a:avLst/>
          </a:prstGeom>
          <a:noFill/>
          <a:ln>
            <a:noFill/>
          </a:ln>
        </p:spPr>
        <p:txBody>
          <a:bodyPr anchorCtr="0" anchor="t" bIns="0" lIns="90000" spcFirstLastPara="1" rIns="0" wrap="square" tIns="0">
            <a:noAutofit/>
          </a:bodyPr>
          <a:lstStyle/>
          <a:p>
            <a:pPr indent="0" lvl="0" marL="0" marR="0" rtl="0" algn="l">
              <a:lnSpc>
                <a:spcPct val="100000"/>
              </a:lnSpc>
              <a:spcBef>
                <a:spcPts val="0"/>
              </a:spcBef>
              <a:spcAft>
                <a:spcPts val="0"/>
              </a:spcAft>
              <a:buNone/>
            </a:pPr>
            <a:r>
              <a:rPr b="0" i="0" lang="ru-RU" sz="2400" u="none" cap="none" strike="noStrike">
                <a:solidFill>
                  <a:srgbClr val="FFFFFF"/>
                </a:solidFill>
                <a:latin typeface="Arial"/>
                <a:ea typeface="Arial"/>
                <a:cs typeface="Arial"/>
                <a:sym typeface="Arial"/>
              </a:rPr>
              <a:t>Раздел 8. Оркестрация</a:t>
            </a:r>
            <a:endParaRPr b="0" i="0" sz="2400" u="none" cap="none" strike="noStrike">
              <a:solidFill>
                <a:srgbClr val="424A5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
          <p:cNvSpPr txBox="1"/>
          <p:nvPr/>
        </p:nvSpPr>
        <p:spPr>
          <a:xfrm>
            <a:off x="624240" y="1314360"/>
            <a:ext cx="5471280" cy="3977280"/>
          </a:xfrm>
          <a:prstGeom prst="rect">
            <a:avLst/>
          </a:prstGeom>
          <a:noFill/>
          <a:ln>
            <a:noFill/>
          </a:ln>
        </p:spPr>
        <p:txBody>
          <a:bodyPr anchorCtr="0" anchor="t" bIns="45000" lIns="90000" spcFirstLastPara="1" rIns="90000" wrap="square" tIns="45000">
            <a:noAutofit/>
          </a:bodyPr>
          <a:lstStyle/>
          <a:p>
            <a:pPr indent="-456840" lvl="0" marL="457200" marR="0" rtl="0" algn="l">
              <a:lnSpc>
                <a:spcPct val="130000"/>
              </a:lnSpc>
              <a:spcBef>
                <a:spcPts val="0"/>
              </a:spcBef>
              <a:spcAft>
                <a:spcPts val="0"/>
              </a:spcAft>
              <a:buClr>
                <a:srgbClr val="243F90"/>
              </a:buClr>
              <a:buSzPts val="2000"/>
              <a:buFont typeface="Arial"/>
              <a:buAutoNum type="arabicPeriod"/>
            </a:pPr>
            <a:r>
              <a:rPr b="0" i="0" lang="ru-RU" sz="2000" u="none" cap="none" strike="noStrike">
                <a:solidFill>
                  <a:srgbClr val="424A52"/>
                </a:solidFill>
                <a:latin typeface="Arial"/>
                <a:ea typeface="Arial"/>
                <a:cs typeface="Arial"/>
                <a:sym typeface="Arial"/>
              </a:rPr>
              <a:t>Введение</a:t>
            </a:r>
            <a:endParaRPr/>
          </a:p>
          <a:p>
            <a:pPr indent="-456840" lvl="0" marL="457200" marR="0" rtl="0" algn="l">
              <a:lnSpc>
                <a:spcPct val="130000"/>
              </a:lnSpc>
              <a:spcBef>
                <a:spcPts val="600"/>
              </a:spcBef>
              <a:spcAft>
                <a:spcPts val="0"/>
              </a:spcAft>
              <a:buClr>
                <a:srgbClr val="243F90"/>
              </a:buClr>
              <a:buSzPts val="2000"/>
              <a:buFont typeface="Arial"/>
              <a:buAutoNum type="arabicPeriod"/>
            </a:pPr>
            <a:r>
              <a:rPr b="0" i="0" lang="ru-RU" sz="2000" u="none" cap="none" strike="noStrike">
                <a:solidFill>
                  <a:srgbClr val="424A52"/>
                </a:solidFill>
                <a:latin typeface="Arial"/>
                <a:ea typeface="Arial"/>
                <a:cs typeface="Arial"/>
                <a:sym typeface="Arial"/>
              </a:rPr>
              <a:t>Что такое DevOps? </a:t>
            </a:r>
            <a:endParaRPr/>
          </a:p>
          <a:p>
            <a:pPr indent="-456840" lvl="0" marL="457200" marR="0" rtl="0" algn="l">
              <a:lnSpc>
                <a:spcPct val="130000"/>
              </a:lnSpc>
              <a:spcBef>
                <a:spcPts val="600"/>
              </a:spcBef>
              <a:spcAft>
                <a:spcPts val="0"/>
              </a:spcAft>
              <a:buClr>
                <a:srgbClr val="243F90"/>
              </a:buClr>
              <a:buSzPts val="2000"/>
              <a:buFont typeface="Arial"/>
              <a:buAutoNum type="arabicPeriod"/>
            </a:pPr>
            <a:r>
              <a:rPr b="0" i="0" lang="ru-RU" sz="2000" u="none" cap="none" strike="noStrike">
                <a:solidFill>
                  <a:srgbClr val="424A52"/>
                </a:solidFill>
                <a:latin typeface="Arial"/>
                <a:ea typeface="Arial"/>
                <a:cs typeface="Arial"/>
                <a:sym typeface="Arial"/>
              </a:rPr>
              <a:t>Скриптинг</a:t>
            </a:r>
            <a:endParaRPr/>
          </a:p>
          <a:p>
            <a:pPr indent="-456840" lvl="0" marL="457200" marR="0" rtl="0" algn="l">
              <a:lnSpc>
                <a:spcPct val="130000"/>
              </a:lnSpc>
              <a:spcBef>
                <a:spcPts val="600"/>
              </a:spcBef>
              <a:spcAft>
                <a:spcPts val="0"/>
              </a:spcAft>
              <a:buClr>
                <a:srgbClr val="243F90"/>
              </a:buClr>
              <a:buSzPts val="2000"/>
              <a:buFont typeface="Arial"/>
              <a:buAutoNum type="arabicPeriod"/>
            </a:pPr>
            <a:r>
              <a:rPr b="0" i="0" lang="ru-RU" sz="2000" u="none" cap="none" strike="noStrike">
                <a:solidFill>
                  <a:srgbClr val="424A52"/>
                </a:solidFill>
                <a:latin typeface="Arial"/>
                <a:ea typeface="Arial"/>
                <a:cs typeface="Arial"/>
                <a:sym typeface="Arial"/>
              </a:rPr>
              <a:t>Контроль версий</a:t>
            </a:r>
            <a:endParaRPr/>
          </a:p>
          <a:p>
            <a:pPr indent="-456840" lvl="0" marL="457200" marR="0" rtl="0" algn="l">
              <a:lnSpc>
                <a:spcPct val="130000"/>
              </a:lnSpc>
              <a:spcBef>
                <a:spcPts val="600"/>
              </a:spcBef>
              <a:spcAft>
                <a:spcPts val="0"/>
              </a:spcAft>
              <a:buClr>
                <a:srgbClr val="243F90"/>
              </a:buClr>
              <a:buSzPts val="2000"/>
              <a:buFont typeface="Arial"/>
              <a:buAutoNum type="arabicPeriod"/>
            </a:pPr>
            <a:r>
              <a:rPr b="0" i="0" lang="ru-RU" sz="2000" u="none" cap="none" strike="noStrike">
                <a:solidFill>
                  <a:srgbClr val="424A52"/>
                </a:solidFill>
                <a:latin typeface="Arial"/>
                <a:ea typeface="Arial"/>
                <a:cs typeface="Arial"/>
                <a:sym typeface="Arial"/>
              </a:rPr>
              <a:t>Инфраструктура как код</a:t>
            </a:r>
            <a:endParaRPr/>
          </a:p>
          <a:p>
            <a:pPr indent="-456840" lvl="0" marL="457200" marR="0" rtl="0" algn="l">
              <a:lnSpc>
                <a:spcPct val="130000"/>
              </a:lnSpc>
              <a:spcBef>
                <a:spcPts val="600"/>
              </a:spcBef>
              <a:spcAft>
                <a:spcPts val="0"/>
              </a:spcAft>
              <a:buClr>
                <a:srgbClr val="243F90"/>
              </a:buClr>
              <a:buSzPts val="2000"/>
              <a:buFont typeface="Arial"/>
              <a:buAutoNum type="arabicPeriod"/>
            </a:pPr>
            <a:r>
              <a:rPr b="0" i="0" lang="ru-RU" sz="2000" u="none" cap="none" strike="noStrike">
                <a:solidFill>
                  <a:srgbClr val="424A52"/>
                </a:solidFill>
                <a:latin typeface="Arial"/>
                <a:ea typeface="Arial"/>
                <a:cs typeface="Arial"/>
                <a:sym typeface="Arial"/>
              </a:rPr>
              <a:t>Управление конфигурацией</a:t>
            </a:r>
            <a:endParaRPr/>
          </a:p>
        </p:txBody>
      </p:sp>
      <p:sp>
        <p:nvSpPr>
          <p:cNvPr id="401" name="Google Shape;401;p2"/>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i="0" lang="ru-RU" sz="3200" u="none" cap="none" strike="noStrike">
                <a:solidFill>
                  <a:srgbClr val="001A72"/>
                </a:solidFill>
                <a:latin typeface="Arial"/>
                <a:ea typeface="Arial"/>
                <a:cs typeface="Arial"/>
                <a:sym typeface="Arial"/>
              </a:rPr>
              <a:t>Содержание</a:t>
            </a:r>
            <a:endParaRPr b="0" i="0" sz="3200" u="none" cap="none" strike="noStrike">
              <a:solidFill>
                <a:srgbClr val="000000"/>
              </a:solidFill>
              <a:latin typeface="Arial"/>
              <a:ea typeface="Arial"/>
              <a:cs typeface="Arial"/>
              <a:sym typeface="Arial"/>
            </a:endParaRPr>
          </a:p>
        </p:txBody>
      </p:sp>
      <p:sp>
        <p:nvSpPr>
          <p:cNvPr id="402" name="Google Shape;402;p2"/>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i="0" lang="ru-RU" sz="1100" u="none" cap="none" strike="noStrike">
                <a:solidFill>
                  <a:srgbClr val="808285"/>
                </a:solidFill>
                <a:latin typeface="Arial"/>
                <a:ea typeface="Arial"/>
                <a:cs typeface="Arial"/>
                <a:sym typeface="Arial"/>
              </a:rPr>
              <a:t>ОРКЕСТРАЦИЯ</a:t>
            </a:r>
            <a:endParaRPr b="0" i="0" sz="1100" u="none" cap="none" strike="noStrike">
              <a:solidFill>
                <a:srgbClr val="424A52"/>
              </a:solidFill>
              <a:latin typeface="Arial"/>
              <a:ea typeface="Arial"/>
              <a:cs typeface="Arial"/>
              <a:sym typeface="Arial"/>
            </a:endParaRPr>
          </a:p>
        </p:txBody>
      </p:sp>
      <p:sp>
        <p:nvSpPr>
          <p:cNvPr id="403" name="Google Shape;403;p2"/>
          <p:cNvSpPr/>
          <p:nvPr/>
        </p:nvSpPr>
        <p:spPr>
          <a:xfrm>
            <a:off x="6118920" y="1314360"/>
            <a:ext cx="5471280" cy="3245760"/>
          </a:xfrm>
          <a:prstGeom prst="rect">
            <a:avLst/>
          </a:prstGeom>
          <a:noFill/>
          <a:ln>
            <a:noFill/>
          </a:ln>
        </p:spPr>
        <p:txBody>
          <a:bodyPr anchorCtr="0" anchor="t" bIns="45000" lIns="90000" spcFirstLastPara="1" rIns="90000" wrap="square" tIns="45000">
            <a:spAutoFit/>
          </a:bodyPr>
          <a:lstStyle/>
          <a:p>
            <a:pPr indent="-456840" lvl="0" marL="457200" marR="0" rtl="0" algn="l">
              <a:lnSpc>
                <a:spcPct val="130000"/>
              </a:lnSpc>
              <a:spcBef>
                <a:spcPts val="0"/>
              </a:spcBef>
              <a:spcAft>
                <a:spcPts val="0"/>
              </a:spcAft>
              <a:buClr>
                <a:srgbClr val="424A52"/>
              </a:buClr>
              <a:buSzPts val="2000"/>
              <a:buFont typeface="Arial"/>
              <a:buAutoNum type="arabicPeriod" startAt="7"/>
            </a:pPr>
            <a:r>
              <a:rPr b="0" i="0" lang="ru-RU" sz="2000" u="none" cap="none" strike="noStrike">
                <a:solidFill>
                  <a:srgbClr val="424A52"/>
                </a:solidFill>
                <a:latin typeface="Arial"/>
                <a:ea typeface="Arial"/>
                <a:cs typeface="Arial"/>
                <a:sym typeface="Arial"/>
              </a:rPr>
              <a:t>Контейнеризация</a:t>
            </a:r>
            <a:endParaRPr b="0" i="0" sz="2000" u="none" cap="none" strike="noStrike">
              <a:solidFill>
                <a:schemeClr val="dk1"/>
              </a:solidFill>
              <a:latin typeface="Arial"/>
              <a:ea typeface="Arial"/>
              <a:cs typeface="Arial"/>
              <a:sym typeface="Arial"/>
            </a:endParaRPr>
          </a:p>
          <a:p>
            <a:pPr indent="-456840" lvl="0" marL="457200" marR="0" rtl="0" algn="l">
              <a:lnSpc>
                <a:spcPct val="130000"/>
              </a:lnSpc>
              <a:spcBef>
                <a:spcPts val="600"/>
              </a:spcBef>
              <a:spcAft>
                <a:spcPts val="0"/>
              </a:spcAft>
              <a:buClr>
                <a:srgbClr val="424A52"/>
              </a:buClr>
              <a:buSzPts val="2000"/>
              <a:buFont typeface="Arial"/>
              <a:buAutoNum type="arabicPeriod" startAt="7"/>
            </a:pPr>
            <a:r>
              <a:rPr b="1" i="0" lang="ru-RU" sz="2000" u="none" cap="none" strike="noStrike">
                <a:solidFill>
                  <a:srgbClr val="424A52"/>
                </a:solidFill>
                <a:latin typeface="Arial"/>
                <a:ea typeface="Arial"/>
                <a:cs typeface="Arial"/>
                <a:sym typeface="Arial"/>
              </a:rPr>
              <a:t>Оркестрация 👈</a:t>
            </a:r>
            <a:endParaRPr b="0" i="0" sz="2000" u="none" cap="none" strike="noStrike">
              <a:solidFill>
                <a:schemeClr val="dk1"/>
              </a:solidFill>
              <a:latin typeface="Arial"/>
              <a:ea typeface="Arial"/>
              <a:cs typeface="Arial"/>
              <a:sym typeface="Arial"/>
            </a:endParaRPr>
          </a:p>
          <a:p>
            <a:pPr indent="-456840" lvl="0" marL="457200" marR="0" rtl="0" algn="l">
              <a:lnSpc>
                <a:spcPct val="130000"/>
              </a:lnSpc>
              <a:spcBef>
                <a:spcPts val="600"/>
              </a:spcBef>
              <a:spcAft>
                <a:spcPts val="0"/>
              </a:spcAft>
              <a:buClr>
                <a:srgbClr val="424A52"/>
              </a:buClr>
              <a:buSzPts val="2000"/>
              <a:buFont typeface="Arial"/>
              <a:buAutoNum type="arabicPeriod" startAt="7"/>
            </a:pPr>
            <a:r>
              <a:rPr b="0" i="0" lang="ru-RU" sz="2000" u="none" cap="none" strike="noStrike">
                <a:solidFill>
                  <a:srgbClr val="424A52"/>
                </a:solidFill>
                <a:latin typeface="Arial"/>
                <a:ea typeface="Arial"/>
                <a:cs typeface="Arial"/>
                <a:sym typeface="Arial"/>
              </a:rPr>
              <a:t>Непрерывная интеграция</a:t>
            </a:r>
            <a:endParaRPr b="0" i="0" sz="2000" u="none" cap="none" strike="noStrike">
              <a:solidFill>
                <a:schemeClr val="dk1"/>
              </a:solidFill>
              <a:latin typeface="Arial"/>
              <a:ea typeface="Arial"/>
              <a:cs typeface="Arial"/>
              <a:sym typeface="Arial"/>
            </a:endParaRPr>
          </a:p>
          <a:p>
            <a:pPr indent="-456840" lvl="0" marL="457200" marR="0" rtl="0" algn="l">
              <a:lnSpc>
                <a:spcPct val="130000"/>
              </a:lnSpc>
              <a:spcBef>
                <a:spcPts val="600"/>
              </a:spcBef>
              <a:spcAft>
                <a:spcPts val="0"/>
              </a:spcAft>
              <a:buClr>
                <a:srgbClr val="424A52"/>
              </a:buClr>
              <a:buSzPts val="2000"/>
              <a:buFont typeface="Arial"/>
              <a:buAutoNum type="arabicPeriod" startAt="7"/>
            </a:pPr>
            <a:r>
              <a:rPr b="0" i="0" lang="ru-RU" sz="2000" u="none" cap="none" strike="noStrike">
                <a:solidFill>
                  <a:srgbClr val="424A52"/>
                </a:solidFill>
                <a:latin typeface="Arial"/>
                <a:ea typeface="Arial"/>
                <a:cs typeface="Arial"/>
                <a:sym typeface="Arial"/>
              </a:rPr>
              <a:t>Непрерывная поставка и развертывание</a:t>
            </a:r>
            <a:endParaRPr b="0" i="0" sz="2000" u="none" cap="none" strike="noStrike">
              <a:solidFill>
                <a:schemeClr val="dk1"/>
              </a:solidFill>
              <a:latin typeface="Arial"/>
              <a:ea typeface="Arial"/>
              <a:cs typeface="Arial"/>
              <a:sym typeface="Arial"/>
            </a:endParaRPr>
          </a:p>
          <a:p>
            <a:pPr indent="-456840" lvl="0" marL="457200" marR="0" rtl="0" algn="l">
              <a:lnSpc>
                <a:spcPct val="130000"/>
              </a:lnSpc>
              <a:spcBef>
                <a:spcPts val="600"/>
              </a:spcBef>
              <a:spcAft>
                <a:spcPts val="0"/>
              </a:spcAft>
              <a:buClr>
                <a:srgbClr val="424A52"/>
              </a:buClr>
              <a:buSzPts val="2000"/>
              <a:buFont typeface="Arial"/>
              <a:buAutoNum type="arabicPeriod" startAt="7"/>
            </a:pPr>
            <a:r>
              <a:rPr b="0" i="0" lang="ru-RU" sz="2000" u="none" cap="none" strike="noStrike">
                <a:solidFill>
                  <a:srgbClr val="424A52"/>
                </a:solidFill>
                <a:latin typeface="Arial"/>
                <a:ea typeface="Arial"/>
                <a:cs typeface="Arial"/>
                <a:sym typeface="Arial"/>
              </a:rPr>
              <a:t>Логирование и мониторинг</a:t>
            </a:r>
            <a:endParaRPr b="0" i="0" sz="2000" u="none" cap="none" strike="noStrike">
              <a:solidFill>
                <a:schemeClr val="dk1"/>
              </a:solidFill>
              <a:latin typeface="Arial"/>
              <a:ea typeface="Arial"/>
              <a:cs typeface="Arial"/>
              <a:sym typeface="Arial"/>
            </a:endParaRPr>
          </a:p>
          <a:p>
            <a:pPr indent="-456840" lvl="0" marL="457200" marR="0" rtl="0" algn="l">
              <a:lnSpc>
                <a:spcPct val="130000"/>
              </a:lnSpc>
              <a:spcBef>
                <a:spcPts val="600"/>
              </a:spcBef>
              <a:spcAft>
                <a:spcPts val="0"/>
              </a:spcAft>
              <a:buClr>
                <a:srgbClr val="424A52"/>
              </a:buClr>
              <a:buSzPts val="2000"/>
              <a:buFont typeface="Arial"/>
              <a:buAutoNum type="arabicPeriod" startAt="7"/>
            </a:pPr>
            <a:r>
              <a:rPr b="0" i="0" lang="ru-RU" sz="2000" u="none" cap="none" strike="noStrike">
                <a:solidFill>
                  <a:srgbClr val="424A52"/>
                </a:solidFill>
                <a:latin typeface="Arial"/>
                <a:ea typeface="Arial"/>
                <a:cs typeface="Arial"/>
                <a:sym typeface="Arial"/>
              </a:rPr>
              <a:t>Конец</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08" name="Shape 408"/>
        <p:cNvGrpSpPr/>
        <p:nvPr/>
      </p:nvGrpSpPr>
      <p:grpSpPr>
        <a:xfrm>
          <a:off x="0" y="0"/>
          <a:ext cx="0" cy="0"/>
          <a:chOff x="0" y="0"/>
          <a:chExt cx="0" cy="0"/>
        </a:xfrm>
      </p:grpSpPr>
      <p:sp>
        <p:nvSpPr>
          <p:cNvPr id="409" name="Google Shape;409;p3"/>
          <p:cNvSpPr/>
          <p:nvPr/>
        </p:nvSpPr>
        <p:spPr>
          <a:xfrm>
            <a:off x="0" y="0"/>
            <a:ext cx="12191760" cy="68576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0" name="Google Shape;410;p3"/>
          <p:cNvPicPr preferRelativeResize="0"/>
          <p:nvPr/>
        </p:nvPicPr>
        <p:blipFill rotWithShape="1">
          <a:blip r:embed="rId3">
            <a:alphaModFix/>
          </a:blip>
          <a:srcRect b="5493" l="0" r="21119" t="1360"/>
          <a:stretch/>
        </p:blipFill>
        <p:spPr>
          <a:xfrm>
            <a:off x="3523320" y="0"/>
            <a:ext cx="8668080" cy="6857640"/>
          </a:xfrm>
          <a:prstGeom prst="rect">
            <a:avLst/>
          </a:prstGeom>
          <a:noFill/>
          <a:ln>
            <a:noFill/>
          </a:ln>
        </p:spPr>
      </p:pic>
      <p:sp>
        <p:nvSpPr>
          <p:cNvPr id="411" name="Google Shape;411;p3"/>
          <p:cNvSpPr/>
          <p:nvPr/>
        </p:nvSpPr>
        <p:spPr>
          <a:xfrm>
            <a:off x="0" y="0"/>
            <a:ext cx="9338760" cy="6857640"/>
          </a:xfrm>
          <a:prstGeom prst="rect">
            <a:avLst/>
          </a:prstGeom>
          <a:gradFill>
            <a:gsLst>
              <a:gs pos="0">
                <a:srgbClr val="000000">
                  <a:alpha val="0"/>
                </a:srgbClr>
              </a:gs>
              <a:gs pos="100000">
                <a:srgbClr val="000000">
                  <a:alpha val="63921"/>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
          <p:cNvSpPr txBox="1"/>
          <p:nvPr/>
        </p:nvSpPr>
        <p:spPr>
          <a:xfrm>
            <a:off x="472320" y="1568880"/>
            <a:ext cx="4023000" cy="311976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None/>
            </a:pPr>
            <a:r>
              <a:rPr b="1" i="0" lang="ru-RU" sz="2400" u="none" cap="none" strike="noStrike">
                <a:solidFill>
                  <a:srgbClr val="FFFFFF"/>
                </a:solidFill>
                <a:latin typeface="Arial"/>
                <a:ea typeface="Arial"/>
                <a:cs typeface="Arial"/>
                <a:sym typeface="Arial"/>
              </a:rPr>
              <a:t>Можно прекрасно управлять контейнерами вручную на одной или нескольких машинах.</a:t>
            </a:r>
            <a:br>
              <a:rPr b="0" i="0" lang="ru-RU" sz="1800" u="none" cap="none" strike="noStrike">
                <a:solidFill>
                  <a:schemeClr val="dk1"/>
                </a:solidFill>
                <a:latin typeface="Arial"/>
                <a:ea typeface="Arial"/>
                <a:cs typeface="Arial"/>
                <a:sym typeface="Arial"/>
              </a:rPr>
            </a:br>
            <a:br>
              <a:rPr b="0" i="0" lang="ru-RU" sz="1800" u="none" cap="none" strike="noStrike">
                <a:solidFill>
                  <a:schemeClr val="dk1"/>
                </a:solidFill>
                <a:latin typeface="Arial"/>
                <a:ea typeface="Arial"/>
                <a:cs typeface="Arial"/>
                <a:sym typeface="Arial"/>
              </a:rPr>
            </a:br>
            <a:r>
              <a:rPr b="1" i="0" lang="ru-RU" sz="2400" u="none" cap="none" strike="noStrike">
                <a:solidFill>
                  <a:srgbClr val="FFFFFF"/>
                </a:solidFill>
                <a:latin typeface="Arial"/>
                <a:ea typeface="Arial"/>
                <a:cs typeface="Arial"/>
                <a:sym typeface="Arial"/>
              </a:rPr>
              <a:t>Но что делать, если нужно управлять сотнями или тысячами контейнеров?</a:t>
            </a:r>
            <a:endParaRPr b="0" i="0" sz="2400" u="none" cap="none" strike="noStrike">
              <a:solidFill>
                <a:srgbClr val="000000"/>
              </a:solidFill>
              <a:latin typeface="Open Sans"/>
              <a:ea typeface="Open Sans"/>
              <a:cs typeface="Open Sans"/>
              <a:sym typeface="Open Sans"/>
            </a:endParaRPr>
          </a:p>
        </p:txBody>
      </p:sp>
      <p:sp>
        <p:nvSpPr>
          <p:cNvPr id="413" name="Google Shape;413;p3"/>
          <p:cNvSpPr/>
          <p:nvPr/>
        </p:nvSpPr>
        <p:spPr>
          <a:xfrm>
            <a:off x="11388600" y="6397200"/>
            <a:ext cx="895680" cy="254880"/>
          </a:xfrm>
          <a:prstGeom prst="rect">
            <a:avLst/>
          </a:prstGeom>
          <a:noFill/>
          <a:ln>
            <a:noFill/>
          </a:ln>
        </p:spPr>
        <p:txBody>
          <a:bodyPr anchorCtr="0" anchor="t" bIns="36000" lIns="72000" spcFirstLastPara="1" rIns="72000" wrap="square" tIns="36000">
            <a:spAutoFit/>
          </a:bodyPr>
          <a:lstStyle/>
          <a:p>
            <a:pPr indent="0" lvl="0" marL="0" marR="0" rtl="0" algn="ctr">
              <a:lnSpc>
                <a:spcPct val="100000"/>
              </a:lnSpc>
              <a:spcBef>
                <a:spcPts val="0"/>
              </a:spcBef>
              <a:spcAft>
                <a:spcPts val="0"/>
              </a:spcAft>
              <a:buNone/>
            </a:pPr>
            <a:fld id="{00000000-1234-1234-1234-123412341234}" type="slidenum">
              <a:rPr b="0" i="0" lang="ru-RU" sz="1200" u="none" cap="none" strike="noStrike">
                <a:solidFill>
                  <a:srgbClr val="FFFFFF"/>
                </a:solidFill>
                <a:latin typeface="Open Sans"/>
                <a:ea typeface="Open Sans"/>
                <a:cs typeface="Open Sans"/>
                <a:sym typeface="Open Sans"/>
              </a:rPr>
              <a:t>‹#›</a:t>
            </a:fld>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
          <p:cNvSpPr txBox="1"/>
          <p:nvPr/>
        </p:nvSpPr>
        <p:spPr>
          <a:xfrm>
            <a:off x="624240" y="1314360"/>
            <a:ext cx="11039400" cy="498456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Один экземпляр приложения не может справиться с большим числом запросов (трафик).</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Как планировать, настраивать и выполнять большое количество приложений.</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Как отслеживать текущее состояние и устранять проблемы.</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Как масштабировать текущие рабочие нагрузки.</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Как выполнять балансировку нагрузки трафика и обеспечивать внешний доступ к ресурсам.</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И т. д.</a:t>
            </a:r>
            <a:endParaRPr/>
          </a:p>
          <a:p>
            <a:pPr indent="0" lvl="0" marL="0" marR="0" rtl="0" algn="l">
              <a:lnSpc>
                <a:spcPct val="130000"/>
              </a:lnSpc>
              <a:spcBef>
                <a:spcPts val="600"/>
              </a:spcBef>
              <a:spcAft>
                <a:spcPts val="0"/>
              </a:spcAft>
              <a:buNone/>
            </a:pPr>
            <a:r>
              <a:t/>
            </a:r>
            <a:endParaRPr b="0" sz="2000" strike="noStrike">
              <a:solidFill>
                <a:srgbClr val="424A52"/>
              </a:solidFill>
              <a:latin typeface="Arial"/>
              <a:ea typeface="Arial"/>
              <a:cs typeface="Arial"/>
              <a:sym typeface="Arial"/>
            </a:endParaRPr>
          </a:p>
          <a:p>
            <a:pPr indent="0" lvl="0" marL="0" marR="0" rtl="0" algn="l">
              <a:lnSpc>
                <a:spcPct val="130000"/>
              </a:lnSpc>
              <a:spcBef>
                <a:spcPts val="600"/>
              </a:spcBef>
              <a:spcAft>
                <a:spcPts val="0"/>
              </a:spcAft>
              <a:buNone/>
            </a:pPr>
            <a:r>
              <a:rPr b="0" lang="ru-RU" sz="2000" strike="noStrike">
                <a:solidFill>
                  <a:srgbClr val="424A52"/>
                </a:solidFill>
                <a:latin typeface="Arial"/>
                <a:ea typeface="Arial"/>
                <a:cs typeface="Arial"/>
                <a:sym typeface="Arial"/>
              </a:rPr>
              <a:t>😯 Такое масштабирование представляет собой сложную задачу (управление вручную становится более сложным или вообще невозможным).</a:t>
            </a:r>
            <a:endParaRPr/>
          </a:p>
        </p:txBody>
      </p:sp>
      <p:sp>
        <p:nvSpPr>
          <p:cNvPr id="419" name="Google Shape;419;p4"/>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Вызовы</a:t>
            </a:r>
            <a:endParaRPr b="0" sz="3200" strike="noStrike">
              <a:solidFill>
                <a:srgbClr val="000000"/>
              </a:solidFill>
              <a:latin typeface="Arial"/>
              <a:ea typeface="Arial"/>
              <a:cs typeface="Arial"/>
              <a:sym typeface="Arial"/>
            </a:endParaRPr>
          </a:p>
        </p:txBody>
      </p:sp>
      <p:sp>
        <p:nvSpPr>
          <p:cNvPr id="420" name="Google Shape;420;p4"/>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
          <p:cNvSpPr txBox="1"/>
          <p:nvPr/>
        </p:nvSpPr>
        <p:spPr>
          <a:xfrm>
            <a:off x="624240" y="1314360"/>
            <a:ext cx="5351400" cy="397728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Для автоматизации поддержки необходимы определенные инструменты.</a:t>
            </a:r>
            <a:endParaRPr/>
          </a:p>
          <a:p>
            <a:pPr indent="-359640" lvl="0" marL="360000" marR="0" rtl="0" algn="l">
              <a:lnSpc>
                <a:spcPct val="130000"/>
              </a:lnSpc>
              <a:spcBef>
                <a:spcPts val="1201"/>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Инструменты для управления, масштабирования и поддержки контейнеризированных приложений называются </a:t>
            </a:r>
            <a:r>
              <a:rPr b="0" i="1" lang="ru-RU" sz="2000" strike="noStrike">
                <a:solidFill>
                  <a:srgbClr val="424A52"/>
                </a:solidFill>
                <a:latin typeface="Arial"/>
                <a:ea typeface="Arial"/>
                <a:cs typeface="Arial"/>
                <a:sym typeface="Arial"/>
              </a:rPr>
              <a:t>оркестраторы</a:t>
            </a:r>
            <a:r>
              <a:rPr b="0" lang="ru-RU" sz="2000" strike="noStrike">
                <a:solidFill>
                  <a:srgbClr val="424A52"/>
                </a:solidFill>
                <a:latin typeface="Arial"/>
                <a:ea typeface="Arial"/>
                <a:cs typeface="Arial"/>
                <a:sym typeface="Arial"/>
              </a:rPr>
              <a:t>.</a:t>
            </a:r>
            <a:endParaRPr/>
          </a:p>
          <a:p>
            <a:pPr indent="-359640" lvl="0" marL="360000" marR="0" rtl="0" algn="l">
              <a:lnSpc>
                <a:spcPct val="130000"/>
              </a:lnSpc>
              <a:spcBef>
                <a:spcPts val="1201"/>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Процесс управления называется </a:t>
            </a:r>
            <a:r>
              <a:rPr b="0" i="1" lang="ru-RU" sz="2000" strike="noStrike">
                <a:solidFill>
                  <a:srgbClr val="424A52"/>
                </a:solidFill>
                <a:latin typeface="Arial"/>
                <a:ea typeface="Arial"/>
                <a:cs typeface="Arial"/>
                <a:sym typeface="Arial"/>
              </a:rPr>
              <a:t>оркестрация</a:t>
            </a:r>
            <a:r>
              <a:rPr b="0" lang="ru-RU" sz="2000" strike="noStrike">
                <a:solidFill>
                  <a:srgbClr val="424A52"/>
                </a:solidFill>
                <a:latin typeface="Arial"/>
                <a:ea typeface="Arial"/>
                <a:cs typeface="Arial"/>
                <a:sym typeface="Arial"/>
              </a:rPr>
              <a:t>.</a:t>
            </a:r>
            <a:endParaRPr/>
          </a:p>
        </p:txBody>
      </p:sp>
      <p:sp>
        <p:nvSpPr>
          <p:cNvPr id="426" name="Google Shape;426;p5"/>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Оркестрация контейнеров</a:t>
            </a:r>
            <a:endParaRPr b="0" sz="3200" strike="noStrike">
              <a:solidFill>
                <a:srgbClr val="000000"/>
              </a:solidFill>
              <a:latin typeface="Arial"/>
              <a:ea typeface="Arial"/>
              <a:cs typeface="Arial"/>
              <a:sym typeface="Arial"/>
            </a:endParaRPr>
          </a:p>
        </p:txBody>
      </p:sp>
      <p:sp>
        <p:nvSpPr>
          <p:cNvPr id="427" name="Google Shape;427;p5"/>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descr="Situation Worsens at New Zealand Oil Spill - Earth in Transition" id="428" name="Google Shape;428;p5"/>
          <p:cNvPicPr preferRelativeResize="0"/>
          <p:nvPr/>
        </p:nvPicPr>
        <p:blipFill rotWithShape="1">
          <a:blip r:embed="rId3">
            <a:alphaModFix/>
          </a:blip>
          <a:srcRect b="0" l="0" r="0" t="0"/>
          <a:stretch/>
        </p:blipFill>
        <p:spPr>
          <a:xfrm>
            <a:off x="5976000" y="1314360"/>
            <a:ext cx="5779080" cy="33998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
          <p:cNvSpPr txBox="1"/>
          <p:nvPr/>
        </p:nvSpPr>
        <p:spPr>
          <a:xfrm>
            <a:off x="624240" y="1314360"/>
            <a:ext cx="5471280" cy="443556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Использование оркестрации контейнеров для автоматизации задач и управления ими:</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Подготовка и развертывание;</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Настройка и планирование;</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Выделение ресурсов;</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Проверка доступности контейнеров;</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Перемещение контейнеров с одного хоста на другой при нехватке ресурсов на хосте или в случае смерти хоста.</a:t>
            </a:r>
            <a:endParaRPr/>
          </a:p>
        </p:txBody>
      </p:sp>
      <p:sp>
        <p:nvSpPr>
          <p:cNvPr id="434" name="Google Shape;434;p6"/>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Оркестрация контейнеров → Задачи</a:t>
            </a:r>
            <a:endParaRPr b="0" sz="3200" strike="noStrike">
              <a:solidFill>
                <a:srgbClr val="000000"/>
              </a:solidFill>
              <a:latin typeface="Arial"/>
              <a:ea typeface="Arial"/>
              <a:cs typeface="Arial"/>
              <a:sym typeface="Arial"/>
            </a:endParaRPr>
          </a:p>
        </p:txBody>
      </p:sp>
      <p:sp>
        <p:nvSpPr>
          <p:cNvPr id="435" name="Google Shape;435;p6"/>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
        <p:nvSpPr>
          <p:cNvPr id="436" name="Google Shape;436;p6"/>
          <p:cNvSpPr/>
          <p:nvPr/>
        </p:nvSpPr>
        <p:spPr>
          <a:xfrm>
            <a:off x="6192360" y="1314360"/>
            <a:ext cx="5471280" cy="5105160"/>
          </a:xfrm>
          <a:prstGeom prst="rect">
            <a:avLst/>
          </a:prstGeom>
          <a:noFill/>
          <a:ln>
            <a:noFill/>
          </a:ln>
        </p:spPr>
        <p:txBody>
          <a:bodyPr anchorCtr="0" anchor="t" bIns="45000" lIns="90000" spcFirstLastPara="1" rIns="90000" wrap="square" tIns="45000">
            <a:spAutoFit/>
          </a:bodyPr>
          <a:lstStyle/>
          <a:p>
            <a:pPr indent="-359640" lvl="0" marL="360000" marR="0" rtl="0" algn="l">
              <a:lnSpc>
                <a:spcPct val="130000"/>
              </a:lnSpc>
              <a:spcBef>
                <a:spcPts val="0"/>
              </a:spcBef>
              <a:spcAft>
                <a:spcPts val="0"/>
              </a:spcAft>
              <a:buClr>
                <a:srgbClr val="424A52"/>
              </a:buClr>
              <a:buSzPts val="1800"/>
              <a:buFont typeface="Noto Sans Symbols"/>
              <a:buChar char="▪"/>
            </a:pPr>
            <a:r>
              <a:rPr b="0" lang="ru-RU" sz="1800" strike="noStrike">
                <a:solidFill>
                  <a:srgbClr val="424A52"/>
                </a:solidFill>
                <a:latin typeface="Arial"/>
                <a:ea typeface="Arial"/>
                <a:cs typeface="Arial"/>
                <a:sym typeface="Arial"/>
              </a:rPr>
              <a:t>Масштабирование или удаление контейнеров на основе балансировки рабочих нагрузок в инфраструктуре.</a:t>
            </a:r>
            <a:endParaRPr b="0" sz="1800" strike="noStrike">
              <a:solidFill>
                <a:schemeClr val="dk1"/>
              </a:solidFill>
              <a:latin typeface="Arial"/>
              <a:ea typeface="Arial"/>
              <a:cs typeface="Arial"/>
              <a:sym typeface="Arial"/>
            </a:endParaRPr>
          </a:p>
          <a:p>
            <a:pPr indent="-359640" lvl="0" marL="360000" marR="0" rtl="0" algn="l">
              <a:lnSpc>
                <a:spcPct val="130000"/>
              </a:lnSpc>
              <a:spcBef>
                <a:spcPts val="600"/>
              </a:spcBef>
              <a:spcAft>
                <a:spcPts val="0"/>
              </a:spcAft>
              <a:buClr>
                <a:srgbClr val="424A52"/>
              </a:buClr>
              <a:buSzPts val="1800"/>
              <a:buFont typeface="Noto Sans Symbols"/>
              <a:buChar char="▪"/>
            </a:pPr>
            <a:r>
              <a:rPr b="0" lang="ru-RU" sz="1800" strike="noStrike">
                <a:solidFill>
                  <a:srgbClr val="424A52"/>
                </a:solidFill>
                <a:latin typeface="Arial"/>
                <a:ea typeface="Arial"/>
                <a:cs typeface="Arial"/>
                <a:sym typeface="Arial"/>
              </a:rPr>
              <a:t>Балансировка нагрузки и маршрутизация трафика.</a:t>
            </a:r>
            <a:endParaRPr b="0" sz="1800" strike="noStrike">
              <a:solidFill>
                <a:schemeClr val="dk1"/>
              </a:solidFill>
              <a:latin typeface="Arial"/>
              <a:ea typeface="Arial"/>
              <a:cs typeface="Arial"/>
              <a:sym typeface="Arial"/>
            </a:endParaRPr>
          </a:p>
          <a:p>
            <a:pPr indent="-359640" lvl="0" marL="360000" marR="0" rtl="0" algn="l">
              <a:lnSpc>
                <a:spcPct val="130000"/>
              </a:lnSpc>
              <a:spcBef>
                <a:spcPts val="600"/>
              </a:spcBef>
              <a:spcAft>
                <a:spcPts val="0"/>
              </a:spcAft>
              <a:buClr>
                <a:srgbClr val="424A52"/>
              </a:buClr>
              <a:buSzPts val="1800"/>
              <a:buFont typeface="Noto Sans Symbols"/>
              <a:buChar char="▪"/>
            </a:pPr>
            <a:r>
              <a:rPr b="0" lang="ru-RU" sz="1800" strike="noStrike">
                <a:solidFill>
                  <a:srgbClr val="424A52"/>
                </a:solidFill>
                <a:latin typeface="Arial"/>
                <a:ea typeface="Arial"/>
                <a:cs typeface="Arial"/>
                <a:sym typeface="Arial"/>
              </a:rPr>
              <a:t>Мониторинг работоспособности контейнеров и узлов.</a:t>
            </a:r>
            <a:endParaRPr b="0" sz="1800" strike="noStrike">
              <a:solidFill>
                <a:schemeClr val="dk1"/>
              </a:solidFill>
              <a:latin typeface="Arial"/>
              <a:ea typeface="Arial"/>
              <a:cs typeface="Arial"/>
              <a:sym typeface="Arial"/>
            </a:endParaRPr>
          </a:p>
          <a:p>
            <a:pPr indent="-359640" lvl="0" marL="360000" marR="0" rtl="0" algn="l">
              <a:lnSpc>
                <a:spcPct val="130000"/>
              </a:lnSpc>
              <a:spcBef>
                <a:spcPts val="600"/>
              </a:spcBef>
              <a:spcAft>
                <a:spcPts val="0"/>
              </a:spcAft>
              <a:buClr>
                <a:srgbClr val="424A52"/>
              </a:buClr>
              <a:buSzPts val="1800"/>
              <a:buFont typeface="Noto Sans Symbols"/>
              <a:buChar char="▪"/>
            </a:pPr>
            <a:r>
              <a:rPr b="0" lang="ru-RU" sz="1800" strike="noStrike">
                <a:solidFill>
                  <a:srgbClr val="424A52"/>
                </a:solidFill>
                <a:latin typeface="Arial"/>
                <a:ea typeface="Arial"/>
                <a:cs typeface="Arial"/>
                <a:sym typeface="Arial"/>
              </a:rPr>
              <a:t>Настройка приложений на основе контейнера, в котором они будут запускаться.</a:t>
            </a:r>
            <a:endParaRPr b="0" sz="1800" strike="noStrike">
              <a:solidFill>
                <a:schemeClr val="dk1"/>
              </a:solidFill>
              <a:latin typeface="Arial"/>
              <a:ea typeface="Arial"/>
              <a:cs typeface="Arial"/>
              <a:sym typeface="Arial"/>
            </a:endParaRPr>
          </a:p>
          <a:p>
            <a:pPr indent="-359640" lvl="0" marL="360000" marR="0" rtl="0" algn="l">
              <a:lnSpc>
                <a:spcPct val="130000"/>
              </a:lnSpc>
              <a:spcBef>
                <a:spcPts val="600"/>
              </a:spcBef>
              <a:spcAft>
                <a:spcPts val="0"/>
              </a:spcAft>
              <a:buClr>
                <a:srgbClr val="424A52"/>
              </a:buClr>
              <a:buSzPts val="1800"/>
              <a:buFont typeface="Noto Sans Symbols"/>
              <a:buChar char="▪"/>
            </a:pPr>
            <a:r>
              <a:rPr b="0" lang="ru-RU" sz="1800" strike="noStrike">
                <a:solidFill>
                  <a:srgbClr val="424A52"/>
                </a:solidFill>
                <a:latin typeface="Arial"/>
                <a:ea typeface="Arial"/>
                <a:cs typeface="Arial"/>
                <a:sym typeface="Arial"/>
              </a:rPr>
              <a:t>Обеспечение безопасности взаимодействия между контейнерами.</a:t>
            </a:r>
            <a:endParaRPr b="0" sz="1800" strike="noStrike">
              <a:solidFill>
                <a:schemeClr val="dk1"/>
              </a:solidFill>
              <a:latin typeface="Arial"/>
              <a:ea typeface="Arial"/>
              <a:cs typeface="Arial"/>
              <a:sym typeface="Arial"/>
            </a:endParaRPr>
          </a:p>
          <a:p>
            <a:pPr indent="-359640" lvl="0" marL="360000" marR="0" rtl="0" algn="l">
              <a:lnSpc>
                <a:spcPct val="130000"/>
              </a:lnSpc>
              <a:spcBef>
                <a:spcPts val="600"/>
              </a:spcBef>
              <a:spcAft>
                <a:spcPts val="0"/>
              </a:spcAft>
              <a:buClr>
                <a:srgbClr val="424A52"/>
              </a:buClr>
              <a:buSzPts val="1800"/>
              <a:buFont typeface="Noto Sans Symbols"/>
              <a:buChar char="▪"/>
            </a:pPr>
            <a:r>
              <a:rPr b="0" lang="ru-RU" sz="1800" strike="noStrike">
                <a:solidFill>
                  <a:srgbClr val="424A52"/>
                </a:solidFill>
                <a:latin typeface="Arial"/>
                <a:ea typeface="Arial"/>
                <a:cs typeface="Arial"/>
                <a:sym typeface="Arial"/>
              </a:rPr>
              <a:t>Предоставление сервисов, работающих в контейнере, внешнему миру.</a:t>
            </a:r>
            <a:endParaRPr b="0" sz="1800"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В компании Google была разработана внутренняя система оркестрации контейнеров, получившая название Borg.</a:t>
            </a:r>
            <a:endParaRPr/>
          </a:p>
          <a:p>
            <a:pPr indent="-359640" lvl="0" marL="360000" marR="0" rtl="0" algn="l">
              <a:lnSpc>
                <a:spcPct val="130000"/>
              </a:lnSpc>
              <a:spcBef>
                <a:spcPts val="1201"/>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Borg тесно связан с внутренними и проприетарными технологиями Google; эту систему трудно расширить и невозможно выпустить для широкого круга пользователей.</a:t>
            </a:r>
            <a:endParaRPr/>
          </a:p>
          <a:p>
            <a:pPr indent="-359640" lvl="0" marL="360000" marR="0" rtl="0" algn="l">
              <a:lnSpc>
                <a:spcPct val="130000"/>
              </a:lnSpc>
              <a:spcBef>
                <a:spcPts val="1201"/>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В 2014 году в Google был реализован проект системы с открытым исходным кодом под названием Kubernetes (от древнегреческого слова «κυβερνήτης», означающего «кормчий, проводник»).</a:t>
            </a:r>
            <a:endParaRPr/>
          </a:p>
        </p:txBody>
      </p:sp>
      <p:sp>
        <p:nvSpPr>
          <p:cNvPr id="442" name="Google Shape;442;p7"/>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От Borg к Kubernetes</a:t>
            </a:r>
            <a:endParaRPr b="0" sz="3200" strike="noStrike">
              <a:solidFill>
                <a:srgbClr val="000000"/>
              </a:solidFill>
              <a:latin typeface="Arial"/>
              <a:ea typeface="Arial"/>
              <a:cs typeface="Arial"/>
              <a:sym typeface="Arial"/>
            </a:endParaRPr>
          </a:p>
        </p:txBody>
      </p:sp>
      <p:sp>
        <p:nvSpPr>
          <p:cNvPr id="443" name="Google Shape;443;p7"/>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8"/>
          <p:cNvSpPr txBox="1"/>
          <p:nvPr/>
        </p:nvSpPr>
        <p:spPr>
          <a:xfrm>
            <a:off x="624240" y="1314360"/>
            <a:ext cx="7931160" cy="5205960"/>
          </a:xfrm>
          <a:prstGeom prst="rect">
            <a:avLst/>
          </a:prstGeom>
          <a:noFill/>
          <a:ln>
            <a:noFill/>
          </a:ln>
        </p:spPr>
        <p:txBody>
          <a:bodyPr anchorCtr="0" anchor="t" bIns="45000" lIns="90000" spcFirstLastPara="1" rIns="90000" wrap="square" tIns="45000">
            <a:noAutofit/>
          </a:bodyPr>
          <a:lstStyle/>
          <a:p>
            <a:pPr indent="0" lvl="0" marL="0" marR="0" rtl="0" algn="l">
              <a:lnSpc>
                <a:spcPct val="130000"/>
              </a:lnSpc>
              <a:spcBef>
                <a:spcPts val="0"/>
              </a:spcBef>
              <a:spcAft>
                <a:spcPts val="0"/>
              </a:spcAft>
              <a:buNone/>
            </a:pPr>
            <a:r>
              <a:rPr b="1" lang="ru-RU" sz="1800" strike="noStrike">
                <a:solidFill>
                  <a:srgbClr val="424A52"/>
                </a:solidFill>
                <a:latin typeface="Arial"/>
                <a:ea typeface="Arial"/>
                <a:cs typeface="Arial"/>
                <a:sym typeface="Arial"/>
              </a:rPr>
              <a:t>Kubernetes</a:t>
            </a:r>
            <a:r>
              <a:rPr b="0" lang="ru-RU" sz="1800" strike="noStrike">
                <a:solidFill>
                  <a:srgbClr val="424A52"/>
                </a:solidFill>
                <a:latin typeface="Arial"/>
                <a:ea typeface="Arial"/>
                <a:cs typeface="Arial"/>
                <a:sym typeface="Arial"/>
              </a:rPr>
              <a:t> — система с открытым исходным кодом для управления контейнеризированными приложениями на нескольких узлах. Обеспечивает базовые механизмы для</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развертывания,</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обслуживания,</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масштабирования приложений.</a:t>
            </a:r>
            <a:endParaRPr/>
          </a:p>
          <a:p>
            <a:pPr indent="0" lvl="0" marL="0" marR="0" rtl="0" algn="l">
              <a:lnSpc>
                <a:spcPct val="130000"/>
              </a:lnSpc>
              <a:spcBef>
                <a:spcPts val="1499"/>
              </a:spcBef>
              <a:spcAft>
                <a:spcPts val="0"/>
              </a:spcAft>
              <a:buNone/>
            </a:pPr>
            <a:r>
              <a:rPr b="0" lang="ru-RU" sz="1800" strike="noStrike">
                <a:solidFill>
                  <a:srgbClr val="424A52"/>
                </a:solidFill>
                <a:latin typeface="Arial"/>
                <a:ea typeface="Arial"/>
                <a:cs typeface="Arial"/>
                <a:sym typeface="Arial"/>
              </a:rPr>
              <a:t>Помогает управлять контейнеризированными приложениями в различных средах (физической, виртуальной, облачной). </a:t>
            </a:r>
            <a:endParaRPr/>
          </a:p>
          <a:p>
            <a:pPr indent="0" lvl="0" marL="0" marR="0" rtl="0" algn="l">
              <a:lnSpc>
                <a:spcPct val="130000"/>
              </a:lnSpc>
              <a:spcBef>
                <a:spcPts val="1499"/>
              </a:spcBef>
              <a:spcAft>
                <a:spcPts val="0"/>
              </a:spcAft>
              <a:buNone/>
            </a:pPr>
            <a:r>
              <a:rPr b="1" lang="ru-RU" sz="1800" strike="noStrike">
                <a:solidFill>
                  <a:srgbClr val="424A52"/>
                </a:solidFill>
                <a:latin typeface="Arial"/>
                <a:ea typeface="Arial"/>
                <a:cs typeface="Arial"/>
                <a:sym typeface="Arial"/>
              </a:rPr>
              <a:t>Kubernetes</a:t>
            </a:r>
            <a:r>
              <a:rPr b="0" lang="ru-RU" sz="1800" strike="noStrike">
                <a:solidFill>
                  <a:srgbClr val="424A52"/>
                </a:solidFill>
                <a:latin typeface="Arial"/>
                <a:ea typeface="Arial"/>
                <a:cs typeface="Arial"/>
                <a:sym typeface="Arial"/>
              </a:rPr>
              <a:t> — это кластерная операционная система:</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управляет ресурсами кластера;</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запускает контейнеризированные приложения;</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имеет API для управления.</a:t>
            </a:r>
            <a:endParaRPr/>
          </a:p>
        </p:txBody>
      </p:sp>
      <p:sp>
        <p:nvSpPr>
          <p:cNvPr id="449" name="Google Shape;449;p8"/>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Kubernetes</a:t>
            </a:r>
            <a:endParaRPr b="0" sz="3200" strike="noStrike">
              <a:solidFill>
                <a:srgbClr val="000000"/>
              </a:solidFill>
              <a:latin typeface="Arial"/>
              <a:ea typeface="Arial"/>
              <a:cs typeface="Arial"/>
              <a:sym typeface="Arial"/>
            </a:endParaRPr>
          </a:p>
        </p:txBody>
      </p:sp>
      <p:sp>
        <p:nvSpPr>
          <p:cNvPr id="450" name="Google Shape;450;p8"/>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id="451" name="Google Shape;451;p8"/>
          <p:cNvPicPr preferRelativeResize="0"/>
          <p:nvPr/>
        </p:nvPicPr>
        <p:blipFill rotWithShape="1">
          <a:blip r:embed="rId3">
            <a:alphaModFix/>
          </a:blip>
          <a:srcRect b="0" l="0" r="0" t="0"/>
          <a:stretch/>
        </p:blipFill>
        <p:spPr>
          <a:xfrm>
            <a:off x="8341560" y="1928880"/>
            <a:ext cx="3322080" cy="3040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9"/>
          <p:cNvSpPr txBox="1"/>
          <p:nvPr/>
        </p:nvSpPr>
        <p:spPr>
          <a:xfrm>
            <a:off x="4452480" y="4268880"/>
            <a:ext cx="3383280" cy="3977280"/>
          </a:xfrm>
          <a:prstGeom prst="rect">
            <a:avLst/>
          </a:prstGeom>
          <a:noFill/>
          <a:ln>
            <a:noFill/>
          </a:ln>
        </p:spPr>
        <p:txBody>
          <a:bodyPr anchorCtr="0" anchor="t" bIns="45000" lIns="90000" spcFirstLastPara="1" rIns="90000" wrap="square" tIns="45000">
            <a:noAutofit/>
          </a:bodyPr>
          <a:lstStyle/>
          <a:p>
            <a:pPr indent="0" lvl="0" marL="0" marR="0" rtl="0" algn="ctr">
              <a:lnSpc>
                <a:spcPct val="130000"/>
              </a:lnSpc>
              <a:spcBef>
                <a:spcPts val="0"/>
              </a:spcBef>
              <a:spcAft>
                <a:spcPts val="0"/>
              </a:spcAft>
              <a:buNone/>
            </a:pPr>
            <a:r>
              <a:rPr b="0" lang="ru-RU" sz="2000" strike="noStrike">
                <a:solidFill>
                  <a:srgbClr val="FFFFFF"/>
                </a:solidFill>
                <a:latin typeface="Arial"/>
                <a:ea typeface="Arial"/>
                <a:cs typeface="Arial"/>
                <a:sym typeface="Arial"/>
              </a:rPr>
              <a:t>Craig McLuckie, </a:t>
            </a:r>
            <a:endParaRPr b="0" sz="2000" strike="noStrike">
              <a:solidFill>
                <a:srgbClr val="424A52"/>
              </a:solidFill>
              <a:latin typeface="Arial"/>
              <a:ea typeface="Arial"/>
              <a:cs typeface="Arial"/>
              <a:sym typeface="Arial"/>
            </a:endParaRPr>
          </a:p>
          <a:p>
            <a:pPr indent="0" lvl="0" marL="0" marR="0" rtl="0" algn="ctr">
              <a:lnSpc>
                <a:spcPct val="130000"/>
              </a:lnSpc>
              <a:spcBef>
                <a:spcPts val="600"/>
              </a:spcBef>
              <a:spcAft>
                <a:spcPts val="0"/>
              </a:spcAft>
              <a:buNone/>
            </a:pPr>
            <a:r>
              <a:rPr b="0" lang="ru-RU" sz="2000" strike="noStrike">
                <a:solidFill>
                  <a:srgbClr val="FFFFFF"/>
                </a:solidFill>
                <a:latin typeface="Arial"/>
                <a:ea typeface="Arial"/>
                <a:cs typeface="Arial"/>
                <a:sym typeface="Arial"/>
              </a:rPr>
              <a:t>сооснователь Kubernetes</a:t>
            </a:r>
            <a:endParaRPr b="0" sz="2000" strike="noStrike">
              <a:solidFill>
                <a:srgbClr val="424A52"/>
              </a:solidFill>
              <a:latin typeface="Arial"/>
              <a:ea typeface="Arial"/>
              <a:cs typeface="Arial"/>
              <a:sym typeface="Arial"/>
            </a:endParaRPr>
          </a:p>
        </p:txBody>
      </p:sp>
      <p:sp>
        <p:nvSpPr>
          <p:cNvPr id="457" name="Google Shape;457;p9"/>
          <p:cNvSpPr txBox="1"/>
          <p:nvPr/>
        </p:nvSpPr>
        <p:spPr>
          <a:xfrm>
            <a:off x="626760" y="1341000"/>
            <a:ext cx="11034720" cy="2437560"/>
          </a:xfrm>
          <a:prstGeom prst="rect">
            <a:avLst/>
          </a:prstGeom>
          <a:noFill/>
          <a:ln>
            <a:noFill/>
          </a:ln>
        </p:spPr>
        <p:txBody>
          <a:bodyPr anchorCtr="0" anchor="ctr" bIns="0" lIns="90000" spcFirstLastPara="1" rIns="0" wrap="square" tIns="0">
            <a:noAutofit/>
          </a:bodyPr>
          <a:lstStyle/>
          <a:p>
            <a:pPr indent="0" lvl="0" marL="0" marR="0" rtl="0" algn="ctr">
              <a:lnSpc>
                <a:spcPct val="100000"/>
              </a:lnSpc>
              <a:spcBef>
                <a:spcPts val="0"/>
              </a:spcBef>
              <a:spcAft>
                <a:spcPts val="0"/>
              </a:spcAft>
              <a:buNone/>
            </a:pPr>
            <a:r>
              <a:rPr b="1" lang="ru-RU" sz="3200" strike="noStrike">
                <a:solidFill>
                  <a:srgbClr val="FFFFFF"/>
                </a:solidFill>
                <a:latin typeface="Arial"/>
                <a:ea typeface="Arial"/>
                <a:cs typeface="Arial"/>
                <a:sym typeface="Arial"/>
              </a:rPr>
              <a:t>«Если мы сделаем нашу работу правильно, люди </a:t>
            </a:r>
            <a:r>
              <a:rPr b="1" i="1" lang="ru-RU" sz="3200" strike="noStrike">
                <a:solidFill>
                  <a:srgbClr val="FFFFFF"/>
                </a:solidFill>
                <a:latin typeface="Arial"/>
                <a:ea typeface="Arial"/>
                <a:cs typeface="Arial"/>
                <a:sym typeface="Arial"/>
              </a:rPr>
              <a:t>перестанут</a:t>
            </a:r>
            <a:r>
              <a:rPr b="1" lang="ru-RU" sz="3200" strike="noStrike">
                <a:solidFill>
                  <a:srgbClr val="FFFFFF"/>
                </a:solidFill>
                <a:latin typeface="Arial"/>
                <a:ea typeface="Arial"/>
                <a:cs typeface="Arial"/>
                <a:sym typeface="Arial"/>
              </a:rPr>
              <a:t> </a:t>
            </a:r>
            <a:r>
              <a:rPr b="1" i="1" lang="ru-RU" sz="3200" strike="noStrike">
                <a:solidFill>
                  <a:srgbClr val="FFFFFF"/>
                </a:solidFill>
                <a:latin typeface="Arial"/>
                <a:ea typeface="Arial"/>
                <a:cs typeface="Arial"/>
                <a:sym typeface="Arial"/>
              </a:rPr>
              <a:t>говорить о k8s в ближайшие 5 лет</a:t>
            </a:r>
            <a:r>
              <a:rPr b="1" lang="ru-RU" sz="3200" strike="noStrike">
                <a:solidFill>
                  <a:srgbClr val="FFFFFF"/>
                </a:solidFill>
                <a:latin typeface="Arial"/>
                <a:ea typeface="Arial"/>
                <a:cs typeface="Arial"/>
                <a:sym typeface="Arial"/>
              </a:rPr>
              <a:t>. Не потому, что он исчезнет, а потому, что </a:t>
            </a:r>
            <a:r>
              <a:rPr b="1" i="1" lang="ru-RU" sz="3200" strike="noStrike">
                <a:solidFill>
                  <a:srgbClr val="FFFFFF"/>
                </a:solidFill>
                <a:latin typeface="Arial"/>
                <a:ea typeface="Arial"/>
                <a:cs typeface="Arial"/>
                <a:sym typeface="Arial"/>
              </a:rPr>
              <a:t>станет нормальным и обыденным</a:t>
            </a:r>
            <a:r>
              <a:rPr b="1" lang="ru-RU" sz="3200" strike="noStrike">
                <a:solidFill>
                  <a:srgbClr val="FFFFFF"/>
                </a:solidFill>
                <a:latin typeface="Arial"/>
                <a:ea typeface="Arial"/>
                <a:cs typeface="Arial"/>
                <a:sym typeface="Arial"/>
              </a:rPr>
              <a:t> субстратом, поддерживающим волны инноваций над ним».</a:t>
            </a:r>
            <a:endParaRPr b="0" sz="3200" strike="noStrike">
              <a:solidFill>
                <a:srgbClr val="000000"/>
              </a:solidFill>
              <a:latin typeface="Arial"/>
              <a:ea typeface="Arial"/>
              <a:cs typeface="Arial"/>
              <a:sym typeface="Arial"/>
            </a:endParaRPr>
          </a:p>
        </p:txBody>
      </p:sp>
      <p:sp>
        <p:nvSpPr>
          <p:cNvPr id="458" name="Google Shape;458;p9"/>
          <p:cNvSpPr txBox="1"/>
          <p:nvPr/>
        </p:nvSpPr>
        <p:spPr>
          <a:xfrm>
            <a:off x="62892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FFFFFF"/>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
          <p:cNvSpPr txBox="1"/>
          <p:nvPr/>
        </p:nvSpPr>
        <p:spPr>
          <a:xfrm>
            <a:off x="624240" y="1314360"/>
            <a:ext cx="7031160" cy="530892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1800"/>
              <a:buFont typeface="Noto Sans Symbols"/>
              <a:buChar char="▪"/>
            </a:pPr>
            <a:r>
              <a:rPr b="1" i="1" lang="ru-RU" sz="1800" strike="noStrike">
                <a:solidFill>
                  <a:srgbClr val="424A52"/>
                </a:solidFill>
                <a:latin typeface="Arial"/>
                <a:ea typeface="Arial"/>
                <a:cs typeface="Arial"/>
                <a:sym typeface="Arial"/>
              </a:rPr>
              <a:t>Поды</a:t>
            </a:r>
            <a:r>
              <a:rPr b="0" lang="ru-RU" sz="1800" strike="noStrike">
                <a:solidFill>
                  <a:srgbClr val="424A52"/>
                </a:solidFill>
                <a:latin typeface="Arial"/>
                <a:ea typeface="Arial"/>
                <a:cs typeface="Arial"/>
                <a:sym typeface="Arial"/>
              </a:rPr>
              <a:t> — минимальные развертываемые единицы вычисления, создаваемые и управляемые в Kubernetes.</a:t>
            </a:r>
            <a:endParaRPr/>
          </a:p>
          <a:p>
            <a:pPr indent="-359640" lvl="0" marL="360000" marR="0" rtl="0" algn="l">
              <a:lnSpc>
                <a:spcPct val="130000"/>
              </a:lnSpc>
              <a:spcBef>
                <a:spcPts val="600"/>
              </a:spcBef>
              <a:spcAft>
                <a:spcPts val="0"/>
              </a:spcAft>
              <a:buClr>
                <a:srgbClr val="243F90"/>
              </a:buClr>
              <a:buSzPts val="1800"/>
              <a:buFont typeface="Noto Sans Symbols"/>
              <a:buChar char="▪"/>
            </a:pPr>
            <a:r>
              <a:rPr b="1" lang="ru-RU" sz="1800" strike="noStrike">
                <a:solidFill>
                  <a:srgbClr val="424A52"/>
                </a:solidFill>
                <a:latin typeface="Arial"/>
                <a:ea typeface="Arial"/>
                <a:cs typeface="Arial"/>
                <a:sym typeface="Arial"/>
              </a:rPr>
              <a:t>Под</a:t>
            </a:r>
            <a:r>
              <a:rPr b="0" lang="ru-RU" sz="1800" strike="noStrike">
                <a:solidFill>
                  <a:srgbClr val="424A52"/>
                </a:solidFill>
                <a:latin typeface="Arial"/>
                <a:ea typeface="Arial"/>
                <a:cs typeface="Arial"/>
                <a:sym typeface="Arial"/>
              </a:rPr>
              <a:t> — это группа из одного или нескольких контейнеров с общими хранилищем и сетевыми ресурсами, а также спецификацией для запуска контейнеров.</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Содержимое пода всегда находится, совместно планируется и выполняется в общем контексте.</a:t>
            </a:r>
            <a:endParaRPr/>
          </a:p>
          <a:p>
            <a:pPr indent="-359640" lvl="0" marL="3600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Под моделирует «логический хост» конкретного приложения: он содержит один или несколько контейнеров приложений, которые относительно тесно связаны между собой. В контексте, отличном от облачного, приложения, выполняемые на одной и той же физической или виртуальной машине, аналогичны облачным приложениям, выполняемым на одном и том же логическом хосте.</a:t>
            </a:r>
            <a:endParaRPr/>
          </a:p>
        </p:txBody>
      </p:sp>
      <p:sp>
        <p:nvSpPr>
          <p:cNvPr id="464" name="Google Shape;464;p10"/>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Поды</a:t>
            </a:r>
            <a:endParaRPr b="0" sz="3200" strike="noStrike">
              <a:solidFill>
                <a:srgbClr val="000000"/>
              </a:solidFill>
              <a:latin typeface="Arial"/>
              <a:ea typeface="Arial"/>
              <a:cs typeface="Arial"/>
              <a:sym typeface="Arial"/>
            </a:endParaRPr>
          </a:p>
        </p:txBody>
      </p:sp>
      <p:sp>
        <p:nvSpPr>
          <p:cNvPr id="465" name="Google Shape;465;p10"/>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descr="kubernetes_pods.png" id="466" name="Google Shape;466;p10"/>
          <p:cNvPicPr preferRelativeResize="0"/>
          <p:nvPr/>
        </p:nvPicPr>
        <p:blipFill rotWithShape="1">
          <a:blip r:embed="rId3">
            <a:alphaModFix/>
          </a:blip>
          <a:srcRect b="0" l="0" r="0" t="0"/>
          <a:stretch/>
        </p:blipFill>
        <p:spPr>
          <a:xfrm>
            <a:off x="7966440" y="1200240"/>
            <a:ext cx="3219480" cy="51861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1"/>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Пример пода из нескольких контейнеров</a:t>
            </a:r>
            <a:endParaRPr b="0" sz="3200" strike="noStrike">
              <a:solidFill>
                <a:srgbClr val="000000"/>
              </a:solidFill>
              <a:latin typeface="Arial"/>
              <a:ea typeface="Arial"/>
              <a:cs typeface="Arial"/>
              <a:sym typeface="Arial"/>
            </a:endParaRPr>
          </a:p>
        </p:txBody>
      </p:sp>
      <p:sp>
        <p:nvSpPr>
          <p:cNvPr id="472" name="Google Shape;472;p11"/>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id="473" name="Google Shape;473;p11"/>
          <p:cNvPicPr preferRelativeResize="0"/>
          <p:nvPr/>
        </p:nvPicPr>
        <p:blipFill rotWithShape="1">
          <a:blip r:embed="rId3">
            <a:alphaModFix/>
          </a:blip>
          <a:srcRect b="0" l="0" r="0" t="0"/>
          <a:stretch/>
        </p:blipFill>
        <p:spPr>
          <a:xfrm>
            <a:off x="386640" y="1251720"/>
            <a:ext cx="4109400" cy="5186160"/>
          </a:xfrm>
          <a:prstGeom prst="rect">
            <a:avLst/>
          </a:prstGeom>
          <a:noFill/>
          <a:ln>
            <a:noFill/>
          </a:ln>
        </p:spPr>
      </p:pic>
      <p:sp>
        <p:nvSpPr>
          <p:cNvPr id="474" name="Google Shape;474;p11"/>
          <p:cNvSpPr/>
          <p:nvPr/>
        </p:nvSpPr>
        <p:spPr>
          <a:xfrm>
            <a:off x="4477320" y="1281240"/>
            <a:ext cx="7186320" cy="5187240"/>
          </a:xfrm>
          <a:prstGeom prst="rect">
            <a:avLst/>
          </a:prstGeom>
          <a:solidFill>
            <a:srgbClr val="FBFCFD"/>
          </a:solidFill>
          <a:ln cap="rnd" cmpd="sng" w="19075">
            <a:solidFill>
              <a:srgbClr val="9BB0FF"/>
            </a:solidFill>
            <a:prstDash val="lgDash"/>
            <a:round/>
            <a:headEnd len="sm" w="sm" type="none"/>
            <a:tailEnd len="sm" w="sm" type="none"/>
          </a:ln>
        </p:spPr>
        <p:txBody>
          <a:bodyPr anchorCtr="0" anchor="ctr" bIns="60825" lIns="122025" spcFirstLastPara="1" rIns="122025" wrap="square" tIns="60825">
            <a:noAutofit/>
          </a:bodyPr>
          <a:lstStyle/>
          <a:p>
            <a:pPr indent="0" lvl="0" marL="0" marR="0" rtl="0" algn="l">
              <a:lnSpc>
                <a:spcPct val="100000"/>
              </a:lnSpc>
              <a:spcBef>
                <a:spcPts val="0"/>
              </a:spcBef>
              <a:spcAft>
                <a:spcPts val="0"/>
              </a:spcAft>
              <a:buNone/>
            </a:pPr>
            <a:r>
              <a:rPr b="0" lang="ru-RU" sz="1300" strike="noStrike">
                <a:solidFill>
                  <a:srgbClr val="268BD2"/>
                </a:solidFill>
                <a:latin typeface="Inconsolata"/>
                <a:ea typeface="Inconsolata"/>
                <a:cs typeface="Inconsolata"/>
                <a:sym typeface="Inconsolata"/>
              </a:rPr>
              <a:t>apiVersion</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v1</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268BD2"/>
                </a:solidFill>
                <a:latin typeface="Inconsolata"/>
                <a:ea typeface="Inconsolata"/>
                <a:cs typeface="Inconsolata"/>
                <a:sym typeface="Inconsolata"/>
              </a:rPr>
              <a:t>kind</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Pod</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268BD2"/>
                </a:solidFill>
                <a:latin typeface="Inconsolata"/>
                <a:ea typeface="Inconsolata"/>
                <a:cs typeface="Inconsolata"/>
                <a:sym typeface="Inconsolata"/>
              </a:rPr>
              <a:t>metadata</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name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two-containers</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268BD2"/>
                </a:solidFill>
                <a:latin typeface="Inconsolata"/>
                <a:ea typeface="Inconsolata"/>
                <a:cs typeface="Inconsolata"/>
                <a:sym typeface="Inconsolata"/>
              </a:rPr>
              <a:t>spec</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restartPolicy</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Never</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volumes</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68BD2"/>
                </a:solidFill>
                <a:latin typeface="Inconsolata"/>
                <a:ea typeface="Inconsolata"/>
                <a:cs typeface="Inconsolata"/>
                <a:sym typeface="Inconsolata"/>
              </a:rPr>
              <a:t>name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shared-data</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emptyDir</a:t>
            </a:r>
            <a:r>
              <a:rPr b="0" lang="ru-RU" sz="1300" strike="noStrike">
                <a:solidFill>
                  <a:srgbClr val="333333"/>
                </a:solidFill>
                <a:latin typeface="Inconsolata"/>
                <a:ea typeface="Inconsolata"/>
                <a:cs typeface="Inconsolata"/>
                <a:sym typeface="Inconsolata"/>
              </a:rPr>
              <a:t>: {}</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containers</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68BD2"/>
                </a:solidFill>
                <a:latin typeface="Inconsolata"/>
                <a:ea typeface="Inconsolata"/>
                <a:cs typeface="Inconsolata"/>
                <a:sym typeface="Inconsolata"/>
              </a:rPr>
              <a:t>name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nginx</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image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nginx</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volumeMounts</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68BD2"/>
                </a:solidFill>
                <a:latin typeface="Inconsolata"/>
                <a:ea typeface="Inconsolata"/>
                <a:cs typeface="Inconsolata"/>
                <a:sym typeface="Inconsolata"/>
              </a:rPr>
              <a:t>name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shared-data</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mountPath</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/usr/share/nginx/html</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68BD2"/>
                </a:solidFill>
                <a:latin typeface="Inconsolata"/>
                <a:ea typeface="Inconsolata"/>
                <a:cs typeface="Inconsolata"/>
                <a:sym typeface="Inconsolata"/>
              </a:rPr>
              <a:t>name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debian</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image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debian</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volumeMounts</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68BD2"/>
                </a:solidFill>
                <a:latin typeface="Inconsolata"/>
                <a:ea typeface="Inconsolata"/>
                <a:cs typeface="Inconsolata"/>
                <a:sym typeface="Inconsolata"/>
              </a:rPr>
              <a:t>name</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shared-data</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mountPath</a:t>
            </a:r>
            <a:r>
              <a:rPr b="0" lang="ru-RU" sz="1300" strike="noStrike">
                <a:solidFill>
                  <a:srgbClr val="333333"/>
                </a:solidFill>
                <a:latin typeface="Inconsolata"/>
                <a:ea typeface="Inconsolata"/>
                <a:cs typeface="Inconsolata"/>
                <a:sym typeface="Inconsolata"/>
              </a:rPr>
              <a:t>: </a:t>
            </a:r>
            <a:r>
              <a:rPr b="0" lang="ru-RU" sz="1300" strike="noStrike">
                <a:solidFill>
                  <a:srgbClr val="2AA198"/>
                </a:solidFill>
                <a:latin typeface="Inconsolata"/>
                <a:ea typeface="Inconsolata"/>
                <a:cs typeface="Inconsolata"/>
                <a:sym typeface="Inconsolata"/>
              </a:rPr>
              <a:t>/pod-data</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command</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AA198"/>
                </a:solidFill>
                <a:latin typeface="Inconsolata"/>
                <a:ea typeface="Inconsolata"/>
                <a:cs typeface="Inconsolata"/>
                <a:sym typeface="Inconsolata"/>
              </a:rPr>
              <a:t>/bin/sh</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a:t>
            </a:r>
            <a:r>
              <a:rPr b="0" lang="ru-RU" sz="1300" strike="noStrike">
                <a:solidFill>
                  <a:srgbClr val="268BD2"/>
                </a:solidFill>
                <a:latin typeface="Inconsolata"/>
                <a:ea typeface="Inconsolata"/>
                <a:cs typeface="Inconsolata"/>
                <a:sym typeface="Inconsolata"/>
              </a:rPr>
              <a:t>args</a:t>
            </a:r>
            <a:r>
              <a:rPr b="0" lang="ru-RU" sz="1300" strike="noStrike">
                <a:solidFill>
                  <a:srgbClr val="333333"/>
                </a:solidFill>
                <a:latin typeface="Inconsolata"/>
                <a:ea typeface="Inconsolata"/>
                <a:cs typeface="Inconsolata"/>
                <a:sym typeface="Inconsolata"/>
              </a:rPr>
              <a: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AA198"/>
                </a:solidFill>
                <a:latin typeface="Inconsolata"/>
                <a:ea typeface="Inconsolata"/>
                <a:cs typeface="Inconsolata"/>
                <a:sym typeface="Inconsolata"/>
              </a:rPr>
              <a:t>'-c'</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ru-RU" sz="1300" strike="noStrike">
                <a:solidFill>
                  <a:srgbClr val="333333"/>
                </a:solidFill>
                <a:latin typeface="Inconsolata"/>
                <a:ea typeface="Inconsolata"/>
                <a:cs typeface="Inconsolata"/>
                <a:sym typeface="Inconsolata"/>
              </a:rPr>
              <a:t>        - </a:t>
            </a:r>
            <a:r>
              <a:rPr b="0" lang="ru-RU" sz="1300" strike="noStrike">
                <a:solidFill>
                  <a:srgbClr val="2AA198"/>
                </a:solidFill>
                <a:latin typeface="Inconsolata"/>
                <a:ea typeface="Inconsolata"/>
                <a:cs typeface="Inconsolata"/>
                <a:sym typeface="Inconsolata"/>
              </a:rPr>
              <a:t>echo Hello from the debian container &gt; /pod-data/index.html</a:t>
            </a:r>
            <a:endParaRPr b="0" sz="1300"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2"/>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управляет рабочей нагрузкой, помещая контейнеры в поды для запуска на узлах.</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Узел может быть виртуальной или физической машиной в зависимости от кластера.</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Каждый узел управляется плоскостью управления и содержит сервисы, необходимые для запуска подов.</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Обычно есть несколько узлов в кластере; в среде обучения или с ограниченными ресурсами может быть только один узел.</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Компоненты на узле включают kubelet, среду выполнения контейнера и kube-proxy.</a:t>
            </a:r>
            <a:endParaRPr/>
          </a:p>
        </p:txBody>
      </p:sp>
      <p:sp>
        <p:nvSpPr>
          <p:cNvPr id="480" name="Google Shape;480;p12"/>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Узлы</a:t>
            </a:r>
            <a:endParaRPr b="0" sz="3200" strike="noStrike">
              <a:solidFill>
                <a:srgbClr val="000000"/>
              </a:solidFill>
              <a:latin typeface="Arial"/>
              <a:ea typeface="Arial"/>
              <a:cs typeface="Arial"/>
              <a:sym typeface="Arial"/>
            </a:endParaRPr>
          </a:p>
        </p:txBody>
      </p:sp>
      <p:sp>
        <p:nvSpPr>
          <p:cNvPr id="481" name="Google Shape;481;p12"/>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3"/>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Узлы</a:t>
            </a:r>
            <a:endParaRPr b="0" sz="3200" strike="noStrike">
              <a:solidFill>
                <a:srgbClr val="000000"/>
              </a:solidFill>
              <a:latin typeface="Arial"/>
              <a:ea typeface="Arial"/>
              <a:cs typeface="Arial"/>
              <a:sym typeface="Arial"/>
            </a:endParaRPr>
          </a:p>
        </p:txBody>
      </p:sp>
      <p:sp>
        <p:nvSpPr>
          <p:cNvPr id="487" name="Google Shape;487;p13"/>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descr="kubernetes_cluster.png" id="488" name="Google Shape;488;p13"/>
          <p:cNvPicPr preferRelativeResize="0"/>
          <p:nvPr/>
        </p:nvPicPr>
        <p:blipFill rotWithShape="1">
          <a:blip r:embed="rId3">
            <a:alphaModFix/>
          </a:blip>
          <a:srcRect b="0" l="0" r="0" t="0"/>
          <a:stretch/>
        </p:blipFill>
        <p:spPr>
          <a:xfrm>
            <a:off x="564840" y="1199520"/>
            <a:ext cx="11051640" cy="54201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4"/>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0" lvl="0" marL="0" marR="0" rtl="0" algn="l">
              <a:lnSpc>
                <a:spcPct val="130000"/>
              </a:lnSpc>
              <a:spcBef>
                <a:spcPts val="0"/>
              </a:spcBef>
              <a:spcAft>
                <a:spcPts val="0"/>
              </a:spcAft>
              <a:buNone/>
            </a:pPr>
            <a:r>
              <a:rPr b="0" lang="ru-RU" sz="2000" strike="noStrike">
                <a:solidFill>
                  <a:srgbClr val="424A52"/>
                </a:solidFill>
                <a:latin typeface="Arial"/>
                <a:ea typeface="Arial"/>
                <a:cs typeface="Arial"/>
                <a:sym typeface="Arial"/>
              </a:rPr>
              <a:t>Узлы позволяют запускать поды в разных физических локациях.</a:t>
            </a:r>
            <a:endParaRPr/>
          </a:p>
          <a:p>
            <a:pPr indent="0" lvl="0" marL="0" marR="0" rtl="0" algn="l">
              <a:lnSpc>
                <a:spcPct val="130000"/>
              </a:lnSpc>
              <a:spcBef>
                <a:spcPts val="600"/>
              </a:spcBef>
              <a:spcAft>
                <a:spcPts val="0"/>
              </a:spcAft>
              <a:buNone/>
            </a:pPr>
            <a:r>
              <a:rPr b="0" lang="ru-RU" sz="2000" strike="noStrike">
                <a:solidFill>
                  <a:srgbClr val="424A52"/>
                </a:solidFill>
                <a:latin typeface="Arial"/>
                <a:ea typeface="Arial"/>
                <a:cs typeface="Arial"/>
                <a:sym typeface="Arial"/>
              </a:rPr>
              <a:t>Пространства имен позволяют запускать поды в разных виртуальных «локациях» (scope):</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Разделение ресурсов кластера между несколькими пользователями или проектами;</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Применение лимитов ресурсов;</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Установление границ безопасности;</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и т. д.</a:t>
            </a:r>
            <a:endParaRPr/>
          </a:p>
        </p:txBody>
      </p:sp>
      <p:sp>
        <p:nvSpPr>
          <p:cNvPr id="494" name="Google Shape;494;p14"/>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Пространства имен: Физические или виртуальные</a:t>
            </a:r>
            <a:endParaRPr b="0" sz="3200" strike="noStrike">
              <a:solidFill>
                <a:srgbClr val="000000"/>
              </a:solidFill>
              <a:latin typeface="Arial"/>
              <a:ea typeface="Arial"/>
              <a:cs typeface="Arial"/>
              <a:sym typeface="Arial"/>
            </a:endParaRPr>
          </a:p>
        </p:txBody>
      </p:sp>
      <p:sp>
        <p:nvSpPr>
          <p:cNvPr id="495" name="Google Shape;495;p14"/>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15"/>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Пространства имен</a:t>
            </a:r>
            <a:endParaRPr b="0" sz="3200" strike="noStrike">
              <a:solidFill>
                <a:srgbClr val="000000"/>
              </a:solidFill>
              <a:latin typeface="Arial"/>
              <a:ea typeface="Arial"/>
              <a:cs typeface="Arial"/>
              <a:sym typeface="Arial"/>
            </a:endParaRPr>
          </a:p>
        </p:txBody>
      </p:sp>
      <p:sp>
        <p:nvSpPr>
          <p:cNvPr id="501" name="Google Shape;501;p15"/>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descr="kubernetes_namespaces.png" id="502" name="Google Shape;502;p15"/>
          <p:cNvPicPr preferRelativeResize="0"/>
          <p:nvPr/>
        </p:nvPicPr>
        <p:blipFill rotWithShape="1">
          <a:blip r:embed="rId3">
            <a:alphaModFix/>
          </a:blip>
          <a:srcRect b="0" l="0" r="0" t="0"/>
          <a:stretch/>
        </p:blipFill>
        <p:spPr>
          <a:xfrm>
            <a:off x="1381680" y="1199520"/>
            <a:ext cx="9417960" cy="5473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16"/>
          <p:cNvSpPr txBox="1"/>
          <p:nvPr/>
        </p:nvSpPr>
        <p:spPr>
          <a:xfrm>
            <a:off x="624240" y="1314360"/>
            <a:ext cx="6911280" cy="507564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Спецификация объекта Kubernetes — это «запись намерения».</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Когда мы описываем объект (под, развертывание и т.д.), система Kubernetes начинает постоянно работать, чтобы гарантировать, что объект существует.</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Каждый объект определяет желаемое состояние кластера.</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постоянно запускает цикл согласования для обнаружения и исправления отклонений между текущим/наблюдаемым состоянием и желаемым состоянием.</a:t>
            </a:r>
            <a:endParaRPr/>
          </a:p>
        </p:txBody>
      </p:sp>
      <p:sp>
        <p:nvSpPr>
          <p:cNvPr id="508" name="Google Shape;508;p16"/>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Управление желаемым состоянием</a:t>
            </a:r>
            <a:endParaRPr b="0" sz="3200" strike="noStrike">
              <a:solidFill>
                <a:srgbClr val="000000"/>
              </a:solidFill>
              <a:latin typeface="Arial"/>
              <a:ea typeface="Arial"/>
              <a:cs typeface="Arial"/>
              <a:sym typeface="Arial"/>
            </a:endParaRPr>
          </a:p>
        </p:txBody>
      </p:sp>
      <p:sp>
        <p:nvSpPr>
          <p:cNvPr id="509" name="Google Shape;509;p16"/>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grpSp>
        <p:nvGrpSpPr>
          <p:cNvPr id="510" name="Google Shape;510;p16"/>
          <p:cNvGrpSpPr/>
          <p:nvPr/>
        </p:nvGrpSpPr>
        <p:grpSpPr>
          <a:xfrm>
            <a:off x="7563420" y="1809000"/>
            <a:ext cx="3972600" cy="6668640"/>
            <a:chOff x="7563420" y="1809000"/>
            <a:chExt cx="3972600" cy="6668640"/>
          </a:xfrm>
        </p:grpSpPr>
        <p:sp>
          <p:nvSpPr>
            <p:cNvPr id="511" name="Google Shape;511;p16"/>
            <p:cNvSpPr/>
            <p:nvPr/>
          </p:nvSpPr>
          <p:spPr>
            <a:xfrm>
              <a:off x="8676000" y="1809000"/>
              <a:ext cx="1799640" cy="839520"/>
            </a:xfrm>
            <a:prstGeom prst="roundRect">
              <a:avLst>
                <a:gd fmla="val 16667" name="adj"/>
              </a:avLst>
            </a:prstGeom>
            <a:solidFill>
              <a:srgbClr val="C8F5FA"/>
            </a:solidFill>
            <a:ln cap="flat" cmpd="sng" w="12600">
              <a:solidFill>
                <a:srgbClr val="0E8796"/>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ru-RU" sz="2000" strike="noStrike">
                  <a:solidFill>
                    <a:srgbClr val="424A52"/>
                  </a:solidFill>
                  <a:latin typeface="Arial"/>
                  <a:ea typeface="Arial"/>
                  <a:cs typeface="Arial"/>
                  <a:sym typeface="Arial"/>
                </a:rPr>
                <a:t>Desired state</a:t>
              </a:r>
              <a:endParaRPr b="0" sz="2000" strike="noStrike">
                <a:solidFill>
                  <a:schemeClr val="dk1"/>
                </a:solidFill>
                <a:latin typeface="Arial"/>
                <a:ea typeface="Arial"/>
                <a:cs typeface="Arial"/>
                <a:sym typeface="Arial"/>
              </a:endParaRPr>
            </a:p>
          </p:txBody>
        </p:sp>
        <p:sp>
          <p:nvSpPr>
            <p:cNvPr id="512" name="Google Shape;512;p16"/>
            <p:cNvSpPr/>
            <p:nvPr/>
          </p:nvSpPr>
          <p:spPr>
            <a:xfrm>
              <a:off x="8676000" y="4933440"/>
              <a:ext cx="1799640" cy="839520"/>
            </a:xfrm>
            <a:prstGeom prst="roundRect">
              <a:avLst>
                <a:gd fmla="val 16667" name="adj"/>
              </a:avLst>
            </a:prstGeom>
            <a:solidFill>
              <a:srgbClr val="FFE1CC"/>
            </a:solidFill>
            <a:ln cap="flat" cmpd="sng" w="12600">
              <a:solidFill>
                <a:srgbClr val="BF500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ru-RU" sz="2000" strike="noStrike">
                  <a:solidFill>
                    <a:srgbClr val="424A52"/>
                  </a:solidFill>
                  <a:latin typeface="Arial"/>
                  <a:ea typeface="Arial"/>
                  <a:cs typeface="Arial"/>
                  <a:sym typeface="Arial"/>
                </a:rPr>
                <a:t>Current state</a:t>
              </a:r>
              <a:endParaRPr b="0" sz="2000" strike="noStrike">
                <a:solidFill>
                  <a:schemeClr val="dk1"/>
                </a:solidFill>
                <a:latin typeface="Arial"/>
                <a:ea typeface="Arial"/>
                <a:cs typeface="Arial"/>
                <a:sym typeface="Arial"/>
              </a:endParaRPr>
            </a:p>
          </p:txBody>
        </p:sp>
        <p:sp>
          <p:nvSpPr>
            <p:cNvPr id="513" name="Google Shape;513;p16"/>
            <p:cNvSpPr/>
            <p:nvPr/>
          </p:nvSpPr>
          <p:spPr>
            <a:xfrm>
              <a:off x="8676000" y="3522600"/>
              <a:ext cx="1799640" cy="70020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0" lang="ru-RU" sz="2000" strike="noStrike">
                  <a:solidFill>
                    <a:srgbClr val="424A52"/>
                  </a:solidFill>
                  <a:latin typeface="Arial"/>
                  <a:ea typeface="Arial"/>
                  <a:cs typeface="Arial"/>
                  <a:sym typeface="Arial"/>
                </a:rPr>
                <a:t>Reconciliation loop</a:t>
              </a:r>
              <a:endParaRPr b="0" sz="2000" strike="noStrike">
                <a:solidFill>
                  <a:schemeClr val="dk1"/>
                </a:solidFill>
                <a:latin typeface="Arial"/>
                <a:ea typeface="Arial"/>
                <a:cs typeface="Arial"/>
                <a:sym typeface="Arial"/>
              </a:endParaRPr>
            </a:p>
          </p:txBody>
        </p:sp>
        <p:sp>
          <p:nvSpPr>
            <p:cNvPr id="514" name="Google Shape;514;p16"/>
            <p:cNvSpPr/>
            <p:nvPr/>
          </p:nvSpPr>
          <p:spPr>
            <a:xfrm rot="-5400000">
              <a:off x="6861240" y="3678840"/>
              <a:ext cx="1799640" cy="395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0" lang="ru-RU" sz="2000" strike="noStrike">
                  <a:solidFill>
                    <a:srgbClr val="424A52"/>
                  </a:solidFill>
                  <a:latin typeface="Arial"/>
                  <a:ea typeface="Arial"/>
                  <a:cs typeface="Arial"/>
                  <a:sym typeface="Arial"/>
                </a:rPr>
                <a:t>adjust</a:t>
              </a:r>
              <a:endParaRPr b="0" sz="2000" strike="noStrike">
                <a:solidFill>
                  <a:schemeClr val="dk1"/>
                </a:solidFill>
                <a:latin typeface="Arial"/>
                <a:ea typeface="Arial"/>
                <a:cs typeface="Arial"/>
                <a:sym typeface="Arial"/>
              </a:endParaRPr>
            </a:p>
          </p:txBody>
        </p:sp>
        <p:sp>
          <p:nvSpPr>
            <p:cNvPr id="515" name="Google Shape;515;p16"/>
            <p:cNvSpPr/>
            <p:nvPr/>
          </p:nvSpPr>
          <p:spPr>
            <a:xfrm rot="5400000">
              <a:off x="10438560" y="3678480"/>
              <a:ext cx="1799640" cy="395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0" lang="ru-RU" sz="2000" strike="noStrike">
                  <a:solidFill>
                    <a:srgbClr val="424A52"/>
                  </a:solidFill>
                  <a:latin typeface="Arial"/>
                  <a:ea typeface="Arial"/>
                  <a:cs typeface="Arial"/>
                  <a:sym typeface="Arial"/>
                </a:rPr>
                <a:t>observe</a:t>
              </a:r>
              <a:endParaRPr b="0" sz="2000" strike="noStrike">
                <a:solidFill>
                  <a:schemeClr val="dk1"/>
                </a:solidFill>
                <a:latin typeface="Arial"/>
                <a:ea typeface="Arial"/>
                <a:cs typeface="Arial"/>
                <a:sym typeface="Arial"/>
              </a:endParaRPr>
            </a:p>
          </p:txBody>
        </p:sp>
        <p:cxnSp>
          <p:nvCxnSpPr>
            <p:cNvPr id="516" name="Google Shape;516;p16"/>
            <p:cNvCxnSpPr/>
            <p:nvPr/>
          </p:nvCxnSpPr>
          <p:spPr>
            <a:xfrm flipH="1">
              <a:off x="8688600" y="5353560"/>
              <a:ext cx="12240" cy="3124080"/>
            </a:xfrm>
            <a:prstGeom prst="bentConnector3">
              <a:avLst>
                <a:gd fmla="val 4806591" name="adj1"/>
              </a:avLst>
            </a:prstGeom>
            <a:noFill/>
            <a:ln cap="flat" cmpd="sng" w="19075">
              <a:solidFill>
                <a:schemeClr val="dk1"/>
              </a:solidFill>
              <a:prstDash val="solid"/>
              <a:round/>
              <a:headEnd len="sm" w="sm" type="none"/>
              <a:tailEnd len="lg" w="lg" type="triangle"/>
            </a:ln>
            <a:effectLst>
              <a:outerShdw blurRad="40000" rotWithShape="0" dir="5400000" dist="20160">
                <a:srgbClr val="000000">
                  <a:alpha val="37647"/>
                </a:srgbClr>
              </a:outerShdw>
            </a:effectLst>
          </p:spPr>
        </p:cxnSp>
        <p:cxnSp>
          <p:nvCxnSpPr>
            <p:cNvPr id="517" name="Google Shape;517;p16"/>
            <p:cNvCxnSpPr/>
            <p:nvPr/>
          </p:nvCxnSpPr>
          <p:spPr>
            <a:xfrm flipH="1" rot="10800000">
              <a:off x="10476000" y="2229120"/>
              <a:ext cx="12240" cy="3124080"/>
            </a:xfrm>
            <a:prstGeom prst="bentConnector3">
              <a:avLst>
                <a:gd fmla="val 4531039" name="adj1"/>
              </a:avLst>
            </a:prstGeom>
            <a:noFill/>
            <a:ln cap="flat" cmpd="sng" w="19075">
              <a:solidFill>
                <a:schemeClr val="dk1"/>
              </a:solidFill>
              <a:prstDash val="solid"/>
              <a:round/>
              <a:headEnd len="sm" w="sm" type="none"/>
              <a:tailEnd len="lg" w="lg" type="triangle"/>
            </a:ln>
            <a:effectLst>
              <a:outerShdw blurRad="40000" rotWithShape="0" dir="5400000" dist="20160">
                <a:srgbClr val="000000">
                  <a:alpha val="37647"/>
                </a:srgbClr>
              </a:outerShdw>
            </a:effectLst>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7"/>
          <p:cNvSpPr txBox="1"/>
          <p:nvPr/>
        </p:nvSpPr>
        <p:spPr>
          <a:xfrm>
            <a:off x="624240" y="1314360"/>
            <a:ext cx="11039400" cy="5255280"/>
          </a:xfrm>
          <a:prstGeom prst="rect">
            <a:avLst/>
          </a:prstGeom>
          <a:noFill/>
          <a:ln>
            <a:noFill/>
          </a:ln>
        </p:spPr>
        <p:txBody>
          <a:bodyPr anchorCtr="0" anchor="t" bIns="45000" lIns="90000" spcFirstLastPara="1" rIns="90000" wrap="square" tIns="45000">
            <a:noAutofit/>
          </a:bodyPr>
          <a:lstStyle/>
          <a:p>
            <a:pPr indent="0" lvl="0" marL="0" marR="0" rtl="0" algn="l">
              <a:lnSpc>
                <a:spcPct val="130000"/>
              </a:lnSpc>
              <a:spcBef>
                <a:spcPts val="0"/>
              </a:spcBef>
              <a:spcAft>
                <a:spcPts val="0"/>
              </a:spcAft>
              <a:buNone/>
            </a:pPr>
            <a:r>
              <a:rPr b="0" lang="ru-RU" sz="2000" strike="noStrike">
                <a:solidFill>
                  <a:srgbClr val="424A52"/>
                </a:solidFill>
                <a:latin typeface="Arial"/>
                <a:ea typeface="Arial"/>
                <a:cs typeface="Arial"/>
                <a:sym typeface="Arial"/>
              </a:rPr>
              <a:t>Kubernetes имеет </a:t>
            </a:r>
            <a:r>
              <a:rPr b="1" lang="ru-RU" sz="2000" strike="noStrike">
                <a:solidFill>
                  <a:srgbClr val="424A52"/>
                </a:solidFill>
                <a:latin typeface="Arial"/>
                <a:ea typeface="Arial"/>
                <a:cs typeface="Arial"/>
                <a:sym typeface="Arial"/>
              </a:rPr>
              <a:t>разные уровни абстракции </a:t>
            </a:r>
            <a:r>
              <a:rPr b="0" lang="ru-RU" sz="2000" strike="noStrike">
                <a:solidFill>
                  <a:srgbClr val="424A52"/>
                </a:solidFill>
                <a:latin typeface="Arial"/>
                <a:ea typeface="Arial"/>
                <a:cs typeface="Arial"/>
                <a:sym typeface="Arial"/>
              </a:rPr>
              <a:t>для разных целей, например:</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Под предназначен для запуска одного экземпляра приложения;</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ReplicaSet предназначен для запуска нескольких экземпляров приложения;</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Deployment предназначен для управления различными версиями приложения без сохранения состояния;</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StatefulSet предназначен для управления различными версиями приложения с сохранением состояния.</a:t>
            </a:r>
            <a:endParaRPr/>
          </a:p>
          <a:p>
            <a:pPr indent="0" lvl="0" marL="0" marR="0" rtl="0" algn="l">
              <a:lnSpc>
                <a:spcPct val="130000"/>
              </a:lnSpc>
              <a:spcBef>
                <a:spcPts val="600"/>
              </a:spcBef>
              <a:spcAft>
                <a:spcPts val="0"/>
              </a:spcAft>
              <a:buNone/>
            </a:pPr>
            <a:r>
              <a:t/>
            </a:r>
            <a:endParaRPr b="0" sz="2000" strike="noStrike">
              <a:solidFill>
                <a:srgbClr val="424A52"/>
              </a:solidFill>
              <a:latin typeface="Arial"/>
              <a:ea typeface="Arial"/>
              <a:cs typeface="Arial"/>
              <a:sym typeface="Arial"/>
            </a:endParaRPr>
          </a:p>
          <a:p>
            <a:pPr indent="0" lvl="0" marL="0" marR="0" rtl="0" algn="l">
              <a:lnSpc>
                <a:spcPct val="130000"/>
              </a:lnSpc>
              <a:spcBef>
                <a:spcPts val="600"/>
              </a:spcBef>
              <a:spcAft>
                <a:spcPts val="0"/>
              </a:spcAft>
              <a:buNone/>
            </a:pPr>
            <a:r>
              <a:rPr b="1" lang="ru-RU" sz="2000" strike="noStrike">
                <a:solidFill>
                  <a:srgbClr val="424A52"/>
                </a:solidFill>
                <a:latin typeface="Arial"/>
                <a:ea typeface="Arial"/>
                <a:cs typeface="Arial"/>
                <a:sym typeface="Arial"/>
              </a:rPr>
              <a:t>Объекты слабо связаны метками и селекторами</a:t>
            </a:r>
            <a:r>
              <a:rPr b="0" lang="ru-RU" sz="2000" strike="noStrike">
                <a:solidFill>
                  <a:srgbClr val="424A52"/>
                </a:solidFill>
                <a:latin typeface="Arial"/>
                <a:ea typeface="Arial"/>
                <a:cs typeface="Arial"/>
                <a:sym typeface="Arial"/>
              </a:rPr>
              <a:t>:</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обычно у каждого объекта есть метки — это облегчает фильтрацию и поиск объектов;</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абстракция более высокого уровня управляет объектами более низкого уровня;</a:t>
            </a:r>
            <a:endParaRPr/>
          </a:p>
          <a:p>
            <a:pPr indent="-358560" lvl="0" marL="712800" marR="0" rtl="0" algn="l">
              <a:lnSpc>
                <a:spcPct val="130000"/>
              </a:lnSpc>
              <a:spcBef>
                <a:spcPts val="600"/>
              </a:spcBef>
              <a:spcAft>
                <a:spcPts val="0"/>
              </a:spcAft>
              <a:buClr>
                <a:srgbClr val="243F90"/>
              </a:buClr>
              <a:buSzPts val="1800"/>
              <a:buFont typeface="Noto Sans Symbols"/>
              <a:buChar char="▪"/>
            </a:pPr>
            <a:r>
              <a:rPr b="0" lang="ru-RU" sz="1800" strike="noStrike">
                <a:solidFill>
                  <a:srgbClr val="424A52"/>
                </a:solidFill>
                <a:latin typeface="Arial"/>
                <a:ea typeface="Arial"/>
                <a:cs typeface="Arial"/>
                <a:sym typeface="Arial"/>
              </a:rPr>
              <a:t>находит объекты более низкого уровня по их меткам.</a:t>
            </a:r>
            <a:endParaRPr/>
          </a:p>
        </p:txBody>
      </p:sp>
      <p:sp>
        <p:nvSpPr>
          <p:cNvPr id="523" name="Google Shape;523;p17"/>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Иерархия объектов</a:t>
            </a:r>
            <a:endParaRPr b="0" sz="3200" strike="noStrike">
              <a:solidFill>
                <a:srgbClr val="000000"/>
              </a:solidFill>
              <a:latin typeface="Arial"/>
              <a:ea typeface="Arial"/>
              <a:cs typeface="Arial"/>
              <a:sym typeface="Arial"/>
            </a:endParaRPr>
          </a:p>
        </p:txBody>
      </p:sp>
      <p:sp>
        <p:nvSpPr>
          <p:cNvPr id="524" name="Google Shape;524;p17"/>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8"/>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Иерархия объектов (частичная)</a:t>
            </a:r>
            <a:endParaRPr b="0" sz="3200" strike="noStrike">
              <a:solidFill>
                <a:srgbClr val="000000"/>
              </a:solidFill>
              <a:latin typeface="Arial"/>
              <a:ea typeface="Arial"/>
              <a:cs typeface="Arial"/>
              <a:sym typeface="Arial"/>
            </a:endParaRPr>
          </a:p>
        </p:txBody>
      </p:sp>
      <p:sp>
        <p:nvSpPr>
          <p:cNvPr id="530" name="Google Shape;530;p18"/>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descr="kubernetes_object_hierarchy.png" id="531" name="Google Shape;531;p18"/>
          <p:cNvPicPr preferRelativeResize="0"/>
          <p:nvPr/>
        </p:nvPicPr>
        <p:blipFill rotWithShape="1">
          <a:blip r:embed="rId3">
            <a:alphaModFix/>
          </a:blip>
          <a:srcRect b="0" l="0" r="0" t="0"/>
          <a:stretch/>
        </p:blipFill>
        <p:spPr>
          <a:xfrm>
            <a:off x="458640" y="1850040"/>
            <a:ext cx="11264400" cy="3886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9"/>
          <p:cNvSpPr txBox="1"/>
          <p:nvPr/>
        </p:nvSpPr>
        <p:spPr>
          <a:xfrm>
            <a:off x="638280" y="2226960"/>
            <a:ext cx="7870320" cy="1585080"/>
          </a:xfrm>
          <a:prstGeom prst="rect">
            <a:avLst/>
          </a:prstGeom>
          <a:noFill/>
          <a:ln>
            <a:noFill/>
          </a:ln>
        </p:spPr>
        <p:txBody>
          <a:bodyPr anchorCtr="0" anchor="t" bIns="0" lIns="90000" spcFirstLastPara="1" rIns="0" wrap="square" tIns="0">
            <a:noAutofit/>
          </a:bodyPr>
          <a:lstStyle/>
          <a:p>
            <a:pPr indent="0" lvl="0" marL="0" marR="0" rtl="0" algn="l">
              <a:lnSpc>
                <a:spcPct val="100000"/>
              </a:lnSpc>
              <a:spcBef>
                <a:spcPts val="0"/>
              </a:spcBef>
              <a:spcAft>
                <a:spcPts val="0"/>
              </a:spcAft>
              <a:buNone/>
            </a:pPr>
            <a:r>
              <a:rPr b="1" lang="ru-RU" sz="3200" strike="noStrike">
                <a:solidFill>
                  <a:srgbClr val="FFFFFF"/>
                </a:solidFill>
                <a:latin typeface="Arial"/>
                <a:ea typeface="Arial"/>
                <a:cs typeface="Arial"/>
                <a:sym typeface="Arial"/>
              </a:rPr>
              <a:t>Задание 8.1</a:t>
            </a:r>
            <a:br>
              <a:rPr lang="ru-RU" sz="1800">
                <a:solidFill>
                  <a:schemeClr val="dk1"/>
                </a:solidFill>
                <a:latin typeface="Arial"/>
                <a:ea typeface="Arial"/>
                <a:cs typeface="Arial"/>
                <a:sym typeface="Arial"/>
              </a:rPr>
            </a:br>
            <a:r>
              <a:rPr b="1" lang="ru-RU" sz="3200" strike="noStrike">
                <a:solidFill>
                  <a:srgbClr val="FFFFFF"/>
                </a:solidFill>
                <a:latin typeface="Arial"/>
                <a:ea typeface="Arial"/>
                <a:cs typeface="Arial"/>
                <a:sym typeface="Arial"/>
              </a:rPr>
              <a:t>Создайте развертывание</a:t>
            </a:r>
            <a:endParaRPr b="0" sz="3200"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0"/>
          <p:cNvSpPr txBox="1"/>
          <p:nvPr/>
        </p:nvSpPr>
        <p:spPr>
          <a:xfrm>
            <a:off x="62892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FFFFFF"/>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
        <p:nvSpPr>
          <p:cNvPr id="542" name="Google Shape;542;p20"/>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FFFFFF"/>
              </a:buClr>
              <a:buSzPts val="2000"/>
              <a:buFont typeface="Noto Sans Symbols"/>
              <a:buChar char="▪"/>
            </a:pPr>
            <a:r>
              <a:rPr b="0" lang="ru-RU" sz="2000" strike="noStrike">
                <a:solidFill>
                  <a:srgbClr val="FFFFFF"/>
                </a:solidFill>
                <a:latin typeface="Arial"/>
                <a:ea typeface="Arial"/>
                <a:cs typeface="Arial"/>
                <a:sym typeface="Arial"/>
              </a:rPr>
              <a:t>Поды – это непостоянные ресурсы.</a:t>
            </a:r>
            <a:endParaRPr b="0" sz="2000" strike="noStrike">
              <a:solidFill>
                <a:srgbClr val="424A52"/>
              </a:solidFill>
              <a:latin typeface="Arial"/>
              <a:ea typeface="Arial"/>
              <a:cs typeface="Arial"/>
              <a:sym typeface="Arial"/>
            </a:endParaRPr>
          </a:p>
          <a:p>
            <a:pPr indent="-359640" lvl="0" marL="360000" marR="0" rtl="0" algn="l">
              <a:lnSpc>
                <a:spcPct val="130000"/>
              </a:lnSpc>
              <a:spcBef>
                <a:spcPts val="1201"/>
              </a:spcBef>
              <a:spcAft>
                <a:spcPts val="0"/>
              </a:spcAft>
              <a:buClr>
                <a:srgbClr val="FFFFFF"/>
              </a:buClr>
              <a:buSzPts val="2000"/>
              <a:buFont typeface="Noto Sans Symbols"/>
              <a:buChar char="▪"/>
            </a:pPr>
            <a:r>
              <a:rPr b="0" lang="ru-RU" sz="2000" strike="noStrike">
                <a:solidFill>
                  <a:srgbClr val="FFFFFF"/>
                </a:solidFill>
                <a:latin typeface="Arial"/>
                <a:ea typeface="Arial"/>
                <a:cs typeface="Arial"/>
                <a:sym typeface="Arial"/>
              </a:rPr>
              <a:t>Развертывание для запуска приложения может динамически создавать и уничтожать поды.</a:t>
            </a:r>
            <a:endParaRPr b="0" sz="2000" strike="noStrike">
              <a:solidFill>
                <a:srgbClr val="424A52"/>
              </a:solidFill>
              <a:latin typeface="Arial"/>
              <a:ea typeface="Arial"/>
              <a:cs typeface="Arial"/>
              <a:sym typeface="Arial"/>
            </a:endParaRPr>
          </a:p>
          <a:p>
            <a:pPr indent="-359640" lvl="0" marL="360000" marR="0" rtl="0" algn="l">
              <a:lnSpc>
                <a:spcPct val="130000"/>
              </a:lnSpc>
              <a:spcBef>
                <a:spcPts val="1201"/>
              </a:spcBef>
              <a:spcAft>
                <a:spcPts val="0"/>
              </a:spcAft>
              <a:buClr>
                <a:srgbClr val="FFFFFF"/>
              </a:buClr>
              <a:buSzPts val="2000"/>
              <a:buFont typeface="Noto Sans Symbols"/>
              <a:buChar char="▪"/>
            </a:pPr>
            <a:r>
              <a:rPr b="0" lang="ru-RU" sz="2000" strike="noStrike">
                <a:solidFill>
                  <a:srgbClr val="FFFFFF"/>
                </a:solidFill>
                <a:latin typeface="Arial"/>
                <a:ea typeface="Arial"/>
                <a:cs typeface="Arial"/>
                <a:sym typeface="Arial"/>
              </a:rPr>
              <a:t>Вновь созданный под может иметь IP-адрес, отличный от ранее уничтоженного.</a:t>
            </a:r>
            <a:endParaRPr b="0" sz="2000" strike="noStrike">
              <a:solidFill>
                <a:srgbClr val="424A52"/>
              </a:solidFill>
              <a:latin typeface="Arial"/>
              <a:ea typeface="Arial"/>
              <a:cs typeface="Arial"/>
              <a:sym typeface="Arial"/>
            </a:endParaRPr>
          </a:p>
          <a:p>
            <a:pPr indent="-359640" lvl="0" marL="360000" marR="0" rtl="0" algn="l">
              <a:lnSpc>
                <a:spcPct val="130000"/>
              </a:lnSpc>
              <a:spcBef>
                <a:spcPts val="1201"/>
              </a:spcBef>
              <a:spcAft>
                <a:spcPts val="0"/>
              </a:spcAft>
              <a:buClr>
                <a:srgbClr val="FFFFFF"/>
              </a:buClr>
              <a:buSzPts val="2000"/>
              <a:buFont typeface="Noto Sans Symbols"/>
              <a:buChar char="▪"/>
            </a:pPr>
            <a:r>
              <a:rPr b="0" lang="ru-RU" sz="2000" strike="noStrike">
                <a:solidFill>
                  <a:srgbClr val="FFFFFF"/>
                </a:solidFill>
                <a:latin typeface="Arial"/>
                <a:ea typeface="Arial"/>
                <a:cs typeface="Arial"/>
                <a:sym typeface="Arial"/>
              </a:rPr>
              <a:t>Проблема: как найти под с нужной функциональностью и отслеживать, к какому IP-адресу подключаться? </a:t>
            </a:r>
            <a:endParaRPr b="0" sz="2000" strike="noStrike">
              <a:solidFill>
                <a:srgbClr val="424A5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1"/>
          <p:cNvSpPr txBox="1"/>
          <p:nvPr/>
        </p:nvSpPr>
        <p:spPr>
          <a:xfrm>
            <a:off x="624240" y="1314360"/>
            <a:ext cx="10931040" cy="3977280"/>
          </a:xfrm>
          <a:prstGeom prst="rect">
            <a:avLst/>
          </a:prstGeom>
          <a:noFill/>
          <a:ln>
            <a:noFill/>
          </a:ln>
        </p:spPr>
        <p:txBody>
          <a:bodyPr anchorCtr="0" anchor="t" bIns="45000" lIns="90000" spcFirstLastPara="1" rIns="90000" wrap="square" tIns="45000">
            <a:noAutofit/>
          </a:bodyPr>
          <a:lstStyle/>
          <a:p>
            <a:pPr indent="0" lvl="0" marL="0" marR="0" rtl="0" algn="l">
              <a:lnSpc>
                <a:spcPct val="130000"/>
              </a:lnSpc>
              <a:spcBef>
                <a:spcPts val="0"/>
              </a:spcBef>
              <a:spcAft>
                <a:spcPts val="0"/>
              </a:spcAft>
              <a:buNone/>
            </a:pPr>
            <a:r>
              <a:rPr b="1" lang="ru-RU" sz="2000" strike="noStrike">
                <a:solidFill>
                  <a:srgbClr val="424A52"/>
                </a:solidFill>
                <a:latin typeface="Arial"/>
                <a:ea typeface="Arial"/>
                <a:cs typeface="Arial"/>
                <a:sym typeface="Arial"/>
              </a:rPr>
              <a:t>Сетевые ресурсы </a:t>
            </a:r>
            <a:r>
              <a:rPr b="0" lang="ru-RU" sz="2000" strike="noStrike">
                <a:solidFill>
                  <a:srgbClr val="424A52"/>
                </a:solidFill>
                <a:latin typeface="Arial"/>
                <a:ea typeface="Arial"/>
                <a:cs typeface="Arial"/>
                <a:sym typeface="Arial"/>
              </a:rPr>
              <a:t>— важнейшая часть оркестрации. В Kubernetes действует несколько принципов:</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Каждый под имеет свой собственный IP-адрес и сообщает его контейнерам.</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Поды могут взаимодействовать со всеми подами.</a:t>
            </a:r>
            <a:endParaRPr/>
          </a:p>
          <a:p>
            <a:pPr indent="0" lvl="0" marL="0" marR="0" rtl="0" algn="l">
              <a:lnSpc>
                <a:spcPct val="130000"/>
              </a:lnSpc>
              <a:spcBef>
                <a:spcPts val="600"/>
              </a:spcBef>
              <a:spcAft>
                <a:spcPts val="0"/>
              </a:spcAft>
              <a:buNone/>
            </a:pPr>
            <a:r>
              <a:t/>
            </a:r>
            <a:endParaRPr b="0" sz="2000" strike="noStrike">
              <a:solidFill>
                <a:srgbClr val="424A52"/>
              </a:solidFill>
              <a:latin typeface="Arial"/>
              <a:ea typeface="Arial"/>
              <a:cs typeface="Arial"/>
              <a:sym typeface="Arial"/>
            </a:endParaRPr>
          </a:p>
          <a:p>
            <a:pPr indent="0" lvl="0" marL="0" marR="0" rtl="0" algn="l">
              <a:lnSpc>
                <a:spcPct val="130000"/>
              </a:lnSpc>
              <a:spcBef>
                <a:spcPts val="600"/>
              </a:spcBef>
              <a:spcAft>
                <a:spcPts val="0"/>
              </a:spcAft>
              <a:buNone/>
            </a:pPr>
            <a:r>
              <a:rPr b="0" lang="ru-RU" sz="2000" strike="noStrike">
                <a:solidFill>
                  <a:srgbClr val="424A52"/>
                </a:solidFill>
                <a:latin typeface="Arial"/>
                <a:ea typeface="Arial"/>
                <a:cs typeface="Arial"/>
                <a:sym typeface="Arial"/>
              </a:rPr>
              <a:t>Это создает чистую, обратно совместимую модель, в которой с подами можно работать так же, как с виртуальными машинами или физическими хостами, с точки зрения распределения портов, именования, обнаружения сервисов, балансировки нагрузки, настройки приложений и миграции.</a:t>
            </a:r>
            <a:endParaRPr/>
          </a:p>
        </p:txBody>
      </p:sp>
      <p:sp>
        <p:nvSpPr>
          <p:cNvPr id="548" name="Google Shape;548;p21"/>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Сетевые ресурсы Kubernetes</a:t>
            </a:r>
            <a:endParaRPr b="0" sz="3200" strike="noStrike">
              <a:solidFill>
                <a:srgbClr val="000000"/>
              </a:solidFill>
              <a:latin typeface="Arial"/>
              <a:ea typeface="Arial"/>
              <a:cs typeface="Arial"/>
              <a:sym typeface="Arial"/>
            </a:endParaRPr>
          </a:p>
        </p:txBody>
      </p:sp>
      <p:sp>
        <p:nvSpPr>
          <p:cNvPr id="549" name="Google Shape;549;p21"/>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22"/>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0" lvl="0" marL="0" marR="0" rtl="0" algn="l">
              <a:lnSpc>
                <a:spcPct val="130000"/>
              </a:lnSpc>
              <a:spcBef>
                <a:spcPts val="0"/>
              </a:spcBef>
              <a:spcAft>
                <a:spcPts val="0"/>
              </a:spcAft>
              <a:buNone/>
            </a:pPr>
            <a:r>
              <a:rPr b="1" lang="ru-RU" sz="2000" strike="noStrike">
                <a:solidFill>
                  <a:srgbClr val="424A52"/>
                </a:solidFill>
                <a:latin typeface="Arial"/>
                <a:ea typeface="Arial"/>
                <a:cs typeface="Arial"/>
                <a:sym typeface="Arial"/>
              </a:rPr>
              <a:t>Сервис</a:t>
            </a:r>
            <a:r>
              <a:rPr b="0" lang="ru-RU" sz="2000" strike="noStrike">
                <a:solidFill>
                  <a:srgbClr val="424A52"/>
                </a:solidFill>
                <a:latin typeface="Arial"/>
                <a:ea typeface="Arial"/>
                <a:cs typeface="Arial"/>
                <a:sym typeface="Arial"/>
              </a:rPr>
              <a:t> — это абстрактный способ предоставления приложения, работающего на наборе подов (или без них).</a:t>
            </a:r>
            <a:endParaRPr/>
          </a:p>
          <a:p>
            <a:pPr indent="0" lvl="0" marL="0" marR="0" rtl="0" algn="l">
              <a:lnSpc>
                <a:spcPct val="130000"/>
              </a:lnSpc>
              <a:spcBef>
                <a:spcPts val="1499"/>
              </a:spcBef>
              <a:spcAft>
                <a:spcPts val="0"/>
              </a:spcAft>
              <a:buNone/>
            </a:pPr>
            <a:r>
              <a:rPr b="1" lang="ru-RU" sz="2000" strike="noStrike">
                <a:solidFill>
                  <a:srgbClr val="424A52"/>
                </a:solidFill>
                <a:latin typeface="Arial"/>
                <a:ea typeface="Arial"/>
                <a:cs typeface="Arial"/>
                <a:sym typeface="Arial"/>
              </a:rPr>
              <a:t>Сервис может быть:</a:t>
            </a:r>
            <a:endParaRPr b="0" sz="2000" strike="noStrike">
              <a:solidFill>
                <a:srgbClr val="424A52"/>
              </a:solidFill>
              <a:latin typeface="Arial"/>
              <a:ea typeface="Arial"/>
              <a:cs typeface="Arial"/>
              <a:sym typeface="Arial"/>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виртуальным IP-адресом с NAT;</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модулем балансировки нагрузки;</a:t>
            </a:r>
            <a:endParaRPr/>
          </a:p>
        </p:txBody>
      </p:sp>
      <p:sp>
        <p:nvSpPr>
          <p:cNvPr id="555" name="Google Shape;555;p22"/>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Сетевые ресурсы Kubernetes → Сервисы</a:t>
            </a:r>
            <a:endParaRPr b="0" sz="3200" strike="noStrike">
              <a:solidFill>
                <a:srgbClr val="000000"/>
              </a:solidFill>
              <a:latin typeface="Arial"/>
              <a:ea typeface="Arial"/>
              <a:cs typeface="Arial"/>
              <a:sym typeface="Arial"/>
            </a:endParaRPr>
          </a:p>
        </p:txBody>
      </p:sp>
      <p:sp>
        <p:nvSpPr>
          <p:cNvPr id="556" name="Google Shape;556;p22"/>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3"/>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pic>
        <p:nvPicPr>
          <p:cNvPr descr="kubernetes_network.png" id="562" name="Google Shape;562;p23"/>
          <p:cNvPicPr preferRelativeResize="0"/>
          <p:nvPr/>
        </p:nvPicPr>
        <p:blipFill rotWithShape="1">
          <a:blip r:embed="rId3">
            <a:alphaModFix/>
          </a:blip>
          <a:srcRect b="0" l="0" r="0" t="0"/>
          <a:stretch/>
        </p:blipFill>
        <p:spPr>
          <a:xfrm>
            <a:off x="624240" y="260280"/>
            <a:ext cx="10633320" cy="63860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24"/>
          <p:cNvSpPr txBox="1"/>
          <p:nvPr/>
        </p:nvSpPr>
        <p:spPr>
          <a:xfrm>
            <a:off x="638280" y="2226960"/>
            <a:ext cx="7870320" cy="1585080"/>
          </a:xfrm>
          <a:prstGeom prst="rect">
            <a:avLst/>
          </a:prstGeom>
          <a:noFill/>
          <a:ln>
            <a:noFill/>
          </a:ln>
        </p:spPr>
        <p:txBody>
          <a:bodyPr anchorCtr="0" anchor="t" bIns="0" lIns="90000" spcFirstLastPara="1" rIns="0" wrap="square" tIns="0">
            <a:noAutofit/>
          </a:bodyPr>
          <a:lstStyle/>
          <a:p>
            <a:pPr indent="0" lvl="0" marL="0" marR="0" rtl="0" algn="l">
              <a:lnSpc>
                <a:spcPct val="100000"/>
              </a:lnSpc>
              <a:spcBef>
                <a:spcPts val="0"/>
              </a:spcBef>
              <a:spcAft>
                <a:spcPts val="0"/>
              </a:spcAft>
              <a:buNone/>
            </a:pPr>
            <a:r>
              <a:rPr b="1" lang="ru-RU" sz="3200" strike="noStrike">
                <a:solidFill>
                  <a:srgbClr val="FFFFFF"/>
                </a:solidFill>
                <a:latin typeface="Arial"/>
                <a:ea typeface="Arial"/>
                <a:cs typeface="Arial"/>
                <a:sym typeface="Arial"/>
              </a:rPr>
              <a:t>Задание 8.2</a:t>
            </a:r>
            <a:br>
              <a:rPr lang="ru-RU" sz="1800">
                <a:solidFill>
                  <a:schemeClr val="dk1"/>
                </a:solidFill>
                <a:latin typeface="Arial"/>
                <a:ea typeface="Arial"/>
                <a:cs typeface="Arial"/>
                <a:sym typeface="Arial"/>
              </a:rPr>
            </a:br>
            <a:r>
              <a:rPr b="1" lang="ru-RU" sz="3200" strike="noStrike">
                <a:solidFill>
                  <a:srgbClr val="FFFFFF"/>
                </a:solidFill>
                <a:latin typeface="Arial"/>
                <a:ea typeface="Arial"/>
                <a:cs typeface="Arial"/>
                <a:sym typeface="Arial"/>
              </a:rPr>
              <a:t>Получите доступ к приложению через сервисы</a:t>
            </a:r>
            <a:endParaRPr b="0" sz="3200"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25"/>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0" lvl="0" marL="0" marR="0" rtl="0" algn="l">
              <a:lnSpc>
                <a:spcPct val="130000"/>
              </a:lnSpc>
              <a:spcBef>
                <a:spcPts val="0"/>
              </a:spcBef>
              <a:spcAft>
                <a:spcPts val="0"/>
              </a:spcAft>
              <a:buNone/>
            </a:pPr>
            <a:r>
              <a:rPr b="0" lang="ru-RU" sz="2000" strike="noStrike">
                <a:solidFill>
                  <a:srgbClr val="424A52"/>
                </a:solidFill>
                <a:latin typeface="Arial"/>
                <a:ea typeface="Arial"/>
                <a:cs typeface="Arial"/>
                <a:sym typeface="Arial"/>
              </a:rPr>
              <a:t>Kubernetes делает то же, что и лучший системный администратор, обеспечивая:</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автоматизацию,</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отработку отказа,</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централизованное ведение журнала,</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мониторинг.</a:t>
            </a:r>
            <a:endParaRPr/>
          </a:p>
          <a:p>
            <a:pPr indent="0" lvl="0" marL="0" marR="0" rtl="0" algn="l">
              <a:lnSpc>
                <a:spcPct val="130000"/>
              </a:lnSpc>
              <a:spcBef>
                <a:spcPts val="2100"/>
              </a:spcBef>
              <a:spcAft>
                <a:spcPts val="0"/>
              </a:spcAft>
              <a:buNone/>
            </a:pPr>
            <a:r>
              <a:rPr b="0" lang="ru-RU" sz="2000" strike="noStrike">
                <a:solidFill>
                  <a:srgbClr val="424A52"/>
                </a:solidFill>
                <a:latin typeface="Arial"/>
                <a:ea typeface="Arial"/>
                <a:cs typeface="Arial"/>
                <a:sym typeface="Arial"/>
              </a:rPr>
              <a:t>Некоторые из этих функций встроены в ядро Kubernetes; другие предоставляются надстройками, расширениями и сторонними инструментами, использующими API Kubernetes.</a:t>
            </a:r>
            <a:endParaRPr/>
          </a:p>
        </p:txBody>
      </p:sp>
      <p:sp>
        <p:nvSpPr>
          <p:cNvPr id="573" name="Google Shape;573;p25"/>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Чем так хорош Kubernetes?</a:t>
            </a:r>
            <a:endParaRPr b="0" sz="3200" strike="noStrike">
              <a:solidFill>
                <a:srgbClr val="000000"/>
              </a:solidFill>
              <a:latin typeface="Arial"/>
              <a:ea typeface="Arial"/>
              <a:cs typeface="Arial"/>
              <a:sym typeface="Arial"/>
            </a:endParaRPr>
          </a:p>
        </p:txBody>
      </p:sp>
      <p:sp>
        <p:nvSpPr>
          <p:cNvPr id="574" name="Google Shape;574;p25"/>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26"/>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значительно сокращает время и трудозатраты, необходимые для развертывания.</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также предоставляет средства, которые помогут реализовать методы непрерывного развертывания.</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поддерживает автоматическое масштабирование.</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В Kubernetes встроены функции резервирования и отработки отказа.</a:t>
            </a:r>
            <a:endParaRPr/>
          </a:p>
        </p:txBody>
      </p:sp>
      <p:sp>
        <p:nvSpPr>
          <p:cNvPr id="580" name="Google Shape;580;p26"/>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Kubernetes существенно упрощает развертывание</a:t>
            </a:r>
            <a:endParaRPr b="0" sz="3200" strike="noStrike">
              <a:solidFill>
                <a:srgbClr val="000000"/>
              </a:solidFill>
              <a:latin typeface="Arial"/>
              <a:ea typeface="Arial"/>
              <a:cs typeface="Arial"/>
              <a:sym typeface="Arial"/>
            </a:endParaRPr>
          </a:p>
        </p:txBody>
      </p:sp>
      <p:sp>
        <p:nvSpPr>
          <p:cNvPr id="581" name="Google Shape;581;p26"/>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7"/>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сокращает затраты на инфраструктуру и намного эффективнее использует имеющиеся ресурсы.</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использует избыточные мощности для выполнения рабочих нагрузок, обеспечивая более высокую загрузку машин.</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предоставляет множество возможностей «из коробки»: масштабирование, балансировку нагрузки и отработку отказов без дополнительных затрат.</a:t>
            </a:r>
            <a:endParaRPr/>
          </a:p>
        </p:txBody>
      </p:sp>
      <p:sp>
        <p:nvSpPr>
          <p:cNvPr id="587" name="Google Shape;587;p27"/>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Kubernetes и бизнес</a:t>
            </a:r>
            <a:endParaRPr b="0" sz="3200" strike="noStrike">
              <a:solidFill>
                <a:srgbClr val="000000"/>
              </a:solidFill>
              <a:latin typeface="Arial"/>
              <a:ea typeface="Arial"/>
              <a:cs typeface="Arial"/>
              <a:sym typeface="Arial"/>
            </a:endParaRPr>
          </a:p>
        </p:txBody>
      </p:sp>
      <p:sp>
        <p:nvSpPr>
          <p:cNvPr id="588" name="Google Shape;588;p27"/>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8"/>
          <p:cNvSpPr txBox="1"/>
          <p:nvPr/>
        </p:nvSpPr>
        <p:spPr>
          <a:xfrm>
            <a:off x="624240" y="1314360"/>
            <a:ext cx="11039400" cy="3977280"/>
          </a:xfrm>
          <a:prstGeom prst="rect">
            <a:avLst/>
          </a:prstGeom>
          <a:noFill/>
          <a:ln>
            <a:noFill/>
          </a:ln>
        </p:spPr>
        <p:txBody>
          <a:bodyPr anchorCtr="0" anchor="t" bIns="45000" lIns="90000" spcFirstLastPara="1" rIns="90000" wrap="square" tIns="45000">
            <a:noAutofit/>
          </a:bodyPr>
          <a:lstStyle/>
          <a:p>
            <a:pPr indent="-359640" lvl="0" marL="360000" marR="0" rtl="0" algn="l">
              <a:lnSpc>
                <a:spcPct val="130000"/>
              </a:lnSpc>
              <a:spcBef>
                <a:spcPts val="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Запуск приложений с сохранением состояния (например, баз данных) требует больших затрат времени и технических средств.</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Для реализации облачных функций и средств поддержки на самом деле не требуется Kubernetes — они могут работать на так называемых бессерверных платформах.</a:t>
            </a:r>
            <a:endParaRPr/>
          </a:p>
          <a:p>
            <a:pPr indent="-359640" lvl="0" marL="360000" marR="0" rtl="0" algn="l">
              <a:lnSpc>
                <a:spcPct val="130000"/>
              </a:lnSpc>
              <a:spcBef>
                <a:spcPts val="600"/>
              </a:spcBef>
              <a:spcAft>
                <a:spcPts val="0"/>
              </a:spcAft>
              <a:buClr>
                <a:srgbClr val="243F90"/>
              </a:buClr>
              <a:buSzPts val="2000"/>
              <a:buFont typeface="Noto Sans Symbols"/>
              <a:buChar char="▪"/>
            </a:pPr>
            <a:r>
              <a:rPr b="0" lang="ru-RU" sz="2000" strike="noStrike">
                <a:solidFill>
                  <a:srgbClr val="424A52"/>
                </a:solidFill>
                <a:latin typeface="Arial"/>
                <a:ea typeface="Arial"/>
                <a:cs typeface="Arial"/>
                <a:sym typeface="Arial"/>
              </a:rPr>
              <a:t>Kubernetes лучше всего подходит для микросервисов, но с его помощью можно запускать и монолитные приложения в облаке, используя контейнеры.</a:t>
            </a:r>
            <a:endParaRPr/>
          </a:p>
        </p:txBody>
      </p:sp>
      <p:sp>
        <p:nvSpPr>
          <p:cNvPr id="594" name="Google Shape;594;p28"/>
          <p:cNvSpPr txBox="1"/>
          <p:nvPr/>
        </p:nvSpPr>
        <p:spPr>
          <a:xfrm>
            <a:off x="628920" y="648000"/>
            <a:ext cx="11034720" cy="47556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3200" strike="noStrike">
                <a:solidFill>
                  <a:srgbClr val="001A72"/>
                </a:solidFill>
                <a:latin typeface="Arial"/>
                <a:ea typeface="Arial"/>
                <a:cs typeface="Arial"/>
                <a:sym typeface="Arial"/>
              </a:rPr>
              <a:t>Kubernetes не делает всего этого</a:t>
            </a:r>
            <a:endParaRPr b="0" sz="3200" strike="noStrike">
              <a:solidFill>
                <a:srgbClr val="000000"/>
              </a:solidFill>
              <a:latin typeface="Arial"/>
              <a:ea typeface="Arial"/>
              <a:cs typeface="Arial"/>
              <a:sym typeface="Arial"/>
            </a:endParaRPr>
          </a:p>
        </p:txBody>
      </p:sp>
      <p:sp>
        <p:nvSpPr>
          <p:cNvPr id="595" name="Google Shape;595;p28"/>
          <p:cNvSpPr txBox="1"/>
          <p:nvPr/>
        </p:nvSpPr>
        <p:spPr>
          <a:xfrm>
            <a:off x="624240" y="260280"/>
            <a:ext cx="6042600" cy="192240"/>
          </a:xfrm>
          <a:prstGeom prst="rect">
            <a:avLst/>
          </a:prstGeom>
          <a:noFill/>
          <a:ln>
            <a:noFill/>
          </a:ln>
        </p:spPr>
        <p:txBody>
          <a:bodyPr anchorCtr="0" anchor="ctr" bIns="0" lIns="90000" spcFirstLastPara="1" rIns="0" wrap="square" tIns="0">
            <a:noAutofit/>
          </a:bodyPr>
          <a:lstStyle/>
          <a:p>
            <a:pPr indent="0" lvl="0" marL="0" marR="0" rtl="0" algn="l">
              <a:lnSpc>
                <a:spcPct val="100000"/>
              </a:lnSpc>
              <a:spcBef>
                <a:spcPts val="0"/>
              </a:spcBef>
              <a:spcAft>
                <a:spcPts val="0"/>
              </a:spcAft>
              <a:buNone/>
            </a:pPr>
            <a:r>
              <a:rPr b="0" lang="ru-RU" sz="1100" cap="none" strike="noStrike">
                <a:solidFill>
                  <a:srgbClr val="808285"/>
                </a:solidFill>
                <a:latin typeface="Arial"/>
                <a:ea typeface="Arial"/>
                <a:cs typeface="Arial"/>
                <a:sym typeface="Arial"/>
              </a:rPr>
              <a:t>ОРКЕСТРАЦИЯ</a:t>
            </a:r>
            <a:endParaRPr b="0" sz="1100" strike="noStrike">
              <a:solidFill>
                <a:srgbClr val="424A5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29"/>
          <p:cNvSpPr txBox="1"/>
          <p:nvPr/>
        </p:nvSpPr>
        <p:spPr>
          <a:xfrm>
            <a:off x="628920" y="2502000"/>
            <a:ext cx="8059680" cy="1663560"/>
          </a:xfrm>
          <a:prstGeom prst="rect">
            <a:avLst/>
          </a:prstGeom>
          <a:noFill/>
          <a:ln>
            <a:noFill/>
          </a:ln>
        </p:spPr>
        <p:txBody>
          <a:bodyPr anchorCtr="0" anchor="t" bIns="0" lIns="90000" spcFirstLastPara="1" rIns="0" wrap="square" tIns="0">
            <a:noAutofit/>
          </a:bodyPr>
          <a:lstStyle/>
          <a:p>
            <a:pPr indent="0" lvl="0" marL="0" marR="0" rtl="0" algn="l">
              <a:lnSpc>
                <a:spcPct val="110000"/>
              </a:lnSpc>
              <a:spcBef>
                <a:spcPts val="0"/>
              </a:spcBef>
              <a:spcAft>
                <a:spcPts val="0"/>
              </a:spcAft>
              <a:buNone/>
            </a:pPr>
            <a:r>
              <a:rPr b="1" lang="ru-RU" sz="3740" cap="none" strike="noStrike">
                <a:solidFill>
                  <a:srgbClr val="FFFFFF"/>
                </a:solidFill>
                <a:latin typeface="Arial"/>
                <a:ea typeface="Arial"/>
                <a:cs typeface="Arial"/>
                <a:sym typeface="Arial"/>
              </a:rPr>
              <a:t>ВОПРОСЫ?</a:t>
            </a:r>
            <a:endParaRPr b="0" sz="3740"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1A72"/>
      </a:dk2>
      <a:lt2>
        <a:srgbClr val="FFFFFF"/>
      </a:lt2>
      <a:accent1>
        <a:srgbClr val="808285"/>
      </a:accent1>
      <a:accent2>
        <a:srgbClr val="14B4C9"/>
      </a:accent2>
      <a:accent3>
        <a:srgbClr val="243F90"/>
      </a:accent3>
      <a:accent4>
        <a:srgbClr val="37B5E7"/>
      </a:accent4>
      <a:accent5>
        <a:srgbClr val="FFC800"/>
      </a:accent5>
      <a:accent6>
        <a:srgbClr val="FF6B00"/>
      </a:accent6>
      <a:hlink>
        <a:srgbClr val="116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1A72"/>
      </a:dk2>
      <a:lt2>
        <a:srgbClr val="FFFFFF"/>
      </a:lt2>
      <a:accent1>
        <a:srgbClr val="808285"/>
      </a:accent1>
      <a:accent2>
        <a:srgbClr val="14B4C9"/>
      </a:accent2>
      <a:accent3>
        <a:srgbClr val="243F90"/>
      </a:accent3>
      <a:accent4>
        <a:srgbClr val="37B5E7"/>
      </a:accent4>
      <a:accent5>
        <a:srgbClr val="FFC800"/>
      </a:accent5>
      <a:accent6>
        <a:srgbClr val="FF6B00"/>
      </a:accent6>
      <a:hlink>
        <a:srgbClr val="116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1A72"/>
      </a:dk2>
      <a:lt2>
        <a:srgbClr val="FFFFFF"/>
      </a:lt2>
      <a:accent1>
        <a:srgbClr val="808285"/>
      </a:accent1>
      <a:accent2>
        <a:srgbClr val="14B4C9"/>
      </a:accent2>
      <a:accent3>
        <a:srgbClr val="243F90"/>
      </a:accent3>
      <a:accent4>
        <a:srgbClr val="37B5E7"/>
      </a:accent4>
      <a:accent5>
        <a:srgbClr val="FFC800"/>
      </a:accent5>
      <a:accent6>
        <a:srgbClr val="FF6B00"/>
      </a:accent6>
      <a:hlink>
        <a:srgbClr val="116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1A72"/>
      </a:dk2>
      <a:lt2>
        <a:srgbClr val="FFFFFF"/>
      </a:lt2>
      <a:accent1>
        <a:srgbClr val="808285"/>
      </a:accent1>
      <a:accent2>
        <a:srgbClr val="14B4C9"/>
      </a:accent2>
      <a:accent3>
        <a:srgbClr val="243F90"/>
      </a:accent3>
      <a:accent4>
        <a:srgbClr val="37B5E7"/>
      </a:accent4>
      <a:accent5>
        <a:srgbClr val="FFC800"/>
      </a:accent5>
      <a:accent6>
        <a:srgbClr val="FF6B00"/>
      </a:accent6>
      <a:hlink>
        <a:srgbClr val="116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1A72"/>
      </a:dk2>
      <a:lt2>
        <a:srgbClr val="FFFFFF"/>
      </a:lt2>
      <a:accent1>
        <a:srgbClr val="808285"/>
      </a:accent1>
      <a:accent2>
        <a:srgbClr val="14B4C9"/>
      </a:accent2>
      <a:accent3>
        <a:srgbClr val="243F90"/>
      </a:accent3>
      <a:accent4>
        <a:srgbClr val="37B5E7"/>
      </a:accent4>
      <a:accent5>
        <a:srgbClr val="FFC800"/>
      </a:accent5>
      <a:accent6>
        <a:srgbClr val="FF6B00"/>
      </a:accent6>
      <a:hlink>
        <a:srgbClr val="116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1A72"/>
      </a:dk2>
      <a:lt2>
        <a:srgbClr val="FFFFFF"/>
      </a:lt2>
      <a:accent1>
        <a:srgbClr val="808285"/>
      </a:accent1>
      <a:accent2>
        <a:srgbClr val="14B4C9"/>
      </a:accent2>
      <a:accent3>
        <a:srgbClr val="243F90"/>
      </a:accent3>
      <a:accent4>
        <a:srgbClr val="37B5E7"/>
      </a:accent4>
      <a:accent5>
        <a:srgbClr val="FFC800"/>
      </a:accent5>
      <a:accent6>
        <a:srgbClr val="FF6B00"/>
      </a:accent6>
      <a:hlink>
        <a:srgbClr val="116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1A72"/>
      </a:dk2>
      <a:lt2>
        <a:srgbClr val="FFFFFF"/>
      </a:lt2>
      <a:accent1>
        <a:srgbClr val="808285"/>
      </a:accent1>
      <a:accent2>
        <a:srgbClr val="14B4C9"/>
      </a:accent2>
      <a:accent3>
        <a:srgbClr val="243F90"/>
      </a:accent3>
      <a:accent4>
        <a:srgbClr val="37B5E7"/>
      </a:accent4>
      <a:accent5>
        <a:srgbClr val="FFC800"/>
      </a:accent5>
      <a:accent6>
        <a:srgbClr val="FF6B00"/>
      </a:accent6>
      <a:hlink>
        <a:srgbClr val="1167A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Яна Хамидова О.</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28</vt:i4>
  </property>
  <property fmtid="{D5CDD505-2E9C-101B-9397-08002B2CF9AE}" pid="8" name="PresentationFormat">
    <vt:lpwstr>Широкоэкранный</vt:lpwstr>
  </property>
  <property fmtid="{D5CDD505-2E9C-101B-9397-08002B2CF9AE}" pid="9" name="ScaleCrop">
    <vt:bool>false</vt:bool>
  </property>
  <property fmtid="{D5CDD505-2E9C-101B-9397-08002B2CF9AE}" pid="10" name="ShareDoc">
    <vt:bool>false</vt:bool>
  </property>
  <property fmtid="{D5CDD505-2E9C-101B-9397-08002B2CF9AE}" pid="11" name="Slides">
    <vt:i4>29</vt:i4>
  </property>
</Properties>
</file>