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2EB99-FC91-427B-923E-C734F7F35D54}" type="datetimeFigureOut">
              <a:rPr lang="ru-RU" smtClean="0"/>
              <a:pPr/>
              <a:t>12.03.2020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B081E-5E86-454F-8832-867076E4CCD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9C80E-EFC6-4654-A58E-4E1718C96F56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3AD5-8B44-41F7-9FEE-67A4D3324223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65BB-1A9D-4754-B2C4-F35D8B8D4DD7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0C9C6-3C86-4225-9FBC-E64CEF98AA82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71CE-8B99-474C-9071-1C0BE91E5BA2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0B35-F2E8-4435-B155-4525ED483F8F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DE13E-BB44-48C5-BE10-E1B9BC278D84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C8A3-3061-409B-B743-67748415FA50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8FE2-6A93-41B2-9BAC-47C1533260A3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4A4E-9B36-4DB0-85DC-EB4292F6393D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D3EE1-8DA8-48A0-B986-7280AAC37D29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86828-9F6C-483D-B44C-4D9A42638507}" type="datetime1">
              <a:rPr lang="ru-RU" smtClean="0"/>
              <a:pPr/>
              <a:t>12.03.2020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208B5-AF55-4BAA-9FF5-1D4E27622C7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Лекция №5</a:t>
            </a:r>
            <a:br>
              <a:rPr lang="ru-RU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СЕТИ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TCP/IP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Стек протоколов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TCP/IP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Состав стека протоколов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TCP/IP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7158" y="1000108"/>
            <a:ext cx="85725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Стек протоколов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TCP/IP (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англ.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Transmission Control Protocol /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Internet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протокол управления передачей / межсетевой протокол)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согласованный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набор сетевых протоколов, обеспечивающий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взаимодействие узлов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гетерогенных сетях. Основу стека составляют протоколы TCP и IP.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3143248"/>
            <a:ext cx="87154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Значительная часть технологии TCP/IP направлена на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решение следующих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задач адресации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задача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согласованного использования адресов различного типа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(например, преобразование IP-адреса в физический адрес узла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или доменного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имени – в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адрес);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обеспечение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уникальности адресов;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конфигурирование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сетевых интерфейсов и сетевых приложений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285728"/>
            <a:ext cx="8858312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TCP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англ.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Transmission Control Protocol –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протокол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управления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передачей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— один из основных сетевых протоколов стека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TCP/IP, предназначенный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управления передачей данных в сетях и подсетях.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TCP выполняет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функции протокола транспортного уровня модели OSI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IP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Internet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межсетевой протокол) — маршрутизируемый протокол сетевого уровня семейства TCP/IP. Именно IP стал тем протоколом, который объединил отдельные подсети во всемирную сеть Интернет.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Неотъемлемой частью протокола является адресация сети (IP-адресация).</a:t>
            </a: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UDP (англ.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User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Datagram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протокол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пользовательских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датаграмм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– один из ключевых элементов стека TCP/IP. С UDP,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компьютерные приложения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могут посылать сообщения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датаграммы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другим хостам по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IP-сети без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необходимости предварительного сообщения для установки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специальныхканалов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передачи или путей данных.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428736"/>
            <a:ext cx="69627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00034" y="214290"/>
            <a:ext cx="79296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Соответствие уровней модели ISO/OSI и стека протоколов TCP/IP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229600" cy="77472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Прикладные протоколы семейства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TCP/IP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28596" y="1071546"/>
            <a:ext cx="81439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HTTP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англ.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HyperText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Transfer Pr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toc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 –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протокол передачи гипертекста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протокол прикладного уровня передачи данных (изначально –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виде гипертекстовых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документов). Основой HTTP является технология «клиент-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SMTP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Simple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Mail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простой протокол передачи почты) — это широко используемый сетевой протокол, предназначенный для передачи электронной почты в сетях TCP/IP.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POP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Post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Office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протокол почтового отделения) — стандартный Интернет-протокол прикладного уровня, используемый клиентами электронной почты для извлечения электронного сообщения с удаленного сервера по TCP/IP-соединению.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285728"/>
            <a:ext cx="842968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IMAP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англ.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Internet Message Access Protocol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протокол доступа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Интернет-сообщениям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— протокол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прикладного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уровня для доступа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 электронной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почте. Как и все прикладные протоколы IMAP базируется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транспортном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протоколе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FTP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протокол передачи файлов) — стандартный протокол, предназначенный для передачи файлов по TCP-сетям.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SMB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Server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Message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Block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блок серверных сообщений) — сетевой протокол прикладного уровня для удалённого доступа к файлам, принтерам и другим сетевым ресурсам, а также для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межпроцессного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взаимодействия.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ARP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Resolution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протокол определения адреса) — протокол сетевого уровня, предназначенный для определения MAC-адреса по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известному IP-адресу.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Порты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TCP </a:t>
            </a: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UDP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28596" y="1214422"/>
            <a:ext cx="82868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каждого из протоколов TCP и UDP стандарт определяет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возможность одновременного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выделения на хосте до 65536 уникальных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портов, идентифицирующихся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номерами от 0 до 65535. При передаче по сети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номер порта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заголовке пакета используется (вместе с IP-адресом хоста)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адресации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конкретного приложения (и конкретного, принадлежащего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ему, сетевого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соединения).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829" y="4143380"/>
            <a:ext cx="767691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28596" y="117693"/>
            <a:ext cx="792961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Порты TCP не пересекаются с портами UDP. То есть, порт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1234 протокола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TCP не будет мешать обмену по UDP через порт 1234.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Наиболее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употребительные порты TCP (UDP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FTP: 21 (команды), 20 (данные)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telnet: 23 (remote access)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SMTP: 25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SMTP с использованием SSL: 465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DNS: 53 (UDP)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DHCP: 67, 68 (UDP)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HTTP: 80, 8080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POP3: 110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POP3 с использованием SSL: 995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IMAP: 143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IMAP с использованием SSL: 993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 443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3306</a:t>
            </a:r>
          </a:p>
          <a:p>
            <a:r>
              <a:rPr lang="en-US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BitTorrent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6969, 6881–6889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70328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Адресация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IP v4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857356" y="500042"/>
            <a:ext cx="5650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Схемы адресации узлов в сетях TCP/IP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928670"/>
            <a:ext cx="864399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Перед тем как отправить пакет в следующую сеть,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маршрутизатор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должен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определить на основании найденного IP-адреса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следующего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маршрутизатора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его локальный адрес. Для этой цели протокол IP, как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показано на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рис. 26, обращается к протоколу ARP (англ.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Resolution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Protocol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протокол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определения адреса).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3214686"/>
            <a:ext cx="501015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214678" y="6286520"/>
            <a:ext cx="30204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Преобразование адресов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642918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Физическая структура адреса IP v4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642918"/>
            <a:ext cx="8572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Наиболее распространенной формой представления IP-адреса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является запись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виде четырех чисел (IP v4), представляющих значения каждого байта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десятичной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форме и разделенных точками,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например: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78.10.2.30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же адрес может быть представлен в двоичном формате 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приведен перевод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двоичную запись только для первых двух байт IP-адреса):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286124"/>
            <a:ext cx="7058025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000496" y="5226784"/>
            <a:ext cx="50006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То есть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двоичная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запись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адреса 78.10.2.30: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01001110.00001010.00000010.00011110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в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шестнадцатеричном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формате:</a:t>
            </a:r>
          </a:p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4E.0A.02.1D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Классы адресов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IP v4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28596" y="857232"/>
            <a:ext cx="850112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Основным способом разделения IP-адреса на поле адреса сети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поле адреса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узла является выделение классов адресов. Вводится пять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классов адресов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А, В, С, D, Е.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Только три класса из пяти могут использоваться для адресации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реальных сетевых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узлов: А, В и С.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Два последних класса – D и Е – имеют специальное назначение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 есть, если у первого байта, записанного в виде восьми бит, первый (старший) бит равен «0», то адрес принадлежит классу A (первому классу).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впервые бит «0» встретится во второй справа позиции, то адрес считается принадлежащим классу B (второму классу). И так далее.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928670"/>
            <a:ext cx="8432084" cy="432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28596" y="751344"/>
            <a:ext cx="828680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 классу А относится адрес, в котором старший бит имеет значение «0».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адресах класса А под идентификатор сети отводится 1 байт, а остальные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3 байта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интерпретируются как номер узла в сети. Сети, все IP-адреса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которых имеют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значение первого байта в диапазоне от 1 (00000001) до 126 (01111110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), называются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сетями класса А.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Значение 0 (00000000) первого байта не используется, а значение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127 (01111111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зарезервировано для специальных целей, о чем будет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рассказано далее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Сетей класса А сравнительно немного, зато количество узлов в них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может достигать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224, то есть 16 777 216 узлов. Сети класса A можно считать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большими сетями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00034" y="1071546"/>
            <a:ext cx="83582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 классу В относятся все адреса, старшие два бита которых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имеют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«10». В адресах класса В под номер сети и под номер узла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отводится по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два байта. Сети, значения первых двух байтов адресов которых находятся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диапазоне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от 128.0 (10000000 00000000) до 191.255 (10111111 11111111),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называются сетями класса В.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Сетей класса В гораздо больше, чем сетей класса А, но их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размеры (максимальное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число узлов) меньше. Максимальное количество узлов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сетях класса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составляет 216 (65 536). Сети класса B считаются средними сетями.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00034" y="1285860"/>
            <a:ext cx="83582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 классу С относятся все адреса, старшие три бита которых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имеют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значение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«110». В адресах класса С под номер сети отводится 3 байта, 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 номер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узла – 1 байт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Сети, старшие три байта которых находятся в диапазоне от 192.0.0 (11000000 00000000 00000000) до 223.255.255 (11011111 11111111 11111111), называются сетями класса С.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Сети класса С наиболее распространены и имеют наименьшее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максимальное число узлов – 28 (256). Сети класса C считаются малыми сетями.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42844" y="714356"/>
            <a:ext cx="88582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 классу D (англ.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Multicast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– групповой адрес) относятся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начинающиеся с последовательности 1110. В то время как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 классов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А, В и С используются для идентификации отдельных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сетевых интерфейсов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то есть являются индивидуальными адресами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Unicast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Address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),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групповой адрес идентифицирует группу сетевых интерфейсов, которые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общем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случае могут принадлежать разным сетям. Интерфейс, входящий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группу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получает наряду с обычным индивидуальным IP-адресом еще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один групповой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адрес. Если при отправке пакета в качестве адреса назначения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указан адрес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класса D, то такой пакет должен быть доставлен всем узлам, которые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входят в группу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адрес начинается с последовательности «11110», то это значит, что данный адрес относится к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классу 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Адреса этого класса зарезервированы для будущих применений.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Структура IP-адресов классов A, B, C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357298"/>
            <a:ext cx="7019925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11156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Пример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500042"/>
            <a:ext cx="88582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Требуется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определить класс сети, адрес сети, адрес узла 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маску 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адреса IP v4: 129.64.134.5</a:t>
            </a:r>
          </a:p>
          <a:p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Решение.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1) Для определения класса сети выполним перевод первого байта адреса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двоичную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запись: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2428868"/>
            <a:ext cx="38766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285720" y="5770923"/>
            <a:ext cx="88582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Первый байт (восемь бит) адреса в двоичной записи: </a:t>
            </a:r>
            <a:r>
              <a:rPr lang="ru-RU" sz="2000" b="1" u="sng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000001.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есть, адрес относится к классу B (первый бит «0» находится во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второй, начиная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слева, позиции).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28596" y="428604"/>
            <a:ext cx="807249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2) Для адреса сети класса B адрес сети состоит из двух первых байт.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 есть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 сети (байты адреса узла записываются как нулевые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): 129.64.0.0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3) Адрес узла для сети класса B состоит из двух последних байт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адреса: 0.0.134.5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Но, поскольку адреса узлов никогда не записываются в таком виде,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то (для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корректности) запишем адрес узла в виде (адрес узла подчеркнут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): 129.64.134.5.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Ответ: класс B; адрес сети 129.64.0.0; адрес узла 129.64.134.5.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Запрещенные адреса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1071546"/>
            <a:ext cx="8358246" cy="1200329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TCP/IP существуют ограничения при назначении IP-адресов, 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именно ни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номера сетей, ни номера узлов не могут состоять из одних двоичных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нулей или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единиц.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357430"/>
            <a:ext cx="6786610" cy="4326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357166"/>
            <a:ext cx="8572560" cy="2308324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Таким образом, в каждом из классов A, B, C можно выделить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адреса, применение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которых для адресации узлов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невозможн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о: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класс A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x.0.0.0 (адреса сетей) и x.255.255.255 (ограниченные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широковещательные адреса);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класс B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x.x.0.0 и x.x.255.255;</a:t>
            </a:r>
          </a:p>
          <a:p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класс C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– x.x.x.0 и x.x.x.255 и т.д.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57158" y="3357562"/>
            <a:ext cx="835824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Например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адресах класса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под номер узла отводится 8 бит, которые позволяют задавать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256 номеров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 от 0 до 255. Однако в действительности максимальное число узлов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сети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класса С не может превышать 254, так как адреса 0 и 255 запрещены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адресации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сетевых интерфейсов.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2547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Выделенные диапазоны адресов IP v4 для локальных сетей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14282" y="1000108"/>
            <a:ext cx="864399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каждом из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классов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A, B, и C имеется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специально выделенный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использования в локальных сетях диапазон адресов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класс A: 10.0.0.0 – 10.255.255.255 (только сеть 10.0.0.0);</a:t>
            </a:r>
          </a:p>
          <a:p>
            <a:pPr algn="just"/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класс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B: 172.16.0.0 – 172.31.255.255 (сети с 172.16.0.0 по 172.31.0.0);</a:t>
            </a:r>
          </a:p>
          <a:p>
            <a:pPr algn="just"/>
            <a:r>
              <a:rPr lang="ru-RU" sz="2400" baseline="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класс С: 192.168.0.0 – 192.168.255.255 (сети с 192.168.0.0 по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192.168.255.0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Так, например, для достаточно простой сети небольшой организации, число ЭВМ в которой не превысит несколько десятков, не стоит выбирать адрес сети классов A или B. Достаточно выбрать любую сеть класса C: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· 192.168.0.0,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· 192.168.1.0,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· 192.168.2.0,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· и т.д. до 192.168.255.0.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Маска сети (подсети)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1071546"/>
            <a:ext cx="85725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Маска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число, применяемое в паре с IP-адресом, причем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двоичная запись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маски содержит непрерывную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последовательность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единиц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тех разрядах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которые должны в IP-адресе интерпретироваться как номер сети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Граница между последовательностями единиц и нулей в маске соответствует границе между номером сети и номером узла в IP-адресе.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Так, например, для адреса класса A (в двоичной записи):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адрес: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0xxxxxxx.xxxxxxxx.xxxxxxxx.xxxxxxxx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маска: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11111111.00000000.00000000.00000000, то есть адрес сети – первые 8 бит (первые восемь единиц маски), а адрес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узла остальные 24 бита (24 нуля в маске).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71472" y="714356"/>
            <a:ext cx="821537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Таким образом, для адресов из классов A, B и C, применяемых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 реальным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узлам сетей, маски принимают стандартную запись: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маска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класса A: 255.0.0.0 (8 единиц в маске);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маска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класса B: 255.255.0.0 (16 единиц в маске);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маска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класса C: 255.255.255.0 (24 единицы в маске);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Маска может указываться как явно, так и в сокращенном виде. Например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адрес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сети может быть указан одним из двух способов: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1) 151.24.0.0 (255.255.0.0) – маска указана явно;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2) 151.24.0.0/16 – указано число первых бит «1» в составе маски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Второй способ записи маски подсети характерен для UNIX-подобных операционных систем (в том числе –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1143000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Использование масок при администрировании локальных сетей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428596" y="1714488"/>
            <a:ext cx="85011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Снабжая каждый IP-адрес собственной маской, администратор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локальной сети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можно отказаться от понятий классов адресов и сделать более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гибкой систему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адресации узлов своей сети.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частности, использование маски позволяет выполнить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логическую структуризацию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сети, то есть разбить имеющийся диапазон адресов сети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несколько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логически несвязанных подсетей (их можно будет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дальнейшем связать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 помощи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маршрутизаторов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или на основе сервера).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Распределение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адресов. Служба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DHCP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267744" y="692696"/>
            <a:ext cx="47849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Ручная настройка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адреса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1268760"/>
            <a:ext cx="4444457" cy="498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1979712" y="6237312"/>
            <a:ext cx="5819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Ручная настройка IP-адреса в MS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3204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Настройки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адреса системы вручную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836712"/>
            <a:ext cx="8748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1. В настройках параметров сетевого подключения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указать IP v4 в качестве протокола соединения;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переключить способ получения IP-адреса на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ручное назначение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(«Использовать следующий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адрес»);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ввести значение IP-адреса для данного узла;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указать маску данной сети (подсети);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указать IP-адрес основного шлюза Интернета 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данной подсети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указать IP-адреса основного и дополнительного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DNS-серверов.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 В некоторых более сложных случаях дополнительные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настройки придется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выполнить еще и в используемом браузере,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например, указать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IP-адрес прокси-сервера сети;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 TCP-порта, используемого для взаимодействия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прокси-сервером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Распределение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адресов службой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DHCP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980728"/>
            <a:ext cx="81369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DHCP (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англ.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Dynamic Host Configuration Protocol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протокол динамической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конфигурации узла)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сетевой протокол,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позволяющий компьютерам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автоматически получать IP-адрес и другие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параметры, необходимые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работы в сети TCP/IP. Данный протокол работает по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модели «клиент-сервер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5576" y="3356992"/>
            <a:ext cx="78488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Некоторыми из наиболее часто используемых опций являются: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маршрутизатора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 умолчанию;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маска подсети;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IP-адрес прокси-сервера или шлюза Интернета;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IP-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адреса серверов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DNS;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имя домена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DNS.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53200" y="6140326"/>
            <a:ext cx="2133600" cy="365125"/>
          </a:xfrm>
        </p:spPr>
        <p:txBody>
          <a:bodyPr/>
          <a:lstStyle/>
          <a:p>
            <a:fld id="{ECC208B5-AF55-4BAA-9FF5-1D4E27622C71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979712" y="116632"/>
            <a:ext cx="5544616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Протокол DHCP предоставляет три способа распределения IP-адресов: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1763688" y="980728"/>
            <a:ext cx="1440160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>
            <a:off x="4427984" y="980728"/>
            <a:ext cx="0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5796136" y="980728"/>
            <a:ext cx="1296144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179512" y="1988840"/>
            <a:ext cx="3357779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Ручное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распределение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2555776" y="2924944"/>
            <a:ext cx="4570610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Автоматическое распределение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644008" y="1988840"/>
            <a:ext cx="4320926" cy="4616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Динамическое распределение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39552" y="3789040"/>
            <a:ext cx="84249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настройке DHCP-сервера необходимо указать: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IP-адрес DHCP-сервера (обычно это первый адрес в данной сети,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примере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192.168.0.1);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маску подсети (в примере – 255.255.255.0);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начальный адрес пула IP-адресов (в примере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192.168.0.2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конечный адрес пула IP-адресов (в примере – 192.168.0.100);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время аренды адреса (в примере – 24 часа).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435280" cy="1143000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Настройка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службы DHCP в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маршрутизаторе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DLink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441500"/>
            <a:ext cx="5642132" cy="479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Просмотр таблицы DHCP для ADSL-модема,</a:t>
            </a:r>
            <a:br>
              <a:rPr lang="ru-RU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выполняющего функции DHCP-сервера для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внутренней сети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(подключено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два клиента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 именами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Lynnfield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QUAD)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988840"/>
            <a:ext cx="70961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Служба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DNS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980728"/>
            <a:ext cx="88924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DNS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система доменных имён)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компьютерная распределённая система для получения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 доменах.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Чаще всего используется для получения IP-адреса по имени хоста 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компьютера или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устройства), получения информации о маршрутизации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почты, обслуживающих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узлах для протоколов в домене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Корневые серверы DNS — DNS-серверы, содержащие информацию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 доменах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верхнего (первого) уровня,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указывающую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DNS-серверы, поддерживающие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работу каждого из этих доменов.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Ключевые понятия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DNS: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052736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Домен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– область)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узел в дереве имён, вместе со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всеми подчинёнными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ему узлами (если таковые имеются), то есть именованная ветвь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или поддерево в дереве имен.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8791"/>
          <a:stretch>
            <a:fillRect/>
          </a:stretch>
        </p:blipFill>
        <p:spPr bwMode="auto">
          <a:xfrm>
            <a:off x="899592" y="2780928"/>
            <a:ext cx="7038975" cy="298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2267744" y="5949280"/>
            <a:ext cx="51159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Структура доменных имен Интернета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08B5-AF55-4BAA-9FF5-1D4E27622C71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87016" y="260648"/>
            <a:ext cx="88569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Поддомен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(англ.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Subdomain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подчинённый домен 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например,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wikipedia.org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поддомен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домена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org,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ru.wikipedia.org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домена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wikipedia.org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Зона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часть дерева доменных имен, размещаемая как единое целое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некотором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сервере доменных имен (DNS-сервере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Делегирование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операция передачи ответственности за часть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дерева доменных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имен другому лицу или организации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DNS-сервер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специализированное программное обеспечение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обслуживания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DNS, а также компьютер, на котором это ПО выполняется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DNS-клиент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специализированная библиотека (или программа)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работы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DNS.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2597</Words>
  <Application>Microsoft Office PowerPoint</Application>
  <PresentationFormat>Экран (4:3)</PresentationFormat>
  <Paragraphs>203</Paragraphs>
  <Slides>34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5" baseType="lpstr">
      <vt:lpstr>Тема Office</vt:lpstr>
      <vt:lpstr>Лекция №5 СЕТИ TCP/IP Стек протоколов TCP/IP</vt:lpstr>
      <vt:lpstr>Состав стека протоколов TCP/IP</vt:lpstr>
      <vt:lpstr>Слайд 3</vt:lpstr>
      <vt:lpstr>Слайд 4</vt:lpstr>
      <vt:lpstr>Прикладные протоколы семейства TCP/IP</vt:lpstr>
      <vt:lpstr>Слайд 6</vt:lpstr>
      <vt:lpstr>Порты TCP и UDP</vt:lpstr>
      <vt:lpstr>Слайд 8</vt:lpstr>
      <vt:lpstr>Адресация IP v4</vt:lpstr>
      <vt:lpstr>Физическая структура адреса IP v4</vt:lpstr>
      <vt:lpstr>Классы адресов IP v4</vt:lpstr>
      <vt:lpstr>Слайд 12</vt:lpstr>
      <vt:lpstr>Слайд 13</vt:lpstr>
      <vt:lpstr>Слайд 14</vt:lpstr>
      <vt:lpstr>Слайд 15</vt:lpstr>
      <vt:lpstr>Слайд 16</vt:lpstr>
      <vt:lpstr>Структура IP-адресов классов A, B, C</vt:lpstr>
      <vt:lpstr>Пример</vt:lpstr>
      <vt:lpstr>Слайд 19</vt:lpstr>
      <vt:lpstr>Запрещенные адреса</vt:lpstr>
      <vt:lpstr>Слайд 21</vt:lpstr>
      <vt:lpstr>Выделенные диапазоны адресов IP v4 для локальных сетей</vt:lpstr>
      <vt:lpstr>Маска сети (подсети)</vt:lpstr>
      <vt:lpstr>Слайд 24</vt:lpstr>
      <vt:lpstr>Использование масок при администрировании локальных сетей</vt:lpstr>
      <vt:lpstr>Распределение IP-адресов. Служба DHCP</vt:lpstr>
      <vt:lpstr>Настройки IP-адреса системы вручную</vt:lpstr>
      <vt:lpstr>Распределение IP-адресов службой DHCP</vt:lpstr>
      <vt:lpstr>Слайд 29</vt:lpstr>
      <vt:lpstr>Настройка службы DHCP в маршрутизаторе DLink</vt:lpstr>
      <vt:lpstr>Просмотр таблицы DHCP для ADSL-модема, выполняющего функции DHCP-сервера для внутренней сети (подключено два клиента с именами Lynnfield и QUAD)</vt:lpstr>
      <vt:lpstr>Служба DNS</vt:lpstr>
      <vt:lpstr>Ключевые понятия DNS:</vt:lpstr>
      <vt:lpstr>Слайд 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№5 СЕТИ TCP/IP</dc:title>
  <dc:creator>Student</dc:creator>
  <cp:lastModifiedBy>Администратор</cp:lastModifiedBy>
  <cp:revision>22</cp:revision>
  <dcterms:created xsi:type="dcterms:W3CDTF">2020-03-11T12:45:12Z</dcterms:created>
  <dcterms:modified xsi:type="dcterms:W3CDTF">2020-03-12T08:47:55Z</dcterms:modified>
</cp:coreProperties>
</file>