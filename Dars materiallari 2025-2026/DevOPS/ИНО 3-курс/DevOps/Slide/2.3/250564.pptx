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9" r:id="rId14"/>
    <p:sldId id="268" r:id="rId15"/>
    <p:sldId id="270" r:id="rId16"/>
    <p:sldId id="274" r:id="rId17"/>
    <p:sldId id="273" r:id="rId18"/>
    <p:sldId id="271" r:id="rId19"/>
    <p:sldId id="272" r:id="rId20"/>
    <p:sldId id="277" r:id="rId21"/>
    <p:sldId id="278" r:id="rId22"/>
    <p:sldId id="279" r:id="rId23"/>
    <p:sldId id="275" r:id="rId24"/>
    <p:sldId id="280" r:id="rId25"/>
    <p:sldId id="281" r:id="rId26"/>
    <p:sldId id="282" r:id="rId27"/>
    <p:sldId id="283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50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2E3B45-DD2E-410E-80FE-F0A06A121C3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5CAC8F0A-AC12-4959-BC35-BD099710CD82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DHCP</a:t>
          </a:r>
          <a:endParaRPr kumimoji="0" lang="ru-RU" altLang="ru-RU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</dgm:t>
    </dgm:pt>
    <dgm:pt modelId="{AC5348C4-7928-4582-99C3-0607F0824645}" type="parTrans" cxnId="{E5C505A6-D0AC-4F82-BA46-A9EAF4392283}">
      <dgm:prSet/>
      <dgm:spPr/>
    </dgm:pt>
    <dgm:pt modelId="{6B3BC674-5CE9-4495-9277-96DA58CA0ECD}" type="sibTrans" cxnId="{E5C505A6-D0AC-4F82-BA46-A9EAF4392283}">
      <dgm:prSet/>
      <dgm:spPr/>
    </dgm:pt>
    <dgm:pt modelId="{F103C0C6-6333-47E9-85E4-CDB583323AAA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Предоставление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конфигурационных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параметров</a:t>
          </a:r>
          <a:endParaRPr kumimoji="0" lang="ru-RU" altLang="ru-RU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</dgm:t>
    </dgm:pt>
    <dgm:pt modelId="{CFF1FB4C-33C7-46C5-B8C6-44D9B735F154}" type="parTrans" cxnId="{AF5F68D3-165A-40FC-B0D5-DE87D16CEC46}">
      <dgm:prSet/>
      <dgm:spPr/>
    </dgm:pt>
    <dgm:pt modelId="{9B389CD1-6C2A-4FD2-A8BB-795A28035CE3}" type="sibTrans" cxnId="{AF5F68D3-165A-40FC-B0D5-DE87D16CEC46}">
      <dgm:prSet/>
      <dgm:spPr/>
    </dgm:pt>
    <dgm:pt modelId="{1811B605-DEC5-4AE1-B07D-774FB6476714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Предоставление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сетевых 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адресов</a:t>
          </a:r>
          <a:endParaRPr kumimoji="0" lang="ru-RU" altLang="ru-RU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</dgm:t>
    </dgm:pt>
    <dgm:pt modelId="{F9A1D597-1D6B-45A7-9343-958F32FE6743}" type="parTrans" cxnId="{B47A8557-8C25-45AF-80BD-ED41701DA6B5}">
      <dgm:prSet/>
      <dgm:spPr/>
    </dgm:pt>
    <dgm:pt modelId="{31029C1A-553E-46B2-8069-A9F6A09AC90E}" type="sibTrans" cxnId="{B47A8557-8C25-45AF-80BD-ED41701DA6B5}">
      <dgm:prSet/>
      <dgm:spPr/>
    </dgm:pt>
    <dgm:pt modelId="{A5C71D4D-78A7-4352-9DDD-9805ACEA9D5A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Статическое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выделение</a:t>
          </a:r>
          <a:endParaRPr kumimoji="0" lang="ru-RU" altLang="ru-RU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</dgm:t>
    </dgm:pt>
    <dgm:pt modelId="{D42953EB-D856-486E-9A3B-4E24F3E07DE1}" type="parTrans" cxnId="{0F29DE0A-7C09-4659-BDA0-72EA222AD935}">
      <dgm:prSet/>
      <dgm:spPr/>
    </dgm:pt>
    <dgm:pt modelId="{2EC22381-9E2E-4DBC-8D9B-ABE65B08AC14}" type="sibTrans" cxnId="{0F29DE0A-7C09-4659-BDA0-72EA222AD935}">
      <dgm:prSet/>
      <dgm:spPr/>
    </dgm:pt>
    <dgm:pt modelId="{37E42BF3-2951-4495-98E1-7A56938781FC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Ручной  способ</a:t>
          </a:r>
          <a:endParaRPr kumimoji="0" lang="ru-RU" altLang="ru-RU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</dgm:t>
    </dgm:pt>
    <dgm:pt modelId="{4E5B6232-ABD0-4305-92BA-1698C3FD0E6F}" type="parTrans" cxnId="{D390374C-6157-4141-B066-2928FD0466A3}">
      <dgm:prSet/>
      <dgm:spPr/>
    </dgm:pt>
    <dgm:pt modelId="{8ACEE74B-77FF-42E5-963F-2DC29FC5A317}" type="sibTrans" cxnId="{D390374C-6157-4141-B066-2928FD0466A3}">
      <dgm:prSet/>
      <dgm:spPr/>
    </dgm:pt>
    <dgm:pt modelId="{1E9AA12B-D2D8-4A44-BB25-028F52BACF8F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Автоматический</a:t>
          </a:r>
          <a:endParaRPr kumimoji="0" lang="ru-RU" altLang="ru-RU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</dgm:t>
    </dgm:pt>
    <dgm:pt modelId="{E1FD029F-C822-4F9C-B92B-AAE9158909C7}" type="parTrans" cxnId="{F9AFAE59-B10D-4FBD-9968-BAE0CD9321D8}">
      <dgm:prSet/>
      <dgm:spPr/>
    </dgm:pt>
    <dgm:pt modelId="{D7CEC3A4-46FF-4638-A8D3-4FA40633DD14}" type="sibTrans" cxnId="{F9AFAE59-B10D-4FBD-9968-BAE0CD9321D8}">
      <dgm:prSet/>
      <dgm:spPr/>
    </dgm:pt>
    <dgm:pt modelId="{529BBB1B-4AEC-4721-BC93-EEE1098E9835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Динамическое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присваивание </a:t>
          </a:r>
          <a:endParaRPr kumimoji="0" lang="ru-RU" altLang="ru-RU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</dgm:t>
    </dgm:pt>
    <dgm:pt modelId="{9A903F11-2EEC-4D89-B169-76374E5DCE7D}" type="parTrans" cxnId="{07DA37A3-219B-4197-A321-6750BA82F37F}">
      <dgm:prSet/>
      <dgm:spPr/>
    </dgm:pt>
    <dgm:pt modelId="{77536F53-00C3-43F5-B744-311FA6B6FE18}" type="sibTrans" cxnId="{07DA37A3-219B-4197-A321-6750BA82F37F}">
      <dgm:prSet/>
      <dgm:spPr/>
    </dgm:pt>
    <dgm:pt modelId="{0EF839FA-E559-424E-967B-25619402B3FA}" type="pres">
      <dgm:prSet presAssocID="{962E3B45-DD2E-410E-80FE-F0A06A121C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35037B1-C2AC-486B-B1B2-953E5B16CB8D}" type="pres">
      <dgm:prSet presAssocID="{5CAC8F0A-AC12-4959-BC35-BD099710CD82}" presName="hierRoot1" presStyleCnt="0">
        <dgm:presLayoutVars>
          <dgm:hierBranch/>
        </dgm:presLayoutVars>
      </dgm:prSet>
      <dgm:spPr/>
    </dgm:pt>
    <dgm:pt modelId="{F95F9BE8-C500-4CD4-A34D-33D28357250C}" type="pres">
      <dgm:prSet presAssocID="{5CAC8F0A-AC12-4959-BC35-BD099710CD82}" presName="rootComposite1" presStyleCnt="0"/>
      <dgm:spPr/>
    </dgm:pt>
    <dgm:pt modelId="{9B5D96CB-5F8E-441C-B2D8-76C3CE9645F1}" type="pres">
      <dgm:prSet presAssocID="{5CAC8F0A-AC12-4959-BC35-BD099710CD82}" presName="rootText1" presStyleLbl="node0" presStyleIdx="0" presStyleCnt="1">
        <dgm:presLayoutVars>
          <dgm:chPref val="3"/>
        </dgm:presLayoutVars>
      </dgm:prSet>
      <dgm:spPr/>
    </dgm:pt>
    <dgm:pt modelId="{551A7BFA-E28C-4484-997E-C6151F0331AF}" type="pres">
      <dgm:prSet presAssocID="{5CAC8F0A-AC12-4959-BC35-BD099710CD82}" presName="rootConnector1" presStyleLbl="node1" presStyleIdx="0" presStyleCnt="0"/>
      <dgm:spPr/>
    </dgm:pt>
    <dgm:pt modelId="{7F3735A9-6FD6-42E3-895D-E2A6AADD541F}" type="pres">
      <dgm:prSet presAssocID="{5CAC8F0A-AC12-4959-BC35-BD099710CD82}" presName="hierChild2" presStyleCnt="0"/>
      <dgm:spPr/>
    </dgm:pt>
    <dgm:pt modelId="{A56785B9-0E4C-4BC9-B653-0EE4C196B426}" type="pres">
      <dgm:prSet presAssocID="{5CAC8F0A-AC12-4959-BC35-BD099710CD82}" presName="hierChild3" presStyleCnt="0"/>
      <dgm:spPr/>
    </dgm:pt>
    <dgm:pt modelId="{B6100500-6254-41F0-B001-1DD87F0D43FE}" type="pres">
      <dgm:prSet presAssocID="{CFF1FB4C-33C7-46C5-B8C6-44D9B735F154}" presName="Name111" presStyleLbl="parChTrans1D2" presStyleIdx="0" presStyleCnt="2"/>
      <dgm:spPr/>
    </dgm:pt>
    <dgm:pt modelId="{84B21FFE-93BA-4135-8604-79B685DB21B6}" type="pres">
      <dgm:prSet presAssocID="{F103C0C6-6333-47E9-85E4-CDB583323AAA}" presName="hierRoot3" presStyleCnt="0">
        <dgm:presLayoutVars>
          <dgm:hierBranch/>
        </dgm:presLayoutVars>
      </dgm:prSet>
      <dgm:spPr/>
    </dgm:pt>
    <dgm:pt modelId="{58DF5A36-D4A7-425D-A847-EBCB64815CD8}" type="pres">
      <dgm:prSet presAssocID="{F103C0C6-6333-47E9-85E4-CDB583323AAA}" presName="rootComposite3" presStyleCnt="0"/>
      <dgm:spPr/>
    </dgm:pt>
    <dgm:pt modelId="{2B08F716-BBFA-4DF5-AB4B-3E54E3029DDD}" type="pres">
      <dgm:prSet presAssocID="{F103C0C6-6333-47E9-85E4-CDB583323AAA}" presName="rootText3" presStyleLbl="asst1" presStyleIdx="0" presStyleCnt="6">
        <dgm:presLayoutVars>
          <dgm:chPref val="3"/>
        </dgm:presLayoutVars>
      </dgm:prSet>
      <dgm:spPr/>
    </dgm:pt>
    <dgm:pt modelId="{3A6AB3BB-8F6B-4380-AE64-12231142A6AA}" type="pres">
      <dgm:prSet presAssocID="{F103C0C6-6333-47E9-85E4-CDB583323AAA}" presName="rootConnector3" presStyleLbl="asst1" presStyleIdx="0" presStyleCnt="6"/>
      <dgm:spPr/>
    </dgm:pt>
    <dgm:pt modelId="{3B81E4E0-B01C-41D0-AFB2-169DD4E8C17F}" type="pres">
      <dgm:prSet presAssocID="{F103C0C6-6333-47E9-85E4-CDB583323AAA}" presName="hierChild6" presStyleCnt="0"/>
      <dgm:spPr/>
    </dgm:pt>
    <dgm:pt modelId="{43BD6A7C-B929-4E6B-9429-81A6BDDD324F}" type="pres">
      <dgm:prSet presAssocID="{F103C0C6-6333-47E9-85E4-CDB583323AAA}" presName="hierChild7" presStyleCnt="0"/>
      <dgm:spPr/>
    </dgm:pt>
    <dgm:pt modelId="{0196656F-E14D-4D9A-B530-DFF31FBE26EF}" type="pres">
      <dgm:prSet presAssocID="{F9A1D597-1D6B-45A7-9343-958F32FE6743}" presName="Name111" presStyleLbl="parChTrans1D2" presStyleIdx="1" presStyleCnt="2"/>
      <dgm:spPr/>
    </dgm:pt>
    <dgm:pt modelId="{48FA50DD-68D0-4088-9D1C-2FB161FC2E4E}" type="pres">
      <dgm:prSet presAssocID="{1811B605-DEC5-4AE1-B07D-774FB6476714}" presName="hierRoot3" presStyleCnt="0">
        <dgm:presLayoutVars>
          <dgm:hierBranch/>
        </dgm:presLayoutVars>
      </dgm:prSet>
      <dgm:spPr/>
    </dgm:pt>
    <dgm:pt modelId="{464E7FA2-5294-43C2-9CD9-C4DC738456AF}" type="pres">
      <dgm:prSet presAssocID="{1811B605-DEC5-4AE1-B07D-774FB6476714}" presName="rootComposite3" presStyleCnt="0"/>
      <dgm:spPr/>
    </dgm:pt>
    <dgm:pt modelId="{6F92805F-BF8D-44EF-81D2-0C212B3A7F7D}" type="pres">
      <dgm:prSet presAssocID="{1811B605-DEC5-4AE1-B07D-774FB6476714}" presName="rootText3" presStyleLbl="asst1" presStyleIdx="1" presStyleCnt="6">
        <dgm:presLayoutVars>
          <dgm:chPref val="3"/>
        </dgm:presLayoutVars>
      </dgm:prSet>
      <dgm:spPr/>
    </dgm:pt>
    <dgm:pt modelId="{29F52CA0-DE8A-44EE-AE89-61951DC6899F}" type="pres">
      <dgm:prSet presAssocID="{1811B605-DEC5-4AE1-B07D-774FB6476714}" presName="rootConnector3" presStyleLbl="asst1" presStyleIdx="1" presStyleCnt="6"/>
      <dgm:spPr/>
    </dgm:pt>
    <dgm:pt modelId="{8E71F0CF-CB49-4ADE-BCAB-1A8627D2AA82}" type="pres">
      <dgm:prSet presAssocID="{1811B605-DEC5-4AE1-B07D-774FB6476714}" presName="hierChild6" presStyleCnt="0"/>
      <dgm:spPr/>
    </dgm:pt>
    <dgm:pt modelId="{D25C42D9-92FA-487D-828B-A9B882508678}" type="pres">
      <dgm:prSet presAssocID="{1811B605-DEC5-4AE1-B07D-774FB6476714}" presName="hierChild7" presStyleCnt="0"/>
      <dgm:spPr/>
    </dgm:pt>
    <dgm:pt modelId="{B9322300-C4D9-4F6A-9226-4830C2CBD28E}" type="pres">
      <dgm:prSet presAssocID="{D42953EB-D856-486E-9A3B-4E24F3E07DE1}" presName="Name111" presStyleLbl="parChTrans1D3" presStyleIdx="0" presStyleCnt="2"/>
      <dgm:spPr/>
    </dgm:pt>
    <dgm:pt modelId="{1D034606-0983-4B88-B6F8-C668A6C6D11C}" type="pres">
      <dgm:prSet presAssocID="{A5C71D4D-78A7-4352-9DDD-9805ACEA9D5A}" presName="hierRoot3" presStyleCnt="0">
        <dgm:presLayoutVars>
          <dgm:hierBranch/>
        </dgm:presLayoutVars>
      </dgm:prSet>
      <dgm:spPr/>
    </dgm:pt>
    <dgm:pt modelId="{151153C5-8C4D-46A4-B68F-983A84AD3C6C}" type="pres">
      <dgm:prSet presAssocID="{A5C71D4D-78A7-4352-9DDD-9805ACEA9D5A}" presName="rootComposite3" presStyleCnt="0"/>
      <dgm:spPr/>
    </dgm:pt>
    <dgm:pt modelId="{61CF859F-F421-4B26-AF1F-7760A9415F23}" type="pres">
      <dgm:prSet presAssocID="{A5C71D4D-78A7-4352-9DDD-9805ACEA9D5A}" presName="rootText3" presStyleLbl="asst1" presStyleIdx="2" presStyleCnt="6">
        <dgm:presLayoutVars>
          <dgm:chPref val="3"/>
        </dgm:presLayoutVars>
      </dgm:prSet>
      <dgm:spPr/>
    </dgm:pt>
    <dgm:pt modelId="{95B0F94C-9927-499B-810F-CFDEC0812AF5}" type="pres">
      <dgm:prSet presAssocID="{A5C71D4D-78A7-4352-9DDD-9805ACEA9D5A}" presName="rootConnector3" presStyleLbl="asst1" presStyleIdx="2" presStyleCnt="6"/>
      <dgm:spPr/>
    </dgm:pt>
    <dgm:pt modelId="{5889351A-9B87-493B-A2F1-8A95CEF6DAFE}" type="pres">
      <dgm:prSet presAssocID="{A5C71D4D-78A7-4352-9DDD-9805ACEA9D5A}" presName="hierChild6" presStyleCnt="0"/>
      <dgm:spPr/>
    </dgm:pt>
    <dgm:pt modelId="{83664502-4E8E-4CF3-947A-A323FCAB7C11}" type="pres">
      <dgm:prSet presAssocID="{A5C71D4D-78A7-4352-9DDD-9805ACEA9D5A}" presName="hierChild7" presStyleCnt="0"/>
      <dgm:spPr/>
    </dgm:pt>
    <dgm:pt modelId="{2FB00CC4-9AF9-407D-9692-FD9B0582F627}" type="pres">
      <dgm:prSet presAssocID="{4E5B6232-ABD0-4305-92BA-1698C3FD0E6F}" presName="Name111" presStyleLbl="parChTrans1D4" presStyleIdx="0" presStyleCnt="2"/>
      <dgm:spPr/>
    </dgm:pt>
    <dgm:pt modelId="{93A9E5E2-9FB2-4097-987E-3467529926C1}" type="pres">
      <dgm:prSet presAssocID="{37E42BF3-2951-4495-98E1-7A56938781FC}" presName="hierRoot3" presStyleCnt="0">
        <dgm:presLayoutVars>
          <dgm:hierBranch/>
        </dgm:presLayoutVars>
      </dgm:prSet>
      <dgm:spPr/>
    </dgm:pt>
    <dgm:pt modelId="{BBFE4074-7105-460C-8942-1B7CBA389404}" type="pres">
      <dgm:prSet presAssocID="{37E42BF3-2951-4495-98E1-7A56938781FC}" presName="rootComposite3" presStyleCnt="0"/>
      <dgm:spPr/>
    </dgm:pt>
    <dgm:pt modelId="{5DC07924-E4C2-49E9-8B79-5C04738B1E60}" type="pres">
      <dgm:prSet presAssocID="{37E42BF3-2951-4495-98E1-7A56938781FC}" presName="rootText3" presStyleLbl="asst1" presStyleIdx="3" presStyleCnt="6">
        <dgm:presLayoutVars>
          <dgm:chPref val="3"/>
        </dgm:presLayoutVars>
      </dgm:prSet>
      <dgm:spPr/>
    </dgm:pt>
    <dgm:pt modelId="{442A89C6-14EC-41FC-99B3-227E5E5B5797}" type="pres">
      <dgm:prSet presAssocID="{37E42BF3-2951-4495-98E1-7A56938781FC}" presName="rootConnector3" presStyleLbl="asst1" presStyleIdx="3" presStyleCnt="6"/>
      <dgm:spPr/>
    </dgm:pt>
    <dgm:pt modelId="{66E64E38-04F5-4F98-B92A-D3ECF88E90F9}" type="pres">
      <dgm:prSet presAssocID="{37E42BF3-2951-4495-98E1-7A56938781FC}" presName="hierChild6" presStyleCnt="0"/>
      <dgm:spPr/>
    </dgm:pt>
    <dgm:pt modelId="{8243DFA3-831E-4AC4-BB95-9C7CA82B2F1A}" type="pres">
      <dgm:prSet presAssocID="{37E42BF3-2951-4495-98E1-7A56938781FC}" presName="hierChild7" presStyleCnt="0"/>
      <dgm:spPr/>
    </dgm:pt>
    <dgm:pt modelId="{4CBA6C2C-8E4A-4160-B5A6-1EE79ADD688C}" type="pres">
      <dgm:prSet presAssocID="{E1FD029F-C822-4F9C-B92B-AAE9158909C7}" presName="Name111" presStyleLbl="parChTrans1D4" presStyleIdx="1" presStyleCnt="2"/>
      <dgm:spPr/>
    </dgm:pt>
    <dgm:pt modelId="{962BC703-5AF5-4BEA-B132-C08D923A2EDF}" type="pres">
      <dgm:prSet presAssocID="{1E9AA12B-D2D8-4A44-BB25-028F52BACF8F}" presName="hierRoot3" presStyleCnt="0">
        <dgm:presLayoutVars>
          <dgm:hierBranch/>
        </dgm:presLayoutVars>
      </dgm:prSet>
      <dgm:spPr/>
    </dgm:pt>
    <dgm:pt modelId="{0C393FE0-39F4-41A8-A103-AB9894B03536}" type="pres">
      <dgm:prSet presAssocID="{1E9AA12B-D2D8-4A44-BB25-028F52BACF8F}" presName="rootComposite3" presStyleCnt="0"/>
      <dgm:spPr/>
    </dgm:pt>
    <dgm:pt modelId="{BF6B3F80-2BCA-4B2E-A03E-DA5A0451352E}" type="pres">
      <dgm:prSet presAssocID="{1E9AA12B-D2D8-4A44-BB25-028F52BACF8F}" presName="rootText3" presStyleLbl="asst1" presStyleIdx="4" presStyleCnt="6">
        <dgm:presLayoutVars>
          <dgm:chPref val="3"/>
        </dgm:presLayoutVars>
      </dgm:prSet>
      <dgm:spPr/>
    </dgm:pt>
    <dgm:pt modelId="{416FA30B-641E-4346-AA74-C77A2A9ED89F}" type="pres">
      <dgm:prSet presAssocID="{1E9AA12B-D2D8-4A44-BB25-028F52BACF8F}" presName="rootConnector3" presStyleLbl="asst1" presStyleIdx="4" presStyleCnt="6"/>
      <dgm:spPr/>
    </dgm:pt>
    <dgm:pt modelId="{59E60DD8-BDDC-4E39-9EA0-9BCD334A30CB}" type="pres">
      <dgm:prSet presAssocID="{1E9AA12B-D2D8-4A44-BB25-028F52BACF8F}" presName="hierChild6" presStyleCnt="0"/>
      <dgm:spPr/>
    </dgm:pt>
    <dgm:pt modelId="{51693737-C37F-4A61-81A7-5CEAF9EC0D01}" type="pres">
      <dgm:prSet presAssocID="{1E9AA12B-D2D8-4A44-BB25-028F52BACF8F}" presName="hierChild7" presStyleCnt="0"/>
      <dgm:spPr/>
    </dgm:pt>
    <dgm:pt modelId="{18A0423B-638B-44CF-BAA4-79406A21FA36}" type="pres">
      <dgm:prSet presAssocID="{9A903F11-2EEC-4D89-B169-76374E5DCE7D}" presName="Name111" presStyleLbl="parChTrans1D3" presStyleIdx="1" presStyleCnt="2"/>
      <dgm:spPr/>
    </dgm:pt>
    <dgm:pt modelId="{44CBE8EE-0D35-44E7-AF2F-75DAAC869D90}" type="pres">
      <dgm:prSet presAssocID="{529BBB1B-4AEC-4721-BC93-EEE1098E9835}" presName="hierRoot3" presStyleCnt="0">
        <dgm:presLayoutVars>
          <dgm:hierBranch/>
        </dgm:presLayoutVars>
      </dgm:prSet>
      <dgm:spPr/>
    </dgm:pt>
    <dgm:pt modelId="{371C1CE6-581E-403A-A7F9-61B577A5A37F}" type="pres">
      <dgm:prSet presAssocID="{529BBB1B-4AEC-4721-BC93-EEE1098E9835}" presName="rootComposite3" presStyleCnt="0"/>
      <dgm:spPr/>
    </dgm:pt>
    <dgm:pt modelId="{97AC41D9-3964-4B4B-973D-2A2572AF2447}" type="pres">
      <dgm:prSet presAssocID="{529BBB1B-4AEC-4721-BC93-EEE1098E9835}" presName="rootText3" presStyleLbl="asst1" presStyleIdx="5" presStyleCnt="6">
        <dgm:presLayoutVars>
          <dgm:chPref val="3"/>
        </dgm:presLayoutVars>
      </dgm:prSet>
      <dgm:spPr/>
    </dgm:pt>
    <dgm:pt modelId="{12B59F33-CA05-49E0-B938-80A0EA281C63}" type="pres">
      <dgm:prSet presAssocID="{529BBB1B-4AEC-4721-BC93-EEE1098E9835}" presName="rootConnector3" presStyleLbl="asst1" presStyleIdx="5" presStyleCnt="6"/>
      <dgm:spPr/>
    </dgm:pt>
    <dgm:pt modelId="{706A123F-9A92-41E4-AB19-173BF0B59D7F}" type="pres">
      <dgm:prSet presAssocID="{529BBB1B-4AEC-4721-BC93-EEE1098E9835}" presName="hierChild6" presStyleCnt="0"/>
      <dgm:spPr/>
    </dgm:pt>
    <dgm:pt modelId="{578E75BB-1D4C-46B6-B754-A3E4CB17BA76}" type="pres">
      <dgm:prSet presAssocID="{529BBB1B-4AEC-4721-BC93-EEE1098E9835}" presName="hierChild7" presStyleCnt="0"/>
      <dgm:spPr/>
    </dgm:pt>
  </dgm:ptLst>
  <dgm:cxnLst>
    <dgm:cxn modelId="{7E6CD8D1-D108-4599-8A7D-0CBA2F8506B7}" type="presOf" srcId="{9A903F11-2EEC-4D89-B169-76374E5DCE7D}" destId="{18A0423B-638B-44CF-BAA4-79406A21FA36}" srcOrd="0" destOrd="0" presId="urn:microsoft.com/office/officeart/2005/8/layout/orgChart1"/>
    <dgm:cxn modelId="{D390374C-6157-4141-B066-2928FD0466A3}" srcId="{A5C71D4D-78A7-4352-9DDD-9805ACEA9D5A}" destId="{37E42BF3-2951-4495-98E1-7A56938781FC}" srcOrd="0" destOrd="0" parTransId="{4E5B6232-ABD0-4305-92BA-1698C3FD0E6F}" sibTransId="{8ACEE74B-77FF-42E5-963F-2DC29FC5A317}"/>
    <dgm:cxn modelId="{3EC1705A-5631-4620-8B85-536BB0CB455D}" type="presOf" srcId="{962E3B45-DD2E-410E-80FE-F0A06A121C3E}" destId="{0EF839FA-E559-424E-967B-25619402B3FA}" srcOrd="0" destOrd="0" presId="urn:microsoft.com/office/officeart/2005/8/layout/orgChart1"/>
    <dgm:cxn modelId="{998FA994-B27C-476F-B288-E5819B88A397}" type="presOf" srcId="{A5C71D4D-78A7-4352-9DDD-9805ACEA9D5A}" destId="{95B0F94C-9927-499B-810F-CFDEC0812AF5}" srcOrd="1" destOrd="0" presId="urn:microsoft.com/office/officeart/2005/8/layout/orgChart1"/>
    <dgm:cxn modelId="{BE5AC13F-64F8-43F6-BB7A-FD3E240D91E5}" type="presOf" srcId="{1811B605-DEC5-4AE1-B07D-774FB6476714}" destId="{6F92805F-BF8D-44EF-81D2-0C212B3A7F7D}" srcOrd="0" destOrd="0" presId="urn:microsoft.com/office/officeart/2005/8/layout/orgChart1"/>
    <dgm:cxn modelId="{B35EB84B-4B4C-4750-8DA5-02AEEC1422AD}" type="presOf" srcId="{529BBB1B-4AEC-4721-BC93-EEE1098E9835}" destId="{12B59F33-CA05-49E0-B938-80A0EA281C63}" srcOrd="1" destOrd="0" presId="urn:microsoft.com/office/officeart/2005/8/layout/orgChart1"/>
    <dgm:cxn modelId="{0F29DE0A-7C09-4659-BDA0-72EA222AD935}" srcId="{1811B605-DEC5-4AE1-B07D-774FB6476714}" destId="{A5C71D4D-78A7-4352-9DDD-9805ACEA9D5A}" srcOrd="0" destOrd="0" parTransId="{D42953EB-D856-486E-9A3B-4E24F3E07DE1}" sibTransId="{2EC22381-9E2E-4DBC-8D9B-ABE65B08AC14}"/>
    <dgm:cxn modelId="{B47A8557-8C25-45AF-80BD-ED41701DA6B5}" srcId="{5CAC8F0A-AC12-4959-BC35-BD099710CD82}" destId="{1811B605-DEC5-4AE1-B07D-774FB6476714}" srcOrd="1" destOrd="0" parTransId="{F9A1D597-1D6B-45A7-9343-958F32FE6743}" sibTransId="{31029C1A-553E-46B2-8069-A9F6A09AC90E}"/>
    <dgm:cxn modelId="{23ACC719-63DA-48C5-B0CB-A8B6A5892D39}" type="presOf" srcId="{F9A1D597-1D6B-45A7-9343-958F32FE6743}" destId="{0196656F-E14D-4D9A-B530-DFF31FBE26EF}" srcOrd="0" destOrd="0" presId="urn:microsoft.com/office/officeart/2005/8/layout/orgChart1"/>
    <dgm:cxn modelId="{6BD026F9-D24E-4701-BEC3-605C8BF27FEF}" type="presOf" srcId="{1E9AA12B-D2D8-4A44-BB25-028F52BACF8F}" destId="{BF6B3F80-2BCA-4B2E-A03E-DA5A0451352E}" srcOrd="0" destOrd="0" presId="urn:microsoft.com/office/officeart/2005/8/layout/orgChart1"/>
    <dgm:cxn modelId="{B86B496E-7615-4EC4-8E3D-FE3E0EB6FDC2}" type="presOf" srcId="{1E9AA12B-D2D8-4A44-BB25-028F52BACF8F}" destId="{416FA30B-641E-4346-AA74-C77A2A9ED89F}" srcOrd="1" destOrd="0" presId="urn:microsoft.com/office/officeart/2005/8/layout/orgChart1"/>
    <dgm:cxn modelId="{E5C505A6-D0AC-4F82-BA46-A9EAF4392283}" srcId="{962E3B45-DD2E-410E-80FE-F0A06A121C3E}" destId="{5CAC8F0A-AC12-4959-BC35-BD099710CD82}" srcOrd="0" destOrd="0" parTransId="{AC5348C4-7928-4582-99C3-0607F0824645}" sibTransId="{6B3BC674-5CE9-4495-9277-96DA58CA0ECD}"/>
    <dgm:cxn modelId="{DBC0D031-CA29-4E62-97F2-CF58B487937D}" type="presOf" srcId="{5CAC8F0A-AC12-4959-BC35-BD099710CD82}" destId="{9B5D96CB-5F8E-441C-B2D8-76C3CE9645F1}" srcOrd="0" destOrd="0" presId="urn:microsoft.com/office/officeart/2005/8/layout/orgChart1"/>
    <dgm:cxn modelId="{66D16236-1A41-4704-80BF-28CBFF29153F}" type="presOf" srcId="{A5C71D4D-78A7-4352-9DDD-9805ACEA9D5A}" destId="{61CF859F-F421-4B26-AF1F-7760A9415F23}" srcOrd="0" destOrd="0" presId="urn:microsoft.com/office/officeart/2005/8/layout/orgChart1"/>
    <dgm:cxn modelId="{F9AFAE59-B10D-4FBD-9968-BAE0CD9321D8}" srcId="{A5C71D4D-78A7-4352-9DDD-9805ACEA9D5A}" destId="{1E9AA12B-D2D8-4A44-BB25-028F52BACF8F}" srcOrd="1" destOrd="0" parTransId="{E1FD029F-C822-4F9C-B92B-AAE9158909C7}" sibTransId="{D7CEC3A4-46FF-4638-A8D3-4FA40633DD14}"/>
    <dgm:cxn modelId="{84E2E82C-2218-446E-8C8A-8C065275C006}" type="presOf" srcId="{D42953EB-D856-486E-9A3B-4E24F3E07DE1}" destId="{B9322300-C4D9-4F6A-9226-4830C2CBD28E}" srcOrd="0" destOrd="0" presId="urn:microsoft.com/office/officeart/2005/8/layout/orgChart1"/>
    <dgm:cxn modelId="{A01DBAB8-C1FB-4FD1-A288-783F6F4298CF}" type="presOf" srcId="{37E42BF3-2951-4495-98E1-7A56938781FC}" destId="{442A89C6-14EC-41FC-99B3-227E5E5B5797}" srcOrd="1" destOrd="0" presId="urn:microsoft.com/office/officeart/2005/8/layout/orgChart1"/>
    <dgm:cxn modelId="{98575ED5-B69C-42A1-B67A-0C9E92CD4471}" type="presOf" srcId="{E1FD029F-C822-4F9C-B92B-AAE9158909C7}" destId="{4CBA6C2C-8E4A-4160-B5A6-1EE79ADD688C}" srcOrd="0" destOrd="0" presId="urn:microsoft.com/office/officeart/2005/8/layout/orgChart1"/>
    <dgm:cxn modelId="{E37528CA-3198-4E3E-90BF-2FC6A9810BBD}" type="presOf" srcId="{1811B605-DEC5-4AE1-B07D-774FB6476714}" destId="{29F52CA0-DE8A-44EE-AE89-61951DC6899F}" srcOrd="1" destOrd="0" presId="urn:microsoft.com/office/officeart/2005/8/layout/orgChart1"/>
    <dgm:cxn modelId="{2B0227C5-593A-4815-83CF-B370FB6A01B0}" type="presOf" srcId="{4E5B6232-ABD0-4305-92BA-1698C3FD0E6F}" destId="{2FB00CC4-9AF9-407D-9692-FD9B0582F627}" srcOrd="0" destOrd="0" presId="urn:microsoft.com/office/officeart/2005/8/layout/orgChart1"/>
    <dgm:cxn modelId="{28F92344-471C-4707-A967-9A255AD2D25A}" type="presOf" srcId="{F103C0C6-6333-47E9-85E4-CDB583323AAA}" destId="{3A6AB3BB-8F6B-4380-AE64-12231142A6AA}" srcOrd="1" destOrd="0" presId="urn:microsoft.com/office/officeart/2005/8/layout/orgChart1"/>
    <dgm:cxn modelId="{6BD5EB09-8BF8-4B9F-93B4-BBD281A41381}" type="presOf" srcId="{529BBB1B-4AEC-4721-BC93-EEE1098E9835}" destId="{97AC41D9-3964-4B4B-973D-2A2572AF2447}" srcOrd="0" destOrd="0" presId="urn:microsoft.com/office/officeart/2005/8/layout/orgChart1"/>
    <dgm:cxn modelId="{9332B287-152C-427A-937A-1E7B518519CC}" type="presOf" srcId="{CFF1FB4C-33C7-46C5-B8C6-44D9B735F154}" destId="{B6100500-6254-41F0-B001-1DD87F0D43FE}" srcOrd="0" destOrd="0" presId="urn:microsoft.com/office/officeart/2005/8/layout/orgChart1"/>
    <dgm:cxn modelId="{AF5F68D3-165A-40FC-B0D5-DE87D16CEC46}" srcId="{5CAC8F0A-AC12-4959-BC35-BD099710CD82}" destId="{F103C0C6-6333-47E9-85E4-CDB583323AAA}" srcOrd="0" destOrd="0" parTransId="{CFF1FB4C-33C7-46C5-B8C6-44D9B735F154}" sibTransId="{9B389CD1-6C2A-4FD2-A8BB-795A28035CE3}"/>
    <dgm:cxn modelId="{5BDE816A-2136-487A-81F5-E399A5349A8B}" type="presOf" srcId="{5CAC8F0A-AC12-4959-BC35-BD099710CD82}" destId="{551A7BFA-E28C-4484-997E-C6151F0331AF}" srcOrd="1" destOrd="0" presId="urn:microsoft.com/office/officeart/2005/8/layout/orgChart1"/>
    <dgm:cxn modelId="{07DA37A3-219B-4197-A321-6750BA82F37F}" srcId="{1811B605-DEC5-4AE1-B07D-774FB6476714}" destId="{529BBB1B-4AEC-4721-BC93-EEE1098E9835}" srcOrd="1" destOrd="0" parTransId="{9A903F11-2EEC-4D89-B169-76374E5DCE7D}" sibTransId="{77536F53-00C3-43F5-B744-311FA6B6FE18}"/>
    <dgm:cxn modelId="{939E8FA9-0C04-49DD-B456-2B437DA8EE3C}" type="presOf" srcId="{37E42BF3-2951-4495-98E1-7A56938781FC}" destId="{5DC07924-E4C2-49E9-8B79-5C04738B1E60}" srcOrd="0" destOrd="0" presId="urn:microsoft.com/office/officeart/2005/8/layout/orgChart1"/>
    <dgm:cxn modelId="{0C57F96E-AFDF-42BA-A46C-766935F7C6A8}" type="presOf" srcId="{F103C0C6-6333-47E9-85E4-CDB583323AAA}" destId="{2B08F716-BBFA-4DF5-AB4B-3E54E3029DDD}" srcOrd="0" destOrd="0" presId="urn:microsoft.com/office/officeart/2005/8/layout/orgChart1"/>
    <dgm:cxn modelId="{1C1CA7C5-AB6F-4089-A5F9-08485A584054}" type="presParOf" srcId="{0EF839FA-E559-424E-967B-25619402B3FA}" destId="{035037B1-C2AC-486B-B1B2-953E5B16CB8D}" srcOrd="0" destOrd="0" presId="urn:microsoft.com/office/officeart/2005/8/layout/orgChart1"/>
    <dgm:cxn modelId="{3CFD270E-9F16-4093-A32E-8A6D946AC49B}" type="presParOf" srcId="{035037B1-C2AC-486B-B1B2-953E5B16CB8D}" destId="{F95F9BE8-C500-4CD4-A34D-33D28357250C}" srcOrd="0" destOrd="0" presId="urn:microsoft.com/office/officeart/2005/8/layout/orgChart1"/>
    <dgm:cxn modelId="{CE21F641-7B37-443E-85A0-CDFAAF1AAC32}" type="presParOf" srcId="{F95F9BE8-C500-4CD4-A34D-33D28357250C}" destId="{9B5D96CB-5F8E-441C-B2D8-76C3CE9645F1}" srcOrd="0" destOrd="0" presId="urn:microsoft.com/office/officeart/2005/8/layout/orgChart1"/>
    <dgm:cxn modelId="{D7099DD4-6504-408B-8017-DB9D76FB393C}" type="presParOf" srcId="{F95F9BE8-C500-4CD4-A34D-33D28357250C}" destId="{551A7BFA-E28C-4484-997E-C6151F0331AF}" srcOrd="1" destOrd="0" presId="urn:microsoft.com/office/officeart/2005/8/layout/orgChart1"/>
    <dgm:cxn modelId="{B37851FC-8D3E-4169-AEA9-932220844098}" type="presParOf" srcId="{035037B1-C2AC-486B-B1B2-953E5B16CB8D}" destId="{7F3735A9-6FD6-42E3-895D-E2A6AADD541F}" srcOrd="1" destOrd="0" presId="urn:microsoft.com/office/officeart/2005/8/layout/orgChart1"/>
    <dgm:cxn modelId="{C0A0C9EA-3FF9-4040-B9D6-D080C90FD4A4}" type="presParOf" srcId="{035037B1-C2AC-486B-B1B2-953E5B16CB8D}" destId="{A56785B9-0E4C-4BC9-B653-0EE4C196B426}" srcOrd="2" destOrd="0" presId="urn:microsoft.com/office/officeart/2005/8/layout/orgChart1"/>
    <dgm:cxn modelId="{5A29C789-2BCF-4C8C-A1CC-DA2053EF7C96}" type="presParOf" srcId="{A56785B9-0E4C-4BC9-B653-0EE4C196B426}" destId="{B6100500-6254-41F0-B001-1DD87F0D43FE}" srcOrd="0" destOrd="0" presId="urn:microsoft.com/office/officeart/2005/8/layout/orgChart1"/>
    <dgm:cxn modelId="{8FB8E91A-A5E9-4FDA-871C-0BA33476C015}" type="presParOf" srcId="{A56785B9-0E4C-4BC9-B653-0EE4C196B426}" destId="{84B21FFE-93BA-4135-8604-79B685DB21B6}" srcOrd="1" destOrd="0" presId="urn:microsoft.com/office/officeart/2005/8/layout/orgChart1"/>
    <dgm:cxn modelId="{554311E3-7115-4C44-9515-C17EC9380F81}" type="presParOf" srcId="{84B21FFE-93BA-4135-8604-79B685DB21B6}" destId="{58DF5A36-D4A7-425D-A847-EBCB64815CD8}" srcOrd="0" destOrd="0" presId="urn:microsoft.com/office/officeart/2005/8/layout/orgChart1"/>
    <dgm:cxn modelId="{8B84A462-CAA9-4351-A17F-5A2E6AAEC100}" type="presParOf" srcId="{58DF5A36-D4A7-425D-A847-EBCB64815CD8}" destId="{2B08F716-BBFA-4DF5-AB4B-3E54E3029DDD}" srcOrd="0" destOrd="0" presId="urn:microsoft.com/office/officeart/2005/8/layout/orgChart1"/>
    <dgm:cxn modelId="{B3401B37-F27E-4C12-B7A2-2997B95F2444}" type="presParOf" srcId="{58DF5A36-D4A7-425D-A847-EBCB64815CD8}" destId="{3A6AB3BB-8F6B-4380-AE64-12231142A6AA}" srcOrd="1" destOrd="0" presId="urn:microsoft.com/office/officeart/2005/8/layout/orgChart1"/>
    <dgm:cxn modelId="{1EDDD9A9-6F23-4555-90A8-B5C53C2ED016}" type="presParOf" srcId="{84B21FFE-93BA-4135-8604-79B685DB21B6}" destId="{3B81E4E0-B01C-41D0-AFB2-169DD4E8C17F}" srcOrd="1" destOrd="0" presId="urn:microsoft.com/office/officeart/2005/8/layout/orgChart1"/>
    <dgm:cxn modelId="{1132A154-23D1-416A-A66D-F58E1049EC88}" type="presParOf" srcId="{84B21FFE-93BA-4135-8604-79B685DB21B6}" destId="{43BD6A7C-B929-4E6B-9429-81A6BDDD324F}" srcOrd="2" destOrd="0" presId="urn:microsoft.com/office/officeart/2005/8/layout/orgChart1"/>
    <dgm:cxn modelId="{140D4468-6982-49F5-A37F-135DE3FF0E86}" type="presParOf" srcId="{A56785B9-0E4C-4BC9-B653-0EE4C196B426}" destId="{0196656F-E14D-4D9A-B530-DFF31FBE26EF}" srcOrd="2" destOrd="0" presId="urn:microsoft.com/office/officeart/2005/8/layout/orgChart1"/>
    <dgm:cxn modelId="{3373990D-879C-447F-8D37-23A91C3FAF56}" type="presParOf" srcId="{A56785B9-0E4C-4BC9-B653-0EE4C196B426}" destId="{48FA50DD-68D0-4088-9D1C-2FB161FC2E4E}" srcOrd="3" destOrd="0" presId="urn:microsoft.com/office/officeart/2005/8/layout/orgChart1"/>
    <dgm:cxn modelId="{847F52AF-9A88-480F-9989-3DAEFCF15B94}" type="presParOf" srcId="{48FA50DD-68D0-4088-9D1C-2FB161FC2E4E}" destId="{464E7FA2-5294-43C2-9CD9-C4DC738456AF}" srcOrd="0" destOrd="0" presId="urn:microsoft.com/office/officeart/2005/8/layout/orgChart1"/>
    <dgm:cxn modelId="{CC02B1EB-E091-484D-906A-16DDCB95383F}" type="presParOf" srcId="{464E7FA2-5294-43C2-9CD9-C4DC738456AF}" destId="{6F92805F-BF8D-44EF-81D2-0C212B3A7F7D}" srcOrd="0" destOrd="0" presId="urn:microsoft.com/office/officeart/2005/8/layout/orgChart1"/>
    <dgm:cxn modelId="{FE367223-BBD6-4205-85F0-529DBDAFD61F}" type="presParOf" srcId="{464E7FA2-5294-43C2-9CD9-C4DC738456AF}" destId="{29F52CA0-DE8A-44EE-AE89-61951DC6899F}" srcOrd="1" destOrd="0" presId="urn:microsoft.com/office/officeart/2005/8/layout/orgChart1"/>
    <dgm:cxn modelId="{8BFA90F1-B959-47AF-BBAD-E54ADE6FE037}" type="presParOf" srcId="{48FA50DD-68D0-4088-9D1C-2FB161FC2E4E}" destId="{8E71F0CF-CB49-4ADE-BCAB-1A8627D2AA82}" srcOrd="1" destOrd="0" presId="urn:microsoft.com/office/officeart/2005/8/layout/orgChart1"/>
    <dgm:cxn modelId="{F88EA43D-9AE3-4B47-A8B0-C28BFF4E3E5A}" type="presParOf" srcId="{48FA50DD-68D0-4088-9D1C-2FB161FC2E4E}" destId="{D25C42D9-92FA-487D-828B-A9B882508678}" srcOrd="2" destOrd="0" presId="urn:microsoft.com/office/officeart/2005/8/layout/orgChart1"/>
    <dgm:cxn modelId="{5A79C2E9-9AEF-43B6-B0B1-0D077EBFAF7C}" type="presParOf" srcId="{D25C42D9-92FA-487D-828B-A9B882508678}" destId="{B9322300-C4D9-4F6A-9226-4830C2CBD28E}" srcOrd="0" destOrd="0" presId="urn:microsoft.com/office/officeart/2005/8/layout/orgChart1"/>
    <dgm:cxn modelId="{F28B68F3-43FC-4A9B-A588-2181232E0409}" type="presParOf" srcId="{D25C42D9-92FA-487D-828B-A9B882508678}" destId="{1D034606-0983-4B88-B6F8-C668A6C6D11C}" srcOrd="1" destOrd="0" presId="urn:microsoft.com/office/officeart/2005/8/layout/orgChart1"/>
    <dgm:cxn modelId="{0347A712-2289-4D47-B2F5-E5F3174A7131}" type="presParOf" srcId="{1D034606-0983-4B88-B6F8-C668A6C6D11C}" destId="{151153C5-8C4D-46A4-B68F-983A84AD3C6C}" srcOrd="0" destOrd="0" presId="urn:microsoft.com/office/officeart/2005/8/layout/orgChart1"/>
    <dgm:cxn modelId="{93CC605E-C4EB-4116-B5CF-609089A7CBA1}" type="presParOf" srcId="{151153C5-8C4D-46A4-B68F-983A84AD3C6C}" destId="{61CF859F-F421-4B26-AF1F-7760A9415F23}" srcOrd="0" destOrd="0" presId="urn:microsoft.com/office/officeart/2005/8/layout/orgChart1"/>
    <dgm:cxn modelId="{300FCFB1-678E-4629-AA16-F2EB2620580B}" type="presParOf" srcId="{151153C5-8C4D-46A4-B68F-983A84AD3C6C}" destId="{95B0F94C-9927-499B-810F-CFDEC0812AF5}" srcOrd="1" destOrd="0" presId="urn:microsoft.com/office/officeart/2005/8/layout/orgChart1"/>
    <dgm:cxn modelId="{1458D523-557B-43AF-8EF3-BCF584F3F73F}" type="presParOf" srcId="{1D034606-0983-4B88-B6F8-C668A6C6D11C}" destId="{5889351A-9B87-493B-A2F1-8A95CEF6DAFE}" srcOrd="1" destOrd="0" presId="urn:microsoft.com/office/officeart/2005/8/layout/orgChart1"/>
    <dgm:cxn modelId="{8DD83B73-BB60-4F12-9608-80F1ACCD690D}" type="presParOf" srcId="{1D034606-0983-4B88-B6F8-C668A6C6D11C}" destId="{83664502-4E8E-4CF3-947A-A323FCAB7C11}" srcOrd="2" destOrd="0" presId="urn:microsoft.com/office/officeart/2005/8/layout/orgChart1"/>
    <dgm:cxn modelId="{8BCCD6DB-129F-45FE-8BCC-3F9CB1A0E703}" type="presParOf" srcId="{83664502-4E8E-4CF3-947A-A323FCAB7C11}" destId="{2FB00CC4-9AF9-407D-9692-FD9B0582F627}" srcOrd="0" destOrd="0" presId="urn:microsoft.com/office/officeart/2005/8/layout/orgChart1"/>
    <dgm:cxn modelId="{4EAAAFDA-9E50-4780-9804-17F7FD0015EC}" type="presParOf" srcId="{83664502-4E8E-4CF3-947A-A323FCAB7C11}" destId="{93A9E5E2-9FB2-4097-987E-3467529926C1}" srcOrd="1" destOrd="0" presId="urn:microsoft.com/office/officeart/2005/8/layout/orgChart1"/>
    <dgm:cxn modelId="{5A616328-FCF8-4446-8650-E29F451AE07C}" type="presParOf" srcId="{93A9E5E2-9FB2-4097-987E-3467529926C1}" destId="{BBFE4074-7105-460C-8942-1B7CBA389404}" srcOrd="0" destOrd="0" presId="urn:microsoft.com/office/officeart/2005/8/layout/orgChart1"/>
    <dgm:cxn modelId="{373A140A-964C-4FDD-A6A1-7390E6383348}" type="presParOf" srcId="{BBFE4074-7105-460C-8942-1B7CBA389404}" destId="{5DC07924-E4C2-49E9-8B79-5C04738B1E60}" srcOrd="0" destOrd="0" presId="urn:microsoft.com/office/officeart/2005/8/layout/orgChart1"/>
    <dgm:cxn modelId="{35F11711-4AEA-4468-93EF-3458C2DD8B06}" type="presParOf" srcId="{BBFE4074-7105-460C-8942-1B7CBA389404}" destId="{442A89C6-14EC-41FC-99B3-227E5E5B5797}" srcOrd="1" destOrd="0" presId="urn:microsoft.com/office/officeart/2005/8/layout/orgChart1"/>
    <dgm:cxn modelId="{33932ECA-7FCD-4CD1-ACE5-5BABAD388B19}" type="presParOf" srcId="{93A9E5E2-9FB2-4097-987E-3467529926C1}" destId="{66E64E38-04F5-4F98-B92A-D3ECF88E90F9}" srcOrd="1" destOrd="0" presId="urn:microsoft.com/office/officeart/2005/8/layout/orgChart1"/>
    <dgm:cxn modelId="{44AF3C10-2262-45A7-A958-271FA4B191B2}" type="presParOf" srcId="{93A9E5E2-9FB2-4097-987E-3467529926C1}" destId="{8243DFA3-831E-4AC4-BB95-9C7CA82B2F1A}" srcOrd="2" destOrd="0" presId="urn:microsoft.com/office/officeart/2005/8/layout/orgChart1"/>
    <dgm:cxn modelId="{644488EF-8EDC-42AA-A25A-BDE89E6D954E}" type="presParOf" srcId="{83664502-4E8E-4CF3-947A-A323FCAB7C11}" destId="{4CBA6C2C-8E4A-4160-B5A6-1EE79ADD688C}" srcOrd="2" destOrd="0" presId="urn:microsoft.com/office/officeart/2005/8/layout/orgChart1"/>
    <dgm:cxn modelId="{9362CEF8-4F0C-4E5E-8388-410E92A48C2E}" type="presParOf" srcId="{83664502-4E8E-4CF3-947A-A323FCAB7C11}" destId="{962BC703-5AF5-4BEA-B132-C08D923A2EDF}" srcOrd="3" destOrd="0" presId="urn:microsoft.com/office/officeart/2005/8/layout/orgChart1"/>
    <dgm:cxn modelId="{7F302C7D-3096-447E-9C6B-AB8A620F3DE0}" type="presParOf" srcId="{962BC703-5AF5-4BEA-B132-C08D923A2EDF}" destId="{0C393FE0-39F4-41A8-A103-AB9894B03536}" srcOrd="0" destOrd="0" presId="urn:microsoft.com/office/officeart/2005/8/layout/orgChart1"/>
    <dgm:cxn modelId="{AE941F51-79D2-40B4-983E-BD206045023A}" type="presParOf" srcId="{0C393FE0-39F4-41A8-A103-AB9894B03536}" destId="{BF6B3F80-2BCA-4B2E-A03E-DA5A0451352E}" srcOrd="0" destOrd="0" presId="urn:microsoft.com/office/officeart/2005/8/layout/orgChart1"/>
    <dgm:cxn modelId="{D6AFE783-6707-41A3-90C9-224DA114DAF4}" type="presParOf" srcId="{0C393FE0-39F4-41A8-A103-AB9894B03536}" destId="{416FA30B-641E-4346-AA74-C77A2A9ED89F}" srcOrd="1" destOrd="0" presId="urn:microsoft.com/office/officeart/2005/8/layout/orgChart1"/>
    <dgm:cxn modelId="{FB8258AE-BC3F-4B24-98BE-04FB9505177E}" type="presParOf" srcId="{962BC703-5AF5-4BEA-B132-C08D923A2EDF}" destId="{59E60DD8-BDDC-4E39-9EA0-9BCD334A30CB}" srcOrd="1" destOrd="0" presId="urn:microsoft.com/office/officeart/2005/8/layout/orgChart1"/>
    <dgm:cxn modelId="{289CD7C5-26FF-4D45-98FB-AAC860D9841A}" type="presParOf" srcId="{962BC703-5AF5-4BEA-B132-C08D923A2EDF}" destId="{51693737-C37F-4A61-81A7-5CEAF9EC0D01}" srcOrd="2" destOrd="0" presId="urn:microsoft.com/office/officeart/2005/8/layout/orgChart1"/>
    <dgm:cxn modelId="{CAB39F8A-C875-4473-8B87-8E64E73955C0}" type="presParOf" srcId="{D25C42D9-92FA-487D-828B-A9B882508678}" destId="{18A0423B-638B-44CF-BAA4-79406A21FA36}" srcOrd="2" destOrd="0" presId="urn:microsoft.com/office/officeart/2005/8/layout/orgChart1"/>
    <dgm:cxn modelId="{8455C2BD-F296-49CE-B7BF-70C36C0F3DFD}" type="presParOf" srcId="{D25C42D9-92FA-487D-828B-A9B882508678}" destId="{44CBE8EE-0D35-44E7-AF2F-75DAAC869D90}" srcOrd="3" destOrd="0" presId="urn:microsoft.com/office/officeart/2005/8/layout/orgChart1"/>
    <dgm:cxn modelId="{DD35F562-09C2-4574-A27C-BB5C5F4C16B1}" type="presParOf" srcId="{44CBE8EE-0D35-44E7-AF2F-75DAAC869D90}" destId="{371C1CE6-581E-403A-A7F9-61B577A5A37F}" srcOrd="0" destOrd="0" presId="urn:microsoft.com/office/officeart/2005/8/layout/orgChart1"/>
    <dgm:cxn modelId="{3E27B26F-BC75-47E5-A5FB-B08B884B6D55}" type="presParOf" srcId="{371C1CE6-581E-403A-A7F9-61B577A5A37F}" destId="{97AC41D9-3964-4B4B-973D-2A2572AF2447}" srcOrd="0" destOrd="0" presId="urn:microsoft.com/office/officeart/2005/8/layout/orgChart1"/>
    <dgm:cxn modelId="{73AFFE56-B2C1-4AF9-BAF7-179B8CBB0FD8}" type="presParOf" srcId="{371C1CE6-581E-403A-A7F9-61B577A5A37F}" destId="{12B59F33-CA05-49E0-B938-80A0EA281C63}" srcOrd="1" destOrd="0" presId="urn:microsoft.com/office/officeart/2005/8/layout/orgChart1"/>
    <dgm:cxn modelId="{FE58C66A-E821-4530-8E21-A01B159F92B2}" type="presParOf" srcId="{44CBE8EE-0D35-44E7-AF2F-75DAAC869D90}" destId="{706A123F-9A92-41E4-AB19-173BF0B59D7F}" srcOrd="1" destOrd="0" presId="urn:microsoft.com/office/officeart/2005/8/layout/orgChart1"/>
    <dgm:cxn modelId="{E3C4A38A-4373-4627-A443-DE9C07ED0993}" type="presParOf" srcId="{44CBE8EE-0D35-44E7-AF2F-75DAAC869D90}" destId="{578E75BB-1D4C-46B6-B754-A3E4CB17BA7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2487E78A-4110-4F2E-8BF7-C415382AB272}" type="datetimeFigureOut">
              <a:rPr lang="ru-RU" smtClean="0"/>
              <a:pPr/>
              <a:t>15.10.2013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3108DC03-0F53-4968-8EF4-775A731874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487E78A-4110-4F2E-8BF7-C415382AB272}" type="datetimeFigureOut">
              <a:rPr lang="ru-RU" smtClean="0"/>
              <a:pPr/>
              <a:t>15.10.2013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108DC03-0F53-4968-8EF4-775A731874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2487E78A-4110-4F2E-8BF7-C415382AB272}" type="datetimeFigureOut">
              <a:rPr lang="ru-RU" smtClean="0"/>
              <a:pPr/>
              <a:t>15.10.2013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108DC03-0F53-4968-8EF4-775A731874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7E78A-4110-4F2E-8BF7-C415382AB272}" type="datetimeFigureOut">
              <a:rPr lang="ru-RU" smtClean="0"/>
              <a:pPr/>
              <a:t>15.10.2013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8DC03-0F53-4968-8EF4-775A731874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7E78A-4110-4F2E-8BF7-C415382AB272}" type="datetimeFigureOut">
              <a:rPr lang="ru-RU" smtClean="0"/>
              <a:pPr/>
              <a:t>15.10.2013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8DC03-0F53-4968-8EF4-775A731874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487E78A-4110-4F2E-8BF7-C415382AB272}" type="datetimeFigureOut">
              <a:rPr lang="ru-RU" smtClean="0"/>
              <a:pPr/>
              <a:t>15.10.2013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108DC03-0F53-4968-8EF4-775A731874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7E78A-4110-4F2E-8BF7-C415382AB272}" type="datetimeFigureOut">
              <a:rPr lang="ru-RU" smtClean="0"/>
              <a:pPr/>
              <a:t>15.10.2013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8DC03-0F53-4968-8EF4-775A731874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Содержимое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487E78A-4110-4F2E-8BF7-C415382AB272}" type="datetimeFigureOut">
              <a:rPr lang="ru-RU" smtClean="0"/>
              <a:pPr/>
              <a:t>15.10.2013</a:t>
            </a:fld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108DC03-0F53-4968-8EF4-775A731874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487E78A-4110-4F2E-8BF7-C415382AB272}" type="datetimeFigureOut">
              <a:rPr lang="ru-RU" smtClean="0"/>
              <a:pPr/>
              <a:t>15.10.2013</a:t>
            </a:fld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108DC03-0F53-4968-8EF4-775A731874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7E78A-4110-4F2E-8BF7-C415382AB272}" type="datetimeFigureOut">
              <a:rPr lang="ru-RU" smtClean="0"/>
              <a:pPr/>
              <a:t>15.10.2013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8DC03-0F53-4968-8EF4-775A731874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7E78A-4110-4F2E-8BF7-C415382AB272}" type="datetimeFigureOut">
              <a:rPr lang="ru-RU" smtClean="0"/>
              <a:pPr/>
              <a:t>15.10.2013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8DC03-0F53-4968-8EF4-775A731874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487E78A-4110-4F2E-8BF7-C415382AB272}" type="datetimeFigureOut">
              <a:rPr lang="ru-RU" smtClean="0"/>
              <a:pPr/>
              <a:t>15.10.2013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108DC03-0F53-4968-8EF4-775A731874F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Microsoft_Word_97_-_2003_Document1.doc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&#1057;&#1090;&#1077;&#1082;%20&#1087;&#1088;&#1086;&#1090;&#1086;&#1082;&#1086;&#1083;&#1086;&#1074;%20TCP.pptx#-1,5,&#1055;&#1086;&#1076;&#1089;&#1077;&#1090;&#1080;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oleObject" Target="../embeddings/oleObject2.bin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1.emf"/><Relationship Id="rId9" Type="http://schemas.microsoft.com/office/2007/relationships/diagramDrawing" Target="../diagrams/drawing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i="1" u="sng" dirty="0"/>
              <a:t>Стек протоколов </a:t>
            </a:r>
            <a:r>
              <a:rPr lang="en-US" b="1" i="1" u="sng" dirty="0"/>
              <a:t>TCP</a:t>
            </a:r>
            <a:r>
              <a:rPr lang="ru-RU" b="1" i="1" u="sng" dirty="0"/>
              <a:t>/</a:t>
            </a:r>
            <a:r>
              <a:rPr lang="en-US" b="1" i="1" u="sng" dirty="0"/>
              <a:t>IP</a:t>
            </a:r>
            <a:r>
              <a:rPr lang="ru-RU" dirty="0"/>
              <a:t>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/>
              <a:t>Структура стека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500174"/>
            <a:ext cx="7643866" cy="49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Потоки данных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714612" y="2216268"/>
            <a:ext cx="7858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dirty="0" smtClean="0"/>
              <a:t>ТСР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072066" y="2199694"/>
            <a:ext cx="7858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 smtClean="0"/>
              <a:t>UDP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786182" y="3002086"/>
            <a:ext cx="7858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 smtClean="0"/>
              <a:t>IP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928794" y="3144962"/>
            <a:ext cx="7858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 smtClean="0"/>
              <a:t>ARP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5429256" y="3144962"/>
            <a:ext cx="7858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 smtClean="0"/>
              <a:t>ARP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2749474" y="4002218"/>
            <a:ext cx="7858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 err="1" smtClean="0"/>
              <a:t>Enet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643438" y="4000504"/>
            <a:ext cx="7858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 err="1" smtClean="0"/>
              <a:t>Enet</a:t>
            </a:r>
            <a:endParaRPr lang="ru-RU" dirty="0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643042" y="5073788"/>
            <a:ext cx="207170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4929190" y="4930912"/>
            <a:ext cx="235745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вал 14"/>
          <p:cNvSpPr/>
          <p:nvPr/>
        </p:nvSpPr>
        <p:spPr>
          <a:xfrm>
            <a:off x="3071802" y="5002350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5143504" y="485947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>
            <a:stCxn id="15" idx="0"/>
            <a:endCxn id="9" idx="2"/>
          </p:cNvCxnSpPr>
          <p:nvPr/>
        </p:nvCxnSpPr>
        <p:spPr>
          <a:xfrm rot="16200000" flipV="1">
            <a:off x="2827412" y="4686521"/>
            <a:ext cx="630800" cy="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stCxn id="16" idx="0"/>
          </p:cNvCxnSpPr>
          <p:nvPr/>
        </p:nvCxnSpPr>
        <p:spPr>
          <a:xfrm rot="5400000" flipH="1" flipV="1">
            <a:off x="4964909" y="4609441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rot="16200000" flipV="1">
            <a:off x="2500298" y="3502152"/>
            <a:ext cx="50006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rot="5400000" flipH="1" flipV="1">
            <a:off x="3286116" y="3359276"/>
            <a:ext cx="642942" cy="64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rot="16200000" flipV="1">
            <a:off x="4214810" y="3430714"/>
            <a:ext cx="642942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endCxn id="8" idx="2"/>
          </p:cNvCxnSpPr>
          <p:nvPr/>
        </p:nvCxnSpPr>
        <p:spPr>
          <a:xfrm flipV="1">
            <a:off x="5286380" y="3514294"/>
            <a:ext cx="535785" cy="487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 rot="10800000">
            <a:off x="3357554" y="2573458"/>
            <a:ext cx="642942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 flipV="1">
            <a:off x="4357686" y="2573458"/>
            <a:ext cx="85725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rot="5400000" flipH="1" flipV="1">
            <a:off x="2714612" y="2073392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 rot="5400000" flipH="1" flipV="1">
            <a:off x="2929720" y="2072598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 rot="5400000" flipH="1" flipV="1">
            <a:off x="3144034" y="2072598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/>
          <p:nvPr/>
        </p:nvCxnSpPr>
        <p:spPr>
          <a:xfrm rot="5400000" flipH="1" flipV="1">
            <a:off x="5072860" y="2072598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/>
          <p:nvPr/>
        </p:nvCxnSpPr>
        <p:spPr>
          <a:xfrm rot="5400000" flipH="1" flipV="1">
            <a:off x="5287174" y="2072598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/>
          <p:nvPr/>
        </p:nvCxnSpPr>
        <p:spPr>
          <a:xfrm rot="5400000" flipH="1" flipV="1">
            <a:off x="5501488" y="2072598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143240" y="1644764"/>
            <a:ext cx="2435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Прикладные процессы</a:t>
            </a:r>
            <a:endParaRPr lang="ru-RU" dirty="0"/>
          </a:p>
        </p:txBody>
      </p:sp>
      <p:sp>
        <p:nvSpPr>
          <p:cNvPr id="45" name="Овал 44"/>
          <p:cNvSpPr/>
          <p:nvPr/>
        </p:nvSpPr>
        <p:spPr>
          <a:xfrm>
            <a:off x="3214678" y="4857760"/>
            <a:ext cx="142876" cy="142876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78 -0.07176 L 0.08542 -0.21875 " pathEditMode="relative" ptsTypes="AA">
                                      <p:cBhvr>
                                        <p:cTn id="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07176 L -0.10347 -0.2187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" y="-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542 -0.21875 L -0.02482 -0.3553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" y="-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82 -0.35532 L -0.02482 -0.4562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5" grpId="2" animBg="1"/>
      <p:bldP spid="45" grpId="3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54032"/>
          </a:xfrm>
        </p:spPr>
        <p:txBody>
          <a:bodyPr>
            <a:normAutofit/>
          </a:bodyPr>
          <a:lstStyle/>
          <a:p>
            <a:r>
              <a:rPr lang="ru-RU" dirty="0"/>
              <a:t>Структура IP-адресов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395537" y="1556792"/>
          <a:ext cx="8126366" cy="4464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4" imgW="5366004" imgH="3160776" progId="Word.Document.8">
                  <p:embed/>
                </p:oleObj>
              </mc:Choice>
              <mc:Fallback>
                <p:oleObj r:id="rId4" imgW="5366004" imgH="3160776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7" y="1556792"/>
                        <a:ext cx="8126366" cy="44644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027"/>
          <p:cNvSpPr txBox="1">
            <a:spLocks noChangeArrowheads="1"/>
          </p:cNvSpPr>
          <p:nvPr/>
        </p:nvSpPr>
        <p:spPr bwMode="auto">
          <a:xfrm>
            <a:off x="5410200" y="304800"/>
            <a:ext cx="3128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b="1"/>
              <a:t>Адресация в </a:t>
            </a:r>
            <a:r>
              <a:rPr lang="en-US" b="1"/>
              <a:t>IP-</a:t>
            </a:r>
            <a:r>
              <a:rPr lang="ru-RU" b="1"/>
              <a:t>сетях</a:t>
            </a:r>
            <a:endParaRPr lang="ru-RU"/>
          </a:p>
        </p:txBody>
      </p:sp>
      <p:sp>
        <p:nvSpPr>
          <p:cNvPr id="13315" name="Text Box 1028"/>
          <p:cNvSpPr txBox="1">
            <a:spLocks noChangeArrowheads="1"/>
          </p:cNvSpPr>
          <p:nvPr/>
        </p:nvSpPr>
        <p:spPr bwMode="auto">
          <a:xfrm>
            <a:off x="152400" y="1066800"/>
            <a:ext cx="8308032" cy="5878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2"/>
                </a:solidFill>
              </a:rPr>
              <a:t>Служебные адреса:</a:t>
            </a:r>
          </a:p>
          <a:p>
            <a:endParaRPr lang="ru-RU" dirty="0">
              <a:solidFill>
                <a:schemeClr val="accent2"/>
              </a:solidFill>
            </a:endParaRPr>
          </a:p>
          <a:p>
            <a:r>
              <a:rPr lang="ru-RU" sz="2000" dirty="0">
                <a:cs typeface="Times New Roman" pitchFamily="18" charset="0"/>
              </a:rPr>
              <a:t>1.  IP-адрес 0.0.0.0</a:t>
            </a:r>
            <a:r>
              <a:rPr lang="ru-RU" sz="2000" i="1" dirty="0">
                <a:cs typeface="Times New Roman" pitchFamily="18" charset="0"/>
              </a:rPr>
              <a:t> </a:t>
            </a:r>
            <a:r>
              <a:rPr lang="ru-RU" sz="2000" dirty="0">
                <a:cs typeface="Times New Roman" pitchFamily="18" charset="0"/>
              </a:rPr>
              <a:t>используется хостом только при загрузке.</a:t>
            </a:r>
            <a:endParaRPr lang="ru-RU" sz="2000" dirty="0"/>
          </a:p>
          <a:p>
            <a:endParaRPr lang="ru-RU" sz="2000" dirty="0"/>
          </a:p>
          <a:p>
            <a:r>
              <a:rPr lang="en-US" sz="2000" dirty="0">
                <a:cs typeface="Times New Roman" pitchFamily="18" charset="0"/>
              </a:rPr>
              <a:t>2. </a:t>
            </a:r>
            <a:r>
              <a:rPr lang="ru-RU" sz="2000" dirty="0">
                <a:cs typeface="Times New Roman" pitchFamily="18" charset="0"/>
              </a:rPr>
              <a:t> IP-адреса с нулевым номером сети обозначают текущую сеть.</a:t>
            </a:r>
            <a:endParaRPr lang="ru-RU" sz="2000" dirty="0"/>
          </a:p>
          <a:p>
            <a:endParaRPr lang="ru-RU" sz="2000" dirty="0"/>
          </a:p>
          <a:p>
            <a:r>
              <a:rPr lang="ru-RU" sz="2000" dirty="0">
                <a:cs typeface="Times New Roman" pitchFamily="18" charset="0"/>
              </a:rPr>
              <a:t>3.  Адрес, состоящий изо всех единиц, обеспечивает широковещание в</a:t>
            </a:r>
            <a:endParaRPr lang="ru-RU" sz="2000" dirty="0"/>
          </a:p>
          <a:p>
            <a:r>
              <a:rPr lang="ru-RU" sz="2000" dirty="0"/>
              <a:t>         </a:t>
            </a:r>
            <a:r>
              <a:rPr lang="ru-RU" sz="2000" dirty="0">
                <a:cs typeface="Times New Roman" pitchFamily="18" charset="0"/>
              </a:rPr>
              <a:t> пределах текущей (обычно локальной) сети.</a:t>
            </a:r>
            <a:endParaRPr lang="ru-RU" sz="2000" dirty="0"/>
          </a:p>
          <a:p>
            <a:endParaRPr lang="ru-RU" sz="2000" dirty="0"/>
          </a:p>
          <a:p>
            <a:r>
              <a:rPr lang="en-US" sz="2000" dirty="0">
                <a:cs typeface="Times New Roman" pitchFamily="18" charset="0"/>
              </a:rPr>
              <a:t>4. </a:t>
            </a:r>
            <a:r>
              <a:rPr lang="ru-RU" sz="2000" dirty="0">
                <a:cs typeface="Times New Roman" pitchFamily="18" charset="0"/>
              </a:rPr>
              <a:t> Адреса, в которых указана сеть, но со всеми единицами в поле номера</a:t>
            </a:r>
            <a:endParaRPr lang="ru-RU" sz="2000" dirty="0"/>
          </a:p>
          <a:p>
            <a:r>
              <a:rPr lang="ru-RU" sz="2000" dirty="0"/>
              <a:t>        </a:t>
            </a:r>
            <a:r>
              <a:rPr lang="ru-RU" sz="2000" dirty="0">
                <a:cs typeface="Times New Roman" pitchFamily="18" charset="0"/>
              </a:rPr>
              <a:t> хоста, обеспечивают широковещание в пределах любой удаленной сети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r>
              <a:rPr lang="en-US" sz="2000" dirty="0">
                <a:cs typeface="Times New Roman" pitchFamily="18" charset="0"/>
              </a:rPr>
              <a:t>5. </a:t>
            </a:r>
            <a:r>
              <a:rPr lang="ru-RU" sz="2000" dirty="0"/>
              <a:t> В</a:t>
            </a:r>
            <a:r>
              <a:rPr lang="ru-RU" sz="2000" dirty="0">
                <a:cs typeface="Times New Roman" pitchFamily="18" charset="0"/>
              </a:rPr>
              <a:t>се адреса вида 127.хх.уу.zz зарезервированы для тестирования сетевого</a:t>
            </a:r>
            <a:endParaRPr lang="ru-RU" sz="2000" dirty="0"/>
          </a:p>
          <a:p>
            <a:r>
              <a:rPr lang="ru-RU" sz="2000" dirty="0"/>
              <a:t>     </a:t>
            </a:r>
            <a:r>
              <a:rPr lang="ru-RU" sz="2000" dirty="0">
                <a:cs typeface="Times New Roman" pitchFamily="18" charset="0"/>
              </a:rPr>
              <a:t> программного обеспечения.  </a:t>
            </a:r>
          </a:p>
          <a:p>
            <a:endParaRPr lang="ru-RU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Подсети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1142984"/>
            <a:ext cx="567690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357554" y="4071942"/>
            <a:ext cx="5500726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255.0.0.0 - маска для сети А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255.255.0.0 - маска для сети В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ea typeface="Times New Roman" pitchFamily="18" charset="0"/>
                <a:cs typeface="Courier New" pitchFamily="49" charset="0"/>
              </a:rPr>
              <a:t>255.255.255.0 - маска для сети С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215074" y="2071678"/>
            <a:ext cx="2217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ru-RU" dirty="0" smtClean="0"/>
              <a:t>Маска	255.255.3.0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42844" y="1285860"/>
            <a:ext cx="8858312" cy="5143535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/>
              <a:t>маска 225.255.192.0  </a:t>
            </a:r>
            <a:r>
              <a:rPr lang="ru-RU" dirty="0" smtClean="0"/>
              <a:t>(</a:t>
            </a:r>
            <a:r>
              <a:rPr lang="ru-RU" dirty="0"/>
              <a:t>11111111 11111111 11000000 00000000)</a:t>
            </a:r>
          </a:p>
          <a:p>
            <a:pPr>
              <a:buNone/>
            </a:pPr>
            <a:r>
              <a:rPr lang="ru-RU" dirty="0"/>
              <a:t>номер сети </a:t>
            </a:r>
            <a:r>
              <a:rPr lang="ru-RU" dirty="0" smtClean="0"/>
              <a:t>129.44.0.0  </a:t>
            </a:r>
            <a:r>
              <a:rPr lang="ru-RU" dirty="0"/>
              <a:t>(10000001 00101100 00000000 00000000</a:t>
            </a:r>
            <a:r>
              <a:rPr lang="ru-RU" dirty="0" smtClean="0"/>
              <a:t>)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Подсети:</a:t>
            </a:r>
          </a:p>
          <a:p>
            <a:pPr>
              <a:buNone/>
            </a:pPr>
            <a:r>
              <a:rPr lang="ru-RU" dirty="0" smtClean="0"/>
              <a:t>129.44.0.0   </a:t>
            </a:r>
            <a:r>
              <a:rPr lang="ru-RU" dirty="0"/>
              <a:t>(10000001 00101100 00000000 00000000)</a:t>
            </a:r>
          </a:p>
          <a:p>
            <a:pPr>
              <a:buNone/>
            </a:pPr>
            <a:r>
              <a:rPr lang="ru-RU" dirty="0"/>
              <a:t>129.44.64.0  (10000001 00101100 01000000 00000000)</a:t>
            </a:r>
          </a:p>
          <a:p>
            <a:pPr>
              <a:buNone/>
            </a:pPr>
            <a:r>
              <a:rPr lang="ru-RU" dirty="0"/>
              <a:t>129.44.128.0 (10000001 00101100 10000000 00000000)</a:t>
            </a:r>
          </a:p>
          <a:p>
            <a:pPr>
              <a:buNone/>
            </a:pPr>
            <a:r>
              <a:rPr lang="ru-RU" dirty="0"/>
              <a:t>129.44.192.0 (10000001 00101100 11000000 00000000)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/>
              <a:t>I</a:t>
            </a:r>
            <a:r>
              <a:rPr lang="ru-RU" dirty="0" smtClean="0"/>
              <a:t>p-адрес:</a:t>
            </a:r>
            <a:endParaRPr lang="ru-RU" dirty="0"/>
          </a:p>
          <a:p>
            <a:pPr>
              <a:buNone/>
            </a:pPr>
            <a:r>
              <a:rPr lang="ru-RU" dirty="0"/>
              <a:t>129.44.141.15(10000001  00101100  10001101 00001111</a:t>
            </a:r>
            <a:r>
              <a:rPr lang="ru-RU" dirty="0" smtClean="0"/>
              <a:t>)</a:t>
            </a:r>
          </a:p>
          <a:p>
            <a:pPr>
              <a:buNone/>
            </a:pPr>
            <a:r>
              <a:rPr lang="ru-RU" dirty="0"/>
              <a:t>при использовании маски </a:t>
            </a:r>
            <a:r>
              <a:rPr lang="ru-RU" dirty="0" smtClean="0"/>
              <a:t>: </a:t>
            </a:r>
            <a:endParaRPr lang="ru-RU" dirty="0"/>
          </a:p>
          <a:p>
            <a:pPr>
              <a:buNone/>
            </a:pPr>
            <a:r>
              <a:rPr lang="ru-RU" dirty="0"/>
              <a:t>129.44.128.0 - номер сети и 0.0.13.15 -  номер узла.</a:t>
            </a:r>
            <a:endParaRPr lang="ru-RU" dirty="0" smtClean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5" name="Стрелка вверх 4">
            <a:hlinkClick r:id="rId2" action="ppaction://hlinkpres?slideindex=5&amp;slidetitle=Подсети"/>
          </p:cNvPr>
          <p:cNvSpPr/>
          <p:nvPr/>
        </p:nvSpPr>
        <p:spPr>
          <a:xfrm>
            <a:off x="8501090" y="6072206"/>
            <a:ext cx="357190" cy="50006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357166"/>
            <a:ext cx="8229600" cy="1643074"/>
          </a:xfrm>
        </p:spPr>
        <p:txBody>
          <a:bodyPr>
            <a:noAutofit/>
          </a:bodyPr>
          <a:lstStyle/>
          <a:p>
            <a:pPr algn="just"/>
            <a:r>
              <a:rPr lang="ru-RU" sz="2800" dirty="0" smtClean="0"/>
              <a:t>Задание </a:t>
            </a:r>
            <a:br>
              <a:rPr lang="ru-RU" sz="2800" dirty="0" smtClean="0"/>
            </a:br>
            <a:r>
              <a:rPr lang="ru-RU" sz="2800" i="1" dirty="0" smtClean="0"/>
              <a:t>Определить адрес сети  и адрес хоста  по заданному сетевому адресу и маске подсети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00034" y="2214554"/>
            <a:ext cx="8229600" cy="4340237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err="1" smtClean="0"/>
              <a:t>Ip</a:t>
            </a:r>
            <a:r>
              <a:rPr lang="en-US" dirty="0" smtClean="0"/>
              <a:t>-</a:t>
            </a:r>
            <a:r>
              <a:rPr lang="ru-RU" dirty="0" smtClean="0"/>
              <a:t>адрес А: 192.10.15.3</a:t>
            </a:r>
          </a:p>
          <a:p>
            <a:pPr>
              <a:buNone/>
            </a:pPr>
            <a:r>
              <a:rPr lang="en-US" dirty="0" err="1" smtClean="0"/>
              <a:t>Ip</a:t>
            </a:r>
            <a:r>
              <a:rPr lang="en-US" dirty="0" smtClean="0"/>
              <a:t>-</a:t>
            </a:r>
            <a:r>
              <a:rPr lang="ru-RU" dirty="0" smtClean="0"/>
              <a:t>адрес А: 192.10.15.130</a:t>
            </a:r>
          </a:p>
          <a:p>
            <a:pPr>
              <a:buNone/>
            </a:pPr>
            <a:r>
              <a:rPr lang="ru-RU" dirty="0" smtClean="0"/>
              <a:t>Маска :255.255.255.132</a:t>
            </a:r>
          </a:p>
          <a:p>
            <a:pPr>
              <a:buNone/>
            </a:pPr>
            <a:r>
              <a:rPr lang="ru-RU" dirty="0" smtClean="0"/>
              <a:t>Решение:</a:t>
            </a:r>
          </a:p>
          <a:p>
            <a:pPr>
              <a:buNone/>
            </a:pPr>
            <a:r>
              <a:rPr lang="ru-RU" dirty="0" smtClean="0"/>
              <a:t>Расписываем адрес узла  в двоичной виде:</a:t>
            </a:r>
          </a:p>
          <a:p>
            <a:pPr>
              <a:buNone/>
            </a:pPr>
            <a:r>
              <a:rPr lang="ru-RU" dirty="0" smtClean="0"/>
              <a:t>192.  10.  15.00000011</a:t>
            </a:r>
          </a:p>
          <a:p>
            <a:pPr>
              <a:buNone/>
            </a:pPr>
            <a:r>
              <a:rPr lang="ru-RU" dirty="0" smtClean="0"/>
              <a:t>255.255.255.10000100</a:t>
            </a:r>
          </a:p>
          <a:p>
            <a:pPr>
              <a:buNone/>
            </a:pPr>
            <a:r>
              <a:rPr lang="ru-RU" dirty="0" smtClean="0"/>
              <a:t>Адрес сети - 192.10.15.0, адрес узла – 3</a:t>
            </a:r>
          </a:p>
          <a:p>
            <a:pPr>
              <a:buNone/>
            </a:pPr>
            <a:r>
              <a:rPr lang="ru-RU" dirty="0" smtClean="0"/>
              <a:t>192.  10.    5. 10000010</a:t>
            </a:r>
          </a:p>
          <a:p>
            <a:pPr>
              <a:buNone/>
            </a:pPr>
            <a:r>
              <a:rPr lang="ru-RU" dirty="0" smtClean="0"/>
              <a:t>255.255.255.10000100</a:t>
            </a:r>
          </a:p>
          <a:p>
            <a:pPr>
              <a:buNone/>
            </a:pPr>
            <a:r>
              <a:rPr lang="ru-RU" dirty="0" smtClean="0"/>
              <a:t> Адрес сети - 192.10.15.128, адрес узла – 2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154230"/>
          </a:xfrm>
        </p:spPr>
        <p:txBody>
          <a:bodyPr>
            <a:noAutofit/>
          </a:bodyPr>
          <a:lstStyle/>
          <a:p>
            <a:r>
              <a:rPr lang="ru-RU" sz="2800" dirty="0" smtClean="0"/>
              <a:t>Задание </a:t>
            </a:r>
            <a:br>
              <a:rPr lang="ru-RU" sz="2800" dirty="0" smtClean="0"/>
            </a:br>
            <a:r>
              <a:rPr lang="ru-RU" sz="2800" i="1" dirty="0" smtClean="0"/>
              <a:t>Задан входной </a:t>
            </a:r>
            <a:r>
              <a:rPr lang="en-US" sz="2800" i="1" dirty="0" smtClean="0"/>
              <a:t>IP-</a:t>
            </a:r>
            <a:r>
              <a:rPr lang="ru-RU" sz="2800" i="1" dirty="0" smtClean="0"/>
              <a:t>адрес. Разбить адресное пространство  на </a:t>
            </a:r>
            <a:r>
              <a:rPr lang="en-US" sz="2800" i="1" dirty="0" smtClean="0"/>
              <a:t>n </a:t>
            </a:r>
            <a:r>
              <a:rPr lang="ru-RU" sz="2800" i="1" dirty="0" smtClean="0"/>
              <a:t>подсетей  не менее </a:t>
            </a:r>
            <a:r>
              <a:rPr lang="en-US" sz="2800" i="1" dirty="0" smtClean="0"/>
              <a:t>m</a:t>
            </a:r>
            <a:r>
              <a:rPr lang="ru-RU" sz="2800" i="1" dirty="0" smtClean="0"/>
              <a:t> хостов в каждой </a:t>
            </a:r>
            <a:br>
              <a:rPr lang="ru-RU" sz="2800" i="1" dirty="0" smtClean="0"/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2357430"/>
            <a:ext cx="8229600" cy="376873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Пусть адрес </a:t>
            </a:r>
            <a:r>
              <a:rPr lang="en-US" dirty="0" smtClean="0"/>
              <a:t>IP </a:t>
            </a:r>
            <a:r>
              <a:rPr lang="ru-RU" dirty="0" smtClean="0"/>
              <a:t>: 127.10.15.3, </a:t>
            </a:r>
            <a:r>
              <a:rPr lang="en-US" dirty="0" smtClean="0"/>
              <a:t>n=6, m&gt;=8</a:t>
            </a:r>
          </a:p>
          <a:p>
            <a:pPr>
              <a:buNone/>
            </a:pPr>
            <a:r>
              <a:rPr lang="ru-RU" dirty="0" smtClean="0"/>
              <a:t>Маска стандартная:255.0.0.0</a:t>
            </a:r>
          </a:p>
          <a:p>
            <a:pPr>
              <a:buNone/>
            </a:pPr>
            <a:r>
              <a:rPr lang="ru-RU" dirty="0" smtClean="0"/>
              <a:t>Новая маска: 255.0.0.11100000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1472" y="571480"/>
            <a:ext cx="8229600" cy="1143000"/>
          </a:xfrm>
        </p:spPr>
        <p:txBody>
          <a:bodyPr>
            <a:noAutofit/>
          </a:bodyPr>
          <a:lstStyle/>
          <a:p>
            <a:r>
              <a:rPr lang="ru-RU" sz="2800" i="1" dirty="0" smtClean="0"/>
              <a:t> </a:t>
            </a: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i="1" dirty="0" smtClean="0"/>
              <a:t>Отображение физических адресов в IP-адреса. Протокол ARP </a:t>
            </a:r>
            <a:r>
              <a:rPr lang="en-US" sz="2800" i="1" dirty="0" smtClean="0"/>
              <a:t>(</a:t>
            </a:r>
            <a:r>
              <a:rPr lang="ru-RU" sz="2800" i="1" dirty="0" err="1" smtClean="0"/>
              <a:t>Address</a:t>
            </a:r>
            <a:r>
              <a:rPr lang="ru-RU" sz="2800" i="1" dirty="0" smtClean="0"/>
              <a:t> </a:t>
            </a:r>
            <a:r>
              <a:rPr lang="ru-RU" sz="2800" i="1" dirty="0" err="1" smtClean="0"/>
              <a:t>Resolution</a:t>
            </a:r>
            <a:r>
              <a:rPr lang="ru-RU" sz="2800" i="1" dirty="0" smtClean="0"/>
              <a:t> </a:t>
            </a:r>
            <a:r>
              <a:rPr lang="ru-RU" sz="2800" i="1" dirty="0" err="1" smtClean="0"/>
              <a:t>Protocol</a:t>
            </a:r>
            <a:r>
              <a:rPr lang="en-US" sz="2800" i="1" dirty="0" smtClean="0"/>
              <a:t>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2357430"/>
            <a:ext cx="8229600" cy="376873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	 </a:t>
            </a:r>
            <a:r>
              <a:rPr lang="ru-RU" dirty="0" smtClean="0"/>
              <a:t>---------------------------------------------</a:t>
            </a:r>
          </a:p>
          <a:p>
            <a:pPr>
              <a:buNone/>
            </a:pPr>
            <a:r>
              <a:rPr lang="ru-RU" dirty="0" smtClean="0"/>
              <a:t>     </a:t>
            </a:r>
            <a:r>
              <a:rPr lang="en-US" dirty="0" smtClean="0"/>
              <a:t>	</a:t>
            </a:r>
            <a:r>
              <a:rPr lang="ru-RU" dirty="0" smtClean="0"/>
              <a:t>|      IP-адрес           Ethernet-адрес  </a:t>
            </a:r>
            <a:r>
              <a:rPr lang="en-US" dirty="0" smtClean="0"/>
              <a:t>  </a:t>
            </a:r>
            <a:r>
              <a:rPr lang="ru-RU" dirty="0" smtClean="0"/>
              <a:t>           </a:t>
            </a:r>
            <a:r>
              <a:rPr lang="en-US" dirty="0" smtClean="0"/>
              <a:t>	 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	 ---------------------------------------------</a:t>
            </a:r>
          </a:p>
          <a:p>
            <a:pPr>
              <a:buNone/>
            </a:pPr>
            <a:r>
              <a:rPr lang="ru-RU" dirty="0" smtClean="0"/>
              <a:t>           |     223.1.2.1          08:00:39:00:2F:C3  </a:t>
            </a:r>
          </a:p>
          <a:p>
            <a:pPr>
              <a:buNone/>
            </a:pPr>
            <a:r>
              <a:rPr lang="ru-RU" dirty="0" smtClean="0"/>
              <a:t>           |     223.1.2.3          08:00:5A:21:A7:22 </a:t>
            </a:r>
          </a:p>
          <a:p>
            <a:pPr>
              <a:buNone/>
            </a:pPr>
            <a:r>
              <a:rPr lang="ru-RU" dirty="0" smtClean="0"/>
              <a:t>           |     223.1.2.4          08:00:10:99:AC:54 </a:t>
            </a:r>
          </a:p>
          <a:p>
            <a:pPr>
              <a:buNone/>
            </a:pPr>
            <a:r>
              <a:rPr lang="ru-RU" dirty="0" smtClean="0"/>
              <a:t>            ---------------------------------------------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ARP </a:t>
            </a:r>
            <a:r>
              <a:rPr lang="ru-RU" dirty="0" smtClean="0"/>
              <a:t>пакет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"/>
          </p:nvPr>
        </p:nvGraphicFramePr>
        <p:xfrm>
          <a:off x="107504" y="1600200"/>
          <a:ext cx="8822214" cy="3561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836"/>
                <a:gridCol w="817088"/>
                <a:gridCol w="1308556"/>
                <a:gridCol w="45017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0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16                                                          31</a:t>
                      </a:r>
                      <a:endParaRPr lang="ru-R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latin typeface="Times New Roman"/>
                          <a:ea typeface="Times New Roman"/>
                          <a:cs typeface="Times New Roman"/>
                        </a:rPr>
                        <a:t>Тип сети</a:t>
                      </a: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latin typeface="Times New Roman"/>
                          <a:ea typeface="Times New Roman"/>
                          <a:cs typeface="Times New Roman"/>
                        </a:rPr>
                        <a:t>Тип протокола</a:t>
                      </a:r>
                      <a:endParaRPr lang="ru-RU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Длина локального адреса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Длина сетевого адреса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latin typeface="Times New Roman"/>
                          <a:ea typeface="Times New Roman"/>
                          <a:cs typeface="Times New Roman"/>
                        </a:rPr>
                        <a:t>Операция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Локальный адрес отправителя (байты 0 - 3)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latin typeface="Times New Roman"/>
                          <a:ea typeface="Times New Roman"/>
                          <a:cs typeface="Times New Roman"/>
                        </a:rPr>
                        <a:t>Локальный адрес отправителя (байты 4 - 5)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IP-адрес отправителя (байты 0-1)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latin typeface="Times New Roman"/>
                          <a:ea typeface="Times New Roman"/>
                          <a:cs typeface="Times New Roman"/>
                        </a:rPr>
                        <a:t>IP-адрес отправителя (байты 2-3)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Искомый локальный адрес (байты 0 - 1)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Искомый локальный адрес (байты 2-5)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latin typeface="Times New Roman"/>
                          <a:ea typeface="Times New Roman"/>
                          <a:cs typeface="Times New Roman"/>
                        </a:rPr>
                        <a:t>Искомый IP-адрес (байты 0 - 3)</a:t>
                      </a: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7467600" cy="706090"/>
          </a:xfrm>
        </p:spPr>
        <p:txBody>
          <a:bodyPr/>
          <a:lstStyle/>
          <a:p>
            <a:r>
              <a:rPr lang="ru-RU" dirty="0" smtClean="0"/>
              <a:t>Работа </a:t>
            </a:r>
            <a:r>
              <a:rPr lang="en-US" dirty="0" smtClean="0"/>
              <a:t>ARP</a:t>
            </a:r>
            <a:endParaRPr lang="ru-RU" dirty="0"/>
          </a:p>
        </p:txBody>
      </p:sp>
      <p:grpSp>
        <p:nvGrpSpPr>
          <p:cNvPr id="9" name="Группа 8"/>
          <p:cNvGrpSpPr/>
          <p:nvPr/>
        </p:nvGrpSpPr>
        <p:grpSpPr>
          <a:xfrm>
            <a:off x="539552" y="836712"/>
            <a:ext cx="7776864" cy="6021288"/>
            <a:chOff x="539552" y="836712"/>
            <a:chExt cx="7776864" cy="6021288"/>
          </a:xfrm>
        </p:grpSpPr>
        <p:pic>
          <p:nvPicPr>
            <p:cNvPr id="2050" name="Picture 2" descr="http://www.louiewong.com/wp-content/uploads/2010/09/ARP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9552" y="908720"/>
              <a:ext cx="7776864" cy="5949280"/>
            </a:xfrm>
            <a:prstGeom prst="rect">
              <a:avLst/>
            </a:prstGeom>
            <a:noFill/>
          </p:spPr>
        </p:pic>
        <p:sp>
          <p:nvSpPr>
            <p:cNvPr id="5" name="TextBox 4"/>
            <p:cNvSpPr txBox="1"/>
            <p:nvPr/>
          </p:nvSpPr>
          <p:spPr>
            <a:xfrm>
              <a:off x="1619672" y="836712"/>
              <a:ext cx="31683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 </a:t>
              </a:r>
              <a:r>
                <a:rPr lang="ru-RU" sz="1400" dirty="0" smtClean="0"/>
                <a:t>формируется </a:t>
              </a:r>
              <a:r>
                <a:rPr lang="en-US" sz="1400" dirty="0" smtClean="0"/>
                <a:t>ARP</a:t>
              </a:r>
              <a:r>
                <a:rPr lang="ru-RU" sz="1400" dirty="0" smtClean="0"/>
                <a:t> запрос</a:t>
              </a:r>
              <a:endParaRPr lang="ru-RU" sz="1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491880" y="5589240"/>
              <a:ext cx="2232248" cy="83099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ru-RU" sz="1600" dirty="0" smtClean="0"/>
                <a:t>физический адрес узла  02-</a:t>
              </a:r>
              <a:r>
                <a:rPr lang="en-US" sz="1600" dirty="0" smtClean="0"/>
                <a:t>f5-05-a7-00-01</a:t>
              </a:r>
              <a:r>
                <a:rPr lang="ru-RU" sz="1600" dirty="0" smtClean="0"/>
                <a:t>   </a:t>
              </a:r>
              <a:endParaRPr lang="ru-RU" sz="16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59832" y="5319428"/>
              <a:ext cx="31683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 </a:t>
              </a:r>
              <a:r>
                <a:rPr lang="ru-RU" sz="1400" dirty="0" smtClean="0"/>
                <a:t>формируется </a:t>
              </a:r>
              <a:r>
                <a:rPr lang="en-US" sz="1400" dirty="0" smtClean="0"/>
                <a:t>ARP</a:t>
              </a:r>
              <a:r>
                <a:rPr lang="ru-RU" sz="1400" dirty="0" smtClean="0"/>
                <a:t> запрос</a:t>
              </a:r>
              <a:endParaRPr lang="ru-RU" sz="1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33119" y="1241866"/>
              <a:ext cx="2304256" cy="584775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ru-RU" sz="1600" dirty="0" smtClean="0"/>
                <a:t>физический адрес узла  192.168.1.120   </a:t>
              </a:r>
              <a:endParaRPr lang="ru-RU" sz="16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Полностью порядок преобразования адресов выглядит так: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1)По сети передается широковещательный ARP-запрос. Исходящий IP-пакет ставится в очередь.</a:t>
            </a:r>
          </a:p>
          <a:p>
            <a:pPr marL="457200" indent="-457200">
              <a:buNone/>
            </a:pPr>
            <a:r>
              <a:rPr lang="ru-RU" dirty="0" smtClean="0"/>
              <a:t>3)   Возвращается ARP-ответ,  содержащий  информацию  о  соответствии IP- и Ethernet-адресов. Эта информация заносится в ARP-таблицу.</a:t>
            </a:r>
          </a:p>
          <a:p>
            <a:pPr marL="457200" indent="-457200">
              <a:buNone/>
            </a:pPr>
            <a:r>
              <a:rPr lang="ru-RU" dirty="0" smtClean="0"/>
              <a:t>4)   Для преобразования IP-адреса в Ethernet-адрес  у  IP-пакета, поставленного в очередь, используется ARP-таблица.</a:t>
            </a:r>
          </a:p>
          <a:p>
            <a:pPr marL="457200" indent="-457200">
              <a:buNone/>
            </a:pPr>
            <a:r>
              <a:rPr lang="ru-RU" dirty="0" smtClean="0"/>
              <a:t>5)   Ethernet-кадр передается по сети </a:t>
            </a:r>
            <a:r>
              <a:rPr lang="ru-RU" dirty="0" err="1" smtClean="0"/>
              <a:t>Ethernet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://www.ecst.csuchico.edu/~sim/547/img/278/Note11_2/ArpRar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276872"/>
            <a:ext cx="5676900" cy="29813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22114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Отображение символьных адресов на IP-адреса: служба DNS</a:t>
            </a:r>
            <a:r>
              <a:rPr lang="ru-RU" dirty="0" smtClean="0"/>
              <a:t> RFC 1034 и 1035</a:t>
            </a:r>
            <a:endParaRPr lang="ru-RU" dirty="0"/>
          </a:p>
        </p:txBody>
      </p:sp>
      <p:pic>
        <p:nvPicPr>
          <p:cNvPr id="26626" name="Picture 2" descr="http://adminbook.ru/menu3/8/13/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556792"/>
            <a:ext cx="6743397" cy="43924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/>
          <a:lstStyle/>
          <a:p>
            <a:r>
              <a:rPr lang="ru-RU" b="1" dirty="0" smtClean="0"/>
              <a:t>DNS-сервер</a:t>
            </a:r>
            <a:r>
              <a:rPr lang="ru-RU" dirty="0" smtClean="0"/>
              <a:t> 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908720"/>
            <a:ext cx="8208912" cy="556523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sz="2000" dirty="0" smtClean="0"/>
              <a:t> - приложение, предназначенное для ответов на </a:t>
            </a:r>
            <a:r>
              <a:rPr lang="en-US" sz="2000" dirty="0" smtClean="0"/>
              <a:t>DNS </a:t>
            </a:r>
            <a:r>
              <a:rPr lang="ru-RU" sz="2000" dirty="0" smtClean="0"/>
              <a:t>-</a:t>
            </a:r>
            <a:r>
              <a:rPr lang="en-US" sz="2000" dirty="0" smtClean="0"/>
              <a:t> </a:t>
            </a:r>
            <a:r>
              <a:rPr lang="ru-RU" sz="2000" dirty="0" smtClean="0"/>
              <a:t>запросы по соответствующему протоколу. Также DNS-сервером могут называть хост на котором запущено приложение</a:t>
            </a:r>
          </a:p>
          <a:p>
            <a:pPr algn="just"/>
            <a:r>
              <a:rPr lang="ru-RU" sz="2000" dirty="0" err="1" smtClean="0"/>
              <a:t>авторитативный</a:t>
            </a:r>
            <a:r>
              <a:rPr lang="ru-RU" sz="2000" dirty="0" smtClean="0"/>
              <a:t> DNS-сервер </a:t>
            </a:r>
          </a:p>
          <a:p>
            <a:pPr algn="just"/>
            <a:r>
              <a:rPr lang="ru-RU" sz="2000" dirty="0" smtClean="0"/>
              <a:t>Мастер или первичный сервер</a:t>
            </a:r>
          </a:p>
          <a:p>
            <a:pPr algn="just"/>
            <a:r>
              <a:rPr lang="ru-RU" sz="2000" dirty="0" err="1" smtClean="0"/>
              <a:t>Слейв</a:t>
            </a:r>
            <a:r>
              <a:rPr lang="ru-RU" sz="2000" dirty="0" smtClean="0"/>
              <a:t> или вторичный сервер</a:t>
            </a:r>
          </a:p>
          <a:p>
            <a:pPr algn="just"/>
            <a:r>
              <a:rPr lang="ru-RU" sz="2000" dirty="0" smtClean="0"/>
              <a:t>Кэширующий DNS-сервер </a:t>
            </a:r>
          </a:p>
          <a:p>
            <a:pPr algn="just"/>
            <a:r>
              <a:rPr lang="ru-RU" sz="2000" dirty="0" smtClean="0"/>
              <a:t>Локальный DNS-сервер;</a:t>
            </a:r>
          </a:p>
          <a:p>
            <a:pPr algn="just"/>
            <a:r>
              <a:rPr lang="ru-RU" sz="2000" dirty="0" err="1" smtClean="0"/>
              <a:t>Перенаправляющий</a:t>
            </a:r>
            <a:r>
              <a:rPr lang="ru-RU" sz="2000" dirty="0" smtClean="0"/>
              <a:t> DNS-сервер</a:t>
            </a:r>
          </a:p>
          <a:p>
            <a:pPr algn="just"/>
            <a:r>
              <a:rPr lang="ru-RU" sz="2000" dirty="0" smtClean="0"/>
              <a:t>Корневой DNS-сервер</a:t>
            </a:r>
          </a:p>
          <a:p>
            <a:pPr algn="just"/>
            <a:r>
              <a:rPr lang="ru-RU" sz="2000" dirty="0" smtClean="0"/>
              <a:t>Регистрирующий DNS-сервер</a:t>
            </a:r>
            <a:endParaRPr lang="ru-RU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ru-RU" dirty="0" smtClean="0"/>
              <a:t>Алгоритм разрешения имен</a:t>
            </a:r>
            <a:endParaRPr lang="ru-RU" dirty="0"/>
          </a:p>
        </p:txBody>
      </p:sp>
      <p:pic>
        <p:nvPicPr>
          <p:cNvPr id="30722" name="Picture 2" descr="http://www.ipm.kstu.ru/it/lec/2-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6541" y="1196752"/>
            <a:ext cx="8775801" cy="53105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Рекурсивный метод разрешения запросов</a:t>
            </a:r>
            <a:endParaRPr lang="ru-RU" dirty="0"/>
          </a:p>
        </p:txBody>
      </p:sp>
      <p:pic>
        <p:nvPicPr>
          <p:cNvPr id="28674" name="Picture 2" descr="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628799"/>
            <a:ext cx="6552728" cy="4806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итерационного разрешения доменного имени</a:t>
            </a:r>
            <a:endParaRPr lang="ru-RU" dirty="0"/>
          </a:p>
        </p:txBody>
      </p:sp>
      <p:pic>
        <p:nvPicPr>
          <p:cNvPr id="29698" name="Picture 2" descr="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556792"/>
            <a:ext cx="6048672" cy="4994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ru-RU" altLang="ru-RU" cap="none" smtClean="0">
                <a:latin typeface="Arial" charset="0"/>
              </a:rPr>
              <a:t>Протокол </a:t>
            </a:r>
            <a:r>
              <a:rPr lang="en-US" altLang="ru-RU" cap="none" smtClean="0">
                <a:latin typeface="Arial" charset="0"/>
              </a:rPr>
              <a:t>DHCP</a:t>
            </a:r>
            <a:endParaRPr lang="ru-RU" altLang="ru-RU" cap="none" smtClean="0">
              <a:latin typeface="Arial" charset="0"/>
            </a:endParaRPr>
          </a:p>
        </p:txBody>
      </p:sp>
      <p:graphicFrame>
        <p:nvGraphicFramePr>
          <p:cNvPr id="35844" name="Object 4"/>
          <p:cNvGraphicFramePr>
            <a:graphicFrameLocks noChangeAspect="1"/>
          </p:cNvGraphicFramePr>
          <p:nvPr>
            <p:ph type="dgm" idx="4294967295"/>
          </p:nvPr>
        </p:nvGraphicFramePr>
        <p:xfrm>
          <a:off x="1143000" y="2006600"/>
          <a:ext cx="6096000" cy="406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Диаграмма" r:id="rId3" imgW="6096090" imgH="4057560" progId="MSGraph.Chart.8">
                  <p:embed followColorScheme="full"/>
                </p:oleObj>
              </mc:Choice>
              <mc:Fallback>
                <p:oleObj name="Диаграмма" r:id="rId3" imgW="6096090" imgH="4057560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006600"/>
                        <a:ext cx="6096000" cy="406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Схема 1"/>
          <p:cNvGraphicFramePr/>
          <p:nvPr/>
        </p:nvGraphicFramePr>
        <p:xfrm>
          <a:off x="684213" y="1628775"/>
          <a:ext cx="7385050" cy="4989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678337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ru-RU" altLang="ru-RU" cap="none" smtClean="0">
                <a:latin typeface="Arial" charset="0"/>
              </a:rPr>
              <a:t>Процедура получения </a:t>
            </a:r>
            <a:r>
              <a:rPr lang="en-US" altLang="ru-RU" cap="none" smtClean="0">
                <a:latin typeface="Arial" charset="0"/>
              </a:rPr>
              <a:t>IP</a:t>
            </a:r>
            <a:r>
              <a:rPr lang="ru-RU" altLang="ru-RU" cap="none" smtClean="0">
                <a:latin typeface="Arial" charset="0"/>
              </a:rPr>
              <a:t> - адреса</a:t>
            </a:r>
          </a:p>
        </p:txBody>
      </p:sp>
      <p:pic>
        <p:nvPicPr>
          <p:cNvPr id="40964" name="Picture 4" descr="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628775"/>
            <a:ext cx="5832475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605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1" name="AutoShape 7"/>
          <p:cNvSpPr>
            <a:spLocks noChangeArrowheads="1"/>
          </p:cNvSpPr>
          <p:nvPr/>
        </p:nvSpPr>
        <p:spPr bwMode="auto">
          <a:xfrm>
            <a:off x="3492500" y="115888"/>
            <a:ext cx="1655763" cy="719137"/>
          </a:xfrm>
          <a:prstGeom prst="roundRect">
            <a:avLst>
              <a:gd name="adj" fmla="val 16667"/>
            </a:avLst>
          </a:prstGeom>
          <a:solidFill>
            <a:srgbClr val="33CC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ru-RU"/>
              <a:t>INIT</a:t>
            </a:r>
            <a:endParaRPr lang="ru-RU" altLang="ru-RU"/>
          </a:p>
        </p:txBody>
      </p:sp>
      <p:sp>
        <p:nvSpPr>
          <p:cNvPr id="41993" name="AutoShape 9"/>
          <p:cNvSpPr>
            <a:spLocks noChangeArrowheads="1"/>
          </p:cNvSpPr>
          <p:nvPr/>
        </p:nvSpPr>
        <p:spPr bwMode="auto">
          <a:xfrm>
            <a:off x="3563938" y="1557338"/>
            <a:ext cx="1655762" cy="719137"/>
          </a:xfrm>
          <a:prstGeom prst="roundRect">
            <a:avLst>
              <a:gd name="adj" fmla="val 16667"/>
            </a:avLst>
          </a:prstGeom>
          <a:solidFill>
            <a:srgbClr val="33CC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выбор</a:t>
            </a:r>
          </a:p>
        </p:txBody>
      </p:sp>
      <p:sp>
        <p:nvSpPr>
          <p:cNvPr id="41994" name="AutoShape 10"/>
          <p:cNvSpPr>
            <a:spLocks noChangeArrowheads="1"/>
          </p:cNvSpPr>
          <p:nvPr/>
        </p:nvSpPr>
        <p:spPr bwMode="auto">
          <a:xfrm>
            <a:off x="1547813" y="3070225"/>
            <a:ext cx="1655762" cy="719138"/>
          </a:xfrm>
          <a:prstGeom prst="roundRect">
            <a:avLst>
              <a:gd name="adj" fmla="val 16667"/>
            </a:avLst>
          </a:prstGeom>
          <a:solidFill>
            <a:srgbClr val="33CC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запрос</a:t>
            </a:r>
          </a:p>
        </p:txBody>
      </p:sp>
      <p:sp>
        <p:nvSpPr>
          <p:cNvPr id="41995" name="AutoShape 11"/>
          <p:cNvSpPr>
            <a:spLocks noChangeArrowheads="1"/>
          </p:cNvSpPr>
          <p:nvPr/>
        </p:nvSpPr>
        <p:spPr bwMode="auto">
          <a:xfrm>
            <a:off x="6156325" y="3500438"/>
            <a:ext cx="1655763" cy="719137"/>
          </a:xfrm>
          <a:prstGeom prst="roundRect">
            <a:avLst>
              <a:gd name="adj" fmla="val 16667"/>
            </a:avLst>
          </a:prstGeom>
          <a:solidFill>
            <a:srgbClr val="33CC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установка </a:t>
            </a:r>
          </a:p>
          <a:p>
            <a:pPr algn="ctr"/>
            <a:r>
              <a:rPr lang="ru-RU" altLang="ru-RU"/>
              <a:t>связывания</a:t>
            </a:r>
          </a:p>
        </p:txBody>
      </p:sp>
      <p:sp>
        <p:nvSpPr>
          <p:cNvPr id="41996" name="AutoShape 12"/>
          <p:cNvSpPr>
            <a:spLocks noChangeArrowheads="1"/>
          </p:cNvSpPr>
          <p:nvPr/>
        </p:nvSpPr>
        <p:spPr bwMode="auto">
          <a:xfrm>
            <a:off x="2627313" y="5157788"/>
            <a:ext cx="1655762" cy="719137"/>
          </a:xfrm>
          <a:prstGeom prst="roundRect">
            <a:avLst>
              <a:gd name="adj" fmla="val 16667"/>
            </a:avLst>
          </a:prstGeom>
          <a:solidFill>
            <a:srgbClr val="33CC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аренда </a:t>
            </a:r>
          </a:p>
          <a:p>
            <a:pPr algn="ctr"/>
            <a:r>
              <a:rPr lang="ru-RU" altLang="ru-RU"/>
              <a:t>адреса</a:t>
            </a:r>
          </a:p>
        </p:txBody>
      </p:sp>
      <p:sp>
        <p:nvSpPr>
          <p:cNvPr id="41997" name="AutoShape 13"/>
          <p:cNvSpPr>
            <a:spLocks noChangeArrowheads="1"/>
          </p:cNvSpPr>
          <p:nvPr/>
        </p:nvSpPr>
        <p:spPr bwMode="auto">
          <a:xfrm>
            <a:off x="4932363" y="5734050"/>
            <a:ext cx="1655762" cy="719138"/>
          </a:xfrm>
          <a:prstGeom prst="roundRect">
            <a:avLst>
              <a:gd name="adj" fmla="val 16667"/>
            </a:avLst>
          </a:prstGeom>
          <a:solidFill>
            <a:srgbClr val="33CC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обновление</a:t>
            </a:r>
          </a:p>
        </p:txBody>
      </p:sp>
      <p:sp>
        <p:nvSpPr>
          <p:cNvPr id="41999" name="Text Box 15"/>
          <p:cNvSpPr txBox="1">
            <a:spLocks noChangeArrowheads="1"/>
          </p:cNvSpPr>
          <p:nvPr/>
        </p:nvSpPr>
        <p:spPr bwMode="auto">
          <a:xfrm>
            <a:off x="3419475" y="908050"/>
            <a:ext cx="1800225" cy="52705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ru-RU" sz="1400">
                <a:latin typeface="Book Antiqua" pitchFamily="18" charset="0"/>
              </a:rPr>
              <a:t>discover</a:t>
            </a:r>
            <a:r>
              <a:rPr lang="ru-RU" altLang="ru-RU" sz="1400">
                <a:latin typeface="Book Antiqua" pitchFamily="18" charset="0"/>
              </a:rPr>
              <a:t> широковнщат</a:t>
            </a:r>
          </a:p>
        </p:txBody>
      </p:sp>
      <p:sp>
        <p:nvSpPr>
          <p:cNvPr id="42002" name="Text Box 18"/>
          <p:cNvSpPr txBox="1">
            <a:spLocks noChangeArrowheads="1"/>
          </p:cNvSpPr>
          <p:nvPr/>
        </p:nvSpPr>
        <p:spPr bwMode="auto">
          <a:xfrm>
            <a:off x="1835150" y="2205038"/>
            <a:ext cx="1296988" cy="31432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ru-RU" sz="1400">
                <a:latin typeface="Book Antiqua" pitchFamily="18" charset="0"/>
              </a:rPr>
              <a:t>akcn</a:t>
            </a:r>
            <a:endParaRPr lang="ru-RU" altLang="ru-RU" sz="1400">
              <a:latin typeface="Book Antiqua" pitchFamily="18" charset="0"/>
            </a:endParaRPr>
          </a:p>
        </p:txBody>
      </p:sp>
      <p:sp>
        <p:nvSpPr>
          <p:cNvPr id="42003" name="Text Box 19"/>
          <p:cNvSpPr txBox="1">
            <a:spLocks noChangeArrowheads="1"/>
          </p:cNvSpPr>
          <p:nvPr/>
        </p:nvSpPr>
        <p:spPr bwMode="auto">
          <a:xfrm>
            <a:off x="179388" y="3106738"/>
            <a:ext cx="1081087" cy="52705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altLang="ru-RU" sz="1400">
                <a:latin typeface="Book Antiqua" pitchFamily="18" charset="0"/>
              </a:rPr>
              <a:t>о</a:t>
            </a:r>
            <a:r>
              <a:rPr lang="en-US" altLang="ru-RU" sz="1400">
                <a:latin typeface="Book Antiqua" pitchFamily="18" charset="0"/>
              </a:rPr>
              <a:t>ffer</a:t>
            </a:r>
            <a:r>
              <a:rPr lang="ru-RU" altLang="ru-RU" sz="1400">
                <a:latin typeface="Book Antiqua" pitchFamily="18" charset="0"/>
              </a:rPr>
              <a:t>/ отклонить</a:t>
            </a:r>
          </a:p>
        </p:txBody>
      </p:sp>
      <p:sp>
        <p:nvSpPr>
          <p:cNvPr id="42004" name="Text Box 20"/>
          <p:cNvSpPr txBox="1">
            <a:spLocks noChangeArrowheads="1"/>
          </p:cNvSpPr>
          <p:nvPr/>
        </p:nvSpPr>
        <p:spPr bwMode="auto">
          <a:xfrm>
            <a:off x="6877050" y="4392613"/>
            <a:ext cx="1727200" cy="73977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ru-RU" sz="1400">
                <a:latin typeface="Book Antiqua" pitchFamily="18" charset="0"/>
              </a:rPr>
              <a:t>t2 </a:t>
            </a:r>
            <a:r>
              <a:rPr lang="ru-RU" altLang="ru-RU" sz="1400">
                <a:latin typeface="Book Antiqua" pitchFamily="18" charset="0"/>
              </a:rPr>
              <a:t>истекло/</a:t>
            </a:r>
            <a:r>
              <a:rPr lang="en-US" altLang="ru-RU" sz="1400">
                <a:latin typeface="Book Antiqua" pitchFamily="18" charset="0"/>
              </a:rPr>
              <a:t>  </a:t>
            </a:r>
            <a:r>
              <a:rPr lang="ru-RU" altLang="ru-RU" sz="1400">
                <a:latin typeface="Book Antiqua" pitchFamily="18" charset="0"/>
              </a:rPr>
              <a:t>широковещат</a:t>
            </a:r>
            <a:r>
              <a:rPr lang="en-US" altLang="ru-RU" sz="1400">
                <a:latin typeface="Book Antiqua" pitchFamily="18" charset="0"/>
              </a:rPr>
              <a:t> request</a:t>
            </a:r>
            <a:endParaRPr lang="ru-RU" altLang="ru-RU" sz="1400">
              <a:latin typeface="Book Antiqua" pitchFamily="18" charset="0"/>
            </a:endParaRPr>
          </a:p>
        </p:txBody>
      </p:sp>
      <p:sp>
        <p:nvSpPr>
          <p:cNvPr id="42005" name="Text Box 21"/>
          <p:cNvSpPr txBox="1">
            <a:spLocks noChangeArrowheads="1"/>
          </p:cNvSpPr>
          <p:nvPr/>
        </p:nvSpPr>
        <p:spPr bwMode="auto">
          <a:xfrm>
            <a:off x="2195513" y="4079875"/>
            <a:ext cx="1584325" cy="633413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ru-RU" sz="1400">
                <a:latin typeface="Book Antiqua" pitchFamily="18" charset="0"/>
              </a:rPr>
              <a:t>akcn/  </a:t>
            </a:r>
            <a:endParaRPr lang="ru-RU" altLang="ru-RU" sz="1400">
              <a:latin typeface="Book Antiqua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ru-RU" altLang="ru-RU" sz="1400">
                <a:latin typeface="Book Antiqua" pitchFamily="18" charset="0"/>
              </a:rPr>
              <a:t>у</a:t>
            </a:r>
            <a:r>
              <a:rPr lang="en-US" altLang="ru-RU" sz="1400">
                <a:latin typeface="Book Antiqua" pitchFamily="18" charset="0"/>
              </a:rPr>
              <a:t>c</a:t>
            </a:r>
            <a:r>
              <a:rPr lang="ru-RU" altLang="ru-RU" sz="1400">
                <a:latin typeface="Book Antiqua" pitchFamily="18" charset="0"/>
              </a:rPr>
              <a:t>тановка </a:t>
            </a:r>
            <a:r>
              <a:rPr lang="en-US" altLang="ru-RU" sz="1400">
                <a:latin typeface="Book Antiqua" pitchFamily="18" charset="0"/>
              </a:rPr>
              <a:t>t1, t2              </a:t>
            </a:r>
            <a:endParaRPr lang="ru-RU" altLang="ru-RU" sz="1400">
              <a:latin typeface="Book Antiqua" pitchFamily="18" charset="0"/>
            </a:endParaRPr>
          </a:p>
        </p:txBody>
      </p:sp>
      <p:sp>
        <p:nvSpPr>
          <p:cNvPr id="42007" name="Text Box 23"/>
          <p:cNvSpPr txBox="1">
            <a:spLocks noChangeArrowheads="1"/>
          </p:cNvSpPr>
          <p:nvPr/>
        </p:nvSpPr>
        <p:spPr bwMode="auto">
          <a:xfrm>
            <a:off x="4716463" y="4878388"/>
            <a:ext cx="1655762" cy="633412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ru-RU" sz="1400">
                <a:latin typeface="Book Antiqua" pitchFamily="18" charset="0"/>
              </a:rPr>
              <a:t>akcn/  </a:t>
            </a:r>
            <a:endParaRPr lang="ru-RU" altLang="ru-RU" sz="1400">
              <a:latin typeface="Book Antiqua" pitchFamily="18" charset="0"/>
            </a:endParaRPr>
          </a:p>
          <a:p>
            <a:pPr algn="ctr">
              <a:spcBef>
                <a:spcPct val="50000"/>
              </a:spcBef>
            </a:pPr>
            <a:r>
              <a:rPr lang="ru-RU" altLang="ru-RU" sz="1400">
                <a:latin typeface="Book Antiqua" pitchFamily="18" charset="0"/>
              </a:rPr>
              <a:t>у</a:t>
            </a:r>
            <a:r>
              <a:rPr lang="en-US" altLang="ru-RU" sz="1400">
                <a:latin typeface="Book Antiqua" pitchFamily="18" charset="0"/>
              </a:rPr>
              <a:t>c</a:t>
            </a:r>
            <a:r>
              <a:rPr lang="ru-RU" altLang="ru-RU" sz="1400">
                <a:latin typeface="Book Antiqua" pitchFamily="18" charset="0"/>
              </a:rPr>
              <a:t>тановка </a:t>
            </a:r>
            <a:r>
              <a:rPr lang="en-US" altLang="ru-RU" sz="1400">
                <a:latin typeface="Book Antiqua" pitchFamily="18" charset="0"/>
              </a:rPr>
              <a:t>t1, t2            </a:t>
            </a:r>
            <a:endParaRPr lang="ru-RU" altLang="ru-RU" sz="1400">
              <a:latin typeface="Book Antiqua" pitchFamily="18" charset="0"/>
            </a:endParaRPr>
          </a:p>
        </p:txBody>
      </p:sp>
      <p:sp>
        <p:nvSpPr>
          <p:cNvPr id="42008" name="Text Box 24"/>
          <p:cNvSpPr txBox="1">
            <a:spLocks noChangeArrowheads="1"/>
          </p:cNvSpPr>
          <p:nvPr/>
        </p:nvSpPr>
        <p:spPr bwMode="auto">
          <a:xfrm>
            <a:off x="2843213" y="6083300"/>
            <a:ext cx="1296987" cy="52705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ru-RU" sz="1400">
                <a:latin typeface="Book Antiqua" pitchFamily="18" charset="0"/>
              </a:rPr>
              <a:t>t1</a:t>
            </a:r>
            <a:r>
              <a:rPr lang="ru-RU" altLang="ru-RU" sz="1400">
                <a:latin typeface="Book Antiqua" pitchFamily="18" charset="0"/>
              </a:rPr>
              <a:t> истекло/</a:t>
            </a:r>
            <a:r>
              <a:rPr lang="en-US" altLang="ru-RU" sz="1400">
                <a:latin typeface="Book Antiqua" pitchFamily="18" charset="0"/>
              </a:rPr>
              <a:t> request</a:t>
            </a:r>
            <a:endParaRPr lang="ru-RU" altLang="ru-RU" sz="1400">
              <a:latin typeface="Book Antiqua" pitchFamily="18" charset="0"/>
            </a:endParaRPr>
          </a:p>
        </p:txBody>
      </p:sp>
      <p:sp>
        <p:nvSpPr>
          <p:cNvPr id="42009" name="Text Box 25"/>
          <p:cNvSpPr txBox="1">
            <a:spLocks noChangeArrowheads="1"/>
          </p:cNvSpPr>
          <p:nvPr/>
        </p:nvSpPr>
        <p:spPr bwMode="auto">
          <a:xfrm>
            <a:off x="6659563" y="2565400"/>
            <a:ext cx="1584325" cy="73977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ru-RU" sz="1400">
                <a:latin typeface="Book Antiqua" pitchFamily="18" charset="0"/>
              </a:rPr>
              <a:t>nakcn/  </a:t>
            </a:r>
            <a:r>
              <a:rPr lang="ru-RU" altLang="ru-RU" sz="1400">
                <a:latin typeface="Book Antiqua" pitchFamily="18" charset="0"/>
              </a:rPr>
              <a:t>      Время аренды истекло</a:t>
            </a:r>
          </a:p>
        </p:txBody>
      </p:sp>
      <p:sp>
        <p:nvSpPr>
          <p:cNvPr id="42010" name="Text Box 26"/>
          <p:cNvSpPr txBox="1">
            <a:spLocks noChangeArrowheads="1"/>
          </p:cNvSpPr>
          <p:nvPr/>
        </p:nvSpPr>
        <p:spPr bwMode="auto">
          <a:xfrm>
            <a:off x="3708400" y="2492375"/>
            <a:ext cx="1439863" cy="73977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altLang="ru-RU" sz="1400">
                <a:latin typeface="Book Antiqua" pitchFamily="18" charset="0"/>
              </a:rPr>
              <a:t>выбор предложений/</a:t>
            </a:r>
            <a:r>
              <a:rPr lang="en-US" altLang="ru-RU" sz="1400">
                <a:latin typeface="Book Antiqua" pitchFamily="18" charset="0"/>
              </a:rPr>
              <a:t> request</a:t>
            </a:r>
            <a:endParaRPr lang="ru-RU" altLang="ru-RU" sz="1400">
              <a:latin typeface="Book Antiqua" pitchFamily="18" charset="0"/>
            </a:endParaRPr>
          </a:p>
        </p:txBody>
      </p:sp>
      <p:sp>
        <p:nvSpPr>
          <p:cNvPr id="42011" name="Text Box 27"/>
          <p:cNvSpPr txBox="1">
            <a:spLocks noChangeArrowheads="1"/>
          </p:cNvSpPr>
          <p:nvPr/>
        </p:nvSpPr>
        <p:spPr bwMode="auto">
          <a:xfrm>
            <a:off x="5580063" y="1663700"/>
            <a:ext cx="1439862" cy="52705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ru-RU" sz="1400">
                <a:latin typeface="Book Antiqua" pitchFamily="18" charset="0"/>
              </a:rPr>
              <a:t>offer</a:t>
            </a:r>
            <a:r>
              <a:rPr lang="ru-RU" altLang="ru-RU" sz="1400">
                <a:latin typeface="Book Antiqua" pitchFamily="18" charset="0"/>
              </a:rPr>
              <a:t>/ сбор откликов</a:t>
            </a:r>
          </a:p>
        </p:txBody>
      </p:sp>
      <p:sp>
        <p:nvSpPr>
          <p:cNvPr id="42013" name="Line 29"/>
          <p:cNvSpPr>
            <a:spLocks noChangeShapeType="1"/>
          </p:cNvSpPr>
          <p:nvPr/>
        </p:nvSpPr>
        <p:spPr bwMode="auto">
          <a:xfrm>
            <a:off x="4356100" y="836613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14" name="Line 30"/>
          <p:cNvSpPr>
            <a:spLocks noChangeShapeType="1"/>
          </p:cNvSpPr>
          <p:nvPr/>
        </p:nvSpPr>
        <p:spPr bwMode="auto">
          <a:xfrm>
            <a:off x="4356100" y="141287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15" name="Line 31"/>
          <p:cNvSpPr>
            <a:spLocks noChangeShapeType="1"/>
          </p:cNvSpPr>
          <p:nvPr/>
        </p:nvSpPr>
        <p:spPr bwMode="auto">
          <a:xfrm>
            <a:off x="4211638" y="227647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16" name="Freeform 32"/>
          <p:cNvSpPr>
            <a:spLocks/>
          </p:cNvSpPr>
          <p:nvPr/>
        </p:nvSpPr>
        <p:spPr bwMode="auto">
          <a:xfrm>
            <a:off x="4643438" y="2205038"/>
            <a:ext cx="1368425" cy="215900"/>
          </a:xfrm>
          <a:custGeom>
            <a:avLst/>
            <a:gdLst>
              <a:gd name="T0" fmla="*/ 0 w 862"/>
              <a:gd name="T1" fmla="*/ 45 h 136"/>
              <a:gd name="T2" fmla="*/ 0 w 862"/>
              <a:gd name="T3" fmla="*/ 136 h 136"/>
              <a:gd name="T4" fmla="*/ 862 w 862"/>
              <a:gd name="T5" fmla="*/ 136 h 136"/>
              <a:gd name="T6" fmla="*/ 862 w 862"/>
              <a:gd name="T7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62" h="136">
                <a:moveTo>
                  <a:pt x="0" y="45"/>
                </a:moveTo>
                <a:lnTo>
                  <a:pt x="0" y="136"/>
                </a:lnTo>
                <a:lnTo>
                  <a:pt x="862" y="136"/>
                </a:lnTo>
                <a:lnTo>
                  <a:pt x="86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17" name="Line 33"/>
          <p:cNvSpPr>
            <a:spLocks noChangeShapeType="1"/>
          </p:cNvSpPr>
          <p:nvPr/>
        </p:nvSpPr>
        <p:spPr bwMode="auto">
          <a:xfrm flipH="1">
            <a:off x="5219700" y="1916113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19" name="Freeform 35"/>
          <p:cNvSpPr>
            <a:spLocks/>
          </p:cNvSpPr>
          <p:nvPr/>
        </p:nvSpPr>
        <p:spPr bwMode="auto">
          <a:xfrm>
            <a:off x="3203575" y="3213100"/>
            <a:ext cx="792163" cy="287338"/>
          </a:xfrm>
          <a:custGeom>
            <a:avLst/>
            <a:gdLst>
              <a:gd name="T0" fmla="*/ 499 w 499"/>
              <a:gd name="T1" fmla="*/ 0 h 181"/>
              <a:gd name="T2" fmla="*/ 499 w 499"/>
              <a:gd name="T3" fmla="*/ 181 h 181"/>
              <a:gd name="T4" fmla="*/ 0 w 499"/>
              <a:gd name="T5" fmla="*/ 181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99" h="181">
                <a:moveTo>
                  <a:pt x="499" y="0"/>
                </a:moveTo>
                <a:lnTo>
                  <a:pt x="499" y="181"/>
                </a:lnTo>
                <a:lnTo>
                  <a:pt x="0" y="18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20" name="Freeform 36"/>
          <p:cNvSpPr>
            <a:spLocks/>
          </p:cNvSpPr>
          <p:nvPr/>
        </p:nvSpPr>
        <p:spPr bwMode="auto">
          <a:xfrm>
            <a:off x="684213" y="3644900"/>
            <a:ext cx="1079500" cy="360363"/>
          </a:xfrm>
          <a:custGeom>
            <a:avLst/>
            <a:gdLst>
              <a:gd name="T0" fmla="*/ 680 w 680"/>
              <a:gd name="T1" fmla="*/ 91 h 227"/>
              <a:gd name="T2" fmla="*/ 680 w 680"/>
              <a:gd name="T3" fmla="*/ 227 h 227"/>
              <a:gd name="T4" fmla="*/ 0 w 680"/>
              <a:gd name="T5" fmla="*/ 227 h 227"/>
              <a:gd name="T6" fmla="*/ 0 w 680"/>
              <a:gd name="T7" fmla="*/ 0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80" h="227">
                <a:moveTo>
                  <a:pt x="680" y="91"/>
                </a:moveTo>
                <a:lnTo>
                  <a:pt x="680" y="227"/>
                </a:lnTo>
                <a:lnTo>
                  <a:pt x="0" y="22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21" name="Line 37"/>
          <p:cNvSpPr>
            <a:spLocks noChangeShapeType="1"/>
          </p:cNvSpPr>
          <p:nvPr/>
        </p:nvSpPr>
        <p:spPr bwMode="auto">
          <a:xfrm>
            <a:off x="1258888" y="3429000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22" name="Line 38"/>
          <p:cNvSpPr>
            <a:spLocks noChangeShapeType="1"/>
          </p:cNvSpPr>
          <p:nvPr/>
        </p:nvSpPr>
        <p:spPr bwMode="auto">
          <a:xfrm>
            <a:off x="2555875" y="3789363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23" name="Line 39"/>
          <p:cNvSpPr>
            <a:spLocks noChangeShapeType="1"/>
          </p:cNvSpPr>
          <p:nvPr/>
        </p:nvSpPr>
        <p:spPr bwMode="auto">
          <a:xfrm>
            <a:off x="3203575" y="4724400"/>
            <a:ext cx="0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24" name="Line 40"/>
          <p:cNvSpPr>
            <a:spLocks noChangeShapeType="1"/>
          </p:cNvSpPr>
          <p:nvPr/>
        </p:nvSpPr>
        <p:spPr bwMode="auto">
          <a:xfrm>
            <a:off x="3419475" y="58769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25" name="Line 41"/>
          <p:cNvSpPr>
            <a:spLocks noChangeShapeType="1"/>
          </p:cNvSpPr>
          <p:nvPr/>
        </p:nvSpPr>
        <p:spPr bwMode="auto">
          <a:xfrm>
            <a:off x="4140200" y="6308725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26" name="Line 42"/>
          <p:cNvSpPr>
            <a:spLocks noChangeShapeType="1"/>
          </p:cNvSpPr>
          <p:nvPr/>
        </p:nvSpPr>
        <p:spPr bwMode="auto">
          <a:xfrm flipV="1">
            <a:off x="5580063" y="551656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cxnSp>
        <p:nvCxnSpPr>
          <p:cNvPr id="42031" name="AutoShape 47"/>
          <p:cNvCxnSpPr>
            <a:cxnSpLocks noChangeShapeType="1"/>
            <a:stCxn id="41997" idx="3"/>
            <a:endCxn id="42004" idx="2"/>
          </p:cNvCxnSpPr>
          <p:nvPr/>
        </p:nvCxnSpPr>
        <p:spPr bwMode="auto">
          <a:xfrm flipV="1">
            <a:off x="6588125" y="5132388"/>
            <a:ext cx="1152525" cy="96202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32" name="AutoShape 48"/>
          <p:cNvCxnSpPr>
            <a:cxnSpLocks noChangeShapeType="1"/>
            <a:stCxn id="42007" idx="1"/>
            <a:endCxn id="41996" idx="0"/>
          </p:cNvCxnSpPr>
          <p:nvPr/>
        </p:nvCxnSpPr>
        <p:spPr bwMode="auto">
          <a:xfrm rot="10800000">
            <a:off x="3455988" y="5157788"/>
            <a:ext cx="1260475" cy="38100"/>
          </a:xfrm>
          <a:prstGeom prst="bentConnector4">
            <a:avLst>
              <a:gd name="adj1" fmla="val 14356"/>
              <a:gd name="adj2" fmla="val 7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33" name="Line 49"/>
          <p:cNvSpPr>
            <a:spLocks noChangeShapeType="1"/>
          </p:cNvSpPr>
          <p:nvPr/>
        </p:nvSpPr>
        <p:spPr bwMode="auto">
          <a:xfrm flipV="1">
            <a:off x="7164388" y="4221163"/>
            <a:ext cx="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cxnSp>
        <p:nvCxnSpPr>
          <p:cNvPr id="42034" name="AutoShape 50"/>
          <p:cNvCxnSpPr>
            <a:cxnSpLocks noChangeShapeType="1"/>
            <a:stCxn id="41995" idx="1"/>
            <a:endCxn id="42007" idx="0"/>
          </p:cNvCxnSpPr>
          <p:nvPr/>
        </p:nvCxnSpPr>
        <p:spPr bwMode="auto">
          <a:xfrm rot="10800000" flipV="1">
            <a:off x="5545138" y="3860800"/>
            <a:ext cx="611187" cy="101758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35" name="Line 51"/>
          <p:cNvSpPr>
            <a:spLocks noChangeShapeType="1"/>
          </p:cNvSpPr>
          <p:nvPr/>
        </p:nvSpPr>
        <p:spPr bwMode="auto">
          <a:xfrm flipV="1">
            <a:off x="7308850" y="328453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42036" name="Line 52"/>
          <p:cNvSpPr>
            <a:spLocks noChangeShapeType="1"/>
          </p:cNvSpPr>
          <p:nvPr/>
        </p:nvSpPr>
        <p:spPr bwMode="auto">
          <a:xfrm flipV="1">
            <a:off x="2411413" y="2492375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cxnSp>
        <p:nvCxnSpPr>
          <p:cNvPr id="42037" name="AutoShape 53"/>
          <p:cNvCxnSpPr>
            <a:cxnSpLocks noChangeShapeType="1"/>
            <a:stCxn id="42002" idx="0"/>
            <a:endCxn id="41991" idx="1"/>
          </p:cNvCxnSpPr>
          <p:nvPr/>
        </p:nvCxnSpPr>
        <p:spPr bwMode="auto">
          <a:xfrm rot="16200000">
            <a:off x="2124075" y="836613"/>
            <a:ext cx="1728788" cy="100806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39" name="AutoShape 55"/>
          <p:cNvCxnSpPr>
            <a:cxnSpLocks noChangeShapeType="1"/>
            <a:stCxn id="42009" idx="0"/>
            <a:endCxn id="41991" idx="3"/>
          </p:cNvCxnSpPr>
          <p:nvPr/>
        </p:nvCxnSpPr>
        <p:spPr bwMode="auto">
          <a:xfrm rot="5400000" flipH="1">
            <a:off x="5255419" y="369094"/>
            <a:ext cx="2089150" cy="230346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855528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7467600" cy="1143000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Автоматизация процесса назначения IP-адресов узлам сети - протокол DHCP</a:t>
            </a:r>
            <a:endParaRPr lang="ru-RU" sz="2400" dirty="0"/>
          </a:p>
        </p:txBody>
      </p:sp>
      <p:pic>
        <p:nvPicPr>
          <p:cNvPr id="32772" name="Picture 4" descr="12-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207072"/>
            <a:ext cx="7488832" cy="56509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ru-RU" altLang="ru-RU" b="1" cap="none" smtClean="0"/>
              <a:t>Протокол межсетевого взаимодействия IP</a:t>
            </a:r>
          </a:p>
        </p:txBody>
      </p:sp>
      <p:pic>
        <p:nvPicPr>
          <p:cNvPr id="43012" name="Рисунок 1" descr="http://book.itep.ru/4/44/ip_forma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011363"/>
            <a:ext cx="7056438" cy="368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Рисунок 4" descr="http://book.itep.ru/4/44/tos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6021388"/>
            <a:ext cx="30241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Line 6"/>
          <p:cNvSpPr>
            <a:spLocks noChangeShapeType="1"/>
          </p:cNvSpPr>
          <p:nvPr/>
        </p:nvSpPr>
        <p:spPr bwMode="auto">
          <a:xfrm flipH="1">
            <a:off x="611188" y="2636838"/>
            <a:ext cx="3168650" cy="3168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75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ru-RU" altLang="ru-RU" cap="none" smtClean="0"/>
              <a:t>Управление фрагментацией</a:t>
            </a:r>
          </a:p>
        </p:txBody>
      </p:sp>
      <p:pic>
        <p:nvPicPr>
          <p:cNvPr id="44036" name="Рисунок 1" descr="http://docstore.mik.ua/manuals/ru/ip_network/pictures/img0000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506538"/>
            <a:ext cx="63373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6401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ru-RU" altLang="ru-RU" cap="none" smtClean="0"/>
              <a:t>Таблица маршрутной информации</a:t>
            </a:r>
          </a:p>
        </p:txBody>
      </p:sp>
      <p:graphicFrame>
        <p:nvGraphicFramePr>
          <p:cNvPr id="45118" name="Group 62"/>
          <p:cNvGraphicFramePr>
            <a:graphicFrameLocks noGrp="1"/>
          </p:cNvGraphicFramePr>
          <p:nvPr>
            <p:ph idx="4294967295"/>
          </p:nvPr>
        </p:nvGraphicFramePr>
        <p:xfrm>
          <a:off x="457200" y="1600200"/>
          <a:ext cx="7467600" cy="2528253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  <a:gridCol w="1866900"/>
                <a:gridCol w="1866900"/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Адрес назначения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флаг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Шлюз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Интерфейс /метрика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129.13.0.0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198.21.17.6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8013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198.21.17.0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default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198.21.17.7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6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1pPr>
                      <a:lvl2pPr marL="3667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itchFamily="18" charset="2"/>
                        <a:defRPr sz="19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2pPr>
                      <a:lvl3pPr marL="731838">
                        <a:spcBef>
                          <a:spcPct val="20000"/>
                        </a:spcBef>
                        <a:buClr>
                          <a:srgbClr val="E0752F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3pPr>
                      <a:lvl4pPr marL="1004888">
                        <a:spcBef>
                          <a:spcPct val="20000"/>
                        </a:spcBef>
                        <a:buClr>
                          <a:srgbClr val="FEC3AE"/>
                        </a:buClr>
                        <a:buSzPct val="6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4pPr>
                      <a:lvl5pPr marL="1279525">
                        <a:spcBef>
                          <a:spcPct val="20000"/>
                        </a:spcBef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5pPr>
                      <a:lvl6pPr marL="1736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6pPr>
                      <a:lvl7pPr marL="21939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7pPr>
                      <a:lvl8pPr marL="26511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8pPr>
                      <a:lvl9pPr marL="31083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DCAE9"/>
                        </a:buClr>
                        <a:buSzPct val="68000"/>
                        <a:buFont typeface="Wingdings 2" pitchFamily="18" charset="2"/>
                        <a:defRPr sz="1400">
                          <a:solidFill>
                            <a:schemeClr val="tx1"/>
                          </a:solidFill>
                          <a:latin typeface="Century Schoolbook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Schoolbook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395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ru-RU" altLang="ru-RU" cap="none" smtClean="0"/>
              <a:t>Алгоритмы построения маршрутных таблиц</a:t>
            </a:r>
          </a:p>
        </p:txBody>
      </p:sp>
      <p:sp>
        <p:nvSpPr>
          <p:cNvPr id="47107" name="Rectangle 3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ru-RU" altLang="ru-RU" smtClean="0"/>
              <a:t>алгоритмы фиксированной маршрутизации,</a:t>
            </a:r>
          </a:p>
          <a:p>
            <a:r>
              <a:rPr lang="ru-RU" altLang="ru-RU" smtClean="0"/>
              <a:t>алгоритмы простой маршрутизации,</a:t>
            </a:r>
          </a:p>
          <a:p>
            <a:pPr lvl="1"/>
            <a:r>
              <a:rPr lang="ru-RU" altLang="ru-RU" smtClean="0"/>
              <a:t>Случайная маршрутизация</a:t>
            </a:r>
          </a:p>
          <a:p>
            <a:pPr lvl="1"/>
            <a:r>
              <a:rPr lang="ru-RU" altLang="ru-RU" smtClean="0"/>
              <a:t>Лавинная маршрутизация</a:t>
            </a:r>
          </a:p>
          <a:p>
            <a:pPr lvl="1"/>
            <a:r>
              <a:rPr lang="ru-RU" altLang="ru-RU" smtClean="0"/>
              <a:t>Маршрутизация по предыдущему опыту </a:t>
            </a:r>
          </a:p>
          <a:p>
            <a:r>
              <a:rPr lang="ru-RU" altLang="ru-RU" smtClean="0"/>
              <a:t>алгоритмы адаптивной маршрутизации </a:t>
            </a:r>
          </a:p>
        </p:txBody>
      </p:sp>
    </p:spTree>
    <p:extLst>
      <p:ext uri="{BB962C8B-B14F-4D97-AF65-F5344CB8AC3E}">
        <p14:creationId xmlns:p14="http://schemas.microsoft.com/office/powerpoint/2010/main" val="18010020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Эрке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147</TotalTime>
  <Words>517</Words>
  <Application>Microsoft Office PowerPoint</Application>
  <PresentationFormat>Экран (4:3)</PresentationFormat>
  <Paragraphs>172</Paragraphs>
  <Slides>27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27</vt:i4>
      </vt:variant>
    </vt:vector>
  </HeadingPairs>
  <TitlesOfParts>
    <vt:vector size="30" baseType="lpstr">
      <vt:lpstr>Эркер</vt:lpstr>
      <vt:lpstr>Документ Microsoft Word 97-2003</vt:lpstr>
      <vt:lpstr>Диаграмма Microsoft Graph</vt:lpstr>
      <vt:lpstr>Стек протоколов TCP/IP.</vt:lpstr>
      <vt:lpstr>Структура стека</vt:lpstr>
      <vt:lpstr>Потоки данных </vt:lpstr>
      <vt:lpstr>Структура IP-адресов</vt:lpstr>
      <vt:lpstr>Презентация PowerPoint</vt:lpstr>
      <vt:lpstr>Подсети</vt:lpstr>
      <vt:lpstr>Пример</vt:lpstr>
      <vt:lpstr>Задание  Определить адрес сети  и адрес хоста  по заданному сетевому адресу и маске подсети</vt:lpstr>
      <vt:lpstr>Задание  Задан входной IP-адрес. Разбить адресное пространство  на n подсетей  не менее m хостов в каждой  </vt:lpstr>
      <vt:lpstr>  Отображение физических адресов в IP-адреса. Протокол ARP (Address Resolution Protocol)</vt:lpstr>
      <vt:lpstr>ARP пакет</vt:lpstr>
      <vt:lpstr>Работа ARP</vt:lpstr>
      <vt:lpstr>Полностью порядок преобразования адресов выглядит так:</vt:lpstr>
      <vt:lpstr>Презентация PowerPoint</vt:lpstr>
      <vt:lpstr>Отображение символьных адресов на IP-адреса: служба DNS RFC 1034 и 1035</vt:lpstr>
      <vt:lpstr>DNS-сервер </vt:lpstr>
      <vt:lpstr>Алгоритм разрешения имен</vt:lpstr>
      <vt:lpstr>Рекурсивный метод разрешения запросов</vt:lpstr>
      <vt:lpstr>пример итерационного разрешения доменного имени</vt:lpstr>
      <vt:lpstr>Протокол DHCP</vt:lpstr>
      <vt:lpstr>Процедура получения IP - адреса</vt:lpstr>
      <vt:lpstr>Презентация PowerPoint</vt:lpstr>
      <vt:lpstr>Автоматизация процесса назначения IP-адресов узлам сети - протокол DHCP</vt:lpstr>
      <vt:lpstr>Протокол межсетевого взаимодействия IP</vt:lpstr>
      <vt:lpstr>Управление фрагментацией</vt:lpstr>
      <vt:lpstr>Таблица маршрутной информации</vt:lpstr>
      <vt:lpstr>Алгоритмы построения маршрутных таблиц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Стек протоколов TCP/IP.</dc:title>
  <dc:creator>Alex</dc:creator>
  <cp:lastModifiedBy>Студент НИЛ СП</cp:lastModifiedBy>
  <cp:revision>20</cp:revision>
  <dcterms:created xsi:type="dcterms:W3CDTF">2011-10-24T16:58:45Z</dcterms:created>
  <dcterms:modified xsi:type="dcterms:W3CDTF">2013-10-15T06:32:14Z</dcterms:modified>
</cp:coreProperties>
</file>