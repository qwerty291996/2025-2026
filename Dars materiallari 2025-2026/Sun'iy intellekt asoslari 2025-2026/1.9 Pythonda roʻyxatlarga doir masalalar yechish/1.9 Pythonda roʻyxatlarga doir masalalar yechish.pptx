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8" r:id="rId2"/>
    <p:sldId id="256" r:id="rId3"/>
    <p:sldId id="267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279" r:id="rId3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3781A-FF53-43B3-AF20-2C50101B6D41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C6E0A-1009-414D-8248-2F1E97ECF5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403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357AF-171B-4E97-B707-106E3F2A0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E348FA-E8DA-4766-899F-E89F96308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6A3781-83AB-4A5C-B9AA-5903678F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FAF370-B2F4-4F5A-B49F-7C0AEBD8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78DF7D-C5B2-45F0-8739-F9A84D6E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85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35776-3616-4DC6-B33B-D45B42C1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7F1E8-2A43-4FAC-AF28-97D14A66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946CF7-9723-4CBA-916F-55D1660D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18992-6312-4AD9-B7B1-E4588D57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054394-90AD-4F75-AB8C-EFED9DA0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278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2259D-4E62-41A5-9D95-1B06C495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684B6C-2E98-49B6-A2FF-A18D4255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4260AC-F694-430F-B460-4BE5CD88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E1A4D0-2FC3-4A54-B573-8F0B11D6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4F39A-4393-4DF5-AE1B-87264A9B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437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383A8-B92E-4937-8F68-1C8D1DD3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AC737F-EA93-4C94-81F0-D630AE9F9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8CEC02-2C20-43EB-9999-D5811D932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3DF88B-C4F2-451D-925A-DF041EB8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A4C3A1-122D-4D43-AE86-B8BB3957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4748DB-0529-46EF-8285-0AA9FEA7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38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2AAF3-BF4A-47ED-BC84-4921668F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09D50D-B666-4BA5-9B42-45E0C5DD7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816021-D0DB-4127-8582-1FBDC721D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331E2A-7F10-42BF-BE49-5E774B364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69F6D9-3C80-4A75-8436-EC30E8D50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427ABB-1A98-4981-B18F-46F76E87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118C04-1737-4C74-A059-4163F3DC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391ECD-94B0-457D-A6A9-FFC91E40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515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BD881-3A17-4912-902E-9C7F3D89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290013-A3D5-4BB4-A163-DCF7FCF4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1D8D0A3-17A7-46B0-9BC3-DFA2B166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A816A0-BEDA-40FC-8CBF-86BB7FBD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466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91081F-CD2D-4DB1-8042-98B6041B4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1D813C-7785-40DF-98E4-C5D4EEF3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CB2F79-6CF7-4F6E-B496-99DE1BA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163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68143-E21A-4BE4-A89C-F82BDDE0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31D9A7-AE0C-4E0A-878E-77FF2B28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D051DB-214F-43E3-824E-F5F9A45D9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4718B-E6FD-48C9-B4C8-36AEDB38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4C866-6F2D-4FC6-B987-06CB283D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083B44-4857-4110-AB40-726EFA0B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21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43C4D-7273-40EE-8EE6-BADD740C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5B9F90-9E88-452F-87E4-79003FF1C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839CEB-DC79-4553-81EA-547C83559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06A2F8-C206-40AA-B48A-D215258E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380B0F-D61D-4EDB-BF6D-3B0F28D1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A96B65-FCEB-4B11-AAB7-F3F0C0BF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449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FC01C-5451-4D2F-B1FC-60564B05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B47BD4-A3CF-41FC-B4C3-9DA7BA341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7856A3-1BD2-4221-8F40-9024EC15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69433-21AC-4493-8F5A-37171F29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E0551C-5CF2-4CA4-A725-78BE3880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058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56C413-C977-4C58-AA61-7FB47BD7F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6D190B-89D9-4B62-8B17-CB2BDF058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67A9BD-99A4-4BED-B7D1-01DB0E17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760D7-CFF1-4431-A092-F7890D27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D2FC-39F6-4C5B-9582-33530C00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5790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00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B152E-6D73-49BE-A76E-9FB6ED1B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8581BE-6C50-42AD-8A7D-6C5E80F2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3FCA0-C9A8-4E3F-AB74-DAF77A79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EBA28-8E30-494D-B660-2C945FD200D2}" type="datetimeFigureOut">
              <a:rPr lang="LID4096" smtClean="0"/>
              <a:t>09/24/2025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48BC3A-96DF-4FB1-B1B3-27F3DFB5C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1CAF58-68CF-41E9-9D91-1489198AA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ED801-F1D1-41AF-97B2-88FA8B6BDE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85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9-mashg‘ulot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roʻyxatlarga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roʻyxatlarga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04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ro‘yxatlarga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47DC78-CE6A-4C38-BD9D-EDF50C754519}"/>
              </a:ext>
            </a:extLst>
          </p:cNvPr>
          <p:cNvSpPr/>
          <p:nvPr/>
        </p:nvSpPr>
        <p:spPr>
          <a:xfrm>
            <a:off x="3048000" y="179454"/>
            <a:ext cx="6096000" cy="1335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Talabalarning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baholari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baholarini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joylashtiring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So‘ngra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bahoni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033038-B0B0-43AF-9B34-FDEA0B29C038}"/>
              </a:ext>
            </a:extLst>
          </p:cNvPr>
          <p:cNvSpPr/>
          <p:nvPr/>
        </p:nvSpPr>
        <p:spPr>
          <a:xfrm>
            <a:off x="2403356" y="3009556"/>
            <a:ext cx="7933509" cy="3098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talabaning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bahosini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avg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"O‘rtacha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baho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avg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89C0855-5F92-4112-9000-BCA5A6B0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9" y="1677348"/>
            <a:ext cx="3961341" cy="1169551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baholar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88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F78C6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O‘rtacha baho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86.6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1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5A1496-4DEF-4E34-A1BA-3676BB34BFA2}"/>
              </a:ext>
            </a:extLst>
          </p:cNvPr>
          <p:cNvSpPr/>
          <p:nvPr/>
        </p:nvSpPr>
        <p:spPr>
          <a:xfrm>
            <a:off x="165463" y="834824"/>
            <a:ext cx="5451566" cy="1750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Talabalar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yoshlarini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kiritish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yoshini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18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yoshdan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talabalarni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A601F6-2BC2-4ACF-A8FC-25DB001A1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8" y="2793317"/>
            <a:ext cx="4850674" cy="2462213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talabalar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Ali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Vali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17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Jasur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22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Sami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16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Zaynab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19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FFCB6B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18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yoshdan katta talabalar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89DDF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[('Ali', 20), ('Jasur', 22), ('Zaynab', 19)]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A301D2-68A3-4F94-922C-FB8EF3A614B7}"/>
              </a:ext>
            </a:extLst>
          </p:cNvPr>
          <p:cNvSpPr/>
          <p:nvPr/>
        </p:nvSpPr>
        <p:spPr>
          <a:xfrm>
            <a:off x="5878285" y="1028475"/>
            <a:ext cx="6235337" cy="3745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talabaning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katta_yosh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18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yoshdan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katta_yosh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0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583B23-4329-49D5-91F2-5692218CA9AE}"/>
              </a:ext>
            </a:extLst>
          </p:cNvPr>
          <p:cNvSpPr/>
          <p:nvPr/>
        </p:nvSpPr>
        <p:spPr>
          <a:xfrm>
            <a:off x="174171" y="1280160"/>
            <a:ext cx="5608320" cy="1381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3-savol: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Sonlarni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kattasini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topish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 ta son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ulardan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katta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sonni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toping.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7F09A5-2C3E-4123-AE98-D0AF95F24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2778913"/>
            <a:ext cx="4358886" cy="1169551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sonlar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F78C6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Eng katta son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64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17267D-570D-4856-A37B-CFED5EEA6C55}"/>
              </a:ext>
            </a:extLst>
          </p:cNvPr>
          <p:cNvSpPr/>
          <p:nvPr/>
        </p:nvSpPr>
        <p:spPr>
          <a:xfrm>
            <a:off x="5782491" y="1512345"/>
            <a:ext cx="6096000" cy="30987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eng_katta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"Eng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son: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eng_katta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92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2BA45C-4856-44C3-8AD3-BE7CBD1C3195}"/>
              </a:ext>
            </a:extLst>
          </p:cNvPr>
          <p:cNvSpPr/>
          <p:nvPr/>
        </p:nvSpPr>
        <p:spPr>
          <a:xfrm>
            <a:off x="365760" y="1216599"/>
            <a:ext cx="5556068" cy="221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Ro‘yxatdagi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qiymatlarning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tartibini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 ta son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o‘sish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berilganligini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C7C559-93F5-49A0-B63C-79DF1BE7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28" y="3507261"/>
            <a:ext cx="3663182" cy="1169551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sonlar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64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F78C6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Tartib tekshiruvi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1" u="none" strike="noStrike" cap="none" normalizeH="0" baseline="0" dirty="0">
                <a:ln>
                  <a:noFill/>
                </a:ln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True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3C46DD-C7EA-4EAC-A264-5F82C6B9B2A8}"/>
              </a:ext>
            </a:extLst>
          </p:cNvPr>
          <p:cNvSpPr/>
          <p:nvPr/>
        </p:nvSpPr>
        <p:spPr>
          <a:xfrm>
            <a:off x="6209211" y="1470293"/>
            <a:ext cx="6096000" cy="30987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sorted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"Tartib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tekshiruvi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0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4F09511-F92D-44E2-BC75-DE6A176C1C1B}"/>
              </a:ext>
            </a:extLst>
          </p:cNvPr>
          <p:cNvSpPr/>
          <p:nvPr/>
        </p:nvSpPr>
        <p:spPr>
          <a:xfrm>
            <a:off x="235132" y="1428541"/>
            <a:ext cx="5451565" cy="1796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Ro‘yxatdagi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sonlar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orasidagi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juft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sonlarni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ta son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kiritilsin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juft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joylashtiring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ACC88B-BD2D-4619-983D-FD22977FF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011" y="3321278"/>
            <a:ext cx="3861955" cy="1169551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sonlar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F78C6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Juft sonlar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[12, 8, 16]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ED4E3D-8AF8-406E-9D92-8C78103E7F24}"/>
              </a:ext>
            </a:extLst>
          </p:cNvPr>
          <p:cNvSpPr/>
          <p:nvPr/>
        </p:nvSpPr>
        <p:spPr>
          <a:xfrm>
            <a:off x="5860868" y="1855261"/>
            <a:ext cx="6096000" cy="30987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juft_sonlar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juft_sonlar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38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61323C-2587-4A99-B786-62BDDEEB40BD}"/>
              </a:ext>
            </a:extLst>
          </p:cNvPr>
          <p:cNvSpPr/>
          <p:nvPr/>
        </p:nvSpPr>
        <p:spPr>
          <a:xfrm>
            <a:off x="1027611" y="78118"/>
            <a:ext cx="10136778" cy="919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Ro‘yxatdagi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takroriy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mahsulot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nomini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Takrorlanayotgan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mahsulotlarni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91AA8B-9D10-4C4A-961E-5B923D894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626" y="1083014"/>
            <a:ext cx="5352747" cy="160043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Na’muna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89DDF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Kiritilgan mahsulotlar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non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sut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olma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banan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sut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non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olma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rgbClr val="C3CEE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Natija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Takrorlanayotgan mahsulotlar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['non', 'sut', 'olma']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5142D7-C370-44BE-AFE3-39F66841DCC5}"/>
              </a:ext>
            </a:extLst>
          </p:cNvPr>
          <p:cNvSpPr/>
          <p:nvPr/>
        </p:nvSpPr>
        <p:spPr>
          <a:xfrm>
            <a:off x="792478" y="2942781"/>
            <a:ext cx="10607042" cy="3098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takrorlanmalar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mahsulotlar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Takrorlanayotgan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mahsulotlar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takrorlanmalar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9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71E0DE-08F1-4260-B40B-2CCABC849F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560" y="544286"/>
            <a:ext cx="11800880" cy="57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53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10274C-ABBC-410A-93C0-AE9B0236D4BE}"/>
              </a:ext>
            </a:extLst>
          </p:cNvPr>
          <p:cNvSpPr/>
          <p:nvPr/>
        </p:nvSpPr>
        <p:spPr>
          <a:xfrm>
            <a:off x="418011" y="1443841"/>
            <a:ext cx="1135597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Kiruvchi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ma'lumotlarni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o'qish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Ro'yxatni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tartiblash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Minimal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yig'indi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eng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kichik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yig‘indini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topish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min_sum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[:-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Maksimal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yig'indi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eng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katta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yig‘indini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topish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max_sum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:])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Natijani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chiqarish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min_sum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max_sum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552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1781F7-8AD9-4D6E-89E3-EED79FBB97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3040" y="61235"/>
            <a:ext cx="9265920" cy="673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4BAFE2-635F-49CC-9A31-6661AB2A2934}"/>
              </a:ext>
            </a:extLst>
          </p:cNvPr>
          <p:cNvSpPr/>
          <p:nvPr/>
        </p:nvSpPr>
        <p:spPr>
          <a:xfrm>
            <a:off x="1071154" y="704888"/>
            <a:ext cx="10049692" cy="4617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faylidan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ta element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to'plami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Yolg'iz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XOR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operatorini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ishlatamiz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^=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XOR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operatori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002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D0A772-79DA-4BCF-82D3-3FB311A673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7715" y="169816"/>
            <a:ext cx="11216570" cy="651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24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BA7AF3-07B2-4060-B0A6-965206ADC605}"/>
              </a:ext>
            </a:extLst>
          </p:cNvPr>
          <p:cNvSpPr/>
          <p:nvPr/>
        </p:nvSpPr>
        <p:spPr>
          <a:xfrm>
            <a:off x="653143" y="912638"/>
            <a:ext cx="10885714" cy="5032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Sovg'aning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Opa-singillarning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ortiqcha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pullari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birgalikda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qancha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bo'lishlarini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hisoblaymiz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total_money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Sovg‘ani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mumkinmi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?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total_money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3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3F4FFD-26AA-49D2-85CE-CD467F5798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4039" y="143691"/>
            <a:ext cx="10963922" cy="65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7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4E18F9-7E03-49A6-85F7-7847CB3B3E92}"/>
              </a:ext>
            </a:extLst>
          </p:cNvPr>
          <p:cNvSpPr/>
          <p:nvPr/>
        </p:nvSpPr>
        <p:spPr>
          <a:xfrm>
            <a:off x="1097280" y="1120387"/>
            <a:ext cx="9997440" cy="3786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elementlari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elementlari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tartiblash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Ikkinchi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element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[-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Tartiblangan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ikkinchi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02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FC85B1-DDE3-4CD8-ABFC-B680910C79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6770" y="509451"/>
            <a:ext cx="11438460" cy="58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96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CEA39B-1104-44F9-85F2-23FD508FE281}"/>
              </a:ext>
            </a:extLst>
          </p:cNvPr>
          <p:cNvSpPr/>
          <p:nvPr/>
        </p:nvSpPr>
        <p:spPr>
          <a:xfrm>
            <a:off x="792480" y="1228654"/>
            <a:ext cx="10607040" cy="4400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salaries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Xodimlarning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haqini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ro'yxatga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yuqori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haqini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max_salary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salaries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min_salary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salaries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Farqni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max_salary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min_salary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665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FB973F-B2B5-413A-B8E6-B78B61EAAD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8430" y="396240"/>
            <a:ext cx="1113514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71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F526AB-544D-40F2-99E2-6E5FF44DA0B3}"/>
              </a:ext>
            </a:extLst>
          </p:cNvPr>
          <p:cNvSpPr/>
          <p:nvPr/>
        </p:nvSpPr>
        <p:spPr>
          <a:xfrm>
            <a:off x="905691" y="912638"/>
            <a:ext cx="10380618" cy="5032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Testlar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Har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test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aniqlash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shaxmat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doskasi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o'lchami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Agar 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Vali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yutadi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(1),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aks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holda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yutadi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(0)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Vali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yutadi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yutadi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827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1013BF-2C72-4EE4-8E20-B3D3F4CE70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27909" y="52449"/>
            <a:ext cx="9736182" cy="675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45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67C3C1-17A0-4C39-9CBA-82C18CA89EEB}"/>
              </a:ext>
            </a:extLst>
          </p:cNvPr>
          <p:cNvSpPr/>
          <p:nvPr/>
        </p:nvSpPr>
        <p:spPr>
          <a:xfrm>
            <a:off x="836023" y="912638"/>
            <a:ext cx="10519954" cy="5032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gnom_tangalar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Gnomlar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miqdori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Sovg'aning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Gnomlar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yig‘gan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tangalar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miqdori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total_tangalar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gnom_tangalar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Sovg'ani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sotib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bo‘lgan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qo‘shimcha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miqdori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total_tangalar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Gnomlar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to‘plagan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tangalar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yetarli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total_tangalar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Yetarli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bo‘lmagan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miqdor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099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9DEE376-2DAE-48F2-85C0-C4460D45CF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88869" y="204461"/>
            <a:ext cx="9614262" cy="644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98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C48CB8-A9C2-4F0F-8304-D783C281E045}"/>
              </a:ext>
            </a:extLst>
          </p:cNvPr>
          <p:cNvSpPr/>
          <p:nvPr/>
        </p:nvSpPr>
        <p:spPr>
          <a:xfrm>
            <a:off x="801189" y="1120387"/>
            <a:ext cx="10589622" cy="3786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daftar_raqamlari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Daftar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raqamlari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Daftar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raqamlari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ketma-ket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ular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1 dan 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gacha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bo'lishi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daftar_raqamlari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676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7EB70D-0CD4-4E6F-9B42-074FFFF527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1515" y="239485"/>
            <a:ext cx="10968970" cy="637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79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8FC52C-3AB7-456B-8E02-5AD6873A4618}"/>
              </a:ext>
            </a:extLst>
          </p:cNvPr>
          <p:cNvSpPr/>
          <p:nvPr/>
        </p:nvSpPr>
        <p:spPr>
          <a:xfrm>
            <a:off x="487680" y="75510"/>
            <a:ext cx="11216640" cy="675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M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N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bolalar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Har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bolaning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kelgan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toshlari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8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ro'yxatini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kamayish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tartibida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saralash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reverse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8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Sumalakka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yig'ish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current_sum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8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current_sum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current_sum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8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Agar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yig'ilsa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javobni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chiqaramiz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current_sum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(-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96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56D6A6-240D-4FD9-AF96-2ADF8A2506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7793" y="561702"/>
            <a:ext cx="11136414" cy="57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96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6AFF49-8839-49A6-AD43-0841896EEF88}"/>
              </a:ext>
            </a:extLst>
          </p:cNvPr>
          <p:cNvSpPr/>
          <p:nvPr/>
        </p:nvSpPr>
        <p:spPr>
          <a:xfrm>
            <a:off x="748937" y="0"/>
            <a:ext cx="10694126" cy="6789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elementlari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Elementlarning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chastotasini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lug'at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count_dict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{}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Massivdagi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har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element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chastotasini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count_dict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count_dict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count_dict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ko'p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uchraydigan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count_dict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values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bo'lgan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max_count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942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4BA10D-AC70-40D3-92C9-38C9FA3DD2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54629" y="194974"/>
            <a:ext cx="8882742" cy="646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83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5B4201-DF47-4DFA-8B4D-A95EBC3DA140}"/>
              </a:ext>
            </a:extLst>
          </p:cNvPr>
          <p:cNvSpPr/>
          <p:nvPr/>
        </p:nvSpPr>
        <p:spPr>
          <a:xfrm>
            <a:off x="853440" y="1187104"/>
            <a:ext cx="10485120" cy="448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ishtirokchilar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k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o'rin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Ishtirokchilarning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ballari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k-chi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o'rindagi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topamiz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threshold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sorted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reverse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k-chi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o'rindagi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topamiz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qisqacha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Keying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bosqichga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o'tgan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ishtirokchilar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qualified_count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threshold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qualified_count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17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2AD42D9-649B-4041-9E74-F16ABCA0DF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3380" y="283029"/>
            <a:ext cx="10405240" cy="62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78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F7BE0D-6C67-4460-B113-86AE3581E433}"/>
              </a:ext>
            </a:extLst>
          </p:cNvPr>
          <p:cNvSpPr/>
          <p:nvPr/>
        </p:nvSpPr>
        <p:spPr>
          <a:xfrm>
            <a:off x="574766" y="68641"/>
            <a:ext cx="11042468" cy="6789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Testlar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Har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test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ishlaymiz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M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ta son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Sonlarni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tartiblaymiz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kichik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yig'indi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N-M ta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kichik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tanlaymiz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min_sum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[: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yig'indi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N-M ta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katta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tanlaymiz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max_sum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numbers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:])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Farqni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hisoblaymiz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max_sum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min_sum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result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08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936416F-8309-46CE-AB05-AA0149FA4342}"/>
              </a:ext>
            </a:extLst>
          </p:cNvPr>
          <p:cNvGrpSpPr/>
          <p:nvPr/>
        </p:nvGrpSpPr>
        <p:grpSpPr>
          <a:xfrm>
            <a:off x="2743200" y="61845"/>
            <a:ext cx="6705600" cy="6802906"/>
            <a:chOff x="3035935" y="-284207"/>
            <a:chExt cx="6120130" cy="620894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32CC65AA-4A50-476E-BD8E-A2EEDCE4F6B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035935" y="-284207"/>
              <a:ext cx="6120130" cy="270637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E739E3A-7E54-4B8F-AA05-D3F7E3BBA64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035935" y="2423343"/>
              <a:ext cx="6120130" cy="35013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4371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B8C60D-10FB-42F4-8633-913274C3C0D9}"/>
              </a:ext>
            </a:extLst>
          </p:cNvPr>
          <p:cNvSpPr/>
          <p:nvPr/>
        </p:nvSpPr>
        <p:spPr>
          <a:xfrm>
            <a:off x="357051" y="296092"/>
            <a:ext cx="11477898" cy="5979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Kiruvchi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ma'lumotlarni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S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miqdori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book_prices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narxlari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narxlarini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o'sish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tartibida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saralash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book_prices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sort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sotib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total_cost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book_prices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total_cost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Agar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mumkin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total_cost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price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tugadi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yana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mumkin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emas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chiqarish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202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36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2281</Words>
  <Application>Microsoft Office PowerPoint</Application>
  <PresentationFormat>Широкоэкранный</PresentationFormat>
  <Paragraphs>275</Paragraphs>
  <Slides>36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82</cp:revision>
  <dcterms:created xsi:type="dcterms:W3CDTF">2025-09-23T02:40:19Z</dcterms:created>
  <dcterms:modified xsi:type="dcterms:W3CDTF">2025-09-24T05:08:51Z</dcterms:modified>
</cp:coreProperties>
</file>