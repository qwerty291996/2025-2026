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embeddedFontLst>
    <p:embeddedFont>
      <p:font typeface="Quattrocento Sans" charset="-122" pitchFamily="34"/>
      <p:regular r:id="rId26"/>
    </p:embeddedFont>
    <p:embeddedFont>
      <p:font typeface="Liter" charset="-122" pitchFamily="34"/>
      <p:regular r:id="rId27"/>
    </p:embeddedFont>
    <p:embeddedFont>
      <p:font typeface="Jersey 15" charset="-122" pitchFamily="34"/>
      <p:regular r:id="rId2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font" Target="fonts/font1.fntdata"/><Relationship Id="rId27" Type="http://schemas.openxmlformats.org/officeDocument/2006/relationships/font" Target="fonts/font2.fntdata"/><Relationship Id="rId2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8.alamy.com/ed29fd69c6b7c86ef4f3f63b27573b636db680a1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5466" b="546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E293B">
                  <a:alpha val="95000"/>
                </a:srgbClr>
              </a:gs>
              <a:gs pos="50000">
                <a:srgbClr val="1E293B">
                  <a:alpha val="85000"/>
                </a:srgbClr>
              </a:gs>
              <a:gs pos="100000">
                <a:srgbClr val="3B82F6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1428750"/>
            <a:ext cx="2057400" cy="390525"/>
          </a:xfrm>
          <a:custGeom>
            <a:avLst/>
            <a:gdLst/>
            <a:ahLst/>
            <a:cxnLst/>
            <a:rect l="l" t="t" r="r" b="b"/>
            <a:pathLst>
              <a:path w="2057400" h="390525">
                <a:moveTo>
                  <a:pt x="76199" y="0"/>
                </a:moveTo>
                <a:lnTo>
                  <a:pt x="1981201" y="0"/>
                </a:lnTo>
                <a:cubicBezTo>
                  <a:pt x="2023284" y="0"/>
                  <a:pt x="2057400" y="34116"/>
                  <a:pt x="2057400" y="76199"/>
                </a:cubicBezTo>
                <a:lnTo>
                  <a:pt x="2057400" y="314326"/>
                </a:lnTo>
                <a:cubicBezTo>
                  <a:pt x="2057400" y="356409"/>
                  <a:pt x="2023284" y="390525"/>
                  <a:pt x="1981201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925" y="1557338"/>
            <a:ext cx="18084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 GUI DASTURLASH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205038"/>
            <a:ext cx="772477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PyQt5 da Matn Muharriri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Dasturi Dizayni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148137"/>
            <a:ext cx="64008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 GUI Dasturlash va Cross-Platform Ilovalar Ishlab Chiqish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97681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509587" y="5091113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96364" y="89520"/>
                </a:moveTo>
                <a:cubicBezTo>
                  <a:pt x="192926" y="75724"/>
                  <a:pt x="186407" y="65321"/>
                  <a:pt x="172522" y="65321"/>
                </a:cubicBezTo>
                <a:lnTo>
                  <a:pt x="154618" y="65321"/>
                </a:lnTo>
                <a:lnTo>
                  <a:pt x="154618" y="86484"/>
                </a:lnTo>
                <a:cubicBezTo>
                  <a:pt x="154618" y="102915"/>
                  <a:pt x="140687" y="116756"/>
                  <a:pt x="124792" y="116756"/>
                </a:cubicBezTo>
                <a:lnTo>
                  <a:pt x="77108" y="116756"/>
                </a:lnTo>
                <a:cubicBezTo>
                  <a:pt x="64071" y="116756"/>
                  <a:pt x="53266" y="127918"/>
                  <a:pt x="53266" y="141000"/>
                </a:cubicBezTo>
                <a:lnTo>
                  <a:pt x="53266" y="186452"/>
                </a:lnTo>
                <a:cubicBezTo>
                  <a:pt x="53266" y="199400"/>
                  <a:pt x="64517" y="206990"/>
                  <a:pt x="77108" y="210696"/>
                </a:cubicBezTo>
                <a:cubicBezTo>
                  <a:pt x="92199" y="215116"/>
                  <a:pt x="106710" y="215920"/>
                  <a:pt x="124792" y="210696"/>
                </a:cubicBezTo>
                <a:cubicBezTo>
                  <a:pt x="136803" y="207213"/>
                  <a:pt x="148635" y="200204"/>
                  <a:pt x="148635" y="186452"/>
                </a:cubicBezTo>
                <a:lnTo>
                  <a:pt x="148635" y="168280"/>
                </a:lnTo>
                <a:lnTo>
                  <a:pt x="100995" y="168280"/>
                </a:lnTo>
                <a:lnTo>
                  <a:pt x="100995" y="162208"/>
                </a:lnTo>
                <a:lnTo>
                  <a:pt x="172522" y="162208"/>
                </a:lnTo>
                <a:cubicBezTo>
                  <a:pt x="186407" y="162208"/>
                  <a:pt x="191542" y="152519"/>
                  <a:pt x="196364" y="138008"/>
                </a:cubicBezTo>
                <a:cubicBezTo>
                  <a:pt x="201364" y="123051"/>
                  <a:pt x="201141" y="108674"/>
                  <a:pt x="196364" y="89520"/>
                </a:cubicBezTo>
                <a:close/>
                <a:moveTo>
                  <a:pt x="127784" y="198552"/>
                </a:moveTo>
                <a:cubicBezTo>
                  <a:pt x="124386" y="198790"/>
                  <a:pt x="121139" y="197112"/>
                  <a:pt x="119367" y="194203"/>
                </a:cubicBezTo>
                <a:cubicBezTo>
                  <a:pt x="117595" y="191293"/>
                  <a:pt x="117595" y="187638"/>
                  <a:pt x="119367" y="184729"/>
                </a:cubicBezTo>
                <a:cubicBezTo>
                  <a:pt x="121139" y="181819"/>
                  <a:pt x="124386" y="180141"/>
                  <a:pt x="127784" y="180380"/>
                </a:cubicBezTo>
                <a:cubicBezTo>
                  <a:pt x="131182" y="180141"/>
                  <a:pt x="134429" y="181819"/>
                  <a:pt x="136201" y="184729"/>
                </a:cubicBezTo>
                <a:cubicBezTo>
                  <a:pt x="137972" y="187638"/>
                  <a:pt x="137972" y="191293"/>
                  <a:pt x="136201" y="194203"/>
                </a:cubicBezTo>
                <a:cubicBezTo>
                  <a:pt x="134429" y="197112"/>
                  <a:pt x="131182" y="198790"/>
                  <a:pt x="127784" y="198552"/>
                </a:cubicBezTo>
                <a:close/>
                <a:moveTo>
                  <a:pt x="74920" y="110773"/>
                </a:moveTo>
                <a:lnTo>
                  <a:pt x="122605" y="110773"/>
                </a:lnTo>
                <a:cubicBezTo>
                  <a:pt x="135865" y="110773"/>
                  <a:pt x="146447" y="99834"/>
                  <a:pt x="146447" y="86529"/>
                </a:cubicBezTo>
                <a:lnTo>
                  <a:pt x="146447" y="41032"/>
                </a:lnTo>
                <a:cubicBezTo>
                  <a:pt x="146447" y="28084"/>
                  <a:pt x="135553" y="18395"/>
                  <a:pt x="122605" y="16207"/>
                </a:cubicBezTo>
                <a:cubicBezTo>
                  <a:pt x="106620" y="13573"/>
                  <a:pt x="89252" y="13707"/>
                  <a:pt x="74920" y="16252"/>
                </a:cubicBezTo>
                <a:cubicBezTo>
                  <a:pt x="54739" y="19824"/>
                  <a:pt x="51078" y="27280"/>
                  <a:pt x="51078" y="41077"/>
                </a:cubicBezTo>
                <a:lnTo>
                  <a:pt x="51078" y="59248"/>
                </a:lnTo>
                <a:lnTo>
                  <a:pt x="98807" y="59248"/>
                </a:lnTo>
                <a:lnTo>
                  <a:pt x="98807" y="65321"/>
                </a:lnTo>
                <a:lnTo>
                  <a:pt x="33174" y="65321"/>
                </a:lnTo>
                <a:cubicBezTo>
                  <a:pt x="19288" y="65321"/>
                  <a:pt x="7144" y="73670"/>
                  <a:pt x="3349" y="89520"/>
                </a:cubicBezTo>
                <a:cubicBezTo>
                  <a:pt x="-1027" y="107692"/>
                  <a:pt x="-1206" y="119033"/>
                  <a:pt x="3349" y="138008"/>
                </a:cubicBezTo>
                <a:cubicBezTo>
                  <a:pt x="6742" y="152117"/>
                  <a:pt x="14823" y="162208"/>
                  <a:pt x="28709" y="162208"/>
                </a:cubicBezTo>
                <a:lnTo>
                  <a:pt x="45095" y="162208"/>
                </a:lnTo>
                <a:lnTo>
                  <a:pt x="45095" y="140419"/>
                </a:lnTo>
                <a:cubicBezTo>
                  <a:pt x="45095" y="124658"/>
                  <a:pt x="58713" y="110773"/>
                  <a:pt x="74920" y="110773"/>
                </a:cubicBezTo>
                <a:close/>
                <a:moveTo>
                  <a:pt x="71973" y="28888"/>
                </a:moveTo>
                <a:cubicBezTo>
                  <a:pt x="77000" y="28888"/>
                  <a:pt x="81082" y="32969"/>
                  <a:pt x="81082" y="37996"/>
                </a:cubicBezTo>
                <a:cubicBezTo>
                  <a:pt x="81082" y="43023"/>
                  <a:pt x="77000" y="47104"/>
                  <a:pt x="71973" y="47104"/>
                </a:cubicBezTo>
                <a:cubicBezTo>
                  <a:pt x="66946" y="47104"/>
                  <a:pt x="62865" y="43023"/>
                  <a:pt x="62865" y="37996"/>
                </a:cubicBezTo>
                <a:cubicBezTo>
                  <a:pt x="62865" y="32969"/>
                  <a:pt x="66946" y="28888"/>
                  <a:pt x="71973" y="28888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0" name="Text 7"/>
          <p:cNvSpPr/>
          <p:nvPr/>
        </p:nvSpPr>
        <p:spPr>
          <a:xfrm>
            <a:off x="952500" y="4995863"/>
            <a:ext cx="1152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 3.x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52500" y="5224463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Zamonaviy versiya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338239" y="497681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2452539" y="509111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57163"/>
                </a:lnTo>
                <a:cubicBezTo>
                  <a:pt x="0" y="172923"/>
                  <a:pt x="12814" y="185738"/>
                  <a:pt x="28575" y="185738"/>
                </a:cubicBezTo>
                <a:lnTo>
                  <a:pt x="92869" y="185738"/>
                </a:lnTo>
                <a:lnTo>
                  <a:pt x="85725" y="207169"/>
                </a:lnTo>
                <a:lnTo>
                  <a:pt x="53578" y="207169"/>
                </a:lnTo>
                <a:cubicBezTo>
                  <a:pt x="47640" y="207169"/>
                  <a:pt x="42863" y="211946"/>
                  <a:pt x="42863" y="217884"/>
                </a:cubicBezTo>
                <a:cubicBezTo>
                  <a:pt x="42863" y="223823"/>
                  <a:pt x="47640" y="228600"/>
                  <a:pt x="53578" y="228600"/>
                </a:cubicBezTo>
                <a:lnTo>
                  <a:pt x="175022" y="228600"/>
                </a:lnTo>
                <a:cubicBezTo>
                  <a:pt x="180960" y="228600"/>
                  <a:pt x="185738" y="223823"/>
                  <a:pt x="185738" y="217884"/>
                </a:cubicBezTo>
                <a:cubicBezTo>
                  <a:pt x="185738" y="211946"/>
                  <a:pt x="180960" y="207169"/>
                  <a:pt x="175022" y="207169"/>
                </a:cubicBezTo>
                <a:lnTo>
                  <a:pt x="142875" y="207169"/>
                </a:lnTo>
                <a:lnTo>
                  <a:pt x="135731" y="185738"/>
                </a:lnTo>
                <a:lnTo>
                  <a:pt x="200025" y="185738"/>
                </a:lnTo>
                <a:cubicBezTo>
                  <a:pt x="215786" y="185738"/>
                  <a:pt x="228600" y="172923"/>
                  <a:pt x="228600" y="157163"/>
                </a:cubicBezTo>
                <a:lnTo>
                  <a:pt x="228600" y="42863"/>
                </a:lnTo>
                <a:cubicBezTo>
                  <a:pt x="228600" y="27102"/>
                  <a:pt x="215786" y="14288"/>
                  <a:pt x="200025" y="14288"/>
                </a:cubicBezTo>
                <a:lnTo>
                  <a:pt x="28575" y="14288"/>
                </a:lnTo>
                <a:close/>
                <a:moveTo>
                  <a:pt x="42863" y="42863"/>
                </a:moveTo>
                <a:lnTo>
                  <a:pt x="185738" y="42863"/>
                </a:lnTo>
                <a:cubicBezTo>
                  <a:pt x="193640" y="42863"/>
                  <a:pt x="200025" y="49247"/>
                  <a:pt x="200025" y="57150"/>
                </a:cubicBezTo>
                <a:lnTo>
                  <a:pt x="200025" y="128588"/>
                </a:lnTo>
                <a:cubicBezTo>
                  <a:pt x="200025" y="136490"/>
                  <a:pt x="193640" y="142875"/>
                  <a:pt x="185738" y="142875"/>
                </a:cubicBezTo>
                <a:lnTo>
                  <a:pt x="42863" y="142875"/>
                </a:lnTo>
                <a:cubicBezTo>
                  <a:pt x="34960" y="142875"/>
                  <a:pt x="28575" y="136490"/>
                  <a:pt x="28575" y="128588"/>
                </a:cubicBezTo>
                <a:lnTo>
                  <a:pt x="28575" y="57150"/>
                </a:lnTo>
                <a:cubicBezTo>
                  <a:pt x="28575" y="49247"/>
                  <a:pt x="34960" y="42863"/>
                  <a:pt x="42863" y="42863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4" name="Text 11"/>
          <p:cNvSpPr/>
          <p:nvPr/>
        </p:nvSpPr>
        <p:spPr>
          <a:xfrm>
            <a:off x="2909739" y="4995863"/>
            <a:ext cx="1314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Cross-Platform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909739" y="5224463"/>
            <a:ext cx="1304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Windows/Mac/Linux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449217" y="497681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4592092" y="5091113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28575"/>
                </a:moveTo>
                <a:cubicBezTo>
                  <a:pt x="0" y="12814"/>
                  <a:pt x="12814" y="0"/>
                  <a:pt x="28575" y="0"/>
                </a:cubicBezTo>
                <a:lnTo>
                  <a:pt x="95324" y="0"/>
                </a:lnTo>
                <a:cubicBezTo>
                  <a:pt x="102915" y="0"/>
                  <a:pt x="110192" y="2991"/>
                  <a:pt x="115550" y="8349"/>
                </a:cubicBezTo>
                <a:lnTo>
                  <a:pt x="163101" y="55944"/>
                </a:lnTo>
                <a:cubicBezTo>
                  <a:pt x="168459" y="61302"/>
                  <a:pt x="171450" y="68580"/>
                  <a:pt x="171450" y="76170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28575"/>
                </a:lnTo>
                <a:close/>
                <a:moveTo>
                  <a:pt x="92869" y="26119"/>
                </a:moveTo>
                <a:lnTo>
                  <a:pt x="92869" y="67866"/>
                </a:lnTo>
                <a:cubicBezTo>
                  <a:pt x="92869" y="73804"/>
                  <a:pt x="97646" y="78581"/>
                  <a:pt x="103584" y="78581"/>
                </a:cubicBezTo>
                <a:lnTo>
                  <a:pt x="145331" y="78581"/>
                </a:lnTo>
                <a:lnTo>
                  <a:pt x="92869" y="26119"/>
                </a:lnTo>
                <a:close/>
                <a:moveTo>
                  <a:pt x="68848" y="131981"/>
                </a:moveTo>
                <a:cubicBezTo>
                  <a:pt x="72688" y="127471"/>
                  <a:pt x="72197" y="120729"/>
                  <a:pt x="67687" y="116890"/>
                </a:cubicBezTo>
                <a:cubicBezTo>
                  <a:pt x="63178" y="113050"/>
                  <a:pt x="56436" y="113541"/>
                  <a:pt x="52596" y="118050"/>
                </a:cubicBezTo>
                <a:lnTo>
                  <a:pt x="31165" y="143054"/>
                </a:lnTo>
                <a:cubicBezTo>
                  <a:pt x="27727" y="147072"/>
                  <a:pt x="27727" y="152966"/>
                  <a:pt x="31165" y="156984"/>
                </a:cubicBezTo>
                <a:lnTo>
                  <a:pt x="52596" y="181987"/>
                </a:lnTo>
                <a:cubicBezTo>
                  <a:pt x="56436" y="186497"/>
                  <a:pt x="63222" y="186988"/>
                  <a:pt x="67687" y="183148"/>
                </a:cubicBezTo>
                <a:cubicBezTo>
                  <a:pt x="72152" y="179308"/>
                  <a:pt x="72688" y="172522"/>
                  <a:pt x="68848" y="168057"/>
                </a:cubicBezTo>
                <a:lnTo>
                  <a:pt x="53400" y="150019"/>
                </a:lnTo>
                <a:lnTo>
                  <a:pt x="68848" y="131981"/>
                </a:lnTo>
                <a:close/>
                <a:moveTo>
                  <a:pt x="118854" y="118050"/>
                </a:moveTo>
                <a:cubicBezTo>
                  <a:pt x="115014" y="113541"/>
                  <a:pt x="108228" y="113050"/>
                  <a:pt x="103763" y="116890"/>
                </a:cubicBezTo>
                <a:cubicBezTo>
                  <a:pt x="99298" y="120729"/>
                  <a:pt x="98762" y="127516"/>
                  <a:pt x="102602" y="131981"/>
                </a:cubicBezTo>
                <a:lnTo>
                  <a:pt x="118050" y="150019"/>
                </a:lnTo>
                <a:lnTo>
                  <a:pt x="102602" y="168057"/>
                </a:lnTo>
                <a:cubicBezTo>
                  <a:pt x="98762" y="172566"/>
                  <a:pt x="99253" y="179308"/>
                  <a:pt x="103763" y="183148"/>
                </a:cubicBezTo>
                <a:cubicBezTo>
                  <a:pt x="108272" y="186988"/>
                  <a:pt x="115014" y="186497"/>
                  <a:pt x="118854" y="181987"/>
                </a:cubicBezTo>
                <a:lnTo>
                  <a:pt x="140285" y="156984"/>
                </a:lnTo>
                <a:cubicBezTo>
                  <a:pt x="143723" y="152966"/>
                  <a:pt x="143723" y="147072"/>
                  <a:pt x="140285" y="143054"/>
                </a:cubicBezTo>
                <a:lnTo>
                  <a:pt x="118854" y="118050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8" name="Text 15"/>
          <p:cNvSpPr/>
          <p:nvPr/>
        </p:nvSpPr>
        <p:spPr>
          <a:xfrm>
            <a:off x="5020717" y="4995863"/>
            <a:ext cx="904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GUI Toolkit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020717" y="5224463"/>
            <a:ext cx="895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Qt Framework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5763" y="385763"/>
            <a:ext cx="923925" cy="390525"/>
          </a:xfrm>
          <a:custGeom>
            <a:avLst/>
            <a:gdLst/>
            <a:ahLst/>
            <a:cxnLst/>
            <a:rect l="l" t="t" r="r" b="b"/>
            <a:pathLst>
              <a:path w="923925" h="390525">
                <a:moveTo>
                  <a:pt x="76199" y="0"/>
                </a:moveTo>
                <a:lnTo>
                  <a:pt x="847726" y="0"/>
                </a:lnTo>
                <a:cubicBezTo>
                  <a:pt x="889809" y="0"/>
                  <a:pt x="923925" y="34116"/>
                  <a:pt x="923925" y="76199"/>
                </a:cubicBezTo>
                <a:lnTo>
                  <a:pt x="923925" y="314326"/>
                </a:lnTo>
                <a:cubicBezTo>
                  <a:pt x="923925" y="356409"/>
                  <a:pt x="889809" y="390525"/>
                  <a:pt x="847726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2925" y="514350"/>
            <a:ext cx="6767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MAZMUN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93345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Mundarija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700213"/>
            <a:ext cx="5591175" cy="962025"/>
          </a:xfrm>
          <a:custGeom>
            <a:avLst/>
            <a:gdLst/>
            <a:ahLst/>
            <a:cxnLst/>
            <a:rect l="l" t="t" r="r" b="b"/>
            <a:pathLst>
              <a:path w="5591175" h="962025">
                <a:moveTo>
                  <a:pt x="114298" y="0"/>
                </a:moveTo>
                <a:lnTo>
                  <a:pt x="5476877" y="0"/>
                </a:lnTo>
                <a:cubicBezTo>
                  <a:pt x="5540002" y="0"/>
                  <a:pt x="5591175" y="51173"/>
                  <a:pt x="5591175" y="114298"/>
                </a:cubicBezTo>
                <a:lnTo>
                  <a:pt x="5591175" y="847727"/>
                </a:lnTo>
                <a:cubicBezTo>
                  <a:pt x="5591175" y="910852"/>
                  <a:pt x="5540002" y="962025"/>
                  <a:pt x="5476877" y="962025"/>
                </a:cubicBezTo>
                <a:lnTo>
                  <a:pt x="114298" y="962025"/>
                </a:lnTo>
                <a:cubicBezTo>
                  <a:pt x="51173" y="962025"/>
                  <a:pt x="0" y="910852"/>
                  <a:pt x="0" y="8477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1025" y="18954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28960" y="2009775"/>
            <a:ext cx="352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66825" y="1895475"/>
            <a:ext cx="349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PyQt5 Asoslari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6825" y="2238375"/>
            <a:ext cx="3476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PyQt5 kutubxonasi, o'rnatish va asosiy tushunchalar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5763" y="2824163"/>
            <a:ext cx="5591175" cy="962025"/>
          </a:xfrm>
          <a:custGeom>
            <a:avLst/>
            <a:gdLst/>
            <a:ahLst/>
            <a:cxnLst/>
            <a:rect l="l" t="t" r="r" b="b"/>
            <a:pathLst>
              <a:path w="5591175" h="962025">
                <a:moveTo>
                  <a:pt x="114298" y="0"/>
                </a:moveTo>
                <a:lnTo>
                  <a:pt x="5476877" y="0"/>
                </a:lnTo>
                <a:cubicBezTo>
                  <a:pt x="5540002" y="0"/>
                  <a:pt x="5591175" y="51173"/>
                  <a:pt x="5591175" y="114298"/>
                </a:cubicBezTo>
                <a:lnTo>
                  <a:pt x="5591175" y="847727"/>
                </a:lnTo>
                <a:cubicBezTo>
                  <a:pt x="5591175" y="910852"/>
                  <a:pt x="5540002" y="962025"/>
                  <a:pt x="5476877" y="962025"/>
                </a:cubicBezTo>
                <a:lnTo>
                  <a:pt x="114298" y="962025"/>
                </a:lnTo>
                <a:cubicBezTo>
                  <a:pt x="51173" y="962025"/>
                  <a:pt x="0" y="910852"/>
                  <a:pt x="0" y="8477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1025" y="30194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08273" y="3133725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66825" y="3019425"/>
            <a:ext cx="2590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QMainWindow Arxitekturasi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66825" y="3362325"/>
            <a:ext cx="2571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Asosiy oyna tuzilishi va komponentlari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5763" y="3948112"/>
            <a:ext cx="5591175" cy="962025"/>
          </a:xfrm>
          <a:custGeom>
            <a:avLst/>
            <a:gdLst/>
            <a:ahLst/>
            <a:cxnLst/>
            <a:rect l="l" t="t" r="r" b="b"/>
            <a:pathLst>
              <a:path w="5591175" h="962025">
                <a:moveTo>
                  <a:pt x="114298" y="0"/>
                </a:moveTo>
                <a:lnTo>
                  <a:pt x="5476877" y="0"/>
                </a:lnTo>
                <a:cubicBezTo>
                  <a:pt x="5540002" y="0"/>
                  <a:pt x="5591175" y="51173"/>
                  <a:pt x="5591175" y="114298"/>
                </a:cubicBezTo>
                <a:lnTo>
                  <a:pt x="5591175" y="847727"/>
                </a:lnTo>
                <a:cubicBezTo>
                  <a:pt x="5591175" y="910852"/>
                  <a:pt x="5540002" y="962025"/>
                  <a:pt x="5476877" y="962025"/>
                </a:cubicBezTo>
                <a:lnTo>
                  <a:pt x="114298" y="962025"/>
                </a:lnTo>
                <a:cubicBezTo>
                  <a:pt x="51173" y="962025"/>
                  <a:pt x="0" y="910852"/>
                  <a:pt x="0" y="8477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1025" y="41433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07231" y="4257675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66825" y="4143375"/>
            <a:ext cx="2457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Asosiy Vidjetlar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66825" y="4486275"/>
            <a:ext cx="243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Matn muharriri uchun zarur vidjetlar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5763" y="5072063"/>
            <a:ext cx="5591175" cy="962025"/>
          </a:xfrm>
          <a:custGeom>
            <a:avLst/>
            <a:gdLst/>
            <a:ahLst/>
            <a:cxnLst/>
            <a:rect l="l" t="t" r="r" b="b"/>
            <a:pathLst>
              <a:path w="5591175" h="962025">
                <a:moveTo>
                  <a:pt x="114298" y="0"/>
                </a:moveTo>
                <a:lnTo>
                  <a:pt x="5476877" y="0"/>
                </a:lnTo>
                <a:cubicBezTo>
                  <a:pt x="5540002" y="0"/>
                  <a:pt x="5591175" y="51173"/>
                  <a:pt x="5591175" y="114298"/>
                </a:cubicBezTo>
                <a:lnTo>
                  <a:pt x="5591175" y="847727"/>
                </a:lnTo>
                <a:cubicBezTo>
                  <a:pt x="5591175" y="910852"/>
                  <a:pt x="5540002" y="962025"/>
                  <a:pt x="5476877" y="962025"/>
                </a:cubicBezTo>
                <a:lnTo>
                  <a:pt x="114298" y="962025"/>
                </a:lnTo>
                <a:cubicBezTo>
                  <a:pt x="51173" y="962025"/>
                  <a:pt x="0" y="910852"/>
                  <a:pt x="0" y="8477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1025" y="52673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07380" y="5381625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66825" y="5267325"/>
            <a:ext cx="2209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Menyu va Toolbar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66825" y="5610225"/>
            <a:ext cx="2190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QAction orqali interfeys yaratish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15063" y="1700213"/>
            <a:ext cx="5591175" cy="962025"/>
          </a:xfrm>
          <a:custGeom>
            <a:avLst/>
            <a:gdLst/>
            <a:ahLst/>
            <a:cxnLst/>
            <a:rect l="l" t="t" r="r" b="b"/>
            <a:pathLst>
              <a:path w="5591175" h="962025">
                <a:moveTo>
                  <a:pt x="114298" y="0"/>
                </a:moveTo>
                <a:lnTo>
                  <a:pt x="5476877" y="0"/>
                </a:lnTo>
                <a:cubicBezTo>
                  <a:pt x="5540002" y="0"/>
                  <a:pt x="5591175" y="51173"/>
                  <a:pt x="5591175" y="114298"/>
                </a:cubicBezTo>
                <a:lnTo>
                  <a:pt x="5591175" y="847727"/>
                </a:lnTo>
                <a:cubicBezTo>
                  <a:pt x="5591175" y="910852"/>
                  <a:pt x="5540002" y="962025"/>
                  <a:pt x="5476877" y="962025"/>
                </a:cubicBezTo>
                <a:lnTo>
                  <a:pt x="114298" y="962025"/>
                </a:lnTo>
                <a:cubicBezTo>
                  <a:pt x="51173" y="962025"/>
                  <a:pt x="0" y="910852"/>
                  <a:pt x="0" y="8477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10325" y="18954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538168" y="2009775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96125" y="1895475"/>
            <a:ext cx="2638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Fayl Operatsiyalari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096125" y="2238375"/>
            <a:ext cx="2619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Fayllarni ochish, saqlash va boshqarish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15063" y="2824163"/>
            <a:ext cx="5591175" cy="962025"/>
          </a:xfrm>
          <a:custGeom>
            <a:avLst/>
            <a:gdLst/>
            <a:ahLst/>
            <a:cxnLst/>
            <a:rect l="l" t="t" r="r" b="b"/>
            <a:pathLst>
              <a:path w="5591175" h="962025">
                <a:moveTo>
                  <a:pt x="114298" y="0"/>
                </a:moveTo>
                <a:lnTo>
                  <a:pt x="5476877" y="0"/>
                </a:lnTo>
                <a:cubicBezTo>
                  <a:pt x="5540002" y="0"/>
                  <a:pt x="5591175" y="51173"/>
                  <a:pt x="5591175" y="114298"/>
                </a:cubicBezTo>
                <a:lnTo>
                  <a:pt x="5591175" y="847727"/>
                </a:lnTo>
                <a:cubicBezTo>
                  <a:pt x="5591175" y="910852"/>
                  <a:pt x="5540002" y="962025"/>
                  <a:pt x="5476877" y="962025"/>
                </a:cubicBezTo>
                <a:lnTo>
                  <a:pt x="114298" y="962025"/>
                </a:lnTo>
                <a:cubicBezTo>
                  <a:pt x="51173" y="962025"/>
                  <a:pt x="0" y="910852"/>
                  <a:pt x="0" y="8477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10325" y="30194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535638" y="3133725"/>
            <a:ext cx="400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96125" y="3019425"/>
            <a:ext cx="2000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Matn Formatlash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96125" y="3362325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Qalin, kursiv va ostiga chizish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15063" y="3948112"/>
            <a:ext cx="5591175" cy="962025"/>
          </a:xfrm>
          <a:custGeom>
            <a:avLst/>
            <a:gdLst/>
            <a:ahLst/>
            <a:cxnLst/>
            <a:rect l="l" t="t" r="r" b="b"/>
            <a:pathLst>
              <a:path w="5591175" h="962025">
                <a:moveTo>
                  <a:pt x="114298" y="0"/>
                </a:moveTo>
                <a:lnTo>
                  <a:pt x="5476877" y="0"/>
                </a:lnTo>
                <a:cubicBezTo>
                  <a:pt x="5540002" y="0"/>
                  <a:pt x="5591175" y="51173"/>
                  <a:pt x="5591175" y="114298"/>
                </a:cubicBezTo>
                <a:lnTo>
                  <a:pt x="5591175" y="847727"/>
                </a:lnTo>
                <a:cubicBezTo>
                  <a:pt x="5591175" y="910852"/>
                  <a:pt x="5540002" y="962025"/>
                  <a:pt x="5476877" y="962025"/>
                </a:cubicBezTo>
                <a:lnTo>
                  <a:pt x="114298" y="962025"/>
                </a:lnTo>
                <a:cubicBezTo>
                  <a:pt x="51173" y="962025"/>
                  <a:pt x="0" y="910852"/>
                  <a:pt x="0" y="8477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10325" y="41433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545461" y="4257675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096125" y="4143375"/>
            <a:ext cx="2657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Xatolarni Boshqarish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096125" y="4486275"/>
            <a:ext cx="2638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GUI dasturlarida xatolarni qayta ishlash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15063" y="5072063"/>
            <a:ext cx="5591175" cy="962025"/>
          </a:xfrm>
          <a:custGeom>
            <a:avLst/>
            <a:gdLst/>
            <a:ahLst/>
            <a:cxnLst/>
            <a:rect l="l" t="t" r="r" b="b"/>
            <a:pathLst>
              <a:path w="5591175" h="962025">
                <a:moveTo>
                  <a:pt x="114298" y="0"/>
                </a:moveTo>
                <a:lnTo>
                  <a:pt x="5476877" y="0"/>
                </a:lnTo>
                <a:cubicBezTo>
                  <a:pt x="5540002" y="0"/>
                  <a:pt x="5591175" y="51173"/>
                  <a:pt x="5591175" y="114298"/>
                </a:cubicBezTo>
                <a:lnTo>
                  <a:pt x="5591175" y="847727"/>
                </a:lnTo>
                <a:cubicBezTo>
                  <a:pt x="5591175" y="910852"/>
                  <a:pt x="5540002" y="962025"/>
                  <a:pt x="5476877" y="962025"/>
                </a:cubicBezTo>
                <a:lnTo>
                  <a:pt x="114298" y="962025"/>
                </a:lnTo>
                <a:cubicBezTo>
                  <a:pt x="51173" y="962025"/>
                  <a:pt x="0" y="910852"/>
                  <a:pt x="0" y="8477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10325" y="52673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533852" y="5381625"/>
            <a:ext cx="400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096125" y="5267325"/>
            <a:ext cx="2276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Amaliy Misol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096125" y="5610225"/>
            <a:ext cx="2257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To'liq matn muharriri dasturi kodi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4kwallpapers.com/5eaa5e64902b0301bed92da434e985d5a398216f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5000" b="500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E293B"/>
              </a:gs>
              <a:gs pos="50000">
                <a:srgbClr val="1E293B">
                  <a:alpha val="95000"/>
                </a:srgbClr>
              </a:gs>
              <a:gs pos="100000">
                <a:srgbClr val="3B82F6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2124075"/>
            <a:ext cx="1304925" cy="428625"/>
          </a:xfrm>
          <a:custGeom>
            <a:avLst/>
            <a:gdLst/>
            <a:ahLst/>
            <a:cxnLst/>
            <a:rect l="l" t="t" r="r" b="b"/>
            <a:pathLst>
              <a:path w="1304925" h="428625">
                <a:moveTo>
                  <a:pt x="114301" y="0"/>
                </a:moveTo>
                <a:lnTo>
                  <a:pt x="1190624" y="0"/>
                </a:lnTo>
                <a:cubicBezTo>
                  <a:pt x="1253751" y="0"/>
                  <a:pt x="1304925" y="51174"/>
                  <a:pt x="1304925" y="114301"/>
                </a:cubicBezTo>
                <a:lnTo>
                  <a:pt x="1304925" y="314324"/>
                </a:lnTo>
                <a:cubicBezTo>
                  <a:pt x="1304925" y="377451"/>
                  <a:pt x="1253751" y="428625"/>
                  <a:pt x="1190624" y="428625"/>
                </a:cubicBezTo>
                <a:lnTo>
                  <a:pt x="114301" y="428625"/>
                </a:lnTo>
                <a:cubicBezTo>
                  <a:pt x="51174" y="428625"/>
                  <a:pt x="0" y="377451"/>
                  <a:pt x="0" y="3143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1025" y="2233613"/>
            <a:ext cx="100488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spc="75" kern="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BO'LIM 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786063"/>
            <a:ext cx="54483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PyQt5 Asoslari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871913"/>
            <a:ext cx="52197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PyQt5 kutubxonasi, o'rnatish va asosiy tushunchalar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700588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9" name="Shape 6"/>
          <p:cNvSpPr/>
          <p:nvPr/>
        </p:nvSpPr>
        <p:spPr>
          <a:xfrm>
            <a:off x="1447800" y="4700588"/>
            <a:ext cx="457200" cy="38100"/>
          </a:xfrm>
          <a:custGeom>
            <a:avLst/>
            <a:gdLst/>
            <a:ahLst/>
            <a:cxnLst/>
            <a:rect l="l" t="t" r="r" b="b"/>
            <a:pathLst>
              <a:path w="457200" h="38100">
                <a:moveTo>
                  <a:pt x="0" y="0"/>
                </a:moveTo>
                <a:lnTo>
                  <a:pt x="457200" y="0"/>
                </a:lnTo>
                <a:lnTo>
                  <a:pt x="457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>
              <a:alpha val="50196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2057400" y="4700588"/>
            <a:ext cx="228600" cy="38100"/>
          </a:xfrm>
          <a:custGeom>
            <a:avLst/>
            <a:gdLst/>
            <a:ahLst/>
            <a:cxnLst/>
            <a:rect l="l" t="t" r="r" b="b"/>
            <a:pathLst>
              <a:path w="228600" h="38100">
                <a:moveTo>
                  <a:pt x="0" y="0"/>
                </a:moveTo>
                <a:lnTo>
                  <a:pt x="228600" y="0"/>
                </a:lnTo>
                <a:lnTo>
                  <a:pt x="228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5763" y="385763"/>
            <a:ext cx="1428750" cy="390525"/>
          </a:xfrm>
          <a:custGeom>
            <a:avLst/>
            <a:gdLst/>
            <a:ahLst/>
            <a:cxnLst/>
            <a:rect l="l" t="t" r="r" b="b"/>
            <a:pathLst>
              <a:path w="1428750" h="390525">
                <a:moveTo>
                  <a:pt x="76199" y="0"/>
                </a:moveTo>
                <a:lnTo>
                  <a:pt x="1352551" y="0"/>
                </a:lnTo>
                <a:cubicBezTo>
                  <a:pt x="1394634" y="0"/>
                  <a:pt x="1428750" y="34116"/>
                  <a:pt x="1428750" y="76199"/>
                </a:cubicBezTo>
                <a:lnTo>
                  <a:pt x="1428750" y="314326"/>
                </a:lnTo>
                <a:cubicBezTo>
                  <a:pt x="1428750" y="356409"/>
                  <a:pt x="1394634" y="390525"/>
                  <a:pt x="1352551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2925" y="514350"/>
            <a:ext cx="11822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PYQT5 ASOSLARI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9535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PyQt5 nima?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509713"/>
            <a:ext cx="6753225" cy="2428875"/>
          </a:xfrm>
          <a:custGeom>
            <a:avLst/>
            <a:gdLst/>
            <a:ahLst/>
            <a:cxnLst/>
            <a:rect l="l" t="t" r="r" b="b"/>
            <a:pathLst>
              <a:path w="6753225" h="2428875">
                <a:moveTo>
                  <a:pt x="114303" y="0"/>
                </a:moveTo>
                <a:lnTo>
                  <a:pt x="6638922" y="0"/>
                </a:lnTo>
                <a:cubicBezTo>
                  <a:pt x="6702008" y="0"/>
                  <a:pt x="6753225" y="51217"/>
                  <a:pt x="6753225" y="114303"/>
                </a:cubicBezTo>
                <a:lnTo>
                  <a:pt x="6753225" y="2314572"/>
                </a:lnTo>
                <a:cubicBezTo>
                  <a:pt x="6753225" y="2377658"/>
                  <a:pt x="6702008" y="2428875"/>
                  <a:pt x="6638922" y="2428875"/>
                </a:cubicBezTo>
                <a:lnTo>
                  <a:pt x="114303" y="2428875"/>
                </a:lnTo>
                <a:cubicBezTo>
                  <a:pt x="51217" y="2428875"/>
                  <a:pt x="0" y="2377658"/>
                  <a:pt x="0" y="231457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2938" y="17811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857250" y="1743075"/>
            <a:ext cx="6143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Umumiy Ma'lumot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9125" y="2162175"/>
            <a:ext cx="6362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PyQt5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bu Qt frameworkining Python bilan bog'lashi (binding). Riverbank Computing tomonidan yaratilgan bepul dasturiy ta'minot.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3888" y="2814638"/>
            <a:ext cx="3057525" cy="885825"/>
          </a:xfrm>
          <a:custGeom>
            <a:avLst/>
            <a:gdLst/>
            <a:ahLst/>
            <a:cxnLst/>
            <a:rect l="l" t="t" r="r" b="b"/>
            <a:pathLst>
              <a:path w="3057525" h="885825">
                <a:moveTo>
                  <a:pt x="76199" y="0"/>
                </a:moveTo>
                <a:lnTo>
                  <a:pt x="2981326" y="0"/>
                </a:lnTo>
                <a:cubicBezTo>
                  <a:pt x="3023410" y="0"/>
                  <a:pt x="3057525" y="34115"/>
                  <a:pt x="3057525" y="76199"/>
                </a:cubicBezTo>
                <a:lnTo>
                  <a:pt x="3057525" y="809626"/>
                </a:lnTo>
                <a:cubicBezTo>
                  <a:pt x="3057525" y="851710"/>
                  <a:pt x="3023410" y="885825"/>
                  <a:pt x="2981326" y="885825"/>
                </a:cubicBezTo>
                <a:lnTo>
                  <a:pt x="76199" y="885825"/>
                </a:lnTo>
                <a:cubicBezTo>
                  <a:pt x="34115" y="885825"/>
                  <a:pt x="0" y="851710"/>
                  <a:pt x="0" y="8096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1050" y="2971800"/>
            <a:ext cx="2886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440+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81050" y="3352800"/>
            <a:ext cx="2809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Sinf (Class)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45123" y="2814638"/>
            <a:ext cx="3057525" cy="885825"/>
          </a:xfrm>
          <a:custGeom>
            <a:avLst/>
            <a:gdLst/>
            <a:ahLst/>
            <a:cxnLst/>
            <a:rect l="l" t="t" r="r" b="b"/>
            <a:pathLst>
              <a:path w="3057525" h="885825">
                <a:moveTo>
                  <a:pt x="76199" y="0"/>
                </a:moveTo>
                <a:lnTo>
                  <a:pt x="2981326" y="0"/>
                </a:lnTo>
                <a:cubicBezTo>
                  <a:pt x="3023410" y="0"/>
                  <a:pt x="3057525" y="34115"/>
                  <a:pt x="3057525" y="76199"/>
                </a:cubicBezTo>
                <a:lnTo>
                  <a:pt x="3057525" y="809626"/>
                </a:lnTo>
                <a:cubicBezTo>
                  <a:pt x="3057525" y="851710"/>
                  <a:pt x="3023410" y="885825"/>
                  <a:pt x="2981326" y="885825"/>
                </a:cubicBezTo>
                <a:lnTo>
                  <a:pt x="76199" y="885825"/>
                </a:lnTo>
                <a:cubicBezTo>
                  <a:pt x="34115" y="885825"/>
                  <a:pt x="0" y="851710"/>
                  <a:pt x="0" y="8096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02286" y="2971800"/>
            <a:ext cx="2886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6000+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002286" y="3352800"/>
            <a:ext cx="2809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Funksiya/Metod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5763" y="4138613"/>
            <a:ext cx="6753225" cy="2257425"/>
          </a:xfrm>
          <a:custGeom>
            <a:avLst/>
            <a:gdLst/>
            <a:ahLst/>
            <a:cxnLst/>
            <a:rect l="l" t="t" r="r" b="b"/>
            <a:pathLst>
              <a:path w="6753225" h="2257425">
                <a:moveTo>
                  <a:pt x="114293" y="0"/>
                </a:moveTo>
                <a:lnTo>
                  <a:pt x="6638932" y="0"/>
                </a:lnTo>
                <a:cubicBezTo>
                  <a:pt x="6702012" y="0"/>
                  <a:pt x="6753225" y="51213"/>
                  <a:pt x="6753225" y="114293"/>
                </a:cubicBezTo>
                <a:lnTo>
                  <a:pt x="6753225" y="2143132"/>
                </a:lnTo>
                <a:cubicBezTo>
                  <a:pt x="6753225" y="2206212"/>
                  <a:pt x="6702012" y="2257425"/>
                  <a:pt x="6638932" y="2257425"/>
                </a:cubicBezTo>
                <a:lnTo>
                  <a:pt x="114293" y="2257425"/>
                </a:lnTo>
                <a:cubicBezTo>
                  <a:pt x="51213" y="2257425"/>
                  <a:pt x="0" y="2206212"/>
                  <a:pt x="0" y="21431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2938" y="44100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05668" y="-484"/>
                </a:moveTo>
                <a:cubicBezTo>
                  <a:pt x="99231" y="-4204"/>
                  <a:pt x="91269" y="-4204"/>
                  <a:pt x="84832" y="-484"/>
                </a:cubicBezTo>
                <a:lnTo>
                  <a:pt x="53504" y="17599"/>
                </a:lnTo>
                <a:cubicBezTo>
                  <a:pt x="47067" y="21320"/>
                  <a:pt x="43086" y="28203"/>
                  <a:pt x="43086" y="35644"/>
                </a:cubicBezTo>
                <a:lnTo>
                  <a:pt x="43086" y="73558"/>
                </a:lnTo>
                <a:lnTo>
                  <a:pt x="10232" y="92534"/>
                </a:lnTo>
                <a:cubicBezTo>
                  <a:pt x="3795" y="96255"/>
                  <a:pt x="-186" y="103138"/>
                  <a:pt x="-186" y="110579"/>
                </a:cubicBezTo>
                <a:lnTo>
                  <a:pt x="-186" y="146782"/>
                </a:lnTo>
                <a:cubicBezTo>
                  <a:pt x="-186" y="154223"/>
                  <a:pt x="3795" y="161106"/>
                  <a:pt x="10232" y="164827"/>
                </a:cubicBezTo>
                <a:lnTo>
                  <a:pt x="41597" y="182910"/>
                </a:lnTo>
                <a:cubicBezTo>
                  <a:pt x="48034" y="186630"/>
                  <a:pt x="55997" y="186630"/>
                  <a:pt x="62433" y="182910"/>
                </a:cubicBezTo>
                <a:lnTo>
                  <a:pt x="95287" y="163934"/>
                </a:lnTo>
                <a:lnTo>
                  <a:pt x="128141" y="182910"/>
                </a:lnTo>
                <a:cubicBezTo>
                  <a:pt x="134578" y="186630"/>
                  <a:pt x="142540" y="186630"/>
                  <a:pt x="148977" y="182910"/>
                </a:cubicBezTo>
                <a:lnTo>
                  <a:pt x="180268" y="164827"/>
                </a:lnTo>
                <a:cubicBezTo>
                  <a:pt x="186705" y="161106"/>
                  <a:pt x="190686" y="154223"/>
                  <a:pt x="190686" y="146782"/>
                </a:cubicBezTo>
                <a:lnTo>
                  <a:pt x="190686" y="110579"/>
                </a:lnTo>
                <a:cubicBezTo>
                  <a:pt x="190686" y="103138"/>
                  <a:pt x="186705" y="96255"/>
                  <a:pt x="180268" y="92534"/>
                </a:cubicBezTo>
                <a:lnTo>
                  <a:pt x="147414" y="73558"/>
                </a:lnTo>
                <a:lnTo>
                  <a:pt x="147414" y="35644"/>
                </a:lnTo>
                <a:cubicBezTo>
                  <a:pt x="147414" y="28203"/>
                  <a:pt x="143433" y="21320"/>
                  <a:pt x="136996" y="17599"/>
                </a:cubicBezTo>
                <a:lnTo>
                  <a:pt x="105668" y="-484"/>
                </a:lnTo>
                <a:close/>
                <a:moveTo>
                  <a:pt x="86320" y="108868"/>
                </a:moveTo>
                <a:lnTo>
                  <a:pt x="86320" y="148493"/>
                </a:lnTo>
                <a:lnTo>
                  <a:pt x="53467" y="167469"/>
                </a:lnTo>
                <a:cubicBezTo>
                  <a:pt x="53020" y="167729"/>
                  <a:pt x="52499" y="167878"/>
                  <a:pt x="51978" y="167878"/>
                </a:cubicBezTo>
                <a:lnTo>
                  <a:pt x="51978" y="128699"/>
                </a:lnTo>
                <a:lnTo>
                  <a:pt x="86320" y="108868"/>
                </a:lnTo>
                <a:close/>
                <a:moveTo>
                  <a:pt x="172417" y="109091"/>
                </a:moveTo>
                <a:cubicBezTo>
                  <a:pt x="172678" y="109538"/>
                  <a:pt x="172827" y="110058"/>
                  <a:pt x="172827" y="110579"/>
                </a:cubicBezTo>
                <a:lnTo>
                  <a:pt x="172827" y="146782"/>
                </a:lnTo>
                <a:cubicBezTo>
                  <a:pt x="172827" y="147861"/>
                  <a:pt x="172269" y="148828"/>
                  <a:pt x="171338" y="149349"/>
                </a:cubicBezTo>
                <a:lnTo>
                  <a:pt x="139973" y="167432"/>
                </a:lnTo>
                <a:cubicBezTo>
                  <a:pt x="139526" y="167692"/>
                  <a:pt x="139005" y="167841"/>
                  <a:pt x="138485" y="167841"/>
                </a:cubicBezTo>
                <a:lnTo>
                  <a:pt x="138485" y="128662"/>
                </a:lnTo>
                <a:lnTo>
                  <a:pt x="172417" y="109091"/>
                </a:lnTo>
                <a:close/>
                <a:moveTo>
                  <a:pt x="129592" y="35644"/>
                </a:moveTo>
                <a:lnTo>
                  <a:pt x="129592" y="73558"/>
                </a:lnTo>
                <a:lnTo>
                  <a:pt x="95250" y="93390"/>
                </a:lnTo>
                <a:lnTo>
                  <a:pt x="95250" y="53764"/>
                </a:lnTo>
                <a:lnTo>
                  <a:pt x="129183" y="34193"/>
                </a:lnTo>
                <a:cubicBezTo>
                  <a:pt x="129443" y="34640"/>
                  <a:pt x="129592" y="35161"/>
                  <a:pt x="129592" y="35682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857250" y="4371975"/>
            <a:ext cx="6143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Asosiy Modullar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3888" y="4795838"/>
            <a:ext cx="3076575" cy="619125"/>
          </a:xfrm>
          <a:custGeom>
            <a:avLst/>
            <a:gdLst/>
            <a:ahLst/>
            <a:cxnLst/>
            <a:rect l="l" t="t" r="r" b="b"/>
            <a:pathLst>
              <a:path w="3076575" h="619125">
                <a:moveTo>
                  <a:pt x="76202" y="0"/>
                </a:moveTo>
                <a:lnTo>
                  <a:pt x="3000373" y="0"/>
                </a:lnTo>
                <a:cubicBezTo>
                  <a:pt x="3042458" y="0"/>
                  <a:pt x="3076575" y="34117"/>
                  <a:pt x="3076575" y="76202"/>
                </a:cubicBezTo>
                <a:lnTo>
                  <a:pt x="3076575" y="542923"/>
                </a:lnTo>
                <a:cubicBezTo>
                  <a:pt x="3076575" y="585008"/>
                  <a:pt x="3042458" y="619125"/>
                  <a:pt x="3000373" y="619125"/>
                </a:cubicBezTo>
                <a:lnTo>
                  <a:pt x="76202" y="619125"/>
                </a:lnTo>
                <a:cubicBezTo>
                  <a:pt x="34117" y="619125"/>
                  <a:pt x="0" y="585008"/>
                  <a:pt x="0" y="5429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2950" y="4914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47725" y="50292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07394" y="357"/>
                </a:moveTo>
                <a:cubicBezTo>
                  <a:pt x="102334" y="-1101"/>
                  <a:pt x="97066" y="1845"/>
                  <a:pt x="95607" y="6906"/>
                </a:cubicBezTo>
                <a:lnTo>
                  <a:pt x="57507" y="140256"/>
                </a:lnTo>
                <a:cubicBezTo>
                  <a:pt x="56049" y="145316"/>
                  <a:pt x="58995" y="150584"/>
                  <a:pt x="64056" y="152043"/>
                </a:cubicBezTo>
                <a:cubicBezTo>
                  <a:pt x="69116" y="153501"/>
                  <a:pt x="74384" y="150555"/>
                  <a:pt x="75843" y="145494"/>
                </a:cubicBezTo>
                <a:lnTo>
                  <a:pt x="113943" y="12144"/>
                </a:lnTo>
                <a:cubicBezTo>
                  <a:pt x="115401" y="7084"/>
                  <a:pt x="112455" y="1816"/>
                  <a:pt x="107394" y="357"/>
                </a:cubicBezTo>
                <a:close/>
                <a:moveTo>
                  <a:pt x="126623" y="40868"/>
                </a:moveTo>
                <a:cubicBezTo>
                  <a:pt x="122902" y="44589"/>
                  <a:pt x="122902" y="50631"/>
                  <a:pt x="126623" y="54352"/>
                </a:cubicBezTo>
                <a:lnTo>
                  <a:pt x="148471" y="76200"/>
                </a:lnTo>
                <a:lnTo>
                  <a:pt x="126623" y="98048"/>
                </a:lnTo>
                <a:cubicBezTo>
                  <a:pt x="122902" y="101769"/>
                  <a:pt x="122902" y="107811"/>
                  <a:pt x="126623" y="111532"/>
                </a:cubicBezTo>
                <a:cubicBezTo>
                  <a:pt x="130344" y="115253"/>
                  <a:pt x="136386" y="115253"/>
                  <a:pt x="140107" y="111532"/>
                </a:cubicBezTo>
                <a:lnTo>
                  <a:pt x="168682" y="82957"/>
                </a:lnTo>
                <a:cubicBezTo>
                  <a:pt x="172403" y="79236"/>
                  <a:pt x="172403" y="73194"/>
                  <a:pt x="168682" y="69473"/>
                </a:cubicBezTo>
                <a:lnTo>
                  <a:pt x="140107" y="40898"/>
                </a:lnTo>
                <a:cubicBezTo>
                  <a:pt x="136386" y="37177"/>
                  <a:pt x="130344" y="37177"/>
                  <a:pt x="126623" y="40898"/>
                </a:cubicBezTo>
                <a:close/>
                <a:moveTo>
                  <a:pt x="44857" y="40868"/>
                </a:moveTo>
                <a:cubicBezTo>
                  <a:pt x="41136" y="37147"/>
                  <a:pt x="35094" y="37147"/>
                  <a:pt x="31373" y="40868"/>
                </a:cubicBezTo>
                <a:lnTo>
                  <a:pt x="2798" y="69443"/>
                </a:lnTo>
                <a:cubicBezTo>
                  <a:pt x="-923" y="73164"/>
                  <a:pt x="-923" y="79206"/>
                  <a:pt x="2798" y="82927"/>
                </a:cubicBezTo>
                <a:lnTo>
                  <a:pt x="31373" y="111502"/>
                </a:lnTo>
                <a:cubicBezTo>
                  <a:pt x="35094" y="115223"/>
                  <a:pt x="41136" y="115223"/>
                  <a:pt x="44857" y="111502"/>
                </a:cubicBezTo>
                <a:cubicBezTo>
                  <a:pt x="48578" y="107781"/>
                  <a:pt x="48578" y="101739"/>
                  <a:pt x="44857" y="98018"/>
                </a:cubicBezTo>
                <a:lnTo>
                  <a:pt x="23009" y="76200"/>
                </a:lnTo>
                <a:lnTo>
                  <a:pt x="44827" y="54352"/>
                </a:lnTo>
                <a:cubicBezTo>
                  <a:pt x="48548" y="50631"/>
                  <a:pt x="48548" y="44589"/>
                  <a:pt x="44827" y="40868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1238250" y="4933950"/>
            <a:ext cx="714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QtCore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8250" y="5124450"/>
            <a:ext cx="704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Asosiy sinflar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26073" y="4795838"/>
            <a:ext cx="3076575" cy="619125"/>
          </a:xfrm>
          <a:custGeom>
            <a:avLst/>
            <a:gdLst/>
            <a:ahLst/>
            <a:cxnLst/>
            <a:rect l="l" t="t" r="r" b="b"/>
            <a:pathLst>
              <a:path w="3076575" h="619125">
                <a:moveTo>
                  <a:pt x="76202" y="0"/>
                </a:moveTo>
                <a:lnTo>
                  <a:pt x="3000373" y="0"/>
                </a:lnTo>
                <a:cubicBezTo>
                  <a:pt x="3042458" y="0"/>
                  <a:pt x="3076575" y="34117"/>
                  <a:pt x="3076575" y="76202"/>
                </a:cubicBezTo>
                <a:lnTo>
                  <a:pt x="3076575" y="542923"/>
                </a:lnTo>
                <a:cubicBezTo>
                  <a:pt x="3076575" y="585008"/>
                  <a:pt x="3042458" y="619125"/>
                  <a:pt x="3000373" y="619125"/>
                </a:cubicBezTo>
                <a:lnTo>
                  <a:pt x="76202" y="619125"/>
                </a:lnTo>
                <a:cubicBezTo>
                  <a:pt x="34117" y="619125"/>
                  <a:pt x="0" y="585008"/>
                  <a:pt x="0" y="5429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45136" y="4914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049911" y="50292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43024" y="3066"/>
                </a:moveTo>
                <a:lnTo>
                  <a:pt x="77123" y="47030"/>
                </a:lnTo>
                <a:cubicBezTo>
                  <a:pt x="68461" y="52804"/>
                  <a:pt x="62954" y="62180"/>
                  <a:pt x="62061" y="72420"/>
                </a:cubicBezTo>
                <a:cubicBezTo>
                  <a:pt x="80605" y="76230"/>
                  <a:pt x="95220" y="90845"/>
                  <a:pt x="99060" y="109418"/>
                </a:cubicBezTo>
                <a:cubicBezTo>
                  <a:pt x="109329" y="108525"/>
                  <a:pt x="118676" y="103019"/>
                  <a:pt x="124450" y="94357"/>
                </a:cubicBezTo>
                <a:lnTo>
                  <a:pt x="168384" y="28426"/>
                </a:lnTo>
                <a:cubicBezTo>
                  <a:pt x="170378" y="25420"/>
                  <a:pt x="171450" y="21908"/>
                  <a:pt x="171450" y="18276"/>
                </a:cubicBezTo>
                <a:cubicBezTo>
                  <a:pt x="171450" y="8186"/>
                  <a:pt x="163264" y="0"/>
                  <a:pt x="153174" y="0"/>
                </a:cubicBezTo>
                <a:cubicBezTo>
                  <a:pt x="149572" y="0"/>
                  <a:pt x="146030" y="1072"/>
                  <a:pt x="143024" y="3066"/>
                </a:cubicBezTo>
                <a:close/>
                <a:moveTo>
                  <a:pt x="85725" y="119062"/>
                </a:moveTo>
                <a:cubicBezTo>
                  <a:pt x="85725" y="100638"/>
                  <a:pt x="70812" y="85725"/>
                  <a:pt x="52388" y="85725"/>
                </a:cubicBezTo>
                <a:cubicBezTo>
                  <a:pt x="33963" y="85725"/>
                  <a:pt x="19050" y="100638"/>
                  <a:pt x="19050" y="119062"/>
                </a:cubicBezTo>
                <a:cubicBezTo>
                  <a:pt x="19050" y="120223"/>
                  <a:pt x="19110" y="121384"/>
                  <a:pt x="19229" y="122515"/>
                </a:cubicBezTo>
                <a:cubicBezTo>
                  <a:pt x="19764" y="127724"/>
                  <a:pt x="16192" y="133350"/>
                  <a:pt x="10954" y="133350"/>
                </a:cubicBezTo>
                <a:lnTo>
                  <a:pt x="9525" y="133350"/>
                </a:lnTo>
                <a:cubicBezTo>
                  <a:pt x="4256" y="133350"/>
                  <a:pt x="0" y="137606"/>
                  <a:pt x="0" y="142875"/>
                </a:cubicBezTo>
                <a:cubicBezTo>
                  <a:pt x="0" y="148144"/>
                  <a:pt x="4256" y="152400"/>
                  <a:pt x="9525" y="152400"/>
                </a:cubicBezTo>
                <a:lnTo>
                  <a:pt x="52388" y="152400"/>
                </a:lnTo>
                <a:cubicBezTo>
                  <a:pt x="70812" y="152400"/>
                  <a:pt x="85725" y="137487"/>
                  <a:pt x="85725" y="119062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4440436" y="4933950"/>
            <a:ext cx="809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QtGui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440436" y="5124450"/>
            <a:ext cx="800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Grafik interfeys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3888" y="5538788"/>
            <a:ext cx="3076575" cy="619125"/>
          </a:xfrm>
          <a:custGeom>
            <a:avLst/>
            <a:gdLst/>
            <a:ahLst/>
            <a:cxnLst/>
            <a:rect l="l" t="t" r="r" b="b"/>
            <a:pathLst>
              <a:path w="3076575" h="619125">
                <a:moveTo>
                  <a:pt x="76202" y="0"/>
                </a:moveTo>
                <a:lnTo>
                  <a:pt x="3000373" y="0"/>
                </a:lnTo>
                <a:cubicBezTo>
                  <a:pt x="3042458" y="0"/>
                  <a:pt x="3076575" y="34117"/>
                  <a:pt x="3076575" y="76202"/>
                </a:cubicBezTo>
                <a:lnTo>
                  <a:pt x="3076575" y="542923"/>
                </a:lnTo>
                <a:cubicBezTo>
                  <a:pt x="3076575" y="585008"/>
                  <a:pt x="3042458" y="619125"/>
                  <a:pt x="3000373" y="619125"/>
                </a:cubicBezTo>
                <a:lnTo>
                  <a:pt x="76202" y="619125"/>
                </a:lnTo>
                <a:cubicBezTo>
                  <a:pt x="34117" y="619125"/>
                  <a:pt x="0" y="585008"/>
                  <a:pt x="0" y="5429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2950" y="56578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57250" y="57721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8543" y="19050"/>
                  <a:pt x="0" y="27593"/>
                  <a:pt x="0" y="38100"/>
                </a:cubicBezTo>
                <a:lnTo>
                  <a:pt x="0" y="114300"/>
                </a:lnTo>
                <a:cubicBezTo>
                  <a:pt x="0" y="124807"/>
                  <a:pt x="8543" y="133350"/>
                  <a:pt x="19050" y="133350"/>
                </a:cubicBezTo>
                <a:lnTo>
                  <a:pt x="133350" y="133350"/>
                </a:lnTo>
                <a:cubicBezTo>
                  <a:pt x="143857" y="133350"/>
                  <a:pt x="152400" y="124807"/>
                  <a:pt x="152400" y="114300"/>
                </a:cubicBezTo>
                <a:lnTo>
                  <a:pt x="152400" y="38100"/>
                </a:lnTo>
                <a:cubicBezTo>
                  <a:pt x="152400" y="27593"/>
                  <a:pt x="143857" y="19050"/>
                  <a:pt x="133350" y="19050"/>
                </a:cubicBezTo>
                <a:lnTo>
                  <a:pt x="19050" y="19050"/>
                </a:lnTo>
                <a:close/>
                <a:moveTo>
                  <a:pt x="26194" y="38100"/>
                </a:moveTo>
                <a:lnTo>
                  <a:pt x="126206" y="38100"/>
                </a:lnTo>
                <a:cubicBezTo>
                  <a:pt x="130165" y="38100"/>
                  <a:pt x="133350" y="41285"/>
                  <a:pt x="133350" y="45244"/>
                </a:cubicBezTo>
                <a:cubicBezTo>
                  <a:pt x="133350" y="49203"/>
                  <a:pt x="130165" y="52388"/>
                  <a:pt x="126206" y="52388"/>
                </a:cubicBezTo>
                <a:lnTo>
                  <a:pt x="26194" y="52388"/>
                </a:lnTo>
                <a:cubicBezTo>
                  <a:pt x="22235" y="52388"/>
                  <a:pt x="19050" y="49203"/>
                  <a:pt x="19050" y="45244"/>
                </a:cubicBezTo>
                <a:cubicBezTo>
                  <a:pt x="19050" y="41285"/>
                  <a:pt x="22235" y="38100"/>
                  <a:pt x="26194" y="3810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1238250" y="5676900"/>
            <a:ext cx="695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QtWidgets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38250" y="5867400"/>
            <a:ext cx="685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GUI vidjetlar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826073" y="5538788"/>
            <a:ext cx="3076575" cy="619125"/>
          </a:xfrm>
          <a:custGeom>
            <a:avLst/>
            <a:gdLst/>
            <a:ahLst/>
            <a:cxnLst/>
            <a:rect l="l" t="t" r="r" b="b"/>
            <a:pathLst>
              <a:path w="3076575" h="619125">
                <a:moveTo>
                  <a:pt x="76202" y="0"/>
                </a:moveTo>
                <a:lnTo>
                  <a:pt x="3000373" y="0"/>
                </a:lnTo>
                <a:cubicBezTo>
                  <a:pt x="3042458" y="0"/>
                  <a:pt x="3076575" y="34117"/>
                  <a:pt x="3076575" y="76202"/>
                </a:cubicBezTo>
                <a:lnTo>
                  <a:pt x="3076575" y="542923"/>
                </a:lnTo>
                <a:cubicBezTo>
                  <a:pt x="3076575" y="585008"/>
                  <a:pt x="3042458" y="619125"/>
                  <a:pt x="3000373" y="619125"/>
                </a:cubicBezTo>
                <a:lnTo>
                  <a:pt x="76202" y="619125"/>
                </a:lnTo>
                <a:cubicBezTo>
                  <a:pt x="34117" y="619125"/>
                  <a:pt x="0" y="585008"/>
                  <a:pt x="0" y="5429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945136" y="56578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059436" y="57721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8543"/>
                  <a:pt x="27593" y="0"/>
                  <a:pt x="38100" y="0"/>
                </a:cubicBezTo>
                <a:lnTo>
                  <a:pt x="101650" y="0"/>
                </a:lnTo>
                <a:cubicBezTo>
                  <a:pt x="106710" y="0"/>
                  <a:pt x="111562" y="1994"/>
                  <a:pt x="115133" y="5566"/>
                </a:cubicBezTo>
                <a:lnTo>
                  <a:pt x="127784" y="18217"/>
                </a:lnTo>
                <a:cubicBezTo>
                  <a:pt x="131356" y="21788"/>
                  <a:pt x="133350" y="26640"/>
                  <a:pt x="133350" y="31700"/>
                </a:cubicBezTo>
                <a:lnTo>
                  <a:pt x="133350" y="42863"/>
                </a:lnTo>
                <a:lnTo>
                  <a:pt x="19050" y="42863"/>
                </a:lnTo>
                <a:lnTo>
                  <a:pt x="19050" y="19050"/>
                </a:lnTo>
                <a:close/>
                <a:moveTo>
                  <a:pt x="0" y="76200"/>
                </a:moveTo>
                <a:cubicBezTo>
                  <a:pt x="0" y="65693"/>
                  <a:pt x="8543" y="57150"/>
                  <a:pt x="19050" y="57150"/>
                </a:cubicBezTo>
                <a:lnTo>
                  <a:pt x="133350" y="57150"/>
                </a:lnTo>
                <a:cubicBezTo>
                  <a:pt x="143857" y="57150"/>
                  <a:pt x="152400" y="65693"/>
                  <a:pt x="152400" y="76200"/>
                </a:cubicBezTo>
                <a:lnTo>
                  <a:pt x="152400" y="104775"/>
                </a:lnTo>
                <a:cubicBezTo>
                  <a:pt x="152400" y="110044"/>
                  <a:pt x="148144" y="114300"/>
                  <a:pt x="142875" y="114300"/>
                </a:cubicBezTo>
                <a:lnTo>
                  <a:pt x="133350" y="114300"/>
                </a:lnTo>
                <a:lnTo>
                  <a:pt x="133350" y="133350"/>
                </a:lnTo>
                <a:cubicBezTo>
                  <a:pt x="133350" y="143857"/>
                  <a:pt x="124807" y="152400"/>
                  <a:pt x="114300" y="152400"/>
                </a:cubicBezTo>
                <a:lnTo>
                  <a:pt x="38100" y="152400"/>
                </a:lnTo>
                <a:cubicBezTo>
                  <a:pt x="27593" y="152400"/>
                  <a:pt x="19050" y="143857"/>
                  <a:pt x="19050" y="133350"/>
                </a:cubicBezTo>
                <a:lnTo>
                  <a:pt x="19050" y="114300"/>
                </a:lnTo>
                <a:lnTo>
                  <a:pt x="9525" y="114300"/>
                </a:lnTo>
                <a:cubicBezTo>
                  <a:pt x="4256" y="114300"/>
                  <a:pt x="0" y="110044"/>
                  <a:pt x="0" y="104775"/>
                </a:cubicBezTo>
                <a:lnTo>
                  <a:pt x="0" y="76200"/>
                </a:lnTo>
                <a:close/>
                <a:moveTo>
                  <a:pt x="38100" y="123825"/>
                </a:moveTo>
                <a:lnTo>
                  <a:pt x="38100" y="133350"/>
                </a:lnTo>
                <a:lnTo>
                  <a:pt x="114300" y="133350"/>
                </a:lnTo>
                <a:lnTo>
                  <a:pt x="114300" y="104775"/>
                </a:lnTo>
                <a:lnTo>
                  <a:pt x="38100" y="104775"/>
                </a:lnTo>
                <a:lnTo>
                  <a:pt x="38100" y="123825"/>
                </a:lnTo>
                <a:close/>
                <a:moveTo>
                  <a:pt x="135731" y="80962"/>
                </a:moveTo>
                <a:cubicBezTo>
                  <a:pt x="135731" y="77020"/>
                  <a:pt x="132530" y="73819"/>
                  <a:pt x="128588" y="73819"/>
                </a:cubicBezTo>
                <a:cubicBezTo>
                  <a:pt x="124645" y="73819"/>
                  <a:pt x="121444" y="77020"/>
                  <a:pt x="121444" y="80962"/>
                </a:cubicBezTo>
                <a:cubicBezTo>
                  <a:pt x="121444" y="84905"/>
                  <a:pt x="124645" y="88106"/>
                  <a:pt x="128588" y="88106"/>
                </a:cubicBezTo>
                <a:cubicBezTo>
                  <a:pt x="132530" y="88106"/>
                  <a:pt x="135731" y="84905"/>
                  <a:pt x="135731" y="80962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6" name="Text 34"/>
          <p:cNvSpPr/>
          <p:nvPr/>
        </p:nvSpPr>
        <p:spPr>
          <a:xfrm>
            <a:off x="4440436" y="5676900"/>
            <a:ext cx="128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QtPrintSupport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440436" y="5867400"/>
            <a:ext cx="1276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Chop qo'llab-quvvatlash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380833" y="1509713"/>
            <a:ext cx="4429125" cy="2524125"/>
          </a:xfrm>
          <a:custGeom>
            <a:avLst/>
            <a:gdLst/>
            <a:ahLst/>
            <a:cxnLst/>
            <a:rect l="l" t="t" r="r" b="b"/>
            <a:pathLst>
              <a:path w="4429125" h="2524125">
                <a:moveTo>
                  <a:pt x="114292" y="0"/>
                </a:moveTo>
                <a:lnTo>
                  <a:pt x="4314833" y="0"/>
                </a:lnTo>
                <a:cubicBezTo>
                  <a:pt x="4377955" y="0"/>
                  <a:pt x="4429125" y="51170"/>
                  <a:pt x="4429125" y="114292"/>
                </a:cubicBezTo>
                <a:lnTo>
                  <a:pt x="4429125" y="2409833"/>
                </a:lnTo>
                <a:cubicBezTo>
                  <a:pt x="4429125" y="2472955"/>
                  <a:pt x="4377955" y="2524125"/>
                  <a:pt x="4314833" y="2524125"/>
                </a:cubicBezTo>
                <a:lnTo>
                  <a:pt x="114292" y="2524125"/>
                </a:lnTo>
                <a:cubicBezTo>
                  <a:pt x="51170" y="2524125"/>
                  <a:pt x="0" y="2472955"/>
                  <a:pt x="0" y="2409833"/>
                </a:cubicBezTo>
                <a:lnTo>
                  <a:pt x="0" y="114292"/>
                </a:lnTo>
                <a:cubicBezTo>
                  <a:pt x="0" y="51213"/>
                  <a:pt x="51213" y="0"/>
                  <a:pt x="114292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49914" y="17811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95250" y="11906"/>
                </a:moveTo>
                <a:cubicBezTo>
                  <a:pt x="95250" y="5321"/>
                  <a:pt x="89929" y="0"/>
                  <a:pt x="83344" y="0"/>
                </a:cubicBezTo>
                <a:cubicBezTo>
                  <a:pt x="76758" y="0"/>
                  <a:pt x="71438" y="5321"/>
                  <a:pt x="71438" y="11906"/>
                </a:cubicBezTo>
                <a:lnTo>
                  <a:pt x="71438" y="90301"/>
                </a:lnTo>
                <a:lnTo>
                  <a:pt x="56034" y="74898"/>
                </a:lnTo>
                <a:cubicBezTo>
                  <a:pt x="51383" y="70247"/>
                  <a:pt x="43830" y="70247"/>
                  <a:pt x="39179" y="74898"/>
                </a:cubicBezTo>
                <a:cubicBezTo>
                  <a:pt x="34528" y="79549"/>
                  <a:pt x="34528" y="87102"/>
                  <a:pt x="39179" y="91753"/>
                </a:cubicBezTo>
                <a:lnTo>
                  <a:pt x="74898" y="127471"/>
                </a:lnTo>
                <a:cubicBezTo>
                  <a:pt x="79549" y="132122"/>
                  <a:pt x="87102" y="132122"/>
                  <a:pt x="91753" y="127471"/>
                </a:cubicBezTo>
                <a:lnTo>
                  <a:pt x="127471" y="91753"/>
                </a:lnTo>
                <a:cubicBezTo>
                  <a:pt x="132122" y="87102"/>
                  <a:pt x="132122" y="79549"/>
                  <a:pt x="127471" y="74898"/>
                </a:cubicBezTo>
                <a:cubicBezTo>
                  <a:pt x="122820" y="70247"/>
                  <a:pt x="115267" y="70247"/>
                  <a:pt x="110617" y="74898"/>
                </a:cubicBezTo>
                <a:lnTo>
                  <a:pt x="95250" y="90301"/>
                </a:lnTo>
                <a:lnTo>
                  <a:pt x="95250" y="11906"/>
                </a:lnTo>
                <a:close/>
                <a:moveTo>
                  <a:pt x="23812" y="119063"/>
                </a:moveTo>
                <a:cubicBezTo>
                  <a:pt x="10678" y="119063"/>
                  <a:pt x="0" y="129741"/>
                  <a:pt x="0" y="142875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42875"/>
                </a:lnTo>
                <a:cubicBezTo>
                  <a:pt x="166688" y="129741"/>
                  <a:pt x="156009" y="119063"/>
                  <a:pt x="142875" y="119063"/>
                </a:cubicBezTo>
                <a:lnTo>
                  <a:pt x="125425" y="119063"/>
                </a:lnTo>
                <a:lnTo>
                  <a:pt x="104366" y="140122"/>
                </a:lnTo>
                <a:cubicBezTo>
                  <a:pt x="92757" y="151730"/>
                  <a:pt x="73893" y="151730"/>
                  <a:pt x="62285" y="140122"/>
                </a:cubicBezTo>
                <a:lnTo>
                  <a:pt x="41263" y="119063"/>
                </a:lnTo>
                <a:lnTo>
                  <a:pt x="23812" y="119063"/>
                </a:lnTo>
                <a:close/>
                <a:moveTo>
                  <a:pt x="136922" y="139898"/>
                </a:moveTo>
                <a:cubicBezTo>
                  <a:pt x="141850" y="139898"/>
                  <a:pt x="145852" y="143900"/>
                  <a:pt x="145852" y="148828"/>
                </a:cubicBezTo>
                <a:cubicBezTo>
                  <a:pt x="145852" y="153757"/>
                  <a:pt x="141850" y="157758"/>
                  <a:pt x="136922" y="157758"/>
                </a:cubicBezTo>
                <a:cubicBezTo>
                  <a:pt x="131993" y="157758"/>
                  <a:pt x="127992" y="153757"/>
                  <a:pt x="127992" y="148828"/>
                </a:cubicBezTo>
                <a:cubicBezTo>
                  <a:pt x="127992" y="143900"/>
                  <a:pt x="131993" y="139898"/>
                  <a:pt x="136922" y="139898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7852321" y="1743075"/>
            <a:ext cx="3819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O'rnatish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618958" y="2166938"/>
            <a:ext cx="3952875" cy="733425"/>
          </a:xfrm>
          <a:custGeom>
            <a:avLst/>
            <a:gdLst/>
            <a:ahLst/>
            <a:cxnLst/>
            <a:rect l="l" t="t" r="r" b="b"/>
            <a:pathLst>
              <a:path w="3952875" h="733425">
                <a:moveTo>
                  <a:pt x="76203" y="0"/>
                </a:moveTo>
                <a:lnTo>
                  <a:pt x="3876672" y="0"/>
                </a:lnTo>
                <a:cubicBezTo>
                  <a:pt x="3918730" y="0"/>
                  <a:pt x="3952875" y="34145"/>
                  <a:pt x="3952875" y="76203"/>
                </a:cubicBezTo>
                <a:lnTo>
                  <a:pt x="3952875" y="657222"/>
                </a:lnTo>
                <a:cubicBezTo>
                  <a:pt x="3952875" y="699280"/>
                  <a:pt x="3918730" y="733425"/>
                  <a:pt x="3876672" y="733425"/>
                </a:cubicBezTo>
                <a:lnTo>
                  <a:pt x="76203" y="733425"/>
                </a:lnTo>
                <a:cubicBezTo>
                  <a:pt x="34145" y="733425"/>
                  <a:pt x="0" y="699280"/>
                  <a:pt x="0" y="65722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76121" y="2324100"/>
            <a:ext cx="3705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pip install pyqt5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776121" y="2590800"/>
            <a:ext cx="3695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Terminalda bajarish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618958" y="3062288"/>
            <a:ext cx="3952875" cy="733425"/>
          </a:xfrm>
          <a:custGeom>
            <a:avLst/>
            <a:gdLst/>
            <a:ahLst/>
            <a:cxnLst/>
            <a:rect l="l" t="t" r="r" b="b"/>
            <a:pathLst>
              <a:path w="3952875" h="733425">
                <a:moveTo>
                  <a:pt x="76203" y="0"/>
                </a:moveTo>
                <a:lnTo>
                  <a:pt x="3876672" y="0"/>
                </a:lnTo>
                <a:cubicBezTo>
                  <a:pt x="3918730" y="0"/>
                  <a:pt x="3952875" y="34145"/>
                  <a:pt x="3952875" y="76203"/>
                </a:cubicBezTo>
                <a:lnTo>
                  <a:pt x="3952875" y="657222"/>
                </a:lnTo>
                <a:cubicBezTo>
                  <a:pt x="3952875" y="699280"/>
                  <a:pt x="3918730" y="733425"/>
                  <a:pt x="3876672" y="733425"/>
                </a:cubicBezTo>
                <a:lnTo>
                  <a:pt x="76203" y="733425"/>
                </a:lnTo>
                <a:cubicBezTo>
                  <a:pt x="34145" y="733425"/>
                  <a:pt x="0" y="699280"/>
                  <a:pt x="0" y="65722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76121" y="3219450"/>
            <a:ext cx="3705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B82F6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import PyQt5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776121" y="3486150"/>
            <a:ext cx="3695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 kodida import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380833" y="4233863"/>
            <a:ext cx="4429125" cy="2295525"/>
          </a:xfrm>
          <a:custGeom>
            <a:avLst/>
            <a:gdLst/>
            <a:ahLst/>
            <a:cxnLst/>
            <a:rect l="l" t="t" r="r" b="b"/>
            <a:pathLst>
              <a:path w="4429125" h="2295525">
                <a:moveTo>
                  <a:pt x="114294" y="0"/>
                </a:moveTo>
                <a:lnTo>
                  <a:pt x="4314831" y="0"/>
                </a:lnTo>
                <a:cubicBezTo>
                  <a:pt x="4377954" y="0"/>
                  <a:pt x="4429125" y="51171"/>
                  <a:pt x="4429125" y="114294"/>
                </a:cubicBezTo>
                <a:lnTo>
                  <a:pt x="4429125" y="2181231"/>
                </a:lnTo>
                <a:cubicBezTo>
                  <a:pt x="4429125" y="2244354"/>
                  <a:pt x="4377954" y="2295525"/>
                  <a:pt x="4314831" y="2295525"/>
                </a:cubicBezTo>
                <a:lnTo>
                  <a:pt x="114294" y="2295525"/>
                </a:lnTo>
                <a:cubicBezTo>
                  <a:pt x="51171" y="2295525"/>
                  <a:pt x="0" y="2244354"/>
                  <a:pt x="0" y="2181231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614196" y="450532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23812" y="35719"/>
                </a:moveTo>
                <a:cubicBezTo>
                  <a:pt x="23812" y="22585"/>
                  <a:pt x="34491" y="11906"/>
                  <a:pt x="47625" y="11906"/>
                </a:cubicBezTo>
                <a:lnTo>
                  <a:pt x="190500" y="11906"/>
                </a:lnTo>
                <a:cubicBezTo>
                  <a:pt x="203634" y="11906"/>
                  <a:pt x="214313" y="22585"/>
                  <a:pt x="214313" y="35719"/>
                </a:cubicBezTo>
                <a:lnTo>
                  <a:pt x="214313" y="125016"/>
                </a:lnTo>
                <a:lnTo>
                  <a:pt x="190500" y="125016"/>
                </a:lnTo>
                <a:lnTo>
                  <a:pt x="190500" y="35719"/>
                </a:lnTo>
                <a:lnTo>
                  <a:pt x="47625" y="35719"/>
                </a:lnTo>
                <a:lnTo>
                  <a:pt x="47625" y="125016"/>
                </a:lnTo>
                <a:lnTo>
                  <a:pt x="23812" y="125016"/>
                </a:lnTo>
                <a:lnTo>
                  <a:pt x="23812" y="35719"/>
                </a:lnTo>
                <a:close/>
                <a:moveTo>
                  <a:pt x="0" y="150019"/>
                </a:moveTo>
                <a:cubicBezTo>
                  <a:pt x="0" y="146075"/>
                  <a:pt x="3200" y="142875"/>
                  <a:pt x="7144" y="142875"/>
                </a:cubicBezTo>
                <a:lnTo>
                  <a:pt x="230981" y="142875"/>
                </a:lnTo>
                <a:cubicBezTo>
                  <a:pt x="234925" y="142875"/>
                  <a:pt x="238125" y="146075"/>
                  <a:pt x="238125" y="150019"/>
                </a:cubicBezTo>
                <a:cubicBezTo>
                  <a:pt x="238125" y="165795"/>
                  <a:pt x="225326" y="178594"/>
                  <a:pt x="209550" y="178594"/>
                </a:cubicBezTo>
                <a:lnTo>
                  <a:pt x="28575" y="178594"/>
                </a:lnTo>
                <a:cubicBezTo>
                  <a:pt x="12799" y="178594"/>
                  <a:pt x="0" y="165795"/>
                  <a:pt x="0" y="150019"/>
                </a:cubicBezTo>
                <a:close/>
                <a:moveTo>
                  <a:pt x="104552" y="77763"/>
                </a:moveTo>
                <a:lnTo>
                  <a:pt x="93018" y="89297"/>
                </a:lnTo>
                <a:lnTo>
                  <a:pt x="104552" y="100831"/>
                </a:lnTo>
                <a:cubicBezTo>
                  <a:pt x="108049" y="104329"/>
                  <a:pt x="108049" y="109984"/>
                  <a:pt x="104552" y="113444"/>
                </a:cubicBezTo>
                <a:cubicBezTo>
                  <a:pt x="101054" y="116904"/>
                  <a:pt x="95399" y="116942"/>
                  <a:pt x="91939" y="113444"/>
                </a:cubicBezTo>
                <a:lnTo>
                  <a:pt x="74079" y="95585"/>
                </a:lnTo>
                <a:cubicBezTo>
                  <a:pt x="70582" y="92087"/>
                  <a:pt x="70582" y="86432"/>
                  <a:pt x="74079" y="82972"/>
                </a:cubicBezTo>
                <a:lnTo>
                  <a:pt x="91939" y="65112"/>
                </a:lnTo>
                <a:cubicBezTo>
                  <a:pt x="95436" y="61615"/>
                  <a:pt x="101092" y="61615"/>
                  <a:pt x="104552" y="65112"/>
                </a:cubicBezTo>
                <a:cubicBezTo>
                  <a:pt x="108012" y="68610"/>
                  <a:pt x="108049" y="74265"/>
                  <a:pt x="104552" y="77725"/>
                </a:cubicBezTo>
                <a:close/>
                <a:moveTo>
                  <a:pt x="146224" y="65112"/>
                </a:moveTo>
                <a:lnTo>
                  <a:pt x="164083" y="82972"/>
                </a:lnTo>
                <a:cubicBezTo>
                  <a:pt x="167580" y="86469"/>
                  <a:pt x="167580" y="92125"/>
                  <a:pt x="164083" y="95585"/>
                </a:cubicBezTo>
                <a:lnTo>
                  <a:pt x="146224" y="113444"/>
                </a:lnTo>
                <a:cubicBezTo>
                  <a:pt x="142726" y="116942"/>
                  <a:pt x="137071" y="116942"/>
                  <a:pt x="133610" y="113444"/>
                </a:cubicBezTo>
                <a:cubicBezTo>
                  <a:pt x="130150" y="109947"/>
                  <a:pt x="130113" y="104291"/>
                  <a:pt x="133610" y="100831"/>
                </a:cubicBezTo>
                <a:lnTo>
                  <a:pt x="145145" y="89297"/>
                </a:lnTo>
                <a:lnTo>
                  <a:pt x="133610" y="77763"/>
                </a:lnTo>
                <a:cubicBezTo>
                  <a:pt x="130113" y="74265"/>
                  <a:pt x="130113" y="68610"/>
                  <a:pt x="133610" y="65150"/>
                </a:cubicBezTo>
                <a:cubicBezTo>
                  <a:pt x="137108" y="61689"/>
                  <a:pt x="142763" y="61652"/>
                  <a:pt x="146224" y="6515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9" name="Text 47"/>
          <p:cNvSpPr/>
          <p:nvPr/>
        </p:nvSpPr>
        <p:spPr>
          <a:xfrm>
            <a:off x="7852321" y="4467225"/>
            <a:ext cx="3819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Xususiyatlar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633246" y="49244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1" name="Text 49"/>
          <p:cNvSpPr/>
          <p:nvPr/>
        </p:nvSpPr>
        <p:spPr>
          <a:xfrm>
            <a:off x="7918996" y="4886325"/>
            <a:ext cx="2495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Cross-platform (Windows, macOS, Linux)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633246" y="52292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3" name="Text 51"/>
          <p:cNvSpPr/>
          <p:nvPr/>
        </p:nvSpPr>
        <p:spPr>
          <a:xfrm>
            <a:off x="7918996" y="5191125"/>
            <a:ext cx="152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Boy GUI vidjetlar to'plami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7633246" y="55340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5" name="Text 53"/>
          <p:cNvSpPr/>
          <p:nvPr/>
        </p:nvSpPr>
        <p:spPr>
          <a:xfrm>
            <a:off x="7918996" y="5495925"/>
            <a:ext cx="133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Signal-slot mexanizmi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633246" y="58388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7" name="Text 55"/>
          <p:cNvSpPr/>
          <p:nvPr/>
        </p:nvSpPr>
        <p:spPr>
          <a:xfrm>
            <a:off x="7918996" y="5800725"/>
            <a:ext cx="153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Qt Designer integratsiyasi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7633246" y="61436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9" name="Text 57"/>
          <p:cNvSpPr/>
          <p:nvPr/>
        </p:nvSpPr>
        <p:spPr>
          <a:xfrm>
            <a:off x="7918996" y="6105525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2D/3D grafik qo'llab-quvvatlash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9536" y="379536"/>
            <a:ext cx="1405688" cy="384221"/>
          </a:xfrm>
          <a:custGeom>
            <a:avLst/>
            <a:gdLst/>
            <a:ahLst/>
            <a:cxnLst/>
            <a:rect l="l" t="t" r="r" b="b"/>
            <a:pathLst>
              <a:path w="1405688" h="384221">
                <a:moveTo>
                  <a:pt x="74969" y="0"/>
                </a:moveTo>
                <a:lnTo>
                  <a:pt x="1330719" y="0"/>
                </a:lnTo>
                <a:cubicBezTo>
                  <a:pt x="1372095" y="0"/>
                  <a:pt x="1405688" y="33593"/>
                  <a:pt x="1405688" y="74969"/>
                </a:cubicBezTo>
                <a:lnTo>
                  <a:pt x="1405688" y="309252"/>
                </a:lnTo>
                <a:cubicBezTo>
                  <a:pt x="1405688" y="350629"/>
                  <a:pt x="1372095" y="384221"/>
                  <a:pt x="1330719" y="384221"/>
                </a:cubicBezTo>
                <a:lnTo>
                  <a:pt x="74969" y="384221"/>
                </a:lnTo>
                <a:cubicBezTo>
                  <a:pt x="33593" y="384221"/>
                  <a:pt x="0" y="350629"/>
                  <a:pt x="0" y="309252"/>
                </a:cubicBezTo>
                <a:lnTo>
                  <a:pt x="0" y="74969"/>
                </a:lnTo>
                <a:cubicBezTo>
                  <a:pt x="0" y="33593"/>
                  <a:pt x="33593" y="0"/>
                  <a:pt x="74969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4161" y="506048"/>
            <a:ext cx="1163207" cy="149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b="1" spc="52" kern="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PYQT5 ASOSLARI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4850" y="880898"/>
            <a:ext cx="11610982" cy="37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5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QMainWindow Arxitekturasi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9536" y="1485344"/>
            <a:ext cx="7272092" cy="5369728"/>
          </a:xfrm>
          <a:custGeom>
            <a:avLst/>
            <a:gdLst/>
            <a:ahLst/>
            <a:cxnLst/>
            <a:rect l="l" t="t" r="r" b="b"/>
            <a:pathLst>
              <a:path w="7272092" h="5369728">
                <a:moveTo>
                  <a:pt x="112442" y="0"/>
                </a:moveTo>
                <a:lnTo>
                  <a:pt x="7159650" y="0"/>
                </a:lnTo>
                <a:cubicBezTo>
                  <a:pt x="7221750" y="0"/>
                  <a:pt x="7272092" y="50342"/>
                  <a:pt x="7272092" y="112442"/>
                </a:cubicBezTo>
                <a:lnTo>
                  <a:pt x="7272092" y="5257286"/>
                </a:lnTo>
                <a:cubicBezTo>
                  <a:pt x="7272092" y="5319386"/>
                  <a:pt x="7221750" y="5369728"/>
                  <a:pt x="7159650" y="5369728"/>
                </a:cubicBezTo>
                <a:lnTo>
                  <a:pt x="112442" y="5369728"/>
                </a:lnTo>
                <a:cubicBezTo>
                  <a:pt x="50342" y="5369728"/>
                  <a:pt x="0" y="5319386"/>
                  <a:pt x="0" y="5257286"/>
                </a:cubicBezTo>
                <a:lnTo>
                  <a:pt x="0" y="112442"/>
                </a:lnTo>
                <a:cubicBezTo>
                  <a:pt x="0" y="50384"/>
                  <a:pt x="50384" y="0"/>
                  <a:pt x="112442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2560" y="1752424"/>
            <a:ext cx="187425" cy="187425"/>
          </a:xfrm>
          <a:custGeom>
            <a:avLst/>
            <a:gdLst/>
            <a:ahLst/>
            <a:cxnLst/>
            <a:rect l="l" t="t" r="r" b="b"/>
            <a:pathLst>
              <a:path w="187425" h="187425">
                <a:moveTo>
                  <a:pt x="70284" y="23428"/>
                </a:moveTo>
                <a:cubicBezTo>
                  <a:pt x="70284" y="16949"/>
                  <a:pt x="75519" y="11714"/>
                  <a:pt x="81998" y="11714"/>
                </a:cubicBezTo>
                <a:lnTo>
                  <a:pt x="105427" y="11714"/>
                </a:lnTo>
                <a:cubicBezTo>
                  <a:pt x="111906" y="11714"/>
                  <a:pt x="117141" y="16949"/>
                  <a:pt x="117141" y="23428"/>
                </a:cubicBezTo>
                <a:lnTo>
                  <a:pt x="117141" y="46856"/>
                </a:lnTo>
                <a:cubicBezTo>
                  <a:pt x="117141" y="53336"/>
                  <a:pt x="111906" y="58570"/>
                  <a:pt x="105427" y="58570"/>
                </a:cubicBezTo>
                <a:lnTo>
                  <a:pt x="102498" y="58570"/>
                </a:lnTo>
                <a:lnTo>
                  <a:pt x="102498" y="81998"/>
                </a:lnTo>
                <a:lnTo>
                  <a:pt x="146426" y="81998"/>
                </a:lnTo>
                <a:cubicBezTo>
                  <a:pt x="160995" y="81998"/>
                  <a:pt x="172782" y="93786"/>
                  <a:pt x="172782" y="108355"/>
                </a:cubicBezTo>
                <a:lnTo>
                  <a:pt x="172782" y="128855"/>
                </a:lnTo>
                <a:lnTo>
                  <a:pt x="175711" y="128855"/>
                </a:lnTo>
                <a:cubicBezTo>
                  <a:pt x="182190" y="128855"/>
                  <a:pt x="187425" y="134089"/>
                  <a:pt x="187425" y="140569"/>
                </a:cubicBezTo>
                <a:lnTo>
                  <a:pt x="187425" y="163997"/>
                </a:lnTo>
                <a:cubicBezTo>
                  <a:pt x="187425" y="170476"/>
                  <a:pt x="182190" y="175711"/>
                  <a:pt x="175711" y="175711"/>
                </a:cubicBezTo>
                <a:lnTo>
                  <a:pt x="152283" y="175711"/>
                </a:lnTo>
                <a:cubicBezTo>
                  <a:pt x="145804" y="175711"/>
                  <a:pt x="140569" y="170476"/>
                  <a:pt x="140569" y="163997"/>
                </a:cubicBezTo>
                <a:lnTo>
                  <a:pt x="140569" y="140569"/>
                </a:lnTo>
                <a:cubicBezTo>
                  <a:pt x="140569" y="134089"/>
                  <a:pt x="145804" y="128855"/>
                  <a:pt x="152283" y="128855"/>
                </a:cubicBezTo>
                <a:lnTo>
                  <a:pt x="155211" y="128855"/>
                </a:lnTo>
                <a:lnTo>
                  <a:pt x="155211" y="108355"/>
                </a:lnTo>
                <a:cubicBezTo>
                  <a:pt x="155211" y="103486"/>
                  <a:pt x="151294" y="99570"/>
                  <a:pt x="146426" y="99570"/>
                </a:cubicBezTo>
                <a:lnTo>
                  <a:pt x="102498" y="99570"/>
                </a:lnTo>
                <a:lnTo>
                  <a:pt x="102498" y="128855"/>
                </a:lnTo>
                <a:lnTo>
                  <a:pt x="105427" y="128855"/>
                </a:lnTo>
                <a:cubicBezTo>
                  <a:pt x="111906" y="128855"/>
                  <a:pt x="117141" y="134089"/>
                  <a:pt x="117141" y="140569"/>
                </a:cubicBezTo>
                <a:lnTo>
                  <a:pt x="117141" y="163997"/>
                </a:lnTo>
                <a:cubicBezTo>
                  <a:pt x="117141" y="170476"/>
                  <a:pt x="111906" y="175711"/>
                  <a:pt x="105427" y="175711"/>
                </a:cubicBezTo>
                <a:lnTo>
                  <a:pt x="81998" y="175711"/>
                </a:lnTo>
                <a:cubicBezTo>
                  <a:pt x="75519" y="175711"/>
                  <a:pt x="70284" y="170476"/>
                  <a:pt x="70284" y="163997"/>
                </a:cubicBezTo>
                <a:lnTo>
                  <a:pt x="70284" y="140569"/>
                </a:lnTo>
                <a:cubicBezTo>
                  <a:pt x="70284" y="134089"/>
                  <a:pt x="75519" y="128855"/>
                  <a:pt x="81998" y="128855"/>
                </a:cubicBezTo>
                <a:lnTo>
                  <a:pt x="84927" y="128855"/>
                </a:lnTo>
                <a:lnTo>
                  <a:pt x="84927" y="99570"/>
                </a:lnTo>
                <a:lnTo>
                  <a:pt x="40999" y="99570"/>
                </a:lnTo>
                <a:cubicBezTo>
                  <a:pt x="36131" y="99570"/>
                  <a:pt x="32214" y="103486"/>
                  <a:pt x="32214" y="108355"/>
                </a:cubicBezTo>
                <a:lnTo>
                  <a:pt x="32214" y="128855"/>
                </a:lnTo>
                <a:lnTo>
                  <a:pt x="35142" y="128855"/>
                </a:lnTo>
                <a:cubicBezTo>
                  <a:pt x="41622" y="128855"/>
                  <a:pt x="46856" y="134089"/>
                  <a:pt x="46856" y="140569"/>
                </a:cubicBezTo>
                <a:lnTo>
                  <a:pt x="46856" y="163997"/>
                </a:lnTo>
                <a:cubicBezTo>
                  <a:pt x="46856" y="170476"/>
                  <a:pt x="41622" y="175711"/>
                  <a:pt x="35142" y="175711"/>
                </a:cubicBezTo>
                <a:lnTo>
                  <a:pt x="11714" y="175711"/>
                </a:lnTo>
                <a:cubicBezTo>
                  <a:pt x="5235" y="175711"/>
                  <a:pt x="0" y="170476"/>
                  <a:pt x="0" y="163997"/>
                </a:cubicBezTo>
                <a:lnTo>
                  <a:pt x="0" y="140569"/>
                </a:lnTo>
                <a:cubicBezTo>
                  <a:pt x="0" y="134089"/>
                  <a:pt x="5235" y="128855"/>
                  <a:pt x="11714" y="128855"/>
                </a:cubicBezTo>
                <a:lnTo>
                  <a:pt x="14643" y="128855"/>
                </a:lnTo>
                <a:lnTo>
                  <a:pt x="14643" y="108355"/>
                </a:lnTo>
                <a:cubicBezTo>
                  <a:pt x="14643" y="93786"/>
                  <a:pt x="26430" y="81998"/>
                  <a:pt x="40999" y="81998"/>
                </a:cubicBezTo>
                <a:lnTo>
                  <a:pt x="84927" y="81998"/>
                </a:lnTo>
                <a:lnTo>
                  <a:pt x="84927" y="58570"/>
                </a:lnTo>
                <a:lnTo>
                  <a:pt x="81998" y="58570"/>
                </a:lnTo>
                <a:cubicBezTo>
                  <a:pt x="75519" y="58570"/>
                  <a:pt x="70284" y="53336"/>
                  <a:pt x="70284" y="46856"/>
                </a:cubicBezTo>
                <a:lnTo>
                  <a:pt x="70284" y="23428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843413" y="1714939"/>
            <a:ext cx="6672332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QMainWindow Tuzilishi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3817" y="2169445"/>
            <a:ext cx="6803530" cy="759071"/>
          </a:xfrm>
          <a:custGeom>
            <a:avLst/>
            <a:gdLst/>
            <a:ahLst/>
            <a:cxnLst/>
            <a:rect l="l" t="t" r="r" b="b"/>
            <a:pathLst>
              <a:path w="6803530" h="759071">
                <a:moveTo>
                  <a:pt x="74973" y="0"/>
                </a:moveTo>
                <a:lnTo>
                  <a:pt x="6728556" y="0"/>
                </a:lnTo>
                <a:cubicBezTo>
                  <a:pt x="6769963" y="0"/>
                  <a:pt x="6803530" y="33567"/>
                  <a:pt x="6803530" y="74973"/>
                </a:cubicBezTo>
                <a:lnTo>
                  <a:pt x="6803530" y="684098"/>
                </a:lnTo>
                <a:cubicBezTo>
                  <a:pt x="6803530" y="725505"/>
                  <a:pt x="6769963" y="759071"/>
                  <a:pt x="6728556" y="759071"/>
                </a:cubicBezTo>
                <a:lnTo>
                  <a:pt x="74973" y="759071"/>
                </a:lnTo>
                <a:cubicBezTo>
                  <a:pt x="33567" y="759071"/>
                  <a:pt x="0" y="725505"/>
                  <a:pt x="0" y="684098"/>
                </a:cubicBezTo>
                <a:lnTo>
                  <a:pt x="0" y="74973"/>
                </a:lnTo>
                <a:cubicBezTo>
                  <a:pt x="0" y="33594"/>
                  <a:pt x="33594" y="0"/>
                  <a:pt x="74973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443" y="2324071"/>
            <a:ext cx="449820" cy="449820"/>
          </a:xfrm>
          <a:custGeom>
            <a:avLst/>
            <a:gdLst/>
            <a:ahLst/>
            <a:cxnLst/>
            <a:rect l="l" t="t" r="r" b="b"/>
            <a:pathLst>
              <a:path w="449820" h="449820">
                <a:moveTo>
                  <a:pt x="74972" y="0"/>
                </a:moveTo>
                <a:lnTo>
                  <a:pt x="374849" y="0"/>
                </a:lnTo>
                <a:cubicBezTo>
                  <a:pt x="416227" y="0"/>
                  <a:pt x="449820" y="33594"/>
                  <a:pt x="449820" y="74972"/>
                </a:cubicBezTo>
                <a:lnTo>
                  <a:pt x="449820" y="374849"/>
                </a:lnTo>
                <a:cubicBezTo>
                  <a:pt x="449820" y="416254"/>
                  <a:pt x="416254" y="449820"/>
                  <a:pt x="374849" y="449820"/>
                </a:cubicBezTo>
                <a:lnTo>
                  <a:pt x="74972" y="449820"/>
                </a:lnTo>
                <a:cubicBezTo>
                  <a:pt x="33594" y="449820"/>
                  <a:pt x="0" y="416227"/>
                  <a:pt x="0" y="374849"/>
                </a:cubicBezTo>
                <a:lnTo>
                  <a:pt x="0" y="74972"/>
                </a:lnTo>
                <a:cubicBezTo>
                  <a:pt x="0" y="33566"/>
                  <a:pt x="33566" y="0"/>
                  <a:pt x="74972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11354" y="2455268"/>
            <a:ext cx="163997" cy="187425"/>
          </a:xfrm>
          <a:custGeom>
            <a:avLst/>
            <a:gdLst/>
            <a:ahLst/>
            <a:cxnLst/>
            <a:rect l="l" t="t" r="r" b="b"/>
            <a:pathLst>
              <a:path w="163997" h="187425">
                <a:moveTo>
                  <a:pt x="0" y="35142"/>
                </a:moveTo>
                <a:cubicBezTo>
                  <a:pt x="0" y="28663"/>
                  <a:pt x="5235" y="23428"/>
                  <a:pt x="11714" y="23428"/>
                </a:cubicBezTo>
                <a:lnTo>
                  <a:pt x="152283" y="23428"/>
                </a:lnTo>
                <a:cubicBezTo>
                  <a:pt x="158762" y="23428"/>
                  <a:pt x="163997" y="28663"/>
                  <a:pt x="163997" y="35142"/>
                </a:cubicBezTo>
                <a:cubicBezTo>
                  <a:pt x="163997" y="41622"/>
                  <a:pt x="158762" y="46856"/>
                  <a:pt x="152283" y="46856"/>
                </a:cubicBezTo>
                <a:lnTo>
                  <a:pt x="11714" y="46856"/>
                </a:lnTo>
                <a:cubicBezTo>
                  <a:pt x="5235" y="46856"/>
                  <a:pt x="0" y="41622"/>
                  <a:pt x="0" y="35142"/>
                </a:cubicBezTo>
                <a:close/>
                <a:moveTo>
                  <a:pt x="0" y="93713"/>
                </a:moveTo>
                <a:cubicBezTo>
                  <a:pt x="0" y="87233"/>
                  <a:pt x="5235" y="81998"/>
                  <a:pt x="11714" y="81998"/>
                </a:cubicBezTo>
                <a:lnTo>
                  <a:pt x="152283" y="81998"/>
                </a:lnTo>
                <a:cubicBezTo>
                  <a:pt x="158762" y="81998"/>
                  <a:pt x="163997" y="87233"/>
                  <a:pt x="163997" y="93713"/>
                </a:cubicBezTo>
                <a:cubicBezTo>
                  <a:pt x="163997" y="100192"/>
                  <a:pt x="158762" y="105427"/>
                  <a:pt x="152283" y="105427"/>
                </a:cubicBezTo>
                <a:lnTo>
                  <a:pt x="11714" y="105427"/>
                </a:lnTo>
                <a:cubicBezTo>
                  <a:pt x="5235" y="105427"/>
                  <a:pt x="0" y="100192"/>
                  <a:pt x="0" y="93713"/>
                </a:cubicBezTo>
                <a:close/>
                <a:moveTo>
                  <a:pt x="163997" y="152283"/>
                </a:moveTo>
                <a:cubicBezTo>
                  <a:pt x="163997" y="158762"/>
                  <a:pt x="158762" y="163997"/>
                  <a:pt x="152283" y="163997"/>
                </a:cubicBezTo>
                <a:lnTo>
                  <a:pt x="11714" y="163997"/>
                </a:lnTo>
                <a:cubicBezTo>
                  <a:pt x="5235" y="163997"/>
                  <a:pt x="0" y="158762"/>
                  <a:pt x="0" y="152283"/>
                </a:cubicBezTo>
                <a:cubicBezTo>
                  <a:pt x="0" y="145804"/>
                  <a:pt x="5235" y="140569"/>
                  <a:pt x="11714" y="140569"/>
                </a:cubicBezTo>
                <a:lnTo>
                  <a:pt x="152283" y="140569"/>
                </a:lnTo>
                <a:cubicBezTo>
                  <a:pt x="158762" y="140569"/>
                  <a:pt x="163997" y="145804"/>
                  <a:pt x="163997" y="152283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368203" y="2324071"/>
            <a:ext cx="5978859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Menu Bar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68203" y="2586466"/>
            <a:ext cx="5960117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Asosiy menyu paneli (File, Edit, Help)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3817" y="3087828"/>
            <a:ext cx="6803530" cy="759071"/>
          </a:xfrm>
          <a:custGeom>
            <a:avLst/>
            <a:gdLst/>
            <a:ahLst/>
            <a:cxnLst/>
            <a:rect l="l" t="t" r="r" b="b"/>
            <a:pathLst>
              <a:path w="6803530" h="759071">
                <a:moveTo>
                  <a:pt x="74973" y="0"/>
                </a:moveTo>
                <a:lnTo>
                  <a:pt x="6728556" y="0"/>
                </a:lnTo>
                <a:cubicBezTo>
                  <a:pt x="6769963" y="0"/>
                  <a:pt x="6803530" y="33567"/>
                  <a:pt x="6803530" y="74973"/>
                </a:cubicBezTo>
                <a:lnTo>
                  <a:pt x="6803530" y="684098"/>
                </a:lnTo>
                <a:cubicBezTo>
                  <a:pt x="6803530" y="725505"/>
                  <a:pt x="6769963" y="759071"/>
                  <a:pt x="6728556" y="759071"/>
                </a:cubicBezTo>
                <a:lnTo>
                  <a:pt x="74973" y="759071"/>
                </a:lnTo>
                <a:cubicBezTo>
                  <a:pt x="33567" y="759071"/>
                  <a:pt x="0" y="725505"/>
                  <a:pt x="0" y="684098"/>
                </a:cubicBezTo>
                <a:lnTo>
                  <a:pt x="0" y="74973"/>
                </a:lnTo>
                <a:cubicBezTo>
                  <a:pt x="0" y="33594"/>
                  <a:pt x="33594" y="0"/>
                  <a:pt x="74973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443" y="3242453"/>
            <a:ext cx="449820" cy="449820"/>
          </a:xfrm>
          <a:custGeom>
            <a:avLst/>
            <a:gdLst/>
            <a:ahLst/>
            <a:cxnLst/>
            <a:rect l="l" t="t" r="r" b="b"/>
            <a:pathLst>
              <a:path w="449820" h="449820">
                <a:moveTo>
                  <a:pt x="74972" y="0"/>
                </a:moveTo>
                <a:lnTo>
                  <a:pt x="374849" y="0"/>
                </a:lnTo>
                <a:cubicBezTo>
                  <a:pt x="416227" y="0"/>
                  <a:pt x="449820" y="33594"/>
                  <a:pt x="449820" y="74972"/>
                </a:cubicBezTo>
                <a:lnTo>
                  <a:pt x="449820" y="374849"/>
                </a:lnTo>
                <a:cubicBezTo>
                  <a:pt x="449820" y="416254"/>
                  <a:pt x="416254" y="449820"/>
                  <a:pt x="374849" y="449820"/>
                </a:cubicBezTo>
                <a:lnTo>
                  <a:pt x="74972" y="449820"/>
                </a:lnTo>
                <a:cubicBezTo>
                  <a:pt x="33594" y="449820"/>
                  <a:pt x="0" y="416227"/>
                  <a:pt x="0" y="374849"/>
                </a:cubicBezTo>
                <a:lnTo>
                  <a:pt x="0" y="74972"/>
                </a:lnTo>
                <a:cubicBezTo>
                  <a:pt x="0" y="33566"/>
                  <a:pt x="33566" y="0"/>
                  <a:pt x="74972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87926" y="3373651"/>
            <a:ext cx="210853" cy="187425"/>
          </a:xfrm>
          <a:custGeom>
            <a:avLst/>
            <a:gdLst/>
            <a:ahLst/>
            <a:cxnLst/>
            <a:rect l="l" t="t" r="r" b="b"/>
            <a:pathLst>
              <a:path w="210853" h="187425">
                <a:moveTo>
                  <a:pt x="82035" y="35545"/>
                </a:moveTo>
                <a:lnTo>
                  <a:pt x="82035" y="53702"/>
                </a:lnTo>
                <a:lnTo>
                  <a:pt x="82218" y="53885"/>
                </a:lnTo>
                <a:cubicBezTo>
                  <a:pt x="84598" y="23721"/>
                  <a:pt x="109819" y="0"/>
                  <a:pt x="140605" y="0"/>
                </a:cubicBezTo>
                <a:cubicBezTo>
                  <a:pt x="147963" y="0"/>
                  <a:pt x="155028" y="1354"/>
                  <a:pt x="161508" y="3844"/>
                </a:cubicBezTo>
                <a:cubicBezTo>
                  <a:pt x="165168" y="5235"/>
                  <a:pt x="165827" y="9884"/>
                  <a:pt x="163082" y="12666"/>
                </a:cubicBezTo>
                <a:lnTo>
                  <a:pt x="130612" y="45136"/>
                </a:lnTo>
                <a:cubicBezTo>
                  <a:pt x="129514" y="46234"/>
                  <a:pt x="128891" y="47735"/>
                  <a:pt x="128891" y="49272"/>
                </a:cubicBezTo>
                <a:lnTo>
                  <a:pt x="128891" y="64427"/>
                </a:lnTo>
                <a:cubicBezTo>
                  <a:pt x="128891" y="67649"/>
                  <a:pt x="131527" y="70284"/>
                  <a:pt x="134748" y="70284"/>
                </a:cubicBezTo>
                <a:lnTo>
                  <a:pt x="149903" y="70284"/>
                </a:lnTo>
                <a:cubicBezTo>
                  <a:pt x="151441" y="70284"/>
                  <a:pt x="152942" y="69662"/>
                  <a:pt x="154040" y="68564"/>
                </a:cubicBezTo>
                <a:lnTo>
                  <a:pt x="186510" y="36094"/>
                </a:lnTo>
                <a:cubicBezTo>
                  <a:pt x="189292" y="33312"/>
                  <a:pt x="193941" y="34007"/>
                  <a:pt x="195332" y="37668"/>
                </a:cubicBezTo>
                <a:cubicBezTo>
                  <a:pt x="197821" y="44147"/>
                  <a:pt x="199176" y="51212"/>
                  <a:pt x="199176" y="58570"/>
                </a:cubicBezTo>
                <a:cubicBezTo>
                  <a:pt x="199176" y="80754"/>
                  <a:pt x="186839" y="100082"/>
                  <a:pt x="168609" y="110002"/>
                </a:cubicBezTo>
                <a:lnTo>
                  <a:pt x="198444" y="139837"/>
                </a:lnTo>
                <a:cubicBezTo>
                  <a:pt x="205289" y="146682"/>
                  <a:pt x="205289" y="157810"/>
                  <a:pt x="198444" y="164692"/>
                </a:cubicBezTo>
                <a:lnTo>
                  <a:pt x="176443" y="186693"/>
                </a:lnTo>
                <a:cubicBezTo>
                  <a:pt x="169598" y="193538"/>
                  <a:pt x="158469" y="193538"/>
                  <a:pt x="151587" y="186693"/>
                </a:cubicBezTo>
                <a:lnTo>
                  <a:pt x="105463" y="140569"/>
                </a:lnTo>
                <a:cubicBezTo>
                  <a:pt x="95433" y="130539"/>
                  <a:pt x="93163" y="115713"/>
                  <a:pt x="98691" y="103486"/>
                </a:cubicBezTo>
                <a:lnTo>
                  <a:pt x="65489" y="70284"/>
                </a:lnTo>
                <a:lnTo>
                  <a:pt x="47332" y="70284"/>
                </a:lnTo>
                <a:cubicBezTo>
                  <a:pt x="43415" y="70284"/>
                  <a:pt x="39755" y="68344"/>
                  <a:pt x="37595" y="65086"/>
                </a:cubicBezTo>
                <a:lnTo>
                  <a:pt x="8566" y="21561"/>
                </a:lnTo>
                <a:cubicBezTo>
                  <a:pt x="7028" y="19255"/>
                  <a:pt x="7321" y="16143"/>
                  <a:pt x="9298" y="14167"/>
                </a:cubicBezTo>
                <a:lnTo>
                  <a:pt x="25917" y="-2453"/>
                </a:lnTo>
                <a:cubicBezTo>
                  <a:pt x="27894" y="-4429"/>
                  <a:pt x="30969" y="-4722"/>
                  <a:pt x="33312" y="-3185"/>
                </a:cubicBezTo>
                <a:lnTo>
                  <a:pt x="76837" y="25808"/>
                </a:lnTo>
                <a:cubicBezTo>
                  <a:pt x="80095" y="27967"/>
                  <a:pt x="82035" y="31628"/>
                  <a:pt x="82035" y="35545"/>
                </a:cubicBezTo>
                <a:close/>
                <a:moveTo>
                  <a:pt x="78924" y="108575"/>
                </a:moveTo>
                <a:cubicBezTo>
                  <a:pt x="76617" y="122119"/>
                  <a:pt x="79802" y="136432"/>
                  <a:pt x="88588" y="147890"/>
                </a:cubicBezTo>
                <a:lnTo>
                  <a:pt x="53811" y="182630"/>
                </a:lnTo>
                <a:cubicBezTo>
                  <a:pt x="43525" y="192916"/>
                  <a:pt x="26833" y="192916"/>
                  <a:pt x="16546" y="182630"/>
                </a:cubicBezTo>
                <a:cubicBezTo>
                  <a:pt x="6260" y="172343"/>
                  <a:pt x="6260" y="155651"/>
                  <a:pt x="16546" y="145364"/>
                </a:cubicBezTo>
                <a:lnTo>
                  <a:pt x="66111" y="95799"/>
                </a:lnTo>
                <a:lnTo>
                  <a:pt x="78924" y="108611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1368203" y="3242453"/>
            <a:ext cx="5978859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Toolbars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68203" y="3504849"/>
            <a:ext cx="5960117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Tezkor tugmalar paneli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3817" y="4006211"/>
            <a:ext cx="6803530" cy="759071"/>
          </a:xfrm>
          <a:custGeom>
            <a:avLst/>
            <a:gdLst/>
            <a:ahLst/>
            <a:cxnLst/>
            <a:rect l="l" t="t" r="r" b="b"/>
            <a:pathLst>
              <a:path w="6803530" h="759071">
                <a:moveTo>
                  <a:pt x="74973" y="0"/>
                </a:moveTo>
                <a:lnTo>
                  <a:pt x="6728556" y="0"/>
                </a:lnTo>
                <a:cubicBezTo>
                  <a:pt x="6769963" y="0"/>
                  <a:pt x="6803530" y="33567"/>
                  <a:pt x="6803530" y="74973"/>
                </a:cubicBezTo>
                <a:lnTo>
                  <a:pt x="6803530" y="684098"/>
                </a:lnTo>
                <a:cubicBezTo>
                  <a:pt x="6803530" y="725505"/>
                  <a:pt x="6769963" y="759071"/>
                  <a:pt x="6728556" y="759071"/>
                </a:cubicBezTo>
                <a:lnTo>
                  <a:pt x="74973" y="759071"/>
                </a:lnTo>
                <a:cubicBezTo>
                  <a:pt x="33567" y="759071"/>
                  <a:pt x="0" y="725505"/>
                  <a:pt x="0" y="684098"/>
                </a:cubicBezTo>
                <a:lnTo>
                  <a:pt x="0" y="74973"/>
                </a:lnTo>
                <a:cubicBezTo>
                  <a:pt x="0" y="33594"/>
                  <a:pt x="33594" y="0"/>
                  <a:pt x="74973" y="0"/>
                </a:cubicBezTo>
                <a:close/>
              </a:path>
            </a:pathLst>
          </a:custGeom>
          <a:solidFill>
            <a:srgbClr val="F59E0B">
              <a:alpha val="10196"/>
            </a:srgbClr>
          </a:solidFill>
          <a:ln w="1270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8443" y="4160836"/>
            <a:ext cx="449820" cy="449820"/>
          </a:xfrm>
          <a:custGeom>
            <a:avLst/>
            <a:gdLst/>
            <a:ahLst/>
            <a:cxnLst/>
            <a:rect l="l" t="t" r="r" b="b"/>
            <a:pathLst>
              <a:path w="449820" h="449820">
                <a:moveTo>
                  <a:pt x="74972" y="0"/>
                </a:moveTo>
                <a:lnTo>
                  <a:pt x="374849" y="0"/>
                </a:lnTo>
                <a:cubicBezTo>
                  <a:pt x="416227" y="0"/>
                  <a:pt x="449820" y="33594"/>
                  <a:pt x="449820" y="74972"/>
                </a:cubicBezTo>
                <a:lnTo>
                  <a:pt x="449820" y="374849"/>
                </a:lnTo>
                <a:cubicBezTo>
                  <a:pt x="449820" y="416254"/>
                  <a:pt x="416254" y="449820"/>
                  <a:pt x="374849" y="449820"/>
                </a:cubicBezTo>
                <a:lnTo>
                  <a:pt x="74972" y="449820"/>
                </a:lnTo>
                <a:cubicBezTo>
                  <a:pt x="33594" y="449820"/>
                  <a:pt x="0" y="416227"/>
                  <a:pt x="0" y="374849"/>
                </a:cubicBezTo>
                <a:lnTo>
                  <a:pt x="0" y="74972"/>
                </a:lnTo>
                <a:cubicBezTo>
                  <a:pt x="0" y="33566"/>
                  <a:pt x="33566" y="0"/>
                  <a:pt x="74972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11354" y="4292034"/>
            <a:ext cx="163997" cy="187425"/>
          </a:xfrm>
          <a:custGeom>
            <a:avLst/>
            <a:gdLst/>
            <a:ahLst/>
            <a:cxnLst/>
            <a:rect l="l" t="t" r="r" b="b"/>
            <a:pathLst>
              <a:path w="163997" h="187425">
                <a:moveTo>
                  <a:pt x="0" y="35142"/>
                </a:moveTo>
                <a:cubicBezTo>
                  <a:pt x="0" y="22220"/>
                  <a:pt x="10506" y="11714"/>
                  <a:pt x="23428" y="11714"/>
                </a:cubicBezTo>
                <a:lnTo>
                  <a:pt x="140569" y="11714"/>
                </a:lnTo>
                <a:cubicBezTo>
                  <a:pt x="153491" y="11714"/>
                  <a:pt x="163997" y="22220"/>
                  <a:pt x="163997" y="35142"/>
                </a:cubicBezTo>
                <a:lnTo>
                  <a:pt x="163997" y="152283"/>
                </a:lnTo>
                <a:cubicBezTo>
                  <a:pt x="163997" y="165205"/>
                  <a:pt x="153491" y="175711"/>
                  <a:pt x="140569" y="175711"/>
                </a:cubicBezTo>
                <a:lnTo>
                  <a:pt x="23428" y="175711"/>
                </a:lnTo>
                <a:cubicBezTo>
                  <a:pt x="10506" y="175711"/>
                  <a:pt x="0" y="165205"/>
                  <a:pt x="0" y="152283"/>
                </a:cubicBezTo>
                <a:lnTo>
                  <a:pt x="0" y="35142"/>
                </a:lnTo>
                <a:close/>
                <a:moveTo>
                  <a:pt x="23428" y="58570"/>
                </a:moveTo>
                <a:lnTo>
                  <a:pt x="23428" y="152283"/>
                </a:lnTo>
                <a:lnTo>
                  <a:pt x="70284" y="152283"/>
                </a:lnTo>
                <a:lnTo>
                  <a:pt x="70284" y="58570"/>
                </a:lnTo>
                <a:lnTo>
                  <a:pt x="23428" y="58570"/>
                </a:lnTo>
                <a:close/>
                <a:moveTo>
                  <a:pt x="140569" y="58570"/>
                </a:moveTo>
                <a:lnTo>
                  <a:pt x="93713" y="58570"/>
                </a:lnTo>
                <a:lnTo>
                  <a:pt x="93713" y="152283"/>
                </a:lnTo>
                <a:lnTo>
                  <a:pt x="140569" y="152283"/>
                </a:lnTo>
                <a:lnTo>
                  <a:pt x="140569" y="58570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1368203" y="4160836"/>
            <a:ext cx="5978859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Dock Widgets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68203" y="4423231"/>
            <a:ext cx="5960117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Yopishuvchi/yopiluvchi panellar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8503" y="4929279"/>
            <a:ext cx="6794158" cy="768443"/>
          </a:xfrm>
          <a:custGeom>
            <a:avLst/>
            <a:gdLst/>
            <a:ahLst/>
            <a:cxnLst/>
            <a:rect l="l" t="t" r="r" b="b"/>
            <a:pathLst>
              <a:path w="6794158" h="768443">
                <a:moveTo>
                  <a:pt x="74969" y="0"/>
                </a:moveTo>
                <a:lnTo>
                  <a:pt x="6719189" y="0"/>
                </a:lnTo>
                <a:cubicBezTo>
                  <a:pt x="6760593" y="0"/>
                  <a:pt x="6794158" y="33565"/>
                  <a:pt x="6794158" y="74969"/>
                </a:cubicBezTo>
                <a:lnTo>
                  <a:pt x="6794158" y="693473"/>
                </a:lnTo>
                <a:cubicBezTo>
                  <a:pt x="6794158" y="734878"/>
                  <a:pt x="6760593" y="768443"/>
                  <a:pt x="6719189" y="768443"/>
                </a:cubicBezTo>
                <a:lnTo>
                  <a:pt x="74969" y="768443"/>
                </a:lnTo>
                <a:cubicBezTo>
                  <a:pt x="33593" y="768443"/>
                  <a:pt x="0" y="734850"/>
                  <a:pt x="0" y="693473"/>
                </a:cubicBezTo>
                <a:lnTo>
                  <a:pt x="0" y="74969"/>
                </a:lnTo>
                <a:cubicBezTo>
                  <a:pt x="0" y="33593"/>
                  <a:pt x="33593" y="0"/>
                  <a:pt x="74969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814" y="5088590"/>
            <a:ext cx="449820" cy="449820"/>
          </a:xfrm>
          <a:custGeom>
            <a:avLst/>
            <a:gdLst/>
            <a:ahLst/>
            <a:cxnLst/>
            <a:rect l="l" t="t" r="r" b="b"/>
            <a:pathLst>
              <a:path w="449820" h="449820">
                <a:moveTo>
                  <a:pt x="74972" y="0"/>
                </a:moveTo>
                <a:lnTo>
                  <a:pt x="374849" y="0"/>
                </a:lnTo>
                <a:cubicBezTo>
                  <a:pt x="416227" y="0"/>
                  <a:pt x="449820" y="33594"/>
                  <a:pt x="449820" y="74972"/>
                </a:cubicBezTo>
                <a:lnTo>
                  <a:pt x="449820" y="374849"/>
                </a:lnTo>
                <a:cubicBezTo>
                  <a:pt x="449820" y="416254"/>
                  <a:pt x="416254" y="449820"/>
                  <a:pt x="374849" y="449820"/>
                </a:cubicBezTo>
                <a:lnTo>
                  <a:pt x="74972" y="449820"/>
                </a:lnTo>
                <a:cubicBezTo>
                  <a:pt x="33594" y="449820"/>
                  <a:pt x="0" y="416227"/>
                  <a:pt x="0" y="374849"/>
                </a:cubicBezTo>
                <a:lnTo>
                  <a:pt x="0" y="74972"/>
                </a:lnTo>
                <a:cubicBezTo>
                  <a:pt x="0" y="33566"/>
                  <a:pt x="33566" y="0"/>
                  <a:pt x="74972" y="0"/>
                </a:cubicBez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920726" y="5219788"/>
            <a:ext cx="163997" cy="187425"/>
          </a:xfrm>
          <a:custGeom>
            <a:avLst/>
            <a:gdLst/>
            <a:ahLst/>
            <a:cxnLst/>
            <a:rect l="l" t="t" r="r" b="b"/>
            <a:pathLst>
              <a:path w="163997" h="187425">
                <a:moveTo>
                  <a:pt x="23428" y="11714"/>
                </a:moveTo>
                <a:lnTo>
                  <a:pt x="140569" y="11714"/>
                </a:lnTo>
                <a:cubicBezTo>
                  <a:pt x="153491" y="11714"/>
                  <a:pt x="163997" y="22220"/>
                  <a:pt x="163997" y="35142"/>
                </a:cubicBezTo>
                <a:lnTo>
                  <a:pt x="163997" y="152283"/>
                </a:lnTo>
                <a:cubicBezTo>
                  <a:pt x="163997" y="165205"/>
                  <a:pt x="153491" y="175711"/>
                  <a:pt x="140569" y="175711"/>
                </a:cubicBezTo>
                <a:lnTo>
                  <a:pt x="23428" y="175711"/>
                </a:lnTo>
                <a:cubicBezTo>
                  <a:pt x="10506" y="175711"/>
                  <a:pt x="0" y="165205"/>
                  <a:pt x="0" y="152283"/>
                </a:cubicBezTo>
                <a:lnTo>
                  <a:pt x="0" y="35142"/>
                </a:lnTo>
                <a:cubicBezTo>
                  <a:pt x="0" y="22220"/>
                  <a:pt x="10506" y="11714"/>
                  <a:pt x="23428" y="11714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1377574" y="5088590"/>
            <a:ext cx="5960117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Central Widget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77574" y="5350985"/>
            <a:ext cx="5941374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Asosiy kontent maydoni (QTextEdit)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3817" y="5861719"/>
            <a:ext cx="6803530" cy="759071"/>
          </a:xfrm>
          <a:custGeom>
            <a:avLst/>
            <a:gdLst/>
            <a:ahLst/>
            <a:cxnLst/>
            <a:rect l="l" t="t" r="r" b="b"/>
            <a:pathLst>
              <a:path w="6803530" h="759071">
                <a:moveTo>
                  <a:pt x="74973" y="0"/>
                </a:moveTo>
                <a:lnTo>
                  <a:pt x="6728556" y="0"/>
                </a:lnTo>
                <a:cubicBezTo>
                  <a:pt x="6769963" y="0"/>
                  <a:pt x="6803530" y="33567"/>
                  <a:pt x="6803530" y="74973"/>
                </a:cubicBezTo>
                <a:lnTo>
                  <a:pt x="6803530" y="684098"/>
                </a:lnTo>
                <a:cubicBezTo>
                  <a:pt x="6803530" y="725505"/>
                  <a:pt x="6769963" y="759071"/>
                  <a:pt x="6728556" y="759071"/>
                </a:cubicBezTo>
                <a:lnTo>
                  <a:pt x="74973" y="759071"/>
                </a:lnTo>
                <a:cubicBezTo>
                  <a:pt x="33567" y="759071"/>
                  <a:pt x="0" y="725505"/>
                  <a:pt x="0" y="684098"/>
                </a:cubicBezTo>
                <a:lnTo>
                  <a:pt x="0" y="74973"/>
                </a:lnTo>
                <a:cubicBezTo>
                  <a:pt x="0" y="33594"/>
                  <a:pt x="33594" y="0"/>
                  <a:pt x="74973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8443" y="6016344"/>
            <a:ext cx="449820" cy="449820"/>
          </a:xfrm>
          <a:custGeom>
            <a:avLst/>
            <a:gdLst/>
            <a:ahLst/>
            <a:cxnLst/>
            <a:rect l="l" t="t" r="r" b="b"/>
            <a:pathLst>
              <a:path w="449820" h="449820">
                <a:moveTo>
                  <a:pt x="74972" y="0"/>
                </a:moveTo>
                <a:lnTo>
                  <a:pt x="374849" y="0"/>
                </a:lnTo>
                <a:cubicBezTo>
                  <a:pt x="416227" y="0"/>
                  <a:pt x="449820" y="33594"/>
                  <a:pt x="449820" y="74972"/>
                </a:cubicBezTo>
                <a:lnTo>
                  <a:pt x="449820" y="374849"/>
                </a:lnTo>
                <a:cubicBezTo>
                  <a:pt x="449820" y="416254"/>
                  <a:pt x="416254" y="449820"/>
                  <a:pt x="374849" y="449820"/>
                </a:cubicBezTo>
                <a:lnTo>
                  <a:pt x="74972" y="449820"/>
                </a:lnTo>
                <a:cubicBezTo>
                  <a:pt x="33594" y="449820"/>
                  <a:pt x="0" y="416227"/>
                  <a:pt x="0" y="374849"/>
                </a:cubicBezTo>
                <a:lnTo>
                  <a:pt x="0" y="74972"/>
                </a:lnTo>
                <a:cubicBezTo>
                  <a:pt x="0" y="33566"/>
                  <a:pt x="33566" y="0"/>
                  <a:pt x="74972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99640" y="6147542"/>
            <a:ext cx="187425" cy="187425"/>
          </a:xfrm>
          <a:custGeom>
            <a:avLst/>
            <a:gdLst/>
            <a:ahLst/>
            <a:cxnLst/>
            <a:rect l="l" t="t" r="r" b="b"/>
            <a:pathLst>
              <a:path w="187425" h="187425">
                <a:moveTo>
                  <a:pt x="93713" y="187425"/>
                </a:moveTo>
                <a:cubicBezTo>
                  <a:pt x="145434" y="187425"/>
                  <a:pt x="187425" y="145434"/>
                  <a:pt x="187425" y="93713"/>
                </a:cubicBezTo>
                <a:cubicBezTo>
                  <a:pt x="187425" y="41991"/>
                  <a:pt x="145434" y="0"/>
                  <a:pt x="93713" y="0"/>
                </a:cubicBezTo>
                <a:cubicBezTo>
                  <a:pt x="41991" y="0"/>
                  <a:pt x="0" y="41991"/>
                  <a:pt x="0" y="93713"/>
                </a:cubicBezTo>
                <a:cubicBezTo>
                  <a:pt x="0" y="145434"/>
                  <a:pt x="41991" y="187425"/>
                  <a:pt x="93713" y="187425"/>
                </a:cubicBezTo>
                <a:close/>
                <a:moveTo>
                  <a:pt x="81998" y="58570"/>
                </a:moveTo>
                <a:cubicBezTo>
                  <a:pt x="81998" y="52105"/>
                  <a:pt x="87247" y="46856"/>
                  <a:pt x="93713" y="46856"/>
                </a:cubicBezTo>
                <a:cubicBezTo>
                  <a:pt x="100178" y="46856"/>
                  <a:pt x="105427" y="52105"/>
                  <a:pt x="105427" y="58570"/>
                </a:cubicBezTo>
                <a:cubicBezTo>
                  <a:pt x="105427" y="65035"/>
                  <a:pt x="100178" y="70284"/>
                  <a:pt x="93713" y="70284"/>
                </a:cubicBezTo>
                <a:cubicBezTo>
                  <a:pt x="87247" y="70284"/>
                  <a:pt x="81998" y="65035"/>
                  <a:pt x="81998" y="58570"/>
                </a:cubicBezTo>
                <a:close/>
                <a:moveTo>
                  <a:pt x="79070" y="81998"/>
                </a:moveTo>
                <a:lnTo>
                  <a:pt x="96641" y="81998"/>
                </a:lnTo>
                <a:cubicBezTo>
                  <a:pt x="101510" y="81998"/>
                  <a:pt x="105427" y="85915"/>
                  <a:pt x="105427" y="90784"/>
                </a:cubicBezTo>
                <a:lnTo>
                  <a:pt x="105427" y="122998"/>
                </a:lnTo>
                <a:lnTo>
                  <a:pt x="108355" y="122998"/>
                </a:lnTo>
                <a:cubicBezTo>
                  <a:pt x="113224" y="122998"/>
                  <a:pt x="117141" y="126915"/>
                  <a:pt x="117141" y="131783"/>
                </a:cubicBezTo>
                <a:cubicBezTo>
                  <a:pt x="117141" y="136652"/>
                  <a:pt x="113224" y="140569"/>
                  <a:pt x="108355" y="140569"/>
                </a:cubicBezTo>
                <a:lnTo>
                  <a:pt x="79070" y="140569"/>
                </a:lnTo>
                <a:cubicBezTo>
                  <a:pt x="74201" y="140569"/>
                  <a:pt x="70284" y="136652"/>
                  <a:pt x="70284" y="131783"/>
                </a:cubicBezTo>
                <a:cubicBezTo>
                  <a:pt x="70284" y="126915"/>
                  <a:pt x="74201" y="122998"/>
                  <a:pt x="79070" y="122998"/>
                </a:cubicBezTo>
                <a:lnTo>
                  <a:pt x="87855" y="122998"/>
                </a:lnTo>
                <a:lnTo>
                  <a:pt x="87855" y="99570"/>
                </a:lnTo>
                <a:lnTo>
                  <a:pt x="79070" y="99570"/>
                </a:lnTo>
                <a:cubicBezTo>
                  <a:pt x="74201" y="99570"/>
                  <a:pt x="70284" y="95653"/>
                  <a:pt x="70284" y="90784"/>
                </a:cubicBezTo>
                <a:cubicBezTo>
                  <a:pt x="70284" y="85915"/>
                  <a:pt x="74201" y="81998"/>
                  <a:pt x="79070" y="8199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1368203" y="6016344"/>
            <a:ext cx="5978859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Status Bar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368203" y="6278739"/>
            <a:ext cx="5960117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Holat paneli (status tips)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888984" y="1485344"/>
            <a:ext cx="3926555" cy="3682902"/>
          </a:xfrm>
          <a:custGeom>
            <a:avLst/>
            <a:gdLst/>
            <a:ahLst/>
            <a:cxnLst/>
            <a:rect l="l" t="t" r="r" b="b"/>
            <a:pathLst>
              <a:path w="3926555" h="3682902">
                <a:moveTo>
                  <a:pt x="112439" y="0"/>
                </a:moveTo>
                <a:lnTo>
                  <a:pt x="3814116" y="0"/>
                </a:lnTo>
                <a:cubicBezTo>
                  <a:pt x="3876214" y="0"/>
                  <a:pt x="3926555" y="50341"/>
                  <a:pt x="3926555" y="112439"/>
                </a:cubicBezTo>
                <a:lnTo>
                  <a:pt x="3926555" y="3570463"/>
                </a:lnTo>
                <a:cubicBezTo>
                  <a:pt x="3926555" y="3632562"/>
                  <a:pt x="3876214" y="3682902"/>
                  <a:pt x="3814116" y="3682902"/>
                </a:cubicBezTo>
                <a:lnTo>
                  <a:pt x="112439" y="3682902"/>
                </a:lnTo>
                <a:cubicBezTo>
                  <a:pt x="50341" y="3682902"/>
                  <a:pt x="0" y="3632562"/>
                  <a:pt x="0" y="3570463"/>
                </a:cubicBezTo>
                <a:lnTo>
                  <a:pt x="0" y="112439"/>
                </a:lnTo>
                <a:cubicBezTo>
                  <a:pt x="0" y="50382"/>
                  <a:pt x="50382" y="0"/>
                  <a:pt x="112439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31465" y="1761796"/>
            <a:ext cx="189768" cy="168683"/>
          </a:xfrm>
          <a:custGeom>
            <a:avLst/>
            <a:gdLst/>
            <a:ahLst/>
            <a:cxnLst/>
            <a:rect l="l" t="t" r="r" b="b"/>
            <a:pathLst>
              <a:path w="189768" h="168683">
                <a:moveTo>
                  <a:pt x="118868" y="395"/>
                </a:moveTo>
                <a:cubicBezTo>
                  <a:pt x="113268" y="-1219"/>
                  <a:pt x="107436" y="2043"/>
                  <a:pt x="105822" y="7643"/>
                </a:cubicBezTo>
                <a:lnTo>
                  <a:pt x="63651" y="155241"/>
                </a:lnTo>
                <a:cubicBezTo>
                  <a:pt x="62037" y="160841"/>
                  <a:pt x="65299" y="166673"/>
                  <a:pt x="70899" y="168287"/>
                </a:cubicBezTo>
                <a:cubicBezTo>
                  <a:pt x="76500" y="169902"/>
                  <a:pt x="82332" y="166640"/>
                  <a:pt x="83946" y="161039"/>
                </a:cubicBezTo>
                <a:lnTo>
                  <a:pt x="126117" y="13442"/>
                </a:lnTo>
                <a:cubicBezTo>
                  <a:pt x="127731" y="7841"/>
                  <a:pt x="124469" y="2010"/>
                  <a:pt x="118868" y="395"/>
                </a:cubicBezTo>
                <a:close/>
                <a:moveTo>
                  <a:pt x="140151" y="45235"/>
                </a:moveTo>
                <a:cubicBezTo>
                  <a:pt x="136033" y="49353"/>
                  <a:pt x="136033" y="56041"/>
                  <a:pt x="140151" y="60159"/>
                </a:cubicBezTo>
                <a:lnTo>
                  <a:pt x="164334" y="84341"/>
                </a:lnTo>
                <a:lnTo>
                  <a:pt x="140151" y="108524"/>
                </a:lnTo>
                <a:cubicBezTo>
                  <a:pt x="136033" y="112642"/>
                  <a:pt x="136033" y="119330"/>
                  <a:pt x="140151" y="123448"/>
                </a:cubicBezTo>
                <a:cubicBezTo>
                  <a:pt x="144270" y="127566"/>
                  <a:pt x="150958" y="127566"/>
                  <a:pt x="155076" y="123448"/>
                </a:cubicBezTo>
                <a:lnTo>
                  <a:pt x="186704" y="91820"/>
                </a:lnTo>
                <a:cubicBezTo>
                  <a:pt x="190822" y="87702"/>
                  <a:pt x="190822" y="81014"/>
                  <a:pt x="186704" y="76896"/>
                </a:cubicBezTo>
                <a:lnTo>
                  <a:pt x="155076" y="45268"/>
                </a:lnTo>
                <a:cubicBezTo>
                  <a:pt x="150958" y="41149"/>
                  <a:pt x="144270" y="41149"/>
                  <a:pt x="140151" y="45268"/>
                </a:cubicBezTo>
                <a:close/>
                <a:moveTo>
                  <a:pt x="49649" y="45235"/>
                </a:moveTo>
                <a:cubicBezTo>
                  <a:pt x="45531" y="41116"/>
                  <a:pt x="38843" y="41116"/>
                  <a:pt x="34725" y="45235"/>
                </a:cubicBezTo>
                <a:lnTo>
                  <a:pt x="3097" y="76863"/>
                </a:lnTo>
                <a:cubicBezTo>
                  <a:pt x="-1021" y="80981"/>
                  <a:pt x="-1021" y="87669"/>
                  <a:pt x="3097" y="91787"/>
                </a:cubicBezTo>
                <a:lnTo>
                  <a:pt x="34725" y="123415"/>
                </a:lnTo>
                <a:cubicBezTo>
                  <a:pt x="38843" y="127533"/>
                  <a:pt x="45531" y="127533"/>
                  <a:pt x="49649" y="123415"/>
                </a:cubicBezTo>
                <a:cubicBezTo>
                  <a:pt x="53768" y="119297"/>
                  <a:pt x="53768" y="112609"/>
                  <a:pt x="49649" y="108491"/>
                </a:cubicBezTo>
                <a:lnTo>
                  <a:pt x="25467" y="84341"/>
                </a:lnTo>
                <a:lnTo>
                  <a:pt x="49616" y="60159"/>
                </a:lnTo>
                <a:cubicBezTo>
                  <a:pt x="53735" y="56041"/>
                  <a:pt x="53735" y="49353"/>
                  <a:pt x="49616" y="45235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5" name="Text 33"/>
          <p:cNvSpPr/>
          <p:nvPr/>
        </p:nvSpPr>
        <p:spPr>
          <a:xfrm>
            <a:off x="8334119" y="1714939"/>
            <a:ext cx="3336166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Asosiy Metodlar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123266" y="2131960"/>
            <a:ext cx="3457992" cy="609131"/>
          </a:xfrm>
          <a:custGeom>
            <a:avLst/>
            <a:gdLst/>
            <a:ahLst/>
            <a:cxnLst/>
            <a:rect l="l" t="t" r="r" b="b"/>
            <a:pathLst>
              <a:path w="3457992" h="609131">
                <a:moveTo>
                  <a:pt x="74972" y="0"/>
                </a:moveTo>
                <a:lnTo>
                  <a:pt x="3383020" y="0"/>
                </a:lnTo>
                <a:cubicBezTo>
                  <a:pt x="3424426" y="0"/>
                  <a:pt x="3457992" y="33566"/>
                  <a:pt x="3457992" y="74972"/>
                </a:cubicBezTo>
                <a:lnTo>
                  <a:pt x="3457992" y="534160"/>
                </a:lnTo>
                <a:cubicBezTo>
                  <a:pt x="3457992" y="575565"/>
                  <a:pt x="3424426" y="609131"/>
                  <a:pt x="3383020" y="609131"/>
                </a:cubicBezTo>
                <a:lnTo>
                  <a:pt x="74972" y="609131"/>
                </a:lnTo>
                <a:cubicBezTo>
                  <a:pt x="33566" y="609131"/>
                  <a:pt x="0" y="575565"/>
                  <a:pt x="0" y="534160"/>
                </a:cubicBezTo>
                <a:lnTo>
                  <a:pt x="0" y="74972"/>
                </a:lnTo>
                <a:cubicBezTo>
                  <a:pt x="0" y="33594"/>
                  <a:pt x="33594" y="0"/>
                  <a:pt x="74972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40406" y="2249101"/>
            <a:ext cx="3289310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setCentralWidget(widget)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240406" y="2474011"/>
            <a:ext cx="3279939" cy="149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5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Central widget o'rnatish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123266" y="2862918"/>
            <a:ext cx="3457992" cy="609131"/>
          </a:xfrm>
          <a:custGeom>
            <a:avLst/>
            <a:gdLst/>
            <a:ahLst/>
            <a:cxnLst/>
            <a:rect l="l" t="t" r="r" b="b"/>
            <a:pathLst>
              <a:path w="3457992" h="609131">
                <a:moveTo>
                  <a:pt x="74972" y="0"/>
                </a:moveTo>
                <a:lnTo>
                  <a:pt x="3383020" y="0"/>
                </a:lnTo>
                <a:cubicBezTo>
                  <a:pt x="3424426" y="0"/>
                  <a:pt x="3457992" y="33566"/>
                  <a:pt x="3457992" y="74972"/>
                </a:cubicBezTo>
                <a:lnTo>
                  <a:pt x="3457992" y="534160"/>
                </a:lnTo>
                <a:cubicBezTo>
                  <a:pt x="3457992" y="575565"/>
                  <a:pt x="3424426" y="609131"/>
                  <a:pt x="3383020" y="609131"/>
                </a:cubicBezTo>
                <a:lnTo>
                  <a:pt x="74972" y="609131"/>
                </a:lnTo>
                <a:cubicBezTo>
                  <a:pt x="33566" y="609131"/>
                  <a:pt x="0" y="575565"/>
                  <a:pt x="0" y="534160"/>
                </a:cubicBezTo>
                <a:lnTo>
                  <a:pt x="0" y="74972"/>
                </a:lnTo>
                <a:cubicBezTo>
                  <a:pt x="0" y="33594"/>
                  <a:pt x="33594" y="0"/>
                  <a:pt x="74972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40406" y="2980058"/>
            <a:ext cx="3289310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setWindowTitle(title)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240406" y="3204968"/>
            <a:ext cx="3279939" cy="149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5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Oyna sarlavhasi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123266" y="3593875"/>
            <a:ext cx="3457992" cy="609131"/>
          </a:xfrm>
          <a:custGeom>
            <a:avLst/>
            <a:gdLst/>
            <a:ahLst/>
            <a:cxnLst/>
            <a:rect l="l" t="t" r="r" b="b"/>
            <a:pathLst>
              <a:path w="3457992" h="609131">
                <a:moveTo>
                  <a:pt x="74972" y="0"/>
                </a:moveTo>
                <a:lnTo>
                  <a:pt x="3383020" y="0"/>
                </a:lnTo>
                <a:cubicBezTo>
                  <a:pt x="3424426" y="0"/>
                  <a:pt x="3457992" y="33566"/>
                  <a:pt x="3457992" y="74972"/>
                </a:cubicBezTo>
                <a:lnTo>
                  <a:pt x="3457992" y="534160"/>
                </a:lnTo>
                <a:cubicBezTo>
                  <a:pt x="3457992" y="575565"/>
                  <a:pt x="3424426" y="609131"/>
                  <a:pt x="3383020" y="609131"/>
                </a:cubicBezTo>
                <a:lnTo>
                  <a:pt x="74972" y="609131"/>
                </a:lnTo>
                <a:cubicBezTo>
                  <a:pt x="33566" y="609131"/>
                  <a:pt x="0" y="575565"/>
                  <a:pt x="0" y="534160"/>
                </a:cubicBezTo>
                <a:lnTo>
                  <a:pt x="0" y="74972"/>
                </a:lnTo>
                <a:cubicBezTo>
                  <a:pt x="0" y="33594"/>
                  <a:pt x="33594" y="0"/>
                  <a:pt x="74972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40406" y="3711016"/>
            <a:ext cx="3289310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setGeometry(x, y, w, h)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240406" y="3935926"/>
            <a:ext cx="3279939" cy="149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5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Oyna geometriyasi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123266" y="4324833"/>
            <a:ext cx="3457992" cy="609131"/>
          </a:xfrm>
          <a:custGeom>
            <a:avLst/>
            <a:gdLst/>
            <a:ahLst/>
            <a:cxnLst/>
            <a:rect l="l" t="t" r="r" b="b"/>
            <a:pathLst>
              <a:path w="3457992" h="609131">
                <a:moveTo>
                  <a:pt x="74972" y="0"/>
                </a:moveTo>
                <a:lnTo>
                  <a:pt x="3383020" y="0"/>
                </a:lnTo>
                <a:cubicBezTo>
                  <a:pt x="3424426" y="0"/>
                  <a:pt x="3457992" y="33566"/>
                  <a:pt x="3457992" y="74972"/>
                </a:cubicBezTo>
                <a:lnTo>
                  <a:pt x="3457992" y="534160"/>
                </a:lnTo>
                <a:cubicBezTo>
                  <a:pt x="3457992" y="575565"/>
                  <a:pt x="3424426" y="609131"/>
                  <a:pt x="3383020" y="609131"/>
                </a:cubicBezTo>
                <a:lnTo>
                  <a:pt x="74972" y="609131"/>
                </a:lnTo>
                <a:cubicBezTo>
                  <a:pt x="33566" y="609131"/>
                  <a:pt x="0" y="575565"/>
                  <a:pt x="0" y="534160"/>
                </a:cubicBezTo>
                <a:lnTo>
                  <a:pt x="0" y="74972"/>
                </a:lnTo>
                <a:cubicBezTo>
                  <a:pt x="0" y="33594"/>
                  <a:pt x="33594" y="0"/>
                  <a:pt x="74972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40406" y="4441974"/>
            <a:ext cx="3289310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setWindowIcon(icon)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240406" y="4666884"/>
            <a:ext cx="3279939" cy="149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5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Oyna belgisi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888984" y="5365042"/>
            <a:ext cx="3926555" cy="1265119"/>
          </a:xfrm>
          <a:custGeom>
            <a:avLst/>
            <a:gdLst/>
            <a:ahLst/>
            <a:cxnLst/>
            <a:rect l="l" t="t" r="r" b="b"/>
            <a:pathLst>
              <a:path w="3926555" h="1265119">
                <a:moveTo>
                  <a:pt x="112456" y="0"/>
                </a:moveTo>
                <a:lnTo>
                  <a:pt x="3814099" y="0"/>
                </a:lnTo>
                <a:cubicBezTo>
                  <a:pt x="3876206" y="0"/>
                  <a:pt x="3926555" y="50348"/>
                  <a:pt x="3926555" y="112456"/>
                </a:cubicBezTo>
                <a:lnTo>
                  <a:pt x="3926555" y="1152663"/>
                </a:lnTo>
                <a:cubicBezTo>
                  <a:pt x="3926555" y="1214771"/>
                  <a:pt x="3876206" y="1265119"/>
                  <a:pt x="3814099" y="1265119"/>
                </a:cubicBezTo>
                <a:lnTo>
                  <a:pt x="112456" y="1265119"/>
                </a:lnTo>
                <a:cubicBezTo>
                  <a:pt x="50390" y="1265119"/>
                  <a:pt x="0" y="1214729"/>
                  <a:pt x="0" y="1152663"/>
                </a:cubicBezTo>
                <a:lnTo>
                  <a:pt x="0" y="112456"/>
                </a:lnTo>
                <a:cubicBezTo>
                  <a:pt x="0" y="50348"/>
                  <a:pt x="50348" y="0"/>
                  <a:pt x="112456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142008" y="5641494"/>
            <a:ext cx="168683" cy="168683"/>
          </a:xfrm>
          <a:custGeom>
            <a:avLst/>
            <a:gdLst/>
            <a:ahLst/>
            <a:cxnLst/>
            <a:rect l="l" t="t" r="r" b="b"/>
            <a:pathLst>
              <a:path w="168683" h="168683">
                <a:moveTo>
                  <a:pt x="84341" y="0"/>
                </a:moveTo>
                <a:cubicBezTo>
                  <a:pt x="89184" y="0"/>
                  <a:pt x="93632" y="2669"/>
                  <a:pt x="95938" y="6919"/>
                </a:cubicBezTo>
                <a:lnTo>
                  <a:pt x="167101" y="138702"/>
                </a:lnTo>
                <a:cubicBezTo>
                  <a:pt x="169309" y="142787"/>
                  <a:pt x="169210" y="147729"/>
                  <a:pt x="166838" y="151715"/>
                </a:cubicBezTo>
                <a:cubicBezTo>
                  <a:pt x="164465" y="155702"/>
                  <a:pt x="160150" y="158140"/>
                  <a:pt x="155504" y="158140"/>
                </a:cubicBezTo>
                <a:lnTo>
                  <a:pt x="13178" y="158140"/>
                </a:lnTo>
                <a:cubicBezTo>
                  <a:pt x="8533" y="158140"/>
                  <a:pt x="4250" y="155702"/>
                  <a:pt x="1845" y="151715"/>
                </a:cubicBezTo>
                <a:cubicBezTo>
                  <a:pt x="-560" y="147729"/>
                  <a:pt x="-626" y="142787"/>
                  <a:pt x="1581" y="138702"/>
                </a:cubicBezTo>
                <a:lnTo>
                  <a:pt x="72744" y="6919"/>
                </a:lnTo>
                <a:cubicBezTo>
                  <a:pt x="75051" y="2669"/>
                  <a:pt x="79498" y="0"/>
                  <a:pt x="84341" y="0"/>
                </a:cubicBezTo>
                <a:close/>
                <a:moveTo>
                  <a:pt x="84341" y="55349"/>
                </a:moveTo>
                <a:cubicBezTo>
                  <a:pt x="79959" y="55349"/>
                  <a:pt x="76434" y="58874"/>
                  <a:pt x="76434" y="63256"/>
                </a:cubicBezTo>
                <a:lnTo>
                  <a:pt x="76434" y="100155"/>
                </a:lnTo>
                <a:cubicBezTo>
                  <a:pt x="76434" y="104537"/>
                  <a:pt x="79959" y="108062"/>
                  <a:pt x="84341" y="108062"/>
                </a:cubicBezTo>
                <a:cubicBezTo>
                  <a:pt x="88723" y="108062"/>
                  <a:pt x="92248" y="104537"/>
                  <a:pt x="92248" y="100155"/>
                </a:cubicBezTo>
                <a:lnTo>
                  <a:pt x="92248" y="63256"/>
                </a:lnTo>
                <a:cubicBezTo>
                  <a:pt x="92248" y="58874"/>
                  <a:pt x="88723" y="55349"/>
                  <a:pt x="84341" y="55349"/>
                </a:cubicBezTo>
                <a:close/>
                <a:moveTo>
                  <a:pt x="93138" y="126512"/>
                </a:moveTo>
                <a:cubicBezTo>
                  <a:pt x="93338" y="123247"/>
                  <a:pt x="91710" y="120140"/>
                  <a:pt x="88911" y="118447"/>
                </a:cubicBezTo>
                <a:cubicBezTo>
                  <a:pt x="86111" y="116754"/>
                  <a:pt x="82604" y="116754"/>
                  <a:pt x="79805" y="118447"/>
                </a:cubicBezTo>
                <a:cubicBezTo>
                  <a:pt x="77006" y="120140"/>
                  <a:pt x="75378" y="123247"/>
                  <a:pt x="75578" y="126512"/>
                </a:cubicBezTo>
                <a:cubicBezTo>
                  <a:pt x="75378" y="129777"/>
                  <a:pt x="77006" y="132884"/>
                  <a:pt x="79805" y="134577"/>
                </a:cubicBezTo>
                <a:cubicBezTo>
                  <a:pt x="82604" y="136270"/>
                  <a:pt x="86111" y="136270"/>
                  <a:pt x="88911" y="134577"/>
                </a:cubicBezTo>
                <a:cubicBezTo>
                  <a:pt x="91710" y="132884"/>
                  <a:pt x="93338" y="129777"/>
                  <a:pt x="93138" y="126512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0" name="Text 48"/>
          <p:cNvSpPr/>
          <p:nvPr/>
        </p:nvSpPr>
        <p:spPr>
          <a:xfrm>
            <a:off x="8334119" y="5594638"/>
            <a:ext cx="3336166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Muhim Eslatma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118580" y="5969488"/>
            <a:ext cx="3532962" cy="431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QMainWindow</a:t>
            </a:r>
            <a:pPr>
              <a:lnSpc>
                <a:spcPct val="140000"/>
              </a:lnSpc>
            </a:pPr>
            <a:r>
              <a:rPr lang="en-US" sz="1033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faqat </a:t>
            </a:r>
            <a:pPr>
              <a:lnSpc>
                <a:spcPct val="140000"/>
              </a:lnSpc>
            </a:pPr>
            <a:r>
              <a:rPr lang="en-US" sz="1033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bitta</a:t>
            </a:r>
            <a:pPr>
              <a:lnSpc>
                <a:spcPct val="140000"/>
              </a:lnSpc>
            </a:pPr>
            <a:r>
              <a:rPr lang="en-US" sz="1033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central widgetga ega bo'lishi mumkin. Agar yangi widget o'rnatilsa, avvalgisi o'chiriladi.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dm0qx8t0i9gc9.cloudfront.net/070f4dd6ec48fdaeeda3c64d476e11c5011c2df1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E293B"/>
              </a:gs>
              <a:gs pos="50000">
                <a:srgbClr val="1E293B">
                  <a:alpha val="95000"/>
                </a:srgbClr>
              </a:gs>
              <a:gs pos="100000">
                <a:srgbClr val="10B981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2124075"/>
            <a:ext cx="1333500" cy="428625"/>
          </a:xfrm>
          <a:custGeom>
            <a:avLst/>
            <a:gdLst/>
            <a:ahLst/>
            <a:cxnLst/>
            <a:rect l="l" t="t" r="r" b="b"/>
            <a:pathLst>
              <a:path w="1333500" h="428625">
                <a:moveTo>
                  <a:pt x="114301" y="0"/>
                </a:moveTo>
                <a:lnTo>
                  <a:pt x="1219199" y="0"/>
                </a:lnTo>
                <a:cubicBezTo>
                  <a:pt x="1282326" y="0"/>
                  <a:pt x="1333500" y="51174"/>
                  <a:pt x="1333500" y="114301"/>
                </a:cubicBezTo>
                <a:lnTo>
                  <a:pt x="1333500" y="314324"/>
                </a:lnTo>
                <a:cubicBezTo>
                  <a:pt x="1333500" y="377451"/>
                  <a:pt x="1282326" y="428625"/>
                  <a:pt x="1219199" y="428625"/>
                </a:cubicBezTo>
                <a:lnTo>
                  <a:pt x="114301" y="428625"/>
                </a:lnTo>
                <a:cubicBezTo>
                  <a:pt x="51174" y="428625"/>
                  <a:pt x="0" y="377451"/>
                  <a:pt x="0" y="3143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1025" y="2233613"/>
            <a:ext cx="10414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spc="75" kern="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BO'LIM 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786063"/>
            <a:ext cx="6296025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Asosiy Vidjetlar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871913"/>
            <a:ext cx="60674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Matn muharriri uchun zarur vidjetlar va ularning xususiyatlari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700588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9" name="Shape 6"/>
          <p:cNvSpPr/>
          <p:nvPr/>
        </p:nvSpPr>
        <p:spPr>
          <a:xfrm>
            <a:off x="1447800" y="4700588"/>
            <a:ext cx="457200" cy="38100"/>
          </a:xfrm>
          <a:custGeom>
            <a:avLst/>
            <a:gdLst/>
            <a:ahLst/>
            <a:cxnLst/>
            <a:rect l="l" t="t" r="r" b="b"/>
            <a:pathLst>
              <a:path w="457200" h="38100">
                <a:moveTo>
                  <a:pt x="0" y="0"/>
                </a:moveTo>
                <a:lnTo>
                  <a:pt x="457200" y="0"/>
                </a:lnTo>
                <a:lnTo>
                  <a:pt x="457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10B981">
              <a:alpha val="50196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2057400" y="4700588"/>
            <a:ext cx="228600" cy="38100"/>
          </a:xfrm>
          <a:custGeom>
            <a:avLst/>
            <a:gdLst/>
            <a:ahLst/>
            <a:cxnLst/>
            <a:rect l="l" t="t" r="r" b="b"/>
            <a:pathLst>
              <a:path w="228600" h="38100">
                <a:moveTo>
                  <a:pt x="0" y="0"/>
                </a:moveTo>
                <a:lnTo>
                  <a:pt x="228600" y="0"/>
                </a:lnTo>
                <a:lnTo>
                  <a:pt x="228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10B981">
              <a:alpha val="30196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1241" y="341241"/>
            <a:ext cx="1348113" cy="345454"/>
          </a:xfrm>
          <a:custGeom>
            <a:avLst/>
            <a:gdLst/>
            <a:ahLst/>
            <a:cxnLst/>
            <a:rect l="l" t="t" r="r" b="b"/>
            <a:pathLst>
              <a:path w="1348113" h="345454">
                <a:moveTo>
                  <a:pt x="67405" y="0"/>
                </a:moveTo>
                <a:lnTo>
                  <a:pt x="1280708" y="0"/>
                </a:lnTo>
                <a:cubicBezTo>
                  <a:pt x="1317935" y="0"/>
                  <a:pt x="1348113" y="30178"/>
                  <a:pt x="1348113" y="67405"/>
                </a:cubicBezTo>
                <a:lnTo>
                  <a:pt x="1348113" y="278049"/>
                </a:lnTo>
                <a:cubicBezTo>
                  <a:pt x="1348113" y="315276"/>
                  <a:pt x="1317935" y="345454"/>
                  <a:pt x="1280708" y="345454"/>
                </a:cubicBezTo>
                <a:lnTo>
                  <a:pt x="67405" y="345454"/>
                </a:lnTo>
                <a:cubicBezTo>
                  <a:pt x="30178" y="345454"/>
                  <a:pt x="0" y="315276"/>
                  <a:pt x="0" y="278049"/>
                </a:cubicBezTo>
                <a:lnTo>
                  <a:pt x="0" y="67405"/>
                </a:lnTo>
                <a:cubicBezTo>
                  <a:pt x="0" y="30203"/>
                  <a:pt x="30203" y="0"/>
                  <a:pt x="67405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0265" y="454988"/>
            <a:ext cx="1127202" cy="134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b="1" spc="46" kern="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ASOSIY VIDJETLAR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7028" y="792017"/>
            <a:ext cx="11669606" cy="337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8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QTextEdit va QPlainTextEdit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1241" y="1301772"/>
            <a:ext cx="5653650" cy="4962742"/>
          </a:xfrm>
          <a:custGeom>
            <a:avLst/>
            <a:gdLst/>
            <a:ahLst/>
            <a:cxnLst/>
            <a:rect l="l" t="t" r="r" b="b"/>
            <a:pathLst>
              <a:path w="5653650" h="4962742">
                <a:moveTo>
                  <a:pt x="101091" y="0"/>
                </a:moveTo>
                <a:lnTo>
                  <a:pt x="5552559" y="0"/>
                </a:lnTo>
                <a:cubicBezTo>
                  <a:pt x="5608390" y="0"/>
                  <a:pt x="5653650" y="45260"/>
                  <a:pt x="5653650" y="101091"/>
                </a:cubicBezTo>
                <a:lnTo>
                  <a:pt x="5653650" y="4861651"/>
                </a:lnTo>
                <a:cubicBezTo>
                  <a:pt x="5653650" y="4917482"/>
                  <a:pt x="5608390" y="4962742"/>
                  <a:pt x="5552559" y="4962742"/>
                </a:cubicBezTo>
                <a:lnTo>
                  <a:pt x="101091" y="4962742"/>
                </a:lnTo>
                <a:cubicBezTo>
                  <a:pt x="45260" y="4962742"/>
                  <a:pt x="0" y="4917482"/>
                  <a:pt x="0" y="4861651"/>
                </a:cubicBezTo>
                <a:lnTo>
                  <a:pt x="0" y="101091"/>
                </a:lnTo>
                <a:cubicBezTo>
                  <a:pt x="0" y="45297"/>
                  <a:pt x="45297" y="0"/>
                  <a:pt x="101091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7671" y="1508202"/>
            <a:ext cx="471840" cy="471840"/>
          </a:xfrm>
          <a:custGeom>
            <a:avLst/>
            <a:gdLst/>
            <a:ahLst/>
            <a:cxnLst/>
            <a:rect l="l" t="t" r="r" b="b"/>
            <a:pathLst>
              <a:path w="471840" h="471840">
                <a:moveTo>
                  <a:pt x="101111" y="0"/>
                </a:moveTo>
                <a:lnTo>
                  <a:pt x="370729" y="0"/>
                </a:lnTo>
                <a:cubicBezTo>
                  <a:pt x="426534" y="0"/>
                  <a:pt x="471840" y="45306"/>
                  <a:pt x="471840" y="101111"/>
                </a:cubicBezTo>
                <a:lnTo>
                  <a:pt x="471840" y="370729"/>
                </a:lnTo>
                <a:cubicBezTo>
                  <a:pt x="471840" y="426534"/>
                  <a:pt x="426534" y="471840"/>
                  <a:pt x="370729" y="471840"/>
                </a:cubicBezTo>
                <a:lnTo>
                  <a:pt x="101111" y="471840"/>
                </a:lnTo>
                <a:cubicBezTo>
                  <a:pt x="45306" y="471840"/>
                  <a:pt x="0" y="426534"/>
                  <a:pt x="0" y="370729"/>
                </a:cubicBezTo>
                <a:lnTo>
                  <a:pt x="0" y="101111"/>
                </a:lnTo>
                <a:cubicBezTo>
                  <a:pt x="0" y="45306"/>
                  <a:pt x="45306" y="0"/>
                  <a:pt x="101111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82482" y="1643013"/>
            <a:ext cx="202217" cy="202217"/>
          </a:xfrm>
          <a:custGeom>
            <a:avLst/>
            <a:gdLst/>
            <a:ahLst/>
            <a:cxnLst/>
            <a:rect l="l" t="t" r="r" b="b"/>
            <a:pathLst>
              <a:path w="202217" h="202217">
                <a:moveTo>
                  <a:pt x="186261" y="8571"/>
                </a:moveTo>
                <a:cubicBezTo>
                  <a:pt x="177611" y="-79"/>
                  <a:pt x="163630" y="-79"/>
                  <a:pt x="154980" y="8571"/>
                </a:cubicBezTo>
                <a:lnTo>
                  <a:pt x="145343" y="18207"/>
                </a:lnTo>
                <a:lnTo>
                  <a:pt x="184010" y="56874"/>
                </a:lnTo>
                <a:lnTo>
                  <a:pt x="193646" y="47237"/>
                </a:lnTo>
                <a:cubicBezTo>
                  <a:pt x="202296" y="38587"/>
                  <a:pt x="202296" y="24606"/>
                  <a:pt x="193646" y="15956"/>
                </a:cubicBezTo>
                <a:lnTo>
                  <a:pt x="186261" y="8571"/>
                </a:lnTo>
                <a:close/>
                <a:moveTo>
                  <a:pt x="68090" y="95461"/>
                </a:moveTo>
                <a:cubicBezTo>
                  <a:pt x="65681" y="97870"/>
                  <a:pt x="63825" y="100832"/>
                  <a:pt x="62758" y="104110"/>
                </a:cubicBezTo>
                <a:lnTo>
                  <a:pt x="51068" y="139182"/>
                </a:lnTo>
                <a:cubicBezTo>
                  <a:pt x="49922" y="142579"/>
                  <a:pt x="50831" y="146331"/>
                  <a:pt x="53358" y="148898"/>
                </a:cubicBezTo>
                <a:cubicBezTo>
                  <a:pt x="55886" y="151465"/>
                  <a:pt x="59638" y="152334"/>
                  <a:pt x="63074" y="151189"/>
                </a:cubicBezTo>
                <a:lnTo>
                  <a:pt x="98146" y="139498"/>
                </a:lnTo>
                <a:cubicBezTo>
                  <a:pt x="101385" y="138432"/>
                  <a:pt x="104347" y="136575"/>
                  <a:pt x="106796" y="134166"/>
                </a:cubicBezTo>
                <a:lnTo>
                  <a:pt x="170621" y="70263"/>
                </a:lnTo>
                <a:lnTo>
                  <a:pt x="131954" y="31596"/>
                </a:lnTo>
                <a:lnTo>
                  <a:pt x="68090" y="95461"/>
                </a:lnTo>
                <a:close/>
                <a:moveTo>
                  <a:pt x="37916" y="25277"/>
                </a:moveTo>
                <a:cubicBezTo>
                  <a:pt x="16983" y="25277"/>
                  <a:pt x="0" y="42260"/>
                  <a:pt x="0" y="63193"/>
                </a:cubicBezTo>
                <a:lnTo>
                  <a:pt x="0" y="164301"/>
                </a:lnTo>
                <a:cubicBezTo>
                  <a:pt x="0" y="185234"/>
                  <a:pt x="16983" y="202217"/>
                  <a:pt x="37916" y="202217"/>
                </a:cubicBezTo>
                <a:lnTo>
                  <a:pt x="139024" y="202217"/>
                </a:lnTo>
                <a:cubicBezTo>
                  <a:pt x="159957" y="202217"/>
                  <a:pt x="176940" y="185234"/>
                  <a:pt x="176940" y="164301"/>
                </a:cubicBezTo>
                <a:lnTo>
                  <a:pt x="176940" y="126386"/>
                </a:lnTo>
                <a:cubicBezTo>
                  <a:pt x="176940" y="119395"/>
                  <a:pt x="171292" y="113747"/>
                  <a:pt x="164301" y="113747"/>
                </a:cubicBezTo>
                <a:cubicBezTo>
                  <a:pt x="157311" y="113747"/>
                  <a:pt x="151663" y="119395"/>
                  <a:pt x="151663" y="126386"/>
                </a:cubicBezTo>
                <a:lnTo>
                  <a:pt x="151663" y="164301"/>
                </a:lnTo>
                <a:cubicBezTo>
                  <a:pt x="151663" y="171292"/>
                  <a:pt x="146015" y="176940"/>
                  <a:pt x="139024" y="176940"/>
                </a:cubicBezTo>
                <a:lnTo>
                  <a:pt x="37916" y="176940"/>
                </a:lnTo>
                <a:cubicBezTo>
                  <a:pt x="30925" y="176940"/>
                  <a:pt x="25277" y="171292"/>
                  <a:pt x="25277" y="164301"/>
                </a:cubicBezTo>
                <a:lnTo>
                  <a:pt x="25277" y="63193"/>
                </a:lnTo>
                <a:cubicBezTo>
                  <a:pt x="25277" y="56202"/>
                  <a:pt x="30925" y="50554"/>
                  <a:pt x="37916" y="50554"/>
                </a:cubicBezTo>
                <a:lnTo>
                  <a:pt x="75831" y="50554"/>
                </a:lnTo>
                <a:cubicBezTo>
                  <a:pt x="82822" y="50554"/>
                  <a:pt x="88470" y="44906"/>
                  <a:pt x="88470" y="37916"/>
                </a:cubicBezTo>
                <a:cubicBezTo>
                  <a:pt x="88470" y="30925"/>
                  <a:pt x="82822" y="25277"/>
                  <a:pt x="75831" y="25277"/>
                </a:cubicBezTo>
                <a:lnTo>
                  <a:pt x="37916" y="25277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1154322" y="1609310"/>
            <a:ext cx="968956" cy="269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QTextEdit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7671" y="2148556"/>
            <a:ext cx="5308196" cy="438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2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Ko'p qatorli matn maydoni bo'lib, </a:t>
            </a:r>
            <a:pPr>
              <a:lnSpc>
                <a:spcPct val="140000"/>
              </a:lnSpc>
            </a:pPr>
            <a:r>
              <a:rPr lang="en-US" sz="106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HTML</a:t>
            </a:r>
            <a:pPr>
              <a:lnSpc>
                <a:spcPct val="140000"/>
              </a:lnSpc>
            </a:pPr>
            <a:r>
              <a:rPr lang="en-US" sz="1062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va </a:t>
            </a:r>
            <a:pPr>
              <a:lnSpc>
                <a:spcPct val="140000"/>
              </a:lnSpc>
            </a:pPr>
            <a:r>
              <a:rPr lang="en-US" sz="106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oddiy matn</a:t>
            </a:r>
            <a:pPr>
              <a:lnSpc>
                <a:spcPct val="140000"/>
              </a:lnSpc>
            </a:pPr>
            <a:r>
              <a:rPr lang="en-US" sz="1062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formatlarini qo'llab-quvvatlaydi. Boy matn formatlash imkoniyatlariga ega.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51884" y="2759419"/>
            <a:ext cx="5232365" cy="1659865"/>
          </a:xfrm>
          <a:custGeom>
            <a:avLst/>
            <a:gdLst/>
            <a:ahLst/>
            <a:cxnLst/>
            <a:rect l="l" t="t" r="r" b="b"/>
            <a:pathLst>
              <a:path w="5232365" h="1659865">
                <a:moveTo>
                  <a:pt x="67407" y="0"/>
                </a:moveTo>
                <a:lnTo>
                  <a:pt x="5164958" y="0"/>
                </a:lnTo>
                <a:cubicBezTo>
                  <a:pt x="5202186" y="0"/>
                  <a:pt x="5232365" y="30179"/>
                  <a:pt x="5232365" y="67407"/>
                </a:cubicBezTo>
                <a:lnTo>
                  <a:pt x="5232365" y="1592457"/>
                </a:lnTo>
                <a:cubicBezTo>
                  <a:pt x="5232365" y="1629685"/>
                  <a:pt x="5202186" y="1659865"/>
                  <a:pt x="5164958" y="1659865"/>
                </a:cubicBezTo>
                <a:lnTo>
                  <a:pt x="67407" y="1659865"/>
                </a:lnTo>
                <a:cubicBezTo>
                  <a:pt x="30204" y="1659865"/>
                  <a:pt x="0" y="1629660"/>
                  <a:pt x="0" y="1592457"/>
                </a:cubicBezTo>
                <a:lnTo>
                  <a:pt x="0" y="67407"/>
                </a:lnTo>
                <a:cubicBezTo>
                  <a:pt x="0" y="30179"/>
                  <a:pt x="30179" y="0"/>
                  <a:pt x="67407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0387" y="2940572"/>
            <a:ext cx="132705" cy="117960"/>
          </a:xfrm>
          <a:custGeom>
            <a:avLst/>
            <a:gdLst/>
            <a:ahLst/>
            <a:cxnLst/>
            <a:rect l="l" t="t" r="r" b="b"/>
            <a:pathLst>
              <a:path w="132705" h="117960">
                <a:moveTo>
                  <a:pt x="71306" y="-4354"/>
                </a:moveTo>
                <a:cubicBezTo>
                  <a:pt x="70361" y="-6198"/>
                  <a:pt x="68449" y="-7372"/>
                  <a:pt x="66375" y="-7372"/>
                </a:cubicBezTo>
                <a:cubicBezTo>
                  <a:pt x="64302" y="-7372"/>
                  <a:pt x="62390" y="-6198"/>
                  <a:pt x="61445" y="-4354"/>
                </a:cubicBezTo>
                <a:lnTo>
                  <a:pt x="44488" y="28868"/>
                </a:lnTo>
                <a:lnTo>
                  <a:pt x="7649" y="34720"/>
                </a:lnTo>
                <a:cubicBezTo>
                  <a:pt x="5598" y="35042"/>
                  <a:pt x="3894" y="36494"/>
                  <a:pt x="3249" y="38475"/>
                </a:cubicBezTo>
                <a:cubicBezTo>
                  <a:pt x="2603" y="40457"/>
                  <a:pt x="3133" y="42622"/>
                  <a:pt x="4585" y="44097"/>
                </a:cubicBezTo>
                <a:lnTo>
                  <a:pt x="30941" y="70476"/>
                </a:lnTo>
                <a:lnTo>
                  <a:pt x="25136" y="107316"/>
                </a:lnTo>
                <a:cubicBezTo>
                  <a:pt x="24813" y="109366"/>
                  <a:pt x="25665" y="111440"/>
                  <a:pt x="27347" y="112661"/>
                </a:cubicBezTo>
                <a:cubicBezTo>
                  <a:pt x="29029" y="113882"/>
                  <a:pt x="31241" y="114066"/>
                  <a:pt x="33107" y="113122"/>
                </a:cubicBezTo>
                <a:lnTo>
                  <a:pt x="66375" y="96211"/>
                </a:lnTo>
                <a:lnTo>
                  <a:pt x="99621" y="113122"/>
                </a:lnTo>
                <a:cubicBezTo>
                  <a:pt x="101464" y="114066"/>
                  <a:pt x="103699" y="113882"/>
                  <a:pt x="105381" y="112661"/>
                </a:cubicBezTo>
                <a:cubicBezTo>
                  <a:pt x="107062" y="111440"/>
                  <a:pt x="107915" y="109389"/>
                  <a:pt x="107592" y="107316"/>
                </a:cubicBezTo>
                <a:lnTo>
                  <a:pt x="101763" y="70476"/>
                </a:lnTo>
                <a:lnTo>
                  <a:pt x="128120" y="44097"/>
                </a:lnTo>
                <a:cubicBezTo>
                  <a:pt x="129595" y="42622"/>
                  <a:pt x="130101" y="40457"/>
                  <a:pt x="129456" y="38475"/>
                </a:cubicBezTo>
                <a:cubicBezTo>
                  <a:pt x="128811" y="36494"/>
                  <a:pt x="127129" y="35042"/>
                  <a:pt x="125056" y="34720"/>
                </a:cubicBezTo>
                <a:lnTo>
                  <a:pt x="88240" y="28868"/>
                </a:lnTo>
                <a:lnTo>
                  <a:pt x="71306" y="-4354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842571" y="2898444"/>
            <a:ext cx="4870059" cy="202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Muhim Xususiyatlar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0908" y="3168066"/>
            <a:ext cx="101109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97019" y="3168066"/>
            <a:ext cx="2039021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b="1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autoFormatting</a:t>
            </a:r>
            <a:pPr>
              <a:lnSpc>
                <a:spcPct val="120000"/>
              </a:lnSpc>
            </a:pPr>
            <a:r>
              <a:rPr lang="en-US" sz="929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Avtomatik formatlash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0908" y="3403986"/>
            <a:ext cx="101109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97019" y="3403986"/>
            <a:ext cx="1887359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b="1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lineWrapMode</a:t>
            </a:r>
            <a:pPr>
              <a:lnSpc>
                <a:spcPct val="120000"/>
              </a:lnSpc>
            </a:pPr>
            <a:r>
              <a:rPr lang="en-US" sz="929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Qator o'rash rejimi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0908" y="3639906"/>
            <a:ext cx="101109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97019" y="3639906"/>
            <a:ext cx="1567182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b="1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readOnly</a:t>
            </a:r>
            <a:pPr>
              <a:lnSpc>
                <a:spcPct val="120000"/>
              </a:lnSpc>
            </a:pPr>
            <a:r>
              <a:rPr lang="en-US" sz="929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Faqat o'qish rejimi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0908" y="3875826"/>
            <a:ext cx="101109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97019" y="3875826"/>
            <a:ext cx="1895784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b="1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placeholderText</a:t>
            </a:r>
            <a:pPr>
              <a:lnSpc>
                <a:spcPct val="120000"/>
              </a:lnSpc>
            </a:pPr>
            <a:r>
              <a:rPr lang="en-US" sz="929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Joy tutuvchi matn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0908" y="4111746"/>
            <a:ext cx="101109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97019" y="4111746"/>
            <a:ext cx="2232813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b="1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undoRedoEnabled</a:t>
            </a:r>
            <a:pPr>
              <a:lnSpc>
                <a:spcPct val="120000"/>
              </a:lnSpc>
            </a:pPr>
            <a:r>
              <a:rPr lang="en-US" sz="929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Undo/Redo funksiyasi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51884" y="4528818"/>
            <a:ext cx="5232365" cy="1525053"/>
          </a:xfrm>
          <a:custGeom>
            <a:avLst/>
            <a:gdLst/>
            <a:ahLst/>
            <a:cxnLst/>
            <a:rect l="l" t="t" r="r" b="b"/>
            <a:pathLst>
              <a:path w="5232365" h="1525053">
                <a:moveTo>
                  <a:pt x="67407" y="0"/>
                </a:moveTo>
                <a:lnTo>
                  <a:pt x="5164958" y="0"/>
                </a:lnTo>
                <a:cubicBezTo>
                  <a:pt x="5202186" y="0"/>
                  <a:pt x="5232365" y="30179"/>
                  <a:pt x="5232365" y="67407"/>
                </a:cubicBezTo>
                <a:lnTo>
                  <a:pt x="5232365" y="1457646"/>
                </a:lnTo>
                <a:cubicBezTo>
                  <a:pt x="5232365" y="1494874"/>
                  <a:pt x="5202186" y="1525053"/>
                  <a:pt x="5164958" y="1525053"/>
                </a:cubicBezTo>
                <a:lnTo>
                  <a:pt x="67407" y="1525053"/>
                </a:lnTo>
                <a:cubicBezTo>
                  <a:pt x="30179" y="1525053"/>
                  <a:pt x="0" y="1494874"/>
                  <a:pt x="0" y="1457646"/>
                </a:cubicBezTo>
                <a:lnTo>
                  <a:pt x="0" y="67407"/>
                </a:lnTo>
                <a:cubicBezTo>
                  <a:pt x="0" y="30179"/>
                  <a:pt x="30179" y="0"/>
                  <a:pt x="67407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0387" y="4709971"/>
            <a:ext cx="132705" cy="117960"/>
          </a:xfrm>
          <a:custGeom>
            <a:avLst/>
            <a:gdLst/>
            <a:ahLst/>
            <a:cxnLst/>
            <a:rect l="l" t="t" r="r" b="b"/>
            <a:pathLst>
              <a:path w="132705" h="117960">
                <a:moveTo>
                  <a:pt x="83125" y="276"/>
                </a:moveTo>
                <a:cubicBezTo>
                  <a:pt x="79208" y="-852"/>
                  <a:pt x="75130" y="1428"/>
                  <a:pt x="74001" y="5345"/>
                </a:cubicBezTo>
                <a:lnTo>
                  <a:pt x="44511" y="108560"/>
                </a:lnTo>
                <a:cubicBezTo>
                  <a:pt x="43383" y="112477"/>
                  <a:pt x="45663" y="116555"/>
                  <a:pt x="49580" y="117683"/>
                </a:cubicBezTo>
                <a:cubicBezTo>
                  <a:pt x="53497" y="118812"/>
                  <a:pt x="57575" y="116531"/>
                  <a:pt x="58703" y="112615"/>
                </a:cubicBezTo>
                <a:lnTo>
                  <a:pt x="88193" y="9400"/>
                </a:lnTo>
                <a:cubicBezTo>
                  <a:pt x="89322" y="5483"/>
                  <a:pt x="87042" y="1405"/>
                  <a:pt x="83125" y="276"/>
                </a:cubicBezTo>
                <a:close/>
                <a:moveTo>
                  <a:pt x="98008" y="31633"/>
                </a:moveTo>
                <a:cubicBezTo>
                  <a:pt x="95128" y="34512"/>
                  <a:pt x="95128" y="39189"/>
                  <a:pt x="98008" y="42069"/>
                </a:cubicBezTo>
                <a:lnTo>
                  <a:pt x="114919" y="58980"/>
                </a:lnTo>
                <a:lnTo>
                  <a:pt x="98008" y="75891"/>
                </a:lnTo>
                <a:cubicBezTo>
                  <a:pt x="95128" y="78770"/>
                  <a:pt x="95128" y="83447"/>
                  <a:pt x="98008" y="86327"/>
                </a:cubicBezTo>
                <a:cubicBezTo>
                  <a:pt x="100888" y="89207"/>
                  <a:pt x="105565" y="89207"/>
                  <a:pt x="108445" y="86327"/>
                </a:cubicBezTo>
                <a:lnTo>
                  <a:pt x="130562" y="64210"/>
                </a:lnTo>
                <a:cubicBezTo>
                  <a:pt x="133442" y="61330"/>
                  <a:pt x="133442" y="56653"/>
                  <a:pt x="130562" y="53773"/>
                </a:cubicBezTo>
                <a:lnTo>
                  <a:pt x="108445" y="31656"/>
                </a:lnTo>
                <a:cubicBezTo>
                  <a:pt x="105565" y="28776"/>
                  <a:pt x="100888" y="28776"/>
                  <a:pt x="98008" y="31656"/>
                </a:cubicBezTo>
                <a:close/>
                <a:moveTo>
                  <a:pt x="34720" y="31633"/>
                </a:moveTo>
                <a:cubicBezTo>
                  <a:pt x="31840" y="28753"/>
                  <a:pt x="27163" y="28753"/>
                  <a:pt x="24283" y="31633"/>
                </a:cubicBezTo>
                <a:lnTo>
                  <a:pt x="2166" y="53750"/>
                </a:lnTo>
                <a:cubicBezTo>
                  <a:pt x="-714" y="56630"/>
                  <a:pt x="-714" y="61307"/>
                  <a:pt x="2166" y="64187"/>
                </a:cubicBezTo>
                <a:lnTo>
                  <a:pt x="24283" y="86304"/>
                </a:lnTo>
                <a:cubicBezTo>
                  <a:pt x="27163" y="89184"/>
                  <a:pt x="31840" y="89184"/>
                  <a:pt x="34720" y="86304"/>
                </a:cubicBezTo>
                <a:cubicBezTo>
                  <a:pt x="37600" y="83424"/>
                  <a:pt x="37600" y="78747"/>
                  <a:pt x="34720" y="75868"/>
                </a:cubicBezTo>
                <a:lnTo>
                  <a:pt x="17809" y="58980"/>
                </a:lnTo>
                <a:lnTo>
                  <a:pt x="34697" y="42069"/>
                </a:lnTo>
                <a:cubicBezTo>
                  <a:pt x="37577" y="39189"/>
                  <a:pt x="37577" y="34512"/>
                  <a:pt x="34697" y="31633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842571" y="4667842"/>
            <a:ext cx="4870059" cy="202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Muhim Metodlar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0908" y="4937465"/>
            <a:ext cx="5013296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append(text)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0908" y="5139682"/>
            <a:ext cx="5013296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setPlainText(text)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0908" y="5341899"/>
            <a:ext cx="5013296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toPlainText()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0908" y="5544116"/>
            <a:ext cx="5013296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clear()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0908" y="5746333"/>
            <a:ext cx="5013296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setHtml(html)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01716" y="1301772"/>
            <a:ext cx="5653650" cy="4962742"/>
          </a:xfrm>
          <a:custGeom>
            <a:avLst/>
            <a:gdLst/>
            <a:ahLst/>
            <a:cxnLst/>
            <a:rect l="l" t="t" r="r" b="b"/>
            <a:pathLst>
              <a:path w="5653650" h="4962742">
                <a:moveTo>
                  <a:pt x="101091" y="0"/>
                </a:moveTo>
                <a:lnTo>
                  <a:pt x="5552559" y="0"/>
                </a:lnTo>
                <a:cubicBezTo>
                  <a:pt x="5608390" y="0"/>
                  <a:pt x="5653650" y="45260"/>
                  <a:pt x="5653650" y="101091"/>
                </a:cubicBezTo>
                <a:lnTo>
                  <a:pt x="5653650" y="4861651"/>
                </a:lnTo>
                <a:cubicBezTo>
                  <a:pt x="5653650" y="4917482"/>
                  <a:pt x="5608390" y="4962742"/>
                  <a:pt x="5552559" y="4962742"/>
                </a:cubicBezTo>
                <a:lnTo>
                  <a:pt x="101091" y="4962742"/>
                </a:lnTo>
                <a:cubicBezTo>
                  <a:pt x="45260" y="4962742"/>
                  <a:pt x="0" y="4917482"/>
                  <a:pt x="0" y="4861651"/>
                </a:cubicBezTo>
                <a:lnTo>
                  <a:pt x="0" y="101091"/>
                </a:lnTo>
                <a:cubicBezTo>
                  <a:pt x="0" y="45297"/>
                  <a:pt x="45297" y="0"/>
                  <a:pt x="101091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8146" y="1508202"/>
            <a:ext cx="471840" cy="471840"/>
          </a:xfrm>
          <a:custGeom>
            <a:avLst/>
            <a:gdLst/>
            <a:ahLst/>
            <a:cxnLst/>
            <a:rect l="l" t="t" r="r" b="b"/>
            <a:pathLst>
              <a:path w="471840" h="471840">
                <a:moveTo>
                  <a:pt x="101111" y="0"/>
                </a:moveTo>
                <a:lnTo>
                  <a:pt x="370729" y="0"/>
                </a:lnTo>
                <a:cubicBezTo>
                  <a:pt x="426534" y="0"/>
                  <a:pt x="471840" y="45306"/>
                  <a:pt x="471840" y="101111"/>
                </a:cubicBezTo>
                <a:lnTo>
                  <a:pt x="471840" y="370729"/>
                </a:lnTo>
                <a:cubicBezTo>
                  <a:pt x="471840" y="426534"/>
                  <a:pt x="426534" y="471840"/>
                  <a:pt x="370729" y="471840"/>
                </a:cubicBezTo>
                <a:lnTo>
                  <a:pt x="101111" y="471840"/>
                </a:lnTo>
                <a:cubicBezTo>
                  <a:pt x="45306" y="471840"/>
                  <a:pt x="0" y="426534"/>
                  <a:pt x="0" y="370729"/>
                </a:cubicBezTo>
                <a:lnTo>
                  <a:pt x="0" y="101111"/>
                </a:lnTo>
                <a:cubicBezTo>
                  <a:pt x="0" y="45306"/>
                  <a:pt x="45306" y="0"/>
                  <a:pt x="101111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568235" y="1643013"/>
            <a:ext cx="151663" cy="202217"/>
          </a:xfrm>
          <a:custGeom>
            <a:avLst/>
            <a:gdLst/>
            <a:ahLst/>
            <a:cxnLst/>
            <a:rect l="l" t="t" r="r" b="b"/>
            <a:pathLst>
              <a:path w="151663" h="202217">
                <a:moveTo>
                  <a:pt x="0" y="25277"/>
                </a:moveTo>
                <a:cubicBezTo>
                  <a:pt x="0" y="11335"/>
                  <a:pt x="11335" y="0"/>
                  <a:pt x="25277" y="0"/>
                </a:cubicBezTo>
                <a:lnTo>
                  <a:pt x="84323" y="0"/>
                </a:lnTo>
                <a:cubicBezTo>
                  <a:pt x="91037" y="0"/>
                  <a:pt x="97475" y="2646"/>
                  <a:pt x="102214" y="7386"/>
                </a:cubicBezTo>
                <a:lnTo>
                  <a:pt x="144277" y="49488"/>
                </a:lnTo>
                <a:cubicBezTo>
                  <a:pt x="149017" y="54227"/>
                  <a:pt x="151663" y="60665"/>
                  <a:pt x="151663" y="67379"/>
                </a:cubicBezTo>
                <a:lnTo>
                  <a:pt x="151663" y="176940"/>
                </a:lnTo>
                <a:cubicBezTo>
                  <a:pt x="151663" y="190882"/>
                  <a:pt x="140328" y="202217"/>
                  <a:pt x="126386" y="202217"/>
                </a:cubicBezTo>
                <a:lnTo>
                  <a:pt x="25277" y="202217"/>
                </a:lnTo>
                <a:cubicBezTo>
                  <a:pt x="11335" y="202217"/>
                  <a:pt x="0" y="190882"/>
                  <a:pt x="0" y="176940"/>
                </a:cubicBezTo>
                <a:lnTo>
                  <a:pt x="0" y="25277"/>
                </a:lnTo>
                <a:close/>
                <a:moveTo>
                  <a:pt x="82151" y="23105"/>
                </a:moveTo>
                <a:lnTo>
                  <a:pt x="82151" y="60033"/>
                </a:lnTo>
                <a:cubicBezTo>
                  <a:pt x="82151" y="65286"/>
                  <a:pt x="86377" y="69512"/>
                  <a:pt x="91630" y="69512"/>
                </a:cubicBezTo>
                <a:lnTo>
                  <a:pt x="128558" y="69512"/>
                </a:lnTo>
                <a:lnTo>
                  <a:pt x="82151" y="23105"/>
                </a:lnTo>
                <a:close/>
                <a:moveTo>
                  <a:pt x="47395" y="101109"/>
                </a:moveTo>
                <a:cubicBezTo>
                  <a:pt x="42142" y="101109"/>
                  <a:pt x="37916" y="105335"/>
                  <a:pt x="37916" y="110587"/>
                </a:cubicBezTo>
                <a:cubicBezTo>
                  <a:pt x="37916" y="115840"/>
                  <a:pt x="42142" y="120066"/>
                  <a:pt x="47395" y="120066"/>
                </a:cubicBezTo>
                <a:lnTo>
                  <a:pt x="104268" y="120066"/>
                </a:lnTo>
                <a:cubicBezTo>
                  <a:pt x="109521" y="120066"/>
                  <a:pt x="113747" y="115840"/>
                  <a:pt x="113747" y="110587"/>
                </a:cubicBezTo>
                <a:cubicBezTo>
                  <a:pt x="113747" y="105335"/>
                  <a:pt x="109521" y="101109"/>
                  <a:pt x="104268" y="101109"/>
                </a:cubicBezTo>
                <a:lnTo>
                  <a:pt x="47395" y="101109"/>
                </a:lnTo>
                <a:close/>
                <a:moveTo>
                  <a:pt x="47395" y="139024"/>
                </a:moveTo>
                <a:cubicBezTo>
                  <a:pt x="42142" y="139024"/>
                  <a:pt x="37916" y="143250"/>
                  <a:pt x="37916" y="148503"/>
                </a:cubicBezTo>
                <a:cubicBezTo>
                  <a:pt x="37916" y="153756"/>
                  <a:pt x="42142" y="157982"/>
                  <a:pt x="47395" y="157982"/>
                </a:cubicBezTo>
                <a:lnTo>
                  <a:pt x="104268" y="157982"/>
                </a:lnTo>
                <a:cubicBezTo>
                  <a:pt x="109521" y="157982"/>
                  <a:pt x="113747" y="153756"/>
                  <a:pt x="113747" y="148503"/>
                </a:cubicBezTo>
                <a:cubicBezTo>
                  <a:pt x="113747" y="143250"/>
                  <a:pt x="109521" y="139024"/>
                  <a:pt x="104268" y="139024"/>
                </a:cubicBezTo>
                <a:lnTo>
                  <a:pt x="47395" y="139024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7014797" y="1609310"/>
            <a:ext cx="1373390" cy="269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QPlainTextEdit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08146" y="2148556"/>
            <a:ext cx="5308196" cy="438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2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Oddiy matn uchun </a:t>
            </a:r>
            <a:pPr>
              <a:lnSpc>
                <a:spcPct val="140000"/>
              </a:lnSpc>
            </a:pPr>
            <a:r>
              <a:rPr lang="en-US" sz="106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optimallashtirilgan</a:t>
            </a:r>
            <a:pPr>
              <a:lnSpc>
                <a:spcPct val="140000"/>
              </a:lnSpc>
            </a:pPr>
            <a:r>
              <a:rPr lang="en-US" sz="1062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ko'p qatorli matn muharriri. Katta hajmdagi matnlar bilan samarali ishlaydi.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12359" y="2759419"/>
            <a:ext cx="5232365" cy="1423945"/>
          </a:xfrm>
          <a:custGeom>
            <a:avLst/>
            <a:gdLst/>
            <a:ahLst/>
            <a:cxnLst/>
            <a:rect l="l" t="t" r="r" b="b"/>
            <a:pathLst>
              <a:path w="5232365" h="1423945">
                <a:moveTo>
                  <a:pt x="67410" y="0"/>
                </a:moveTo>
                <a:lnTo>
                  <a:pt x="5164955" y="0"/>
                </a:lnTo>
                <a:cubicBezTo>
                  <a:pt x="5202185" y="0"/>
                  <a:pt x="5232365" y="30180"/>
                  <a:pt x="5232365" y="67410"/>
                </a:cubicBezTo>
                <a:lnTo>
                  <a:pt x="5232365" y="1356535"/>
                </a:lnTo>
                <a:cubicBezTo>
                  <a:pt x="5232365" y="1393764"/>
                  <a:pt x="5202185" y="1423945"/>
                  <a:pt x="5164955" y="1423945"/>
                </a:cubicBezTo>
                <a:lnTo>
                  <a:pt x="67410" y="1423945"/>
                </a:lnTo>
                <a:cubicBezTo>
                  <a:pt x="30180" y="1423945"/>
                  <a:pt x="0" y="1393764"/>
                  <a:pt x="0" y="1356535"/>
                </a:cubicBezTo>
                <a:lnTo>
                  <a:pt x="0" y="67410"/>
                </a:lnTo>
                <a:cubicBezTo>
                  <a:pt x="0" y="30205"/>
                  <a:pt x="30205" y="0"/>
                  <a:pt x="67410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60862" y="2940572"/>
            <a:ext cx="132705" cy="117960"/>
          </a:xfrm>
          <a:custGeom>
            <a:avLst/>
            <a:gdLst/>
            <a:ahLst/>
            <a:cxnLst/>
            <a:rect l="l" t="t" r="r" b="b"/>
            <a:pathLst>
              <a:path w="132705" h="117960">
                <a:moveTo>
                  <a:pt x="71306" y="-4354"/>
                </a:moveTo>
                <a:cubicBezTo>
                  <a:pt x="70361" y="-6198"/>
                  <a:pt x="68449" y="-7372"/>
                  <a:pt x="66375" y="-7372"/>
                </a:cubicBezTo>
                <a:cubicBezTo>
                  <a:pt x="64302" y="-7372"/>
                  <a:pt x="62390" y="-6198"/>
                  <a:pt x="61445" y="-4354"/>
                </a:cubicBezTo>
                <a:lnTo>
                  <a:pt x="44488" y="28868"/>
                </a:lnTo>
                <a:lnTo>
                  <a:pt x="7649" y="34720"/>
                </a:lnTo>
                <a:cubicBezTo>
                  <a:pt x="5598" y="35042"/>
                  <a:pt x="3894" y="36494"/>
                  <a:pt x="3249" y="38475"/>
                </a:cubicBezTo>
                <a:cubicBezTo>
                  <a:pt x="2603" y="40457"/>
                  <a:pt x="3133" y="42622"/>
                  <a:pt x="4585" y="44097"/>
                </a:cubicBezTo>
                <a:lnTo>
                  <a:pt x="30941" y="70476"/>
                </a:lnTo>
                <a:lnTo>
                  <a:pt x="25136" y="107316"/>
                </a:lnTo>
                <a:cubicBezTo>
                  <a:pt x="24813" y="109366"/>
                  <a:pt x="25665" y="111440"/>
                  <a:pt x="27347" y="112661"/>
                </a:cubicBezTo>
                <a:cubicBezTo>
                  <a:pt x="29029" y="113882"/>
                  <a:pt x="31241" y="114066"/>
                  <a:pt x="33107" y="113122"/>
                </a:cubicBezTo>
                <a:lnTo>
                  <a:pt x="66375" y="96211"/>
                </a:lnTo>
                <a:lnTo>
                  <a:pt x="99621" y="113122"/>
                </a:lnTo>
                <a:cubicBezTo>
                  <a:pt x="101464" y="114066"/>
                  <a:pt x="103699" y="113882"/>
                  <a:pt x="105381" y="112661"/>
                </a:cubicBezTo>
                <a:cubicBezTo>
                  <a:pt x="107062" y="111440"/>
                  <a:pt x="107915" y="109389"/>
                  <a:pt x="107592" y="107316"/>
                </a:cubicBezTo>
                <a:lnTo>
                  <a:pt x="101763" y="70476"/>
                </a:lnTo>
                <a:lnTo>
                  <a:pt x="128120" y="44097"/>
                </a:lnTo>
                <a:cubicBezTo>
                  <a:pt x="129595" y="42622"/>
                  <a:pt x="130101" y="40457"/>
                  <a:pt x="129456" y="38475"/>
                </a:cubicBezTo>
                <a:cubicBezTo>
                  <a:pt x="128811" y="36494"/>
                  <a:pt x="127129" y="35042"/>
                  <a:pt x="125056" y="34720"/>
                </a:cubicBezTo>
                <a:lnTo>
                  <a:pt x="88240" y="28868"/>
                </a:lnTo>
                <a:lnTo>
                  <a:pt x="71306" y="-4354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6703046" y="2898444"/>
            <a:ext cx="4870059" cy="202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Qo'shimcha Xususiyatlar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551383" y="3168066"/>
            <a:ext cx="101109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657494" y="3168066"/>
            <a:ext cx="1777824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b="1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plainText</a:t>
            </a:r>
            <a:pPr>
              <a:lnSpc>
                <a:spcPct val="120000"/>
              </a:lnSpc>
            </a:pPr>
            <a:r>
              <a:rPr lang="en-US" sz="929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Oddiy matn xususiyati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551383" y="3403986"/>
            <a:ext cx="101109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657494" y="3403986"/>
            <a:ext cx="2367624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b="1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maximumBlockCount</a:t>
            </a:r>
            <a:pPr>
              <a:lnSpc>
                <a:spcPct val="120000"/>
              </a:lnSpc>
            </a:pPr>
            <a:r>
              <a:rPr lang="en-US" sz="929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Maksimal bloklar soni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551383" y="3639906"/>
            <a:ext cx="101109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657494" y="3639906"/>
            <a:ext cx="1786250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b="1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backgroundVisible</a:t>
            </a:r>
            <a:pPr>
              <a:lnSpc>
                <a:spcPct val="120000"/>
              </a:lnSpc>
            </a:pPr>
            <a:r>
              <a:rPr lang="en-US" sz="929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Fon ko'rinishi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551383" y="3875826"/>
            <a:ext cx="101109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657494" y="3875826"/>
            <a:ext cx="1828379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b="1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centerOnScroll</a:t>
            </a:r>
            <a:pPr>
              <a:lnSpc>
                <a:spcPct val="120000"/>
              </a:lnSpc>
            </a:pPr>
            <a:r>
              <a:rPr lang="en-US" sz="929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Scroll markazlash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412359" y="4292898"/>
            <a:ext cx="5232365" cy="1322836"/>
          </a:xfrm>
          <a:custGeom>
            <a:avLst/>
            <a:gdLst/>
            <a:ahLst/>
            <a:cxnLst/>
            <a:rect l="l" t="t" r="r" b="b"/>
            <a:pathLst>
              <a:path w="5232365" h="1322836">
                <a:moveTo>
                  <a:pt x="67412" y="0"/>
                </a:moveTo>
                <a:lnTo>
                  <a:pt x="5164953" y="0"/>
                </a:lnTo>
                <a:cubicBezTo>
                  <a:pt x="5202184" y="0"/>
                  <a:pt x="5232365" y="30181"/>
                  <a:pt x="5232365" y="67412"/>
                </a:cubicBezTo>
                <a:lnTo>
                  <a:pt x="5232365" y="1255424"/>
                </a:lnTo>
                <a:cubicBezTo>
                  <a:pt x="5232365" y="1292655"/>
                  <a:pt x="5202184" y="1322836"/>
                  <a:pt x="5164953" y="1322836"/>
                </a:cubicBezTo>
                <a:lnTo>
                  <a:pt x="67412" y="1322836"/>
                </a:lnTo>
                <a:cubicBezTo>
                  <a:pt x="30181" y="1322836"/>
                  <a:pt x="0" y="1292655"/>
                  <a:pt x="0" y="1255424"/>
                </a:cubicBezTo>
                <a:lnTo>
                  <a:pt x="0" y="67412"/>
                </a:lnTo>
                <a:cubicBezTo>
                  <a:pt x="0" y="30206"/>
                  <a:pt x="30206" y="0"/>
                  <a:pt x="67412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575607" y="4474051"/>
            <a:ext cx="103215" cy="117960"/>
          </a:xfrm>
          <a:custGeom>
            <a:avLst/>
            <a:gdLst/>
            <a:ahLst/>
            <a:cxnLst/>
            <a:rect l="l" t="t" r="r" b="b"/>
            <a:pathLst>
              <a:path w="103215" h="117960">
                <a:moveTo>
                  <a:pt x="78056" y="-2281"/>
                </a:moveTo>
                <a:cubicBezTo>
                  <a:pt x="80798" y="-300"/>
                  <a:pt x="81812" y="3295"/>
                  <a:pt x="80568" y="6428"/>
                </a:cubicBezTo>
                <a:lnTo>
                  <a:pt x="62505" y="51607"/>
                </a:lnTo>
                <a:lnTo>
                  <a:pt x="95842" y="51607"/>
                </a:lnTo>
                <a:cubicBezTo>
                  <a:pt x="98953" y="51607"/>
                  <a:pt x="101717" y="53543"/>
                  <a:pt x="102777" y="56469"/>
                </a:cubicBezTo>
                <a:cubicBezTo>
                  <a:pt x="103837" y="59395"/>
                  <a:pt x="102938" y="62666"/>
                  <a:pt x="100565" y="64648"/>
                </a:cubicBezTo>
                <a:lnTo>
                  <a:pt x="34213" y="119941"/>
                </a:lnTo>
                <a:cubicBezTo>
                  <a:pt x="31610" y="122107"/>
                  <a:pt x="27900" y="122222"/>
                  <a:pt x="25159" y="120241"/>
                </a:cubicBezTo>
                <a:cubicBezTo>
                  <a:pt x="22417" y="118259"/>
                  <a:pt x="21403" y="114665"/>
                  <a:pt x="22647" y="111532"/>
                </a:cubicBezTo>
                <a:lnTo>
                  <a:pt x="40710" y="66352"/>
                </a:lnTo>
                <a:lnTo>
                  <a:pt x="7372" y="66352"/>
                </a:lnTo>
                <a:cubicBezTo>
                  <a:pt x="4262" y="66352"/>
                  <a:pt x="1498" y="64417"/>
                  <a:pt x="438" y="61491"/>
                </a:cubicBezTo>
                <a:cubicBezTo>
                  <a:pt x="-622" y="58565"/>
                  <a:pt x="276" y="55294"/>
                  <a:pt x="2649" y="53312"/>
                </a:cubicBezTo>
                <a:lnTo>
                  <a:pt x="69002" y="-1981"/>
                </a:lnTo>
                <a:cubicBezTo>
                  <a:pt x="71605" y="-4147"/>
                  <a:pt x="75315" y="-4262"/>
                  <a:pt x="78056" y="-2281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9" name="Text 47"/>
          <p:cNvSpPr/>
          <p:nvPr/>
        </p:nvSpPr>
        <p:spPr>
          <a:xfrm>
            <a:off x="6703046" y="4431923"/>
            <a:ext cx="4870059" cy="202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Signallar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551383" y="4701545"/>
            <a:ext cx="5013296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20000"/>
              </a:lnSpc>
            </a:pPr>
            <a:r>
              <a:rPr lang="en-US" sz="929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textChanged()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551383" y="4903762"/>
            <a:ext cx="5013296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20000"/>
              </a:lnSpc>
            </a:pPr>
            <a:r>
              <a:rPr lang="en-US" sz="929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cursorPositionChanged()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551383" y="5105979"/>
            <a:ext cx="5013296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20000"/>
              </a:lnSpc>
            </a:pPr>
            <a:r>
              <a:rPr lang="en-US" sz="929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blockCountChanged()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551383" y="5308196"/>
            <a:ext cx="5013296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20000"/>
              </a:lnSpc>
            </a:pPr>
            <a:r>
              <a:rPr lang="en-US" sz="929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selectionChanged()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341241" y="6407751"/>
            <a:ext cx="11509518" cy="446563"/>
          </a:xfrm>
          <a:custGeom>
            <a:avLst/>
            <a:gdLst/>
            <a:ahLst/>
            <a:cxnLst/>
            <a:rect l="l" t="t" r="r" b="b"/>
            <a:pathLst>
              <a:path w="11509518" h="446563">
                <a:moveTo>
                  <a:pt x="67404" y="0"/>
                </a:moveTo>
                <a:lnTo>
                  <a:pt x="11442113" y="0"/>
                </a:lnTo>
                <a:cubicBezTo>
                  <a:pt x="11479340" y="0"/>
                  <a:pt x="11509518" y="30178"/>
                  <a:pt x="11509518" y="67404"/>
                </a:cubicBezTo>
                <a:lnTo>
                  <a:pt x="11509518" y="379158"/>
                </a:lnTo>
                <a:cubicBezTo>
                  <a:pt x="11509518" y="416385"/>
                  <a:pt x="11479340" y="446563"/>
                  <a:pt x="11442113" y="446563"/>
                </a:cubicBezTo>
                <a:lnTo>
                  <a:pt x="67404" y="446563"/>
                </a:lnTo>
                <a:cubicBezTo>
                  <a:pt x="30178" y="446563"/>
                  <a:pt x="0" y="416385"/>
                  <a:pt x="0" y="379158"/>
                </a:cubicBezTo>
                <a:lnTo>
                  <a:pt x="0" y="67404"/>
                </a:lnTo>
                <a:cubicBezTo>
                  <a:pt x="0" y="30203"/>
                  <a:pt x="30203" y="0"/>
                  <a:pt x="67404" y="0"/>
                </a:cubicBezTo>
                <a:close/>
              </a:path>
            </a:pathLst>
          </a:custGeom>
          <a:solidFill>
            <a:srgbClr val="F59E0B">
              <a:alpha val="10196"/>
            </a:srgbClr>
          </a:solidFill>
          <a:ln w="1270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11862" y="6572053"/>
            <a:ext cx="88470" cy="117960"/>
          </a:xfrm>
          <a:custGeom>
            <a:avLst/>
            <a:gdLst/>
            <a:ahLst/>
            <a:cxnLst/>
            <a:rect l="l" t="t" r="r" b="b"/>
            <a:pathLst>
              <a:path w="88470" h="117960">
                <a:moveTo>
                  <a:pt x="67481" y="88470"/>
                </a:moveTo>
                <a:cubicBezTo>
                  <a:pt x="69163" y="83332"/>
                  <a:pt x="72527" y="78678"/>
                  <a:pt x="76328" y="74670"/>
                </a:cubicBezTo>
                <a:cubicBezTo>
                  <a:pt x="83862" y="66744"/>
                  <a:pt x="88470" y="56031"/>
                  <a:pt x="88470" y="44235"/>
                </a:cubicBezTo>
                <a:cubicBezTo>
                  <a:pt x="88470" y="19814"/>
                  <a:pt x="68656" y="0"/>
                  <a:pt x="44235" y="0"/>
                </a:cubicBezTo>
                <a:cubicBezTo>
                  <a:pt x="19814" y="0"/>
                  <a:pt x="0" y="19814"/>
                  <a:pt x="0" y="44235"/>
                </a:cubicBezTo>
                <a:cubicBezTo>
                  <a:pt x="0" y="56031"/>
                  <a:pt x="4608" y="66744"/>
                  <a:pt x="12142" y="74670"/>
                </a:cubicBezTo>
                <a:cubicBezTo>
                  <a:pt x="15943" y="78678"/>
                  <a:pt x="19330" y="83332"/>
                  <a:pt x="20989" y="88470"/>
                </a:cubicBezTo>
                <a:lnTo>
                  <a:pt x="67458" y="88470"/>
                </a:lnTo>
                <a:close/>
                <a:moveTo>
                  <a:pt x="66352" y="99529"/>
                </a:moveTo>
                <a:lnTo>
                  <a:pt x="22117" y="99529"/>
                </a:lnTo>
                <a:lnTo>
                  <a:pt x="22117" y="103215"/>
                </a:lnTo>
                <a:cubicBezTo>
                  <a:pt x="22117" y="113398"/>
                  <a:pt x="30365" y="121646"/>
                  <a:pt x="40549" y="121646"/>
                </a:cubicBezTo>
                <a:lnTo>
                  <a:pt x="47921" y="121646"/>
                </a:lnTo>
                <a:cubicBezTo>
                  <a:pt x="58104" y="121646"/>
                  <a:pt x="66352" y="113398"/>
                  <a:pt x="66352" y="103215"/>
                </a:cubicBezTo>
                <a:lnTo>
                  <a:pt x="66352" y="99529"/>
                </a:lnTo>
                <a:close/>
                <a:moveTo>
                  <a:pt x="42392" y="25804"/>
                </a:moveTo>
                <a:cubicBezTo>
                  <a:pt x="33222" y="25804"/>
                  <a:pt x="25804" y="33222"/>
                  <a:pt x="25804" y="42392"/>
                </a:cubicBezTo>
                <a:cubicBezTo>
                  <a:pt x="25804" y="45456"/>
                  <a:pt x="23339" y="47921"/>
                  <a:pt x="20274" y="47921"/>
                </a:cubicBezTo>
                <a:cubicBezTo>
                  <a:pt x="17210" y="47921"/>
                  <a:pt x="14745" y="45456"/>
                  <a:pt x="14745" y="42392"/>
                </a:cubicBezTo>
                <a:cubicBezTo>
                  <a:pt x="14745" y="27117"/>
                  <a:pt x="27117" y="14745"/>
                  <a:pt x="42392" y="14745"/>
                </a:cubicBezTo>
                <a:cubicBezTo>
                  <a:pt x="45456" y="14745"/>
                  <a:pt x="47921" y="17210"/>
                  <a:pt x="47921" y="20274"/>
                </a:cubicBezTo>
                <a:cubicBezTo>
                  <a:pt x="47921" y="23339"/>
                  <a:pt x="45456" y="25804"/>
                  <a:pt x="42392" y="25804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6" name="Text 54"/>
          <p:cNvSpPr/>
          <p:nvPr/>
        </p:nvSpPr>
        <p:spPr>
          <a:xfrm>
            <a:off x="676648" y="6546775"/>
            <a:ext cx="11094067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Maslahat:</a:t>
            </a:r>
            <a:pPr>
              <a:lnSpc>
                <a:spcPct val="120000"/>
              </a:lnSpc>
            </a:pPr>
            <a:r>
              <a:rPr lang="en-US" sz="929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Agar formatlangan matn kerak bo'lsa </a:t>
            </a:r>
            <a:pPr>
              <a:lnSpc>
                <a:spcPct val="120000"/>
              </a:lnSpc>
            </a:pPr>
            <a:r>
              <a:rPr lang="en-US" sz="929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QTextEdit</a:t>
            </a:r>
            <a:pPr>
              <a:lnSpc>
                <a:spcPct val="120000"/>
              </a:lnSpc>
            </a:pPr>
            <a:r>
              <a:rPr lang="en-US" sz="929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katta hajmdagi oddiy matn uchun </a:t>
            </a:r>
            <a:pPr>
              <a:lnSpc>
                <a:spcPct val="120000"/>
              </a:lnSpc>
            </a:pPr>
            <a:r>
              <a:rPr lang="en-US" sz="929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QPlainTextEdit</a:t>
            </a:r>
            <a:pPr>
              <a:lnSpc>
                <a:spcPct val="120000"/>
              </a:lnSpc>
            </a:pPr>
            <a:r>
              <a:rPr lang="en-US" sz="929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ishlating.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3-alpha.figma.com/28f00c8ade124785b1ae47877285e3c1e391e167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107" b="107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E293B"/>
              </a:gs>
              <a:gs pos="50000">
                <a:srgbClr val="1E293B">
                  <a:alpha val="95000"/>
                </a:srgbClr>
              </a:gs>
              <a:gs pos="100000">
                <a:srgbClr val="F59E0B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2124075"/>
            <a:ext cx="1343025" cy="428625"/>
          </a:xfrm>
          <a:custGeom>
            <a:avLst/>
            <a:gdLst/>
            <a:ahLst/>
            <a:cxnLst/>
            <a:rect l="l" t="t" r="r" b="b"/>
            <a:pathLst>
              <a:path w="1343025" h="428625">
                <a:moveTo>
                  <a:pt x="114301" y="0"/>
                </a:moveTo>
                <a:lnTo>
                  <a:pt x="1228724" y="0"/>
                </a:lnTo>
                <a:cubicBezTo>
                  <a:pt x="1291851" y="0"/>
                  <a:pt x="1343025" y="51174"/>
                  <a:pt x="1343025" y="114301"/>
                </a:cubicBezTo>
                <a:lnTo>
                  <a:pt x="1343025" y="314324"/>
                </a:lnTo>
                <a:cubicBezTo>
                  <a:pt x="1343025" y="377451"/>
                  <a:pt x="1291851" y="428625"/>
                  <a:pt x="1228724" y="428625"/>
                </a:cubicBezTo>
                <a:lnTo>
                  <a:pt x="114301" y="428625"/>
                </a:lnTo>
                <a:cubicBezTo>
                  <a:pt x="51174" y="428625"/>
                  <a:pt x="0" y="377451"/>
                  <a:pt x="0" y="3143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1025" y="2233613"/>
            <a:ext cx="104655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spc="75" kern="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BO'LIM 03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786063"/>
            <a:ext cx="5715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Menyu va Toolbar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871913"/>
            <a:ext cx="54864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QAction orqali menyu va toolbar yaratish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700588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9" name="Shape 6"/>
          <p:cNvSpPr/>
          <p:nvPr/>
        </p:nvSpPr>
        <p:spPr>
          <a:xfrm>
            <a:off x="1447800" y="4700588"/>
            <a:ext cx="457200" cy="38100"/>
          </a:xfrm>
          <a:custGeom>
            <a:avLst/>
            <a:gdLst/>
            <a:ahLst/>
            <a:cxnLst/>
            <a:rect l="l" t="t" r="r" b="b"/>
            <a:pathLst>
              <a:path w="457200" h="38100">
                <a:moveTo>
                  <a:pt x="0" y="0"/>
                </a:moveTo>
                <a:lnTo>
                  <a:pt x="457200" y="0"/>
                </a:lnTo>
                <a:lnTo>
                  <a:pt x="457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59E0B">
              <a:alpha val="50196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2057400" y="4700588"/>
            <a:ext cx="228600" cy="38100"/>
          </a:xfrm>
          <a:custGeom>
            <a:avLst/>
            <a:gdLst/>
            <a:ahLst/>
            <a:cxnLst/>
            <a:rect l="l" t="t" r="r" b="b"/>
            <a:pathLst>
              <a:path w="228600" h="38100">
                <a:moveTo>
                  <a:pt x="0" y="0"/>
                </a:moveTo>
                <a:lnTo>
                  <a:pt x="228600" y="0"/>
                </a:lnTo>
                <a:lnTo>
                  <a:pt x="228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59E0B">
              <a:alpha val="30196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9700" y="349700"/>
            <a:ext cx="1519683" cy="354017"/>
          </a:xfrm>
          <a:custGeom>
            <a:avLst/>
            <a:gdLst/>
            <a:ahLst/>
            <a:cxnLst/>
            <a:rect l="l" t="t" r="r" b="b"/>
            <a:pathLst>
              <a:path w="1519683" h="354017">
                <a:moveTo>
                  <a:pt x="69076" y="0"/>
                </a:moveTo>
                <a:lnTo>
                  <a:pt x="1450607" y="0"/>
                </a:lnTo>
                <a:cubicBezTo>
                  <a:pt x="1488756" y="0"/>
                  <a:pt x="1519683" y="30926"/>
                  <a:pt x="1519683" y="69076"/>
                </a:cubicBezTo>
                <a:lnTo>
                  <a:pt x="1519683" y="284941"/>
                </a:lnTo>
                <a:cubicBezTo>
                  <a:pt x="1519683" y="323091"/>
                  <a:pt x="1488756" y="354017"/>
                  <a:pt x="1450607" y="354017"/>
                </a:cubicBezTo>
                <a:lnTo>
                  <a:pt x="69076" y="354017"/>
                </a:lnTo>
                <a:cubicBezTo>
                  <a:pt x="30952" y="354017"/>
                  <a:pt x="0" y="323065"/>
                  <a:pt x="0" y="284941"/>
                </a:cubicBezTo>
                <a:lnTo>
                  <a:pt x="0" y="69076"/>
                </a:lnTo>
                <a:cubicBezTo>
                  <a:pt x="0" y="30952"/>
                  <a:pt x="30952" y="0"/>
                  <a:pt x="69076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2170" y="466266"/>
            <a:ext cx="1296668" cy="138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b="1" spc="48" kern="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MENYU VA TOOLBAR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5382" y="811649"/>
            <a:ext cx="11656657" cy="345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4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QAction Tizimi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9700" y="1334040"/>
            <a:ext cx="7399819" cy="2616272"/>
          </a:xfrm>
          <a:custGeom>
            <a:avLst/>
            <a:gdLst/>
            <a:ahLst/>
            <a:cxnLst/>
            <a:rect l="l" t="t" r="r" b="b"/>
            <a:pathLst>
              <a:path w="7399819" h="2616272">
                <a:moveTo>
                  <a:pt x="103604" y="0"/>
                </a:moveTo>
                <a:lnTo>
                  <a:pt x="7296214" y="0"/>
                </a:lnTo>
                <a:cubicBezTo>
                  <a:pt x="7353433" y="0"/>
                  <a:pt x="7399819" y="46385"/>
                  <a:pt x="7399819" y="103604"/>
                </a:cubicBezTo>
                <a:lnTo>
                  <a:pt x="7399819" y="2512668"/>
                </a:lnTo>
                <a:cubicBezTo>
                  <a:pt x="7399819" y="2569887"/>
                  <a:pt x="7353433" y="2616272"/>
                  <a:pt x="7296214" y="2616272"/>
                </a:cubicBezTo>
                <a:lnTo>
                  <a:pt x="103604" y="2616272"/>
                </a:lnTo>
                <a:cubicBezTo>
                  <a:pt x="46385" y="2616272"/>
                  <a:pt x="0" y="2569887"/>
                  <a:pt x="0" y="2512668"/>
                </a:cubicBezTo>
                <a:lnTo>
                  <a:pt x="0" y="103604"/>
                </a:lnTo>
                <a:cubicBezTo>
                  <a:pt x="0" y="46385"/>
                  <a:pt x="46385" y="0"/>
                  <a:pt x="103604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2833" y="1580125"/>
            <a:ext cx="172691" cy="172691"/>
          </a:xfrm>
          <a:custGeom>
            <a:avLst/>
            <a:gdLst/>
            <a:ahLst/>
            <a:cxnLst/>
            <a:rect l="l" t="t" r="r" b="b"/>
            <a:pathLst>
              <a:path w="172691" h="172691">
                <a:moveTo>
                  <a:pt x="75654" y="-843"/>
                </a:moveTo>
                <a:cubicBezTo>
                  <a:pt x="82332" y="-4688"/>
                  <a:pt x="90562" y="-4688"/>
                  <a:pt x="97240" y="-843"/>
                </a:cubicBezTo>
                <a:lnTo>
                  <a:pt x="156569" y="33391"/>
                </a:lnTo>
                <a:cubicBezTo>
                  <a:pt x="163247" y="37237"/>
                  <a:pt x="167362" y="44387"/>
                  <a:pt x="167362" y="52077"/>
                </a:cubicBezTo>
                <a:lnTo>
                  <a:pt x="167362" y="120547"/>
                </a:lnTo>
                <a:cubicBezTo>
                  <a:pt x="167362" y="128270"/>
                  <a:pt x="163247" y="135387"/>
                  <a:pt x="156569" y="139232"/>
                </a:cubicBezTo>
                <a:lnTo>
                  <a:pt x="97240" y="173534"/>
                </a:lnTo>
                <a:cubicBezTo>
                  <a:pt x="90562" y="177380"/>
                  <a:pt x="82332" y="177380"/>
                  <a:pt x="75654" y="173534"/>
                </a:cubicBezTo>
                <a:lnTo>
                  <a:pt x="16358" y="139300"/>
                </a:lnTo>
                <a:cubicBezTo>
                  <a:pt x="9680" y="135455"/>
                  <a:pt x="5565" y="128304"/>
                  <a:pt x="5565" y="120614"/>
                </a:cubicBezTo>
                <a:lnTo>
                  <a:pt x="5565" y="52145"/>
                </a:lnTo>
                <a:cubicBezTo>
                  <a:pt x="5565" y="44421"/>
                  <a:pt x="9680" y="37304"/>
                  <a:pt x="16358" y="33459"/>
                </a:cubicBezTo>
                <a:lnTo>
                  <a:pt x="75654" y="-843"/>
                </a:lnTo>
                <a:close/>
                <a:moveTo>
                  <a:pt x="145742" y="120580"/>
                </a:moveTo>
                <a:lnTo>
                  <a:pt x="145742" y="64557"/>
                </a:lnTo>
                <a:lnTo>
                  <a:pt x="97240" y="92552"/>
                </a:lnTo>
                <a:lnTo>
                  <a:pt x="97240" y="148575"/>
                </a:lnTo>
                <a:lnTo>
                  <a:pt x="145742" y="12058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777110" y="1545586"/>
            <a:ext cx="6847207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QAction nima?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1246" y="1925507"/>
            <a:ext cx="7045802" cy="448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QAction</a:t>
            </a:r>
            <a:pPr>
              <a:lnSpc>
                <a:spcPct val="140000"/>
              </a:lnSpc>
            </a:pPr>
            <a:r>
              <a:rPr lang="en-US" sz="1088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abstrakt foydalanuvchi interfeysi bo'lib, bir nechta interfeys elementlarini (menyu, toolbar, klaviatura) bitta ob'ektda birlashtiradi.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5564" y="2516975"/>
            <a:ext cx="6968091" cy="1217473"/>
          </a:xfrm>
          <a:custGeom>
            <a:avLst/>
            <a:gdLst/>
            <a:ahLst/>
            <a:cxnLst/>
            <a:rect l="l" t="t" r="r" b="b"/>
            <a:pathLst>
              <a:path w="6968091" h="1217473">
                <a:moveTo>
                  <a:pt x="69079" y="0"/>
                </a:moveTo>
                <a:lnTo>
                  <a:pt x="6899011" y="0"/>
                </a:lnTo>
                <a:cubicBezTo>
                  <a:pt x="6937163" y="0"/>
                  <a:pt x="6968091" y="30928"/>
                  <a:pt x="6968091" y="69079"/>
                </a:cubicBezTo>
                <a:lnTo>
                  <a:pt x="6968091" y="1148394"/>
                </a:lnTo>
                <a:cubicBezTo>
                  <a:pt x="6968091" y="1186545"/>
                  <a:pt x="6937163" y="1217473"/>
                  <a:pt x="6899011" y="1217473"/>
                </a:cubicBezTo>
                <a:lnTo>
                  <a:pt x="69079" y="1217473"/>
                </a:lnTo>
                <a:cubicBezTo>
                  <a:pt x="30928" y="1217473"/>
                  <a:pt x="0" y="1186545"/>
                  <a:pt x="0" y="1148394"/>
                </a:cubicBezTo>
                <a:lnTo>
                  <a:pt x="0" y="69079"/>
                </a:lnTo>
                <a:cubicBezTo>
                  <a:pt x="0" y="30928"/>
                  <a:pt x="30928" y="0"/>
                  <a:pt x="69079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8034" y="2659445"/>
            <a:ext cx="6752227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Afzalliklari: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2858" y="2970289"/>
            <a:ext cx="105773" cy="120884"/>
          </a:xfrm>
          <a:custGeom>
            <a:avLst/>
            <a:gdLst/>
            <a:ahLst/>
            <a:cxnLst/>
            <a:rect l="l" t="t" r="r" b="b"/>
            <a:pathLst>
              <a:path w="105773" h="120884">
                <a:moveTo>
                  <a:pt x="102657" y="16551"/>
                </a:moveTo>
                <a:cubicBezTo>
                  <a:pt x="106033" y="19006"/>
                  <a:pt x="106789" y="23728"/>
                  <a:pt x="104333" y="27104"/>
                </a:cubicBezTo>
                <a:lnTo>
                  <a:pt x="43891" y="110212"/>
                </a:lnTo>
                <a:cubicBezTo>
                  <a:pt x="42593" y="112006"/>
                  <a:pt x="40586" y="113116"/>
                  <a:pt x="38366" y="113305"/>
                </a:cubicBezTo>
                <a:cubicBezTo>
                  <a:pt x="36147" y="113494"/>
                  <a:pt x="33999" y="112668"/>
                  <a:pt x="32440" y="111109"/>
                </a:cubicBezTo>
                <a:lnTo>
                  <a:pt x="2219" y="80888"/>
                </a:lnTo>
                <a:cubicBezTo>
                  <a:pt x="-732" y="77937"/>
                  <a:pt x="-732" y="73144"/>
                  <a:pt x="2219" y="70193"/>
                </a:cubicBezTo>
                <a:cubicBezTo>
                  <a:pt x="5171" y="67242"/>
                  <a:pt x="9963" y="67242"/>
                  <a:pt x="12915" y="70193"/>
                </a:cubicBezTo>
                <a:lnTo>
                  <a:pt x="36879" y="94157"/>
                </a:lnTo>
                <a:lnTo>
                  <a:pt x="92127" y="18203"/>
                </a:lnTo>
                <a:cubicBezTo>
                  <a:pt x="94582" y="14827"/>
                  <a:pt x="99304" y="14072"/>
                  <a:pt x="102680" y="165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928215" y="2935751"/>
            <a:ext cx="2426312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Bitta QAction ni menyu va toolbar ga qo'shish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2858" y="3212057"/>
            <a:ext cx="105773" cy="120884"/>
          </a:xfrm>
          <a:custGeom>
            <a:avLst/>
            <a:gdLst/>
            <a:ahLst/>
            <a:cxnLst/>
            <a:rect l="l" t="t" r="r" b="b"/>
            <a:pathLst>
              <a:path w="105773" h="120884">
                <a:moveTo>
                  <a:pt x="102657" y="16551"/>
                </a:moveTo>
                <a:cubicBezTo>
                  <a:pt x="106033" y="19006"/>
                  <a:pt x="106789" y="23728"/>
                  <a:pt x="104333" y="27104"/>
                </a:cubicBezTo>
                <a:lnTo>
                  <a:pt x="43891" y="110212"/>
                </a:lnTo>
                <a:cubicBezTo>
                  <a:pt x="42593" y="112006"/>
                  <a:pt x="40586" y="113116"/>
                  <a:pt x="38366" y="113305"/>
                </a:cubicBezTo>
                <a:cubicBezTo>
                  <a:pt x="36147" y="113494"/>
                  <a:pt x="33999" y="112668"/>
                  <a:pt x="32440" y="111109"/>
                </a:cubicBezTo>
                <a:lnTo>
                  <a:pt x="2219" y="80888"/>
                </a:lnTo>
                <a:cubicBezTo>
                  <a:pt x="-732" y="77937"/>
                  <a:pt x="-732" y="73144"/>
                  <a:pt x="2219" y="70193"/>
                </a:cubicBezTo>
                <a:cubicBezTo>
                  <a:pt x="5171" y="67242"/>
                  <a:pt x="9963" y="67242"/>
                  <a:pt x="12915" y="70193"/>
                </a:cubicBezTo>
                <a:lnTo>
                  <a:pt x="36879" y="94157"/>
                </a:lnTo>
                <a:lnTo>
                  <a:pt x="92127" y="18203"/>
                </a:lnTo>
                <a:cubicBezTo>
                  <a:pt x="94582" y="14827"/>
                  <a:pt x="99304" y="14072"/>
                  <a:pt x="102680" y="165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928215" y="3177518"/>
            <a:ext cx="1657836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Kod takrorlanishini kamaytirish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2858" y="3453824"/>
            <a:ext cx="105773" cy="120884"/>
          </a:xfrm>
          <a:custGeom>
            <a:avLst/>
            <a:gdLst/>
            <a:ahLst/>
            <a:cxnLst/>
            <a:rect l="l" t="t" r="r" b="b"/>
            <a:pathLst>
              <a:path w="105773" h="120884">
                <a:moveTo>
                  <a:pt x="102657" y="16551"/>
                </a:moveTo>
                <a:cubicBezTo>
                  <a:pt x="106033" y="19006"/>
                  <a:pt x="106789" y="23728"/>
                  <a:pt x="104333" y="27104"/>
                </a:cubicBezTo>
                <a:lnTo>
                  <a:pt x="43891" y="110212"/>
                </a:lnTo>
                <a:cubicBezTo>
                  <a:pt x="42593" y="112006"/>
                  <a:pt x="40586" y="113116"/>
                  <a:pt x="38366" y="113305"/>
                </a:cubicBezTo>
                <a:cubicBezTo>
                  <a:pt x="36147" y="113494"/>
                  <a:pt x="33999" y="112668"/>
                  <a:pt x="32440" y="111109"/>
                </a:cubicBezTo>
                <a:lnTo>
                  <a:pt x="2219" y="80888"/>
                </a:lnTo>
                <a:cubicBezTo>
                  <a:pt x="-732" y="77937"/>
                  <a:pt x="-732" y="73144"/>
                  <a:pt x="2219" y="70193"/>
                </a:cubicBezTo>
                <a:cubicBezTo>
                  <a:pt x="5171" y="67242"/>
                  <a:pt x="9963" y="67242"/>
                  <a:pt x="12915" y="70193"/>
                </a:cubicBezTo>
                <a:lnTo>
                  <a:pt x="36879" y="94157"/>
                </a:lnTo>
                <a:lnTo>
                  <a:pt x="92127" y="18203"/>
                </a:lnTo>
                <a:cubicBezTo>
                  <a:pt x="94582" y="14827"/>
                  <a:pt x="99304" y="14072"/>
                  <a:pt x="102680" y="165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928215" y="3419286"/>
            <a:ext cx="1286550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Boshqarish osonlashadi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49700" y="4131637"/>
            <a:ext cx="7399819" cy="2719887"/>
          </a:xfrm>
          <a:custGeom>
            <a:avLst/>
            <a:gdLst/>
            <a:ahLst/>
            <a:cxnLst/>
            <a:rect l="l" t="t" r="r" b="b"/>
            <a:pathLst>
              <a:path w="7399819" h="2719887">
                <a:moveTo>
                  <a:pt x="103628" y="0"/>
                </a:moveTo>
                <a:lnTo>
                  <a:pt x="7296191" y="0"/>
                </a:lnTo>
                <a:cubicBezTo>
                  <a:pt x="7353423" y="0"/>
                  <a:pt x="7399819" y="46396"/>
                  <a:pt x="7399819" y="103628"/>
                </a:cubicBezTo>
                <a:lnTo>
                  <a:pt x="7399819" y="2616259"/>
                </a:lnTo>
                <a:cubicBezTo>
                  <a:pt x="7399819" y="2673491"/>
                  <a:pt x="7353423" y="2719887"/>
                  <a:pt x="7296191" y="2719887"/>
                </a:cubicBezTo>
                <a:lnTo>
                  <a:pt x="103628" y="2719887"/>
                </a:lnTo>
                <a:cubicBezTo>
                  <a:pt x="46396" y="2719887"/>
                  <a:pt x="0" y="2673491"/>
                  <a:pt x="0" y="2616259"/>
                </a:cubicBezTo>
                <a:lnTo>
                  <a:pt x="0" y="103628"/>
                </a:lnTo>
                <a:cubicBezTo>
                  <a:pt x="0" y="46434"/>
                  <a:pt x="46434" y="0"/>
                  <a:pt x="103628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2833" y="4377722"/>
            <a:ext cx="172691" cy="172691"/>
          </a:xfrm>
          <a:custGeom>
            <a:avLst/>
            <a:gdLst/>
            <a:ahLst/>
            <a:cxnLst/>
            <a:rect l="l" t="t" r="r" b="b"/>
            <a:pathLst>
              <a:path w="172691" h="172691">
                <a:moveTo>
                  <a:pt x="10793" y="21586"/>
                </a:moveTo>
                <a:cubicBezTo>
                  <a:pt x="4823" y="21586"/>
                  <a:pt x="0" y="26410"/>
                  <a:pt x="0" y="32380"/>
                </a:cubicBezTo>
                <a:cubicBezTo>
                  <a:pt x="0" y="38350"/>
                  <a:pt x="4823" y="43173"/>
                  <a:pt x="10793" y="43173"/>
                </a:cubicBezTo>
                <a:lnTo>
                  <a:pt x="40036" y="43173"/>
                </a:lnTo>
                <a:cubicBezTo>
                  <a:pt x="44185" y="52718"/>
                  <a:pt x="53696" y="59363"/>
                  <a:pt x="64759" y="59363"/>
                </a:cubicBezTo>
                <a:cubicBezTo>
                  <a:pt x="75822" y="59363"/>
                  <a:pt x="85334" y="52718"/>
                  <a:pt x="89482" y="43173"/>
                </a:cubicBezTo>
                <a:lnTo>
                  <a:pt x="161898" y="43173"/>
                </a:lnTo>
                <a:cubicBezTo>
                  <a:pt x="167868" y="43173"/>
                  <a:pt x="172691" y="38350"/>
                  <a:pt x="172691" y="32380"/>
                </a:cubicBezTo>
                <a:cubicBezTo>
                  <a:pt x="172691" y="26410"/>
                  <a:pt x="167868" y="21586"/>
                  <a:pt x="161898" y="21586"/>
                </a:cubicBezTo>
                <a:lnTo>
                  <a:pt x="89482" y="21586"/>
                </a:lnTo>
                <a:cubicBezTo>
                  <a:pt x="85334" y="12041"/>
                  <a:pt x="75822" y="5397"/>
                  <a:pt x="64759" y="5397"/>
                </a:cubicBezTo>
                <a:cubicBezTo>
                  <a:pt x="53696" y="5397"/>
                  <a:pt x="44185" y="12041"/>
                  <a:pt x="40036" y="21586"/>
                </a:cubicBezTo>
                <a:lnTo>
                  <a:pt x="10793" y="21586"/>
                </a:lnTo>
                <a:close/>
                <a:moveTo>
                  <a:pt x="10793" y="75552"/>
                </a:moveTo>
                <a:cubicBezTo>
                  <a:pt x="4823" y="75552"/>
                  <a:pt x="0" y="80376"/>
                  <a:pt x="0" y="86346"/>
                </a:cubicBezTo>
                <a:cubicBezTo>
                  <a:pt x="0" y="92316"/>
                  <a:pt x="4823" y="97139"/>
                  <a:pt x="10793" y="97139"/>
                </a:cubicBezTo>
                <a:lnTo>
                  <a:pt x="94002" y="97139"/>
                </a:lnTo>
                <a:cubicBezTo>
                  <a:pt x="98151" y="106684"/>
                  <a:pt x="107662" y="113329"/>
                  <a:pt x="118725" y="113329"/>
                </a:cubicBezTo>
                <a:cubicBezTo>
                  <a:pt x="129788" y="113329"/>
                  <a:pt x="139300" y="106684"/>
                  <a:pt x="143448" y="97139"/>
                </a:cubicBezTo>
                <a:lnTo>
                  <a:pt x="161898" y="97139"/>
                </a:lnTo>
                <a:cubicBezTo>
                  <a:pt x="167868" y="97139"/>
                  <a:pt x="172691" y="92316"/>
                  <a:pt x="172691" y="86346"/>
                </a:cubicBezTo>
                <a:cubicBezTo>
                  <a:pt x="172691" y="80376"/>
                  <a:pt x="167868" y="75552"/>
                  <a:pt x="161898" y="75552"/>
                </a:cubicBezTo>
                <a:lnTo>
                  <a:pt x="143448" y="75552"/>
                </a:lnTo>
                <a:cubicBezTo>
                  <a:pt x="139300" y="66007"/>
                  <a:pt x="129788" y="59363"/>
                  <a:pt x="118725" y="59363"/>
                </a:cubicBezTo>
                <a:cubicBezTo>
                  <a:pt x="107662" y="59363"/>
                  <a:pt x="98151" y="66007"/>
                  <a:pt x="94002" y="75552"/>
                </a:cubicBezTo>
                <a:lnTo>
                  <a:pt x="10793" y="75552"/>
                </a:lnTo>
                <a:close/>
                <a:moveTo>
                  <a:pt x="10793" y="129518"/>
                </a:moveTo>
                <a:cubicBezTo>
                  <a:pt x="4823" y="129518"/>
                  <a:pt x="0" y="134342"/>
                  <a:pt x="0" y="140312"/>
                </a:cubicBezTo>
                <a:cubicBezTo>
                  <a:pt x="0" y="146282"/>
                  <a:pt x="4823" y="151105"/>
                  <a:pt x="10793" y="151105"/>
                </a:cubicBezTo>
                <a:lnTo>
                  <a:pt x="29243" y="151105"/>
                </a:lnTo>
                <a:cubicBezTo>
                  <a:pt x="33391" y="160650"/>
                  <a:pt x="42903" y="167295"/>
                  <a:pt x="53966" y="167295"/>
                </a:cubicBezTo>
                <a:cubicBezTo>
                  <a:pt x="65029" y="167295"/>
                  <a:pt x="74541" y="160650"/>
                  <a:pt x="78689" y="151105"/>
                </a:cubicBezTo>
                <a:lnTo>
                  <a:pt x="161898" y="151105"/>
                </a:lnTo>
                <a:cubicBezTo>
                  <a:pt x="167868" y="151105"/>
                  <a:pt x="172691" y="146282"/>
                  <a:pt x="172691" y="140312"/>
                </a:cubicBezTo>
                <a:cubicBezTo>
                  <a:pt x="172691" y="134342"/>
                  <a:pt x="167868" y="129518"/>
                  <a:pt x="161898" y="129518"/>
                </a:cubicBezTo>
                <a:lnTo>
                  <a:pt x="78689" y="129518"/>
                </a:lnTo>
                <a:cubicBezTo>
                  <a:pt x="74541" y="119973"/>
                  <a:pt x="65029" y="113329"/>
                  <a:pt x="53966" y="113329"/>
                </a:cubicBezTo>
                <a:cubicBezTo>
                  <a:pt x="42903" y="113329"/>
                  <a:pt x="33391" y="119973"/>
                  <a:pt x="29243" y="129518"/>
                </a:cubicBezTo>
                <a:lnTo>
                  <a:pt x="10793" y="129518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777110" y="4343184"/>
            <a:ext cx="6847207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QAction Xususiyatlari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65564" y="4727422"/>
            <a:ext cx="3427921" cy="561246"/>
          </a:xfrm>
          <a:custGeom>
            <a:avLst/>
            <a:gdLst/>
            <a:ahLst/>
            <a:cxnLst/>
            <a:rect l="l" t="t" r="r" b="b"/>
            <a:pathLst>
              <a:path w="3427921" h="561246">
                <a:moveTo>
                  <a:pt x="69078" y="0"/>
                </a:moveTo>
                <a:lnTo>
                  <a:pt x="3358842" y="0"/>
                </a:lnTo>
                <a:cubicBezTo>
                  <a:pt x="3396993" y="0"/>
                  <a:pt x="3427921" y="30927"/>
                  <a:pt x="3427921" y="69078"/>
                </a:cubicBezTo>
                <a:lnTo>
                  <a:pt x="3427921" y="492168"/>
                </a:lnTo>
                <a:cubicBezTo>
                  <a:pt x="3427921" y="530319"/>
                  <a:pt x="3396993" y="561246"/>
                  <a:pt x="3358842" y="561246"/>
                </a:cubicBezTo>
                <a:lnTo>
                  <a:pt x="69078" y="561246"/>
                </a:lnTo>
                <a:cubicBezTo>
                  <a:pt x="30927" y="561246"/>
                  <a:pt x="0" y="530319"/>
                  <a:pt x="0" y="492168"/>
                </a:cubicBezTo>
                <a:lnTo>
                  <a:pt x="0" y="69078"/>
                </a:lnTo>
                <a:cubicBezTo>
                  <a:pt x="0" y="30953"/>
                  <a:pt x="30953" y="0"/>
                  <a:pt x="69078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3496" y="4835354"/>
            <a:ext cx="3272499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dirty="0">
                <a:solidFill>
                  <a:srgbClr val="3B82F6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setText()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3496" y="5042584"/>
            <a:ext cx="3263864" cy="138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6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Sarlavha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103710" y="4727422"/>
            <a:ext cx="3427921" cy="561246"/>
          </a:xfrm>
          <a:custGeom>
            <a:avLst/>
            <a:gdLst/>
            <a:ahLst/>
            <a:cxnLst/>
            <a:rect l="l" t="t" r="r" b="b"/>
            <a:pathLst>
              <a:path w="3427921" h="561246">
                <a:moveTo>
                  <a:pt x="69078" y="0"/>
                </a:moveTo>
                <a:lnTo>
                  <a:pt x="3358842" y="0"/>
                </a:lnTo>
                <a:cubicBezTo>
                  <a:pt x="3396993" y="0"/>
                  <a:pt x="3427921" y="30927"/>
                  <a:pt x="3427921" y="69078"/>
                </a:cubicBezTo>
                <a:lnTo>
                  <a:pt x="3427921" y="492168"/>
                </a:lnTo>
                <a:cubicBezTo>
                  <a:pt x="3427921" y="530319"/>
                  <a:pt x="3396993" y="561246"/>
                  <a:pt x="3358842" y="561246"/>
                </a:cubicBezTo>
                <a:lnTo>
                  <a:pt x="69078" y="561246"/>
                </a:lnTo>
                <a:cubicBezTo>
                  <a:pt x="30927" y="561246"/>
                  <a:pt x="0" y="530319"/>
                  <a:pt x="0" y="492168"/>
                </a:cubicBezTo>
                <a:lnTo>
                  <a:pt x="0" y="69078"/>
                </a:lnTo>
                <a:cubicBezTo>
                  <a:pt x="0" y="30953"/>
                  <a:pt x="30953" y="0"/>
                  <a:pt x="69078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11642" y="4835354"/>
            <a:ext cx="3272499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setStatusTip()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211642" y="5042584"/>
            <a:ext cx="3263864" cy="138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6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Status bar matni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65564" y="5400918"/>
            <a:ext cx="3427921" cy="561246"/>
          </a:xfrm>
          <a:custGeom>
            <a:avLst/>
            <a:gdLst/>
            <a:ahLst/>
            <a:cxnLst/>
            <a:rect l="l" t="t" r="r" b="b"/>
            <a:pathLst>
              <a:path w="3427921" h="561246">
                <a:moveTo>
                  <a:pt x="69078" y="0"/>
                </a:moveTo>
                <a:lnTo>
                  <a:pt x="3358842" y="0"/>
                </a:lnTo>
                <a:cubicBezTo>
                  <a:pt x="3396993" y="0"/>
                  <a:pt x="3427921" y="30927"/>
                  <a:pt x="3427921" y="69078"/>
                </a:cubicBezTo>
                <a:lnTo>
                  <a:pt x="3427921" y="492168"/>
                </a:lnTo>
                <a:cubicBezTo>
                  <a:pt x="3427921" y="530319"/>
                  <a:pt x="3396993" y="561246"/>
                  <a:pt x="3358842" y="561246"/>
                </a:cubicBezTo>
                <a:lnTo>
                  <a:pt x="69078" y="561246"/>
                </a:lnTo>
                <a:cubicBezTo>
                  <a:pt x="30927" y="561246"/>
                  <a:pt x="0" y="530319"/>
                  <a:pt x="0" y="492168"/>
                </a:cubicBezTo>
                <a:lnTo>
                  <a:pt x="0" y="69078"/>
                </a:lnTo>
                <a:cubicBezTo>
                  <a:pt x="0" y="30953"/>
                  <a:pt x="30953" y="0"/>
                  <a:pt x="69078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3496" y="5508850"/>
            <a:ext cx="3272499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dirty="0">
                <a:solidFill>
                  <a:srgbClr val="F59E0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setIcon()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3496" y="5716079"/>
            <a:ext cx="3263864" cy="138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6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Belgi (icon)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103710" y="5400918"/>
            <a:ext cx="3427921" cy="561246"/>
          </a:xfrm>
          <a:custGeom>
            <a:avLst/>
            <a:gdLst/>
            <a:ahLst/>
            <a:cxnLst/>
            <a:rect l="l" t="t" r="r" b="b"/>
            <a:pathLst>
              <a:path w="3427921" h="561246">
                <a:moveTo>
                  <a:pt x="69078" y="0"/>
                </a:moveTo>
                <a:lnTo>
                  <a:pt x="3358842" y="0"/>
                </a:lnTo>
                <a:cubicBezTo>
                  <a:pt x="3396993" y="0"/>
                  <a:pt x="3427921" y="30927"/>
                  <a:pt x="3427921" y="69078"/>
                </a:cubicBezTo>
                <a:lnTo>
                  <a:pt x="3427921" y="492168"/>
                </a:lnTo>
                <a:cubicBezTo>
                  <a:pt x="3427921" y="530319"/>
                  <a:pt x="3396993" y="561246"/>
                  <a:pt x="3358842" y="561246"/>
                </a:cubicBezTo>
                <a:lnTo>
                  <a:pt x="69078" y="561246"/>
                </a:lnTo>
                <a:cubicBezTo>
                  <a:pt x="30927" y="561246"/>
                  <a:pt x="0" y="530319"/>
                  <a:pt x="0" y="492168"/>
                </a:cubicBezTo>
                <a:lnTo>
                  <a:pt x="0" y="69078"/>
                </a:lnTo>
                <a:cubicBezTo>
                  <a:pt x="0" y="30953"/>
                  <a:pt x="30953" y="0"/>
                  <a:pt x="69078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11642" y="5508850"/>
            <a:ext cx="3272499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dirty="0">
                <a:solidFill>
                  <a:srgbClr val="3B82F6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setCheckable()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211642" y="5716079"/>
            <a:ext cx="3263864" cy="138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6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Belgilash mumkin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65564" y="6074414"/>
            <a:ext cx="3427921" cy="561246"/>
          </a:xfrm>
          <a:custGeom>
            <a:avLst/>
            <a:gdLst/>
            <a:ahLst/>
            <a:cxnLst/>
            <a:rect l="l" t="t" r="r" b="b"/>
            <a:pathLst>
              <a:path w="3427921" h="561246">
                <a:moveTo>
                  <a:pt x="69078" y="0"/>
                </a:moveTo>
                <a:lnTo>
                  <a:pt x="3358842" y="0"/>
                </a:lnTo>
                <a:cubicBezTo>
                  <a:pt x="3396993" y="0"/>
                  <a:pt x="3427921" y="30927"/>
                  <a:pt x="3427921" y="69078"/>
                </a:cubicBezTo>
                <a:lnTo>
                  <a:pt x="3427921" y="492168"/>
                </a:lnTo>
                <a:cubicBezTo>
                  <a:pt x="3427921" y="530319"/>
                  <a:pt x="3396993" y="561246"/>
                  <a:pt x="3358842" y="561246"/>
                </a:cubicBezTo>
                <a:lnTo>
                  <a:pt x="69078" y="561246"/>
                </a:lnTo>
                <a:cubicBezTo>
                  <a:pt x="30927" y="561246"/>
                  <a:pt x="0" y="530319"/>
                  <a:pt x="0" y="492168"/>
                </a:cubicBezTo>
                <a:lnTo>
                  <a:pt x="0" y="69078"/>
                </a:lnTo>
                <a:cubicBezTo>
                  <a:pt x="0" y="30953"/>
                  <a:pt x="30953" y="0"/>
                  <a:pt x="69078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3496" y="6182346"/>
            <a:ext cx="3272499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setShortcut()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73496" y="6389575"/>
            <a:ext cx="3263864" cy="138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6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Klaviatura qisqacha yo'li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103710" y="6074414"/>
            <a:ext cx="3427921" cy="561246"/>
          </a:xfrm>
          <a:custGeom>
            <a:avLst/>
            <a:gdLst/>
            <a:ahLst/>
            <a:cxnLst/>
            <a:rect l="l" t="t" r="r" b="b"/>
            <a:pathLst>
              <a:path w="3427921" h="561246">
                <a:moveTo>
                  <a:pt x="69078" y="0"/>
                </a:moveTo>
                <a:lnTo>
                  <a:pt x="3358842" y="0"/>
                </a:lnTo>
                <a:cubicBezTo>
                  <a:pt x="3396993" y="0"/>
                  <a:pt x="3427921" y="30927"/>
                  <a:pt x="3427921" y="69078"/>
                </a:cubicBezTo>
                <a:lnTo>
                  <a:pt x="3427921" y="492168"/>
                </a:lnTo>
                <a:cubicBezTo>
                  <a:pt x="3427921" y="530319"/>
                  <a:pt x="3396993" y="561246"/>
                  <a:pt x="3358842" y="561246"/>
                </a:cubicBezTo>
                <a:lnTo>
                  <a:pt x="69078" y="561246"/>
                </a:lnTo>
                <a:cubicBezTo>
                  <a:pt x="30927" y="561246"/>
                  <a:pt x="0" y="530319"/>
                  <a:pt x="0" y="492168"/>
                </a:cubicBezTo>
                <a:lnTo>
                  <a:pt x="0" y="69078"/>
                </a:lnTo>
                <a:cubicBezTo>
                  <a:pt x="0" y="30953"/>
                  <a:pt x="30953" y="0"/>
                  <a:pt x="69078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11642" y="6182346"/>
            <a:ext cx="3272499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dirty="0">
                <a:solidFill>
                  <a:srgbClr val="F59E0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setEnabled()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211642" y="6389575"/>
            <a:ext cx="3263864" cy="138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6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Faol/No faol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961470" y="1334040"/>
            <a:ext cx="3876918" cy="2391773"/>
          </a:xfrm>
          <a:custGeom>
            <a:avLst/>
            <a:gdLst/>
            <a:ahLst/>
            <a:cxnLst/>
            <a:rect l="l" t="t" r="r" b="b"/>
            <a:pathLst>
              <a:path w="3876918" h="2391773">
                <a:moveTo>
                  <a:pt x="103612" y="0"/>
                </a:moveTo>
                <a:lnTo>
                  <a:pt x="3773306" y="0"/>
                </a:lnTo>
                <a:cubicBezTo>
                  <a:pt x="3830529" y="0"/>
                  <a:pt x="3876918" y="46389"/>
                  <a:pt x="3876918" y="103612"/>
                </a:cubicBezTo>
                <a:lnTo>
                  <a:pt x="3876918" y="2288162"/>
                </a:lnTo>
                <a:cubicBezTo>
                  <a:pt x="3876918" y="2345347"/>
                  <a:pt x="3830491" y="2391773"/>
                  <a:pt x="3773306" y="2391773"/>
                </a:cubicBezTo>
                <a:lnTo>
                  <a:pt x="103612" y="2391773"/>
                </a:lnTo>
                <a:cubicBezTo>
                  <a:pt x="46389" y="2391773"/>
                  <a:pt x="0" y="2345385"/>
                  <a:pt x="0" y="2288162"/>
                </a:cubicBezTo>
                <a:lnTo>
                  <a:pt x="0" y="103612"/>
                </a:lnTo>
                <a:cubicBezTo>
                  <a:pt x="0" y="46389"/>
                  <a:pt x="46389" y="0"/>
                  <a:pt x="103612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05396" y="1580125"/>
            <a:ext cx="151105" cy="172691"/>
          </a:xfrm>
          <a:custGeom>
            <a:avLst/>
            <a:gdLst/>
            <a:ahLst/>
            <a:cxnLst/>
            <a:rect l="l" t="t" r="r" b="b"/>
            <a:pathLst>
              <a:path w="151105" h="172691">
                <a:moveTo>
                  <a:pt x="114273" y="-3339"/>
                </a:moveTo>
                <a:cubicBezTo>
                  <a:pt x="118287" y="-438"/>
                  <a:pt x="119771" y="4823"/>
                  <a:pt x="117949" y="9410"/>
                </a:cubicBezTo>
                <a:lnTo>
                  <a:pt x="91506" y="75552"/>
                </a:lnTo>
                <a:lnTo>
                  <a:pt x="140312" y="75552"/>
                </a:lnTo>
                <a:cubicBezTo>
                  <a:pt x="144865" y="75552"/>
                  <a:pt x="148912" y="78386"/>
                  <a:pt x="150464" y="82669"/>
                </a:cubicBezTo>
                <a:cubicBezTo>
                  <a:pt x="152015" y="86953"/>
                  <a:pt x="150700" y="91742"/>
                  <a:pt x="147226" y="94643"/>
                </a:cubicBezTo>
                <a:lnTo>
                  <a:pt x="50087" y="175592"/>
                </a:lnTo>
                <a:cubicBezTo>
                  <a:pt x="46276" y="178762"/>
                  <a:pt x="40846" y="178931"/>
                  <a:pt x="36832" y="176030"/>
                </a:cubicBezTo>
                <a:cubicBezTo>
                  <a:pt x="32818" y="173130"/>
                  <a:pt x="31334" y="167868"/>
                  <a:pt x="33155" y="163281"/>
                </a:cubicBezTo>
                <a:lnTo>
                  <a:pt x="59599" y="97139"/>
                </a:lnTo>
                <a:lnTo>
                  <a:pt x="10793" y="97139"/>
                </a:lnTo>
                <a:cubicBezTo>
                  <a:pt x="6240" y="97139"/>
                  <a:pt x="2192" y="94306"/>
                  <a:pt x="641" y="90022"/>
                </a:cubicBezTo>
                <a:cubicBezTo>
                  <a:pt x="-911" y="85738"/>
                  <a:pt x="405" y="80949"/>
                  <a:pt x="3879" y="78048"/>
                </a:cubicBezTo>
                <a:lnTo>
                  <a:pt x="101018" y="-2901"/>
                </a:lnTo>
                <a:cubicBezTo>
                  <a:pt x="104829" y="-6071"/>
                  <a:pt x="110259" y="-6240"/>
                  <a:pt x="114273" y="-3339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8388881" y="1545586"/>
            <a:ext cx="3324306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Signallar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177334" y="1929824"/>
            <a:ext cx="3445190" cy="733938"/>
          </a:xfrm>
          <a:custGeom>
            <a:avLst/>
            <a:gdLst/>
            <a:ahLst/>
            <a:cxnLst/>
            <a:rect l="l" t="t" r="r" b="b"/>
            <a:pathLst>
              <a:path w="3445190" h="733938">
                <a:moveTo>
                  <a:pt x="69078" y="0"/>
                </a:moveTo>
                <a:lnTo>
                  <a:pt x="3376112" y="0"/>
                </a:lnTo>
                <a:cubicBezTo>
                  <a:pt x="3414262" y="0"/>
                  <a:pt x="3445190" y="30927"/>
                  <a:pt x="3445190" y="69078"/>
                </a:cubicBezTo>
                <a:lnTo>
                  <a:pt x="3445190" y="664859"/>
                </a:lnTo>
                <a:cubicBezTo>
                  <a:pt x="3445190" y="703010"/>
                  <a:pt x="3414262" y="733938"/>
                  <a:pt x="3376112" y="733938"/>
                </a:cubicBezTo>
                <a:lnTo>
                  <a:pt x="69078" y="733938"/>
                </a:lnTo>
                <a:cubicBezTo>
                  <a:pt x="30927" y="733938"/>
                  <a:pt x="0" y="703010"/>
                  <a:pt x="0" y="664859"/>
                </a:cubicBezTo>
                <a:lnTo>
                  <a:pt x="0" y="69078"/>
                </a:lnTo>
                <a:cubicBezTo>
                  <a:pt x="0" y="30953"/>
                  <a:pt x="30953" y="0"/>
                  <a:pt x="69078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19804" y="2072295"/>
            <a:ext cx="3229326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dirty="0">
                <a:solidFill>
                  <a:srgbClr val="3B82F6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triggered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319804" y="2348601"/>
            <a:ext cx="3220691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 faollashganda (bosilganda) signal yuboriladi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177334" y="2776011"/>
            <a:ext cx="3445190" cy="733938"/>
          </a:xfrm>
          <a:custGeom>
            <a:avLst/>
            <a:gdLst/>
            <a:ahLst/>
            <a:cxnLst/>
            <a:rect l="l" t="t" r="r" b="b"/>
            <a:pathLst>
              <a:path w="3445190" h="733938">
                <a:moveTo>
                  <a:pt x="69078" y="0"/>
                </a:moveTo>
                <a:lnTo>
                  <a:pt x="3376112" y="0"/>
                </a:lnTo>
                <a:cubicBezTo>
                  <a:pt x="3414262" y="0"/>
                  <a:pt x="3445190" y="30927"/>
                  <a:pt x="3445190" y="69078"/>
                </a:cubicBezTo>
                <a:lnTo>
                  <a:pt x="3445190" y="664859"/>
                </a:lnTo>
                <a:cubicBezTo>
                  <a:pt x="3445190" y="703010"/>
                  <a:pt x="3414262" y="733938"/>
                  <a:pt x="3376112" y="733938"/>
                </a:cubicBezTo>
                <a:lnTo>
                  <a:pt x="69078" y="733938"/>
                </a:lnTo>
                <a:cubicBezTo>
                  <a:pt x="30927" y="733938"/>
                  <a:pt x="0" y="703010"/>
                  <a:pt x="0" y="664859"/>
                </a:cubicBezTo>
                <a:lnTo>
                  <a:pt x="0" y="69078"/>
                </a:lnTo>
                <a:cubicBezTo>
                  <a:pt x="0" y="30953"/>
                  <a:pt x="30953" y="0"/>
                  <a:pt x="69078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19804" y="2918482"/>
            <a:ext cx="3229326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toggled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319804" y="3194788"/>
            <a:ext cx="3220691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Checkable action holati o'zgarganda signal yuboriladi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961470" y="3907139"/>
            <a:ext cx="3876918" cy="2132737"/>
          </a:xfrm>
          <a:custGeom>
            <a:avLst/>
            <a:gdLst/>
            <a:ahLst/>
            <a:cxnLst/>
            <a:rect l="l" t="t" r="r" b="b"/>
            <a:pathLst>
              <a:path w="3876918" h="2132737">
                <a:moveTo>
                  <a:pt x="103608" y="0"/>
                </a:moveTo>
                <a:lnTo>
                  <a:pt x="3773310" y="0"/>
                </a:lnTo>
                <a:cubicBezTo>
                  <a:pt x="3830531" y="0"/>
                  <a:pt x="3876918" y="46387"/>
                  <a:pt x="3876918" y="103608"/>
                </a:cubicBezTo>
                <a:lnTo>
                  <a:pt x="3876918" y="2029128"/>
                </a:lnTo>
                <a:cubicBezTo>
                  <a:pt x="3876918" y="2086350"/>
                  <a:pt x="3830531" y="2132737"/>
                  <a:pt x="3773310" y="2132737"/>
                </a:cubicBezTo>
                <a:lnTo>
                  <a:pt x="103608" y="2132737"/>
                </a:lnTo>
                <a:cubicBezTo>
                  <a:pt x="46387" y="2132737"/>
                  <a:pt x="0" y="2086350"/>
                  <a:pt x="0" y="2029128"/>
                </a:cubicBezTo>
                <a:lnTo>
                  <a:pt x="0" y="103608"/>
                </a:lnTo>
                <a:cubicBezTo>
                  <a:pt x="0" y="46387"/>
                  <a:pt x="46387" y="0"/>
                  <a:pt x="103608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83810" y="4153224"/>
            <a:ext cx="194278" cy="172691"/>
          </a:xfrm>
          <a:custGeom>
            <a:avLst/>
            <a:gdLst/>
            <a:ahLst/>
            <a:cxnLst/>
            <a:rect l="l" t="t" r="r" b="b"/>
            <a:pathLst>
              <a:path w="194278" h="172691">
                <a:moveTo>
                  <a:pt x="21586" y="21586"/>
                </a:moveTo>
                <a:cubicBezTo>
                  <a:pt x="9680" y="21586"/>
                  <a:pt x="0" y="31267"/>
                  <a:pt x="0" y="43173"/>
                </a:cubicBezTo>
                <a:lnTo>
                  <a:pt x="0" y="129518"/>
                </a:lnTo>
                <a:cubicBezTo>
                  <a:pt x="0" y="141425"/>
                  <a:pt x="9680" y="151105"/>
                  <a:pt x="21586" y="151105"/>
                </a:cubicBezTo>
                <a:lnTo>
                  <a:pt x="172691" y="151105"/>
                </a:lnTo>
                <a:cubicBezTo>
                  <a:pt x="184597" y="151105"/>
                  <a:pt x="194278" y="141425"/>
                  <a:pt x="194278" y="129518"/>
                </a:cubicBezTo>
                <a:lnTo>
                  <a:pt x="194278" y="43173"/>
                </a:lnTo>
                <a:cubicBezTo>
                  <a:pt x="194278" y="31267"/>
                  <a:pt x="184597" y="21586"/>
                  <a:pt x="172691" y="21586"/>
                </a:cubicBezTo>
                <a:lnTo>
                  <a:pt x="21586" y="21586"/>
                </a:lnTo>
                <a:close/>
                <a:moveTo>
                  <a:pt x="26983" y="43173"/>
                </a:moveTo>
                <a:lnTo>
                  <a:pt x="37776" y="43173"/>
                </a:lnTo>
                <a:cubicBezTo>
                  <a:pt x="40744" y="43173"/>
                  <a:pt x="43173" y="45601"/>
                  <a:pt x="43173" y="48569"/>
                </a:cubicBezTo>
                <a:lnTo>
                  <a:pt x="43173" y="59363"/>
                </a:lnTo>
                <a:cubicBezTo>
                  <a:pt x="43173" y="62331"/>
                  <a:pt x="40744" y="64759"/>
                  <a:pt x="37776" y="64759"/>
                </a:cubicBezTo>
                <a:lnTo>
                  <a:pt x="26983" y="64759"/>
                </a:lnTo>
                <a:cubicBezTo>
                  <a:pt x="24015" y="64759"/>
                  <a:pt x="21586" y="62331"/>
                  <a:pt x="21586" y="59363"/>
                </a:cubicBezTo>
                <a:lnTo>
                  <a:pt x="21586" y="48569"/>
                </a:lnTo>
                <a:cubicBezTo>
                  <a:pt x="21586" y="45601"/>
                  <a:pt x="24015" y="43173"/>
                  <a:pt x="26983" y="43173"/>
                </a:cubicBezTo>
                <a:close/>
                <a:moveTo>
                  <a:pt x="21586" y="80949"/>
                </a:moveTo>
                <a:cubicBezTo>
                  <a:pt x="21586" y="77981"/>
                  <a:pt x="24015" y="75552"/>
                  <a:pt x="26983" y="75552"/>
                </a:cubicBezTo>
                <a:lnTo>
                  <a:pt x="37776" y="75552"/>
                </a:lnTo>
                <a:cubicBezTo>
                  <a:pt x="40744" y="75552"/>
                  <a:pt x="43173" y="77981"/>
                  <a:pt x="43173" y="80949"/>
                </a:cubicBezTo>
                <a:lnTo>
                  <a:pt x="43173" y="91742"/>
                </a:lnTo>
                <a:cubicBezTo>
                  <a:pt x="43173" y="94710"/>
                  <a:pt x="40744" y="97139"/>
                  <a:pt x="37776" y="97139"/>
                </a:cubicBezTo>
                <a:lnTo>
                  <a:pt x="26983" y="97139"/>
                </a:lnTo>
                <a:cubicBezTo>
                  <a:pt x="24015" y="97139"/>
                  <a:pt x="21586" y="94710"/>
                  <a:pt x="21586" y="91742"/>
                </a:cubicBezTo>
                <a:lnTo>
                  <a:pt x="21586" y="80949"/>
                </a:lnTo>
                <a:close/>
                <a:moveTo>
                  <a:pt x="59363" y="43173"/>
                </a:moveTo>
                <a:lnTo>
                  <a:pt x="70156" y="43173"/>
                </a:lnTo>
                <a:cubicBezTo>
                  <a:pt x="73124" y="43173"/>
                  <a:pt x="75552" y="45601"/>
                  <a:pt x="75552" y="48569"/>
                </a:cubicBezTo>
                <a:lnTo>
                  <a:pt x="75552" y="59363"/>
                </a:lnTo>
                <a:cubicBezTo>
                  <a:pt x="75552" y="62331"/>
                  <a:pt x="73124" y="64759"/>
                  <a:pt x="70156" y="64759"/>
                </a:cubicBezTo>
                <a:lnTo>
                  <a:pt x="59363" y="64759"/>
                </a:lnTo>
                <a:cubicBezTo>
                  <a:pt x="56394" y="64759"/>
                  <a:pt x="53966" y="62331"/>
                  <a:pt x="53966" y="59363"/>
                </a:cubicBezTo>
                <a:lnTo>
                  <a:pt x="53966" y="48569"/>
                </a:lnTo>
                <a:cubicBezTo>
                  <a:pt x="53966" y="45601"/>
                  <a:pt x="56394" y="43173"/>
                  <a:pt x="59363" y="43173"/>
                </a:cubicBezTo>
                <a:close/>
                <a:moveTo>
                  <a:pt x="53966" y="80949"/>
                </a:moveTo>
                <a:cubicBezTo>
                  <a:pt x="53966" y="77981"/>
                  <a:pt x="56394" y="75552"/>
                  <a:pt x="59363" y="75552"/>
                </a:cubicBezTo>
                <a:lnTo>
                  <a:pt x="70156" y="75552"/>
                </a:lnTo>
                <a:cubicBezTo>
                  <a:pt x="73124" y="75552"/>
                  <a:pt x="75552" y="77981"/>
                  <a:pt x="75552" y="80949"/>
                </a:cubicBezTo>
                <a:lnTo>
                  <a:pt x="75552" y="91742"/>
                </a:lnTo>
                <a:cubicBezTo>
                  <a:pt x="75552" y="94710"/>
                  <a:pt x="73124" y="97139"/>
                  <a:pt x="70156" y="97139"/>
                </a:cubicBezTo>
                <a:lnTo>
                  <a:pt x="59363" y="97139"/>
                </a:lnTo>
                <a:cubicBezTo>
                  <a:pt x="56394" y="97139"/>
                  <a:pt x="53966" y="94710"/>
                  <a:pt x="53966" y="91742"/>
                </a:cubicBezTo>
                <a:lnTo>
                  <a:pt x="53966" y="80949"/>
                </a:lnTo>
                <a:close/>
                <a:moveTo>
                  <a:pt x="59363" y="107932"/>
                </a:moveTo>
                <a:lnTo>
                  <a:pt x="134915" y="107932"/>
                </a:lnTo>
                <a:cubicBezTo>
                  <a:pt x="137883" y="107932"/>
                  <a:pt x="140312" y="110360"/>
                  <a:pt x="140312" y="113329"/>
                </a:cubicBezTo>
                <a:lnTo>
                  <a:pt x="140312" y="124122"/>
                </a:lnTo>
                <a:cubicBezTo>
                  <a:pt x="140312" y="127090"/>
                  <a:pt x="137883" y="129518"/>
                  <a:pt x="134915" y="129518"/>
                </a:cubicBezTo>
                <a:lnTo>
                  <a:pt x="59363" y="129518"/>
                </a:lnTo>
                <a:cubicBezTo>
                  <a:pt x="56394" y="129518"/>
                  <a:pt x="53966" y="127090"/>
                  <a:pt x="53966" y="124122"/>
                </a:cubicBezTo>
                <a:lnTo>
                  <a:pt x="53966" y="113329"/>
                </a:lnTo>
                <a:cubicBezTo>
                  <a:pt x="53966" y="110360"/>
                  <a:pt x="56394" y="107932"/>
                  <a:pt x="59363" y="107932"/>
                </a:cubicBezTo>
                <a:close/>
                <a:moveTo>
                  <a:pt x="86346" y="48569"/>
                </a:moveTo>
                <a:cubicBezTo>
                  <a:pt x="86346" y="45601"/>
                  <a:pt x="88774" y="43173"/>
                  <a:pt x="91742" y="43173"/>
                </a:cubicBezTo>
                <a:lnTo>
                  <a:pt x="102535" y="43173"/>
                </a:lnTo>
                <a:cubicBezTo>
                  <a:pt x="105504" y="43173"/>
                  <a:pt x="107932" y="45601"/>
                  <a:pt x="107932" y="48569"/>
                </a:cubicBezTo>
                <a:lnTo>
                  <a:pt x="107932" y="59363"/>
                </a:lnTo>
                <a:cubicBezTo>
                  <a:pt x="107932" y="62331"/>
                  <a:pt x="105504" y="64759"/>
                  <a:pt x="102535" y="64759"/>
                </a:cubicBezTo>
                <a:lnTo>
                  <a:pt x="91742" y="64759"/>
                </a:lnTo>
                <a:cubicBezTo>
                  <a:pt x="88774" y="64759"/>
                  <a:pt x="86346" y="62331"/>
                  <a:pt x="86346" y="59363"/>
                </a:cubicBezTo>
                <a:lnTo>
                  <a:pt x="86346" y="48569"/>
                </a:lnTo>
                <a:close/>
                <a:moveTo>
                  <a:pt x="91742" y="75552"/>
                </a:moveTo>
                <a:lnTo>
                  <a:pt x="102535" y="75552"/>
                </a:lnTo>
                <a:cubicBezTo>
                  <a:pt x="105504" y="75552"/>
                  <a:pt x="107932" y="77981"/>
                  <a:pt x="107932" y="80949"/>
                </a:cubicBezTo>
                <a:lnTo>
                  <a:pt x="107932" y="91742"/>
                </a:lnTo>
                <a:cubicBezTo>
                  <a:pt x="107932" y="94710"/>
                  <a:pt x="105504" y="97139"/>
                  <a:pt x="102535" y="97139"/>
                </a:cubicBezTo>
                <a:lnTo>
                  <a:pt x="91742" y="97139"/>
                </a:lnTo>
                <a:cubicBezTo>
                  <a:pt x="88774" y="97139"/>
                  <a:pt x="86346" y="94710"/>
                  <a:pt x="86346" y="91742"/>
                </a:cubicBezTo>
                <a:lnTo>
                  <a:pt x="86346" y="80949"/>
                </a:lnTo>
                <a:cubicBezTo>
                  <a:pt x="86346" y="77981"/>
                  <a:pt x="88774" y="75552"/>
                  <a:pt x="91742" y="75552"/>
                </a:cubicBezTo>
                <a:close/>
                <a:moveTo>
                  <a:pt x="118725" y="48569"/>
                </a:moveTo>
                <a:cubicBezTo>
                  <a:pt x="118725" y="45601"/>
                  <a:pt x="121154" y="43173"/>
                  <a:pt x="124122" y="43173"/>
                </a:cubicBezTo>
                <a:lnTo>
                  <a:pt x="134915" y="43173"/>
                </a:lnTo>
                <a:cubicBezTo>
                  <a:pt x="137883" y="43173"/>
                  <a:pt x="140312" y="45601"/>
                  <a:pt x="140312" y="48569"/>
                </a:cubicBezTo>
                <a:lnTo>
                  <a:pt x="140312" y="59363"/>
                </a:lnTo>
                <a:cubicBezTo>
                  <a:pt x="140312" y="62331"/>
                  <a:pt x="137883" y="64759"/>
                  <a:pt x="134915" y="64759"/>
                </a:cubicBezTo>
                <a:lnTo>
                  <a:pt x="124122" y="64759"/>
                </a:lnTo>
                <a:cubicBezTo>
                  <a:pt x="121154" y="64759"/>
                  <a:pt x="118725" y="62331"/>
                  <a:pt x="118725" y="59363"/>
                </a:cubicBezTo>
                <a:lnTo>
                  <a:pt x="118725" y="48569"/>
                </a:lnTo>
                <a:close/>
                <a:moveTo>
                  <a:pt x="124122" y="75552"/>
                </a:moveTo>
                <a:lnTo>
                  <a:pt x="134915" y="75552"/>
                </a:lnTo>
                <a:cubicBezTo>
                  <a:pt x="137883" y="75552"/>
                  <a:pt x="140312" y="77981"/>
                  <a:pt x="140312" y="80949"/>
                </a:cubicBezTo>
                <a:lnTo>
                  <a:pt x="140312" y="91742"/>
                </a:lnTo>
                <a:cubicBezTo>
                  <a:pt x="140312" y="94710"/>
                  <a:pt x="137883" y="97139"/>
                  <a:pt x="134915" y="97139"/>
                </a:cubicBezTo>
                <a:lnTo>
                  <a:pt x="124122" y="97139"/>
                </a:lnTo>
                <a:cubicBezTo>
                  <a:pt x="121154" y="97139"/>
                  <a:pt x="118725" y="94710"/>
                  <a:pt x="118725" y="91742"/>
                </a:cubicBezTo>
                <a:lnTo>
                  <a:pt x="118725" y="80949"/>
                </a:lnTo>
                <a:cubicBezTo>
                  <a:pt x="118725" y="77981"/>
                  <a:pt x="121154" y="75552"/>
                  <a:pt x="124122" y="75552"/>
                </a:cubicBezTo>
                <a:close/>
                <a:moveTo>
                  <a:pt x="151105" y="48569"/>
                </a:moveTo>
                <a:cubicBezTo>
                  <a:pt x="151105" y="45601"/>
                  <a:pt x="153533" y="43173"/>
                  <a:pt x="156501" y="43173"/>
                </a:cubicBezTo>
                <a:lnTo>
                  <a:pt x="167295" y="43173"/>
                </a:lnTo>
                <a:cubicBezTo>
                  <a:pt x="170263" y="43173"/>
                  <a:pt x="172691" y="45601"/>
                  <a:pt x="172691" y="48569"/>
                </a:cubicBezTo>
                <a:lnTo>
                  <a:pt x="172691" y="59363"/>
                </a:lnTo>
                <a:cubicBezTo>
                  <a:pt x="172691" y="62331"/>
                  <a:pt x="170263" y="64759"/>
                  <a:pt x="167295" y="64759"/>
                </a:cubicBezTo>
                <a:lnTo>
                  <a:pt x="156501" y="64759"/>
                </a:lnTo>
                <a:cubicBezTo>
                  <a:pt x="153533" y="64759"/>
                  <a:pt x="151105" y="62331"/>
                  <a:pt x="151105" y="59363"/>
                </a:cubicBezTo>
                <a:lnTo>
                  <a:pt x="151105" y="48569"/>
                </a:lnTo>
                <a:close/>
                <a:moveTo>
                  <a:pt x="156501" y="75552"/>
                </a:moveTo>
                <a:lnTo>
                  <a:pt x="167295" y="75552"/>
                </a:lnTo>
                <a:cubicBezTo>
                  <a:pt x="170263" y="75552"/>
                  <a:pt x="172691" y="77981"/>
                  <a:pt x="172691" y="80949"/>
                </a:cubicBezTo>
                <a:lnTo>
                  <a:pt x="172691" y="91742"/>
                </a:lnTo>
                <a:cubicBezTo>
                  <a:pt x="172691" y="94710"/>
                  <a:pt x="170263" y="97139"/>
                  <a:pt x="167295" y="97139"/>
                </a:cubicBezTo>
                <a:lnTo>
                  <a:pt x="156501" y="97139"/>
                </a:lnTo>
                <a:cubicBezTo>
                  <a:pt x="153533" y="97139"/>
                  <a:pt x="151105" y="94710"/>
                  <a:pt x="151105" y="91742"/>
                </a:cubicBezTo>
                <a:lnTo>
                  <a:pt x="151105" y="80949"/>
                </a:lnTo>
                <a:cubicBezTo>
                  <a:pt x="151105" y="77981"/>
                  <a:pt x="153533" y="75552"/>
                  <a:pt x="156501" y="75552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9" name="Text 47"/>
          <p:cNvSpPr/>
          <p:nvPr/>
        </p:nvSpPr>
        <p:spPr>
          <a:xfrm>
            <a:off x="8388881" y="4118686"/>
            <a:ext cx="3324306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Klaviatura Qisqacha Yo'llari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177334" y="4502924"/>
            <a:ext cx="3445190" cy="1010244"/>
          </a:xfrm>
          <a:custGeom>
            <a:avLst/>
            <a:gdLst/>
            <a:ahLst/>
            <a:cxnLst/>
            <a:rect l="l" t="t" r="r" b="b"/>
            <a:pathLst>
              <a:path w="3445190" h="1010244">
                <a:moveTo>
                  <a:pt x="69080" y="0"/>
                </a:moveTo>
                <a:lnTo>
                  <a:pt x="3376109" y="0"/>
                </a:lnTo>
                <a:cubicBezTo>
                  <a:pt x="3414261" y="0"/>
                  <a:pt x="3445190" y="30928"/>
                  <a:pt x="3445190" y="69080"/>
                </a:cubicBezTo>
                <a:lnTo>
                  <a:pt x="3445190" y="941163"/>
                </a:lnTo>
                <a:cubicBezTo>
                  <a:pt x="3445190" y="979315"/>
                  <a:pt x="3414261" y="1010244"/>
                  <a:pt x="3376109" y="1010244"/>
                </a:cubicBezTo>
                <a:lnTo>
                  <a:pt x="69080" y="1010244"/>
                </a:lnTo>
                <a:cubicBezTo>
                  <a:pt x="30928" y="1010244"/>
                  <a:pt x="0" y="979315"/>
                  <a:pt x="0" y="941163"/>
                </a:cubicBezTo>
                <a:lnTo>
                  <a:pt x="0" y="69080"/>
                </a:lnTo>
                <a:cubicBezTo>
                  <a:pt x="0" y="30928"/>
                  <a:pt x="30928" y="0"/>
                  <a:pt x="69080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319804" y="4645394"/>
            <a:ext cx="3220691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action.setShortcut(QKeySequence("Ctrl+S"))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319804" y="4921700"/>
            <a:ext cx="3220691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action.setShortcut(QKeySequence.Save)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319804" y="5198006"/>
            <a:ext cx="3220691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action.setShortcut(Qt.CTRL + Qt.Key_S)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173017" y="5621099"/>
            <a:ext cx="474901" cy="207229"/>
          </a:xfrm>
          <a:custGeom>
            <a:avLst/>
            <a:gdLst/>
            <a:ahLst/>
            <a:cxnLst/>
            <a:rect l="l" t="t" r="r" b="b"/>
            <a:pathLst>
              <a:path w="474901" h="207229">
                <a:moveTo>
                  <a:pt x="103615" y="0"/>
                </a:moveTo>
                <a:lnTo>
                  <a:pt x="371286" y="0"/>
                </a:lnTo>
                <a:cubicBezTo>
                  <a:pt x="428511" y="0"/>
                  <a:pt x="474901" y="46390"/>
                  <a:pt x="474901" y="103615"/>
                </a:cubicBezTo>
                <a:lnTo>
                  <a:pt x="474901" y="103615"/>
                </a:lnTo>
                <a:cubicBezTo>
                  <a:pt x="474901" y="160840"/>
                  <a:pt x="428511" y="207229"/>
                  <a:pt x="371286" y="207229"/>
                </a:cubicBezTo>
                <a:lnTo>
                  <a:pt x="103615" y="207229"/>
                </a:lnTo>
                <a:cubicBezTo>
                  <a:pt x="46428" y="207229"/>
                  <a:pt x="0" y="160801"/>
                  <a:pt x="0" y="103615"/>
                </a:cubicBezTo>
                <a:lnTo>
                  <a:pt x="0" y="103615"/>
                </a:lnTo>
                <a:cubicBezTo>
                  <a:pt x="0" y="46428"/>
                  <a:pt x="46428" y="0"/>
                  <a:pt x="103615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8173017" y="5621099"/>
            <a:ext cx="526708" cy="207229"/>
          </a:xfrm>
          <a:prstGeom prst="rect">
            <a:avLst/>
          </a:prstGeom>
          <a:noFill/>
          <a:ln/>
        </p:spPr>
        <p:txBody>
          <a:bodyPr wrap="square" lIns="103615" tIns="34538" rIns="103615" bIns="34538" rtlCol="0" anchor="ctr"/>
          <a:lstStyle/>
          <a:p>
            <a:pPr>
              <a:lnSpc>
                <a:spcPct val="110000"/>
              </a:lnSpc>
            </a:pPr>
            <a:r>
              <a:rPr lang="en-US" sz="816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Ctrl+S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718613" y="5621099"/>
            <a:ext cx="500805" cy="207229"/>
          </a:xfrm>
          <a:custGeom>
            <a:avLst/>
            <a:gdLst/>
            <a:ahLst/>
            <a:cxnLst/>
            <a:rect l="l" t="t" r="r" b="b"/>
            <a:pathLst>
              <a:path w="500805" h="207229">
                <a:moveTo>
                  <a:pt x="103615" y="0"/>
                </a:moveTo>
                <a:lnTo>
                  <a:pt x="397190" y="0"/>
                </a:lnTo>
                <a:cubicBezTo>
                  <a:pt x="454415" y="0"/>
                  <a:pt x="500805" y="46390"/>
                  <a:pt x="500805" y="103615"/>
                </a:cubicBezTo>
                <a:lnTo>
                  <a:pt x="500805" y="103615"/>
                </a:lnTo>
                <a:cubicBezTo>
                  <a:pt x="500805" y="160840"/>
                  <a:pt x="454415" y="207229"/>
                  <a:pt x="397190" y="207229"/>
                </a:cubicBezTo>
                <a:lnTo>
                  <a:pt x="103615" y="207229"/>
                </a:lnTo>
                <a:cubicBezTo>
                  <a:pt x="46428" y="207229"/>
                  <a:pt x="0" y="160801"/>
                  <a:pt x="0" y="103615"/>
                </a:cubicBezTo>
                <a:lnTo>
                  <a:pt x="0" y="103615"/>
                </a:lnTo>
                <a:cubicBezTo>
                  <a:pt x="0" y="46428"/>
                  <a:pt x="46428" y="0"/>
                  <a:pt x="103615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8718613" y="5621099"/>
            <a:ext cx="552612" cy="207229"/>
          </a:xfrm>
          <a:prstGeom prst="rect">
            <a:avLst/>
          </a:prstGeom>
          <a:noFill/>
          <a:ln/>
        </p:spPr>
        <p:txBody>
          <a:bodyPr wrap="square" lIns="103615" tIns="34538" rIns="103615" bIns="34538" rtlCol="0" anchor="ctr"/>
          <a:lstStyle/>
          <a:p>
            <a:pPr>
              <a:lnSpc>
                <a:spcPct val="110000"/>
              </a:lnSpc>
            </a:pPr>
            <a:r>
              <a:rPr lang="en-US" sz="816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Ctrl+O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9285391" y="5621099"/>
            <a:ext cx="492170" cy="207229"/>
          </a:xfrm>
          <a:custGeom>
            <a:avLst/>
            <a:gdLst/>
            <a:ahLst/>
            <a:cxnLst/>
            <a:rect l="l" t="t" r="r" b="b"/>
            <a:pathLst>
              <a:path w="492170" h="207229">
                <a:moveTo>
                  <a:pt x="103615" y="0"/>
                </a:moveTo>
                <a:lnTo>
                  <a:pt x="388555" y="0"/>
                </a:lnTo>
                <a:cubicBezTo>
                  <a:pt x="445780" y="0"/>
                  <a:pt x="492170" y="46390"/>
                  <a:pt x="492170" y="103615"/>
                </a:cubicBezTo>
                <a:lnTo>
                  <a:pt x="492170" y="103615"/>
                </a:lnTo>
                <a:cubicBezTo>
                  <a:pt x="492170" y="160840"/>
                  <a:pt x="445780" y="207229"/>
                  <a:pt x="388555" y="207229"/>
                </a:cubicBezTo>
                <a:lnTo>
                  <a:pt x="103615" y="207229"/>
                </a:lnTo>
                <a:cubicBezTo>
                  <a:pt x="46428" y="207229"/>
                  <a:pt x="0" y="160801"/>
                  <a:pt x="0" y="103615"/>
                </a:cubicBezTo>
                <a:lnTo>
                  <a:pt x="0" y="103615"/>
                </a:lnTo>
                <a:cubicBezTo>
                  <a:pt x="0" y="46428"/>
                  <a:pt x="46428" y="0"/>
                  <a:pt x="103615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9285391" y="5621099"/>
            <a:ext cx="543977" cy="207229"/>
          </a:xfrm>
          <a:prstGeom prst="rect">
            <a:avLst/>
          </a:prstGeom>
          <a:noFill/>
          <a:ln/>
        </p:spPr>
        <p:txBody>
          <a:bodyPr wrap="square" lIns="103615" tIns="34538" rIns="103615" bIns="34538" rtlCol="0" anchor="ctr"/>
          <a:lstStyle/>
          <a:p>
            <a:pPr>
              <a:lnSpc>
                <a:spcPct val="110000"/>
              </a:lnSpc>
            </a:pPr>
            <a:r>
              <a:rPr lang="en-US" sz="816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Ctrl+N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9846772" y="5621099"/>
            <a:ext cx="483535" cy="207229"/>
          </a:xfrm>
          <a:custGeom>
            <a:avLst/>
            <a:gdLst/>
            <a:ahLst/>
            <a:cxnLst/>
            <a:rect l="l" t="t" r="r" b="b"/>
            <a:pathLst>
              <a:path w="483535" h="207229">
                <a:moveTo>
                  <a:pt x="103615" y="0"/>
                </a:moveTo>
                <a:lnTo>
                  <a:pt x="379921" y="0"/>
                </a:lnTo>
                <a:cubicBezTo>
                  <a:pt x="437146" y="0"/>
                  <a:pt x="483535" y="46390"/>
                  <a:pt x="483535" y="103615"/>
                </a:cubicBezTo>
                <a:lnTo>
                  <a:pt x="483535" y="103615"/>
                </a:lnTo>
                <a:cubicBezTo>
                  <a:pt x="483535" y="160840"/>
                  <a:pt x="437146" y="207229"/>
                  <a:pt x="379921" y="207229"/>
                </a:cubicBezTo>
                <a:lnTo>
                  <a:pt x="103615" y="207229"/>
                </a:lnTo>
                <a:cubicBezTo>
                  <a:pt x="46428" y="207229"/>
                  <a:pt x="0" y="160801"/>
                  <a:pt x="0" y="103615"/>
                </a:cubicBezTo>
                <a:lnTo>
                  <a:pt x="0" y="103615"/>
                </a:lnTo>
                <a:cubicBezTo>
                  <a:pt x="0" y="46428"/>
                  <a:pt x="46428" y="0"/>
                  <a:pt x="103615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9846772" y="5621099"/>
            <a:ext cx="535343" cy="207229"/>
          </a:xfrm>
          <a:prstGeom prst="rect">
            <a:avLst/>
          </a:prstGeom>
          <a:noFill/>
          <a:ln/>
        </p:spPr>
        <p:txBody>
          <a:bodyPr wrap="square" lIns="103615" tIns="34538" rIns="103615" bIns="34538" rtlCol="0" anchor="ctr"/>
          <a:lstStyle/>
          <a:p>
            <a:pPr>
              <a:lnSpc>
                <a:spcPct val="110000"/>
              </a:lnSpc>
            </a:pPr>
            <a:r>
              <a:rPr lang="en-US" sz="816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Ctrl+C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10401813" y="5621099"/>
            <a:ext cx="483535" cy="207229"/>
          </a:xfrm>
          <a:custGeom>
            <a:avLst/>
            <a:gdLst/>
            <a:ahLst/>
            <a:cxnLst/>
            <a:rect l="l" t="t" r="r" b="b"/>
            <a:pathLst>
              <a:path w="483535" h="207229">
                <a:moveTo>
                  <a:pt x="103615" y="0"/>
                </a:moveTo>
                <a:lnTo>
                  <a:pt x="379921" y="0"/>
                </a:lnTo>
                <a:cubicBezTo>
                  <a:pt x="437146" y="0"/>
                  <a:pt x="483535" y="46390"/>
                  <a:pt x="483535" y="103615"/>
                </a:cubicBezTo>
                <a:lnTo>
                  <a:pt x="483535" y="103615"/>
                </a:lnTo>
                <a:cubicBezTo>
                  <a:pt x="483535" y="160840"/>
                  <a:pt x="437146" y="207229"/>
                  <a:pt x="379921" y="207229"/>
                </a:cubicBezTo>
                <a:lnTo>
                  <a:pt x="103615" y="207229"/>
                </a:lnTo>
                <a:cubicBezTo>
                  <a:pt x="46428" y="207229"/>
                  <a:pt x="0" y="160801"/>
                  <a:pt x="0" y="103615"/>
                </a:cubicBezTo>
                <a:lnTo>
                  <a:pt x="0" y="103615"/>
                </a:lnTo>
                <a:cubicBezTo>
                  <a:pt x="0" y="46428"/>
                  <a:pt x="46428" y="0"/>
                  <a:pt x="103615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0401813" y="5621099"/>
            <a:ext cx="535343" cy="207229"/>
          </a:xfrm>
          <a:prstGeom prst="rect">
            <a:avLst/>
          </a:prstGeom>
          <a:noFill/>
          <a:ln/>
        </p:spPr>
        <p:txBody>
          <a:bodyPr wrap="square" lIns="103615" tIns="34538" rIns="103615" bIns="34538" rtlCol="0" anchor="ctr"/>
          <a:lstStyle/>
          <a:p>
            <a:pPr>
              <a:lnSpc>
                <a:spcPct val="110000"/>
              </a:lnSpc>
            </a:pPr>
            <a:r>
              <a:rPr lang="en-US" sz="816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Ctrl+V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7961470" y="6221201"/>
            <a:ext cx="3876918" cy="630323"/>
          </a:xfrm>
          <a:custGeom>
            <a:avLst/>
            <a:gdLst/>
            <a:ahLst/>
            <a:cxnLst/>
            <a:rect l="l" t="t" r="r" b="b"/>
            <a:pathLst>
              <a:path w="3876918" h="630323">
                <a:moveTo>
                  <a:pt x="69077" y="0"/>
                </a:moveTo>
                <a:lnTo>
                  <a:pt x="3807841" y="0"/>
                </a:lnTo>
                <a:cubicBezTo>
                  <a:pt x="3845991" y="0"/>
                  <a:pt x="3876918" y="30927"/>
                  <a:pt x="3876918" y="69077"/>
                </a:cubicBezTo>
                <a:lnTo>
                  <a:pt x="3876918" y="561246"/>
                </a:lnTo>
                <a:cubicBezTo>
                  <a:pt x="3876918" y="599396"/>
                  <a:pt x="3845991" y="630323"/>
                  <a:pt x="3807841" y="630323"/>
                </a:cubicBezTo>
                <a:lnTo>
                  <a:pt x="69077" y="630323"/>
                </a:lnTo>
                <a:cubicBezTo>
                  <a:pt x="30927" y="630323"/>
                  <a:pt x="0" y="599396"/>
                  <a:pt x="0" y="561246"/>
                </a:cubicBezTo>
                <a:lnTo>
                  <a:pt x="0" y="69077"/>
                </a:lnTo>
                <a:cubicBezTo>
                  <a:pt x="0" y="30927"/>
                  <a:pt x="30927" y="0"/>
                  <a:pt x="69077" y="0"/>
                </a:cubicBezTo>
                <a:close/>
              </a:path>
            </a:pathLst>
          </a:custGeom>
          <a:solidFill>
            <a:srgbClr val="F59E0B">
              <a:alpha val="10196"/>
            </a:srgbClr>
          </a:solidFill>
          <a:ln w="1270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121209" y="6389575"/>
            <a:ext cx="120884" cy="120884"/>
          </a:xfrm>
          <a:custGeom>
            <a:avLst/>
            <a:gdLst/>
            <a:ahLst/>
            <a:cxnLst/>
            <a:rect l="l" t="t" r="r" b="b"/>
            <a:pathLst>
              <a:path w="120884" h="120884">
                <a:moveTo>
                  <a:pt x="60442" y="120884"/>
                </a:moveTo>
                <a:cubicBezTo>
                  <a:pt x="93801" y="120884"/>
                  <a:pt x="120884" y="93801"/>
                  <a:pt x="120884" y="60442"/>
                </a:cubicBezTo>
                <a:cubicBezTo>
                  <a:pt x="120884" y="27083"/>
                  <a:pt x="93801" y="0"/>
                  <a:pt x="60442" y="0"/>
                </a:cubicBezTo>
                <a:cubicBezTo>
                  <a:pt x="27083" y="0"/>
                  <a:pt x="0" y="27083"/>
                  <a:pt x="0" y="60442"/>
                </a:cubicBezTo>
                <a:cubicBezTo>
                  <a:pt x="0" y="93801"/>
                  <a:pt x="27083" y="120884"/>
                  <a:pt x="60442" y="120884"/>
                </a:cubicBezTo>
                <a:close/>
                <a:moveTo>
                  <a:pt x="52887" y="37776"/>
                </a:moveTo>
                <a:cubicBezTo>
                  <a:pt x="52887" y="33606"/>
                  <a:pt x="56272" y="30221"/>
                  <a:pt x="60442" y="30221"/>
                </a:cubicBezTo>
                <a:cubicBezTo>
                  <a:pt x="64612" y="30221"/>
                  <a:pt x="67997" y="33606"/>
                  <a:pt x="67997" y="37776"/>
                </a:cubicBezTo>
                <a:cubicBezTo>
                  <a:pt x="67997" y="41946"/>
                  <a:pt x="64612" y="45331"/>
                  <a:pt x="60442" y="45331"/>
                </a:cubicBezTo>
                <a:cubicBezTo>
                  <a:pt x="56272" y="45331"/>
                  <a:pt x="52887" y="41946"/>
                  <a:pt x="52887" y="37776"/>
                </a:cubicBezTo>
                <a:close/>
                <a:moveTo>
                  <a:pt x="50998" y="52887"/>
                </a:moveTo>
                <a:lnTo>
                  <a:pt x="62331" y="52887"/>
                </a:lnTo>
                <a:cubicBezTo>
                  <a:pt x="65471" y="52887"/>
                  <a:pt x="67997" y="55413"/>
                  <a:pt x="67997" y="58553"/>
                </a:cubicBezTo>
                <a:lnTo>
                  <a:pt x="67997" y="79330"/>
                </a:lnTo>
                <a:lnTo>
                  <a:pt x="69886" y="79330"/>
                </a:lnTo>
                <a:cubicBezTo>
                  <a:pt x="73026" y="79330"/>
                  <a:pt x="75552" y="81856"/>
                  <a:pt x="75552" y="84996"/>
                </a:cubicBezTo>
                <a:cubicBezTo>
                  <a:pt x="75552" y="88137"/>
                  <a:pt x="73026" y="90663"/>
                  <a:pt x="69886" y="90663"/>
                </a:cubicBezTo>
                <a:lnTo>
                  <a:pt x="50998" y="90663"/>
                </a:lnTo>
                <a:cubicBezTo>
                  <a:pt x="47858" y="90663"/>
                  <a:pt x="45331" y="88137"/>
                  <a:pt x="45331" y="84996"/>
                </a:cubicBezTo>
                <a:cubicBezTo>
                  <a:pt x="45331" y="81856"/>
                  <a:pt x="47858" y="79330"/>
                  <a:pt x="50998" y="79330"/>
                </a:cubicBezTo>
                <a:lnTo>
                  <a:pt x="56664" y="79330"/>
                </a:lnTo>
                <a:lnTo>
                  <a:pt x="56664" y="64220"/>
                </a:lnTo>
                <a:lnTo>
                  <a:pt x="50998" y="64220"/>
                </a:lnTo>
                <a:cubicBezTo>
                  <a:pt x="47858" y="64220"/>
                  <a:pt x="45331" y="61693"/>
                  <a:pt x="45331" y="58553"/>
                </a:cubicBezTo>
                <a:cubicBezTo>
                  <a:pt x="45331" y="55413"/>
                  <a:pt x="47858" y="52887"/>
                  <a:pt x="50998" y="52887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66" name="Text 64"/>
          <p:cNvSpPr/>
          <p:nvPr/>
        </p:nvSpPr>
        <p:spPr>
          <a:xfrm>
            <a:off x="8306326" y="6363671"/>
            <a:ext cx="3450033" cy="345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Eslatma:</a:t>
            </a:r>
            <a:pPr>
              <a:lnSpc>
                <a:spcPct val="120000"/>
              </a:lnSpc>
            </a:pPr>
            <a:r>
              <a:rPr lang="en-US" sz="952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QAction menyu va toolbar da bir vaqtda ishlatilganda, bir tomonda o'zgarish ikkinchi tomonda ham aks etadi.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5281" y="325281"/>
            <a:ext cx="1413565" cy="329296"/>
          </a:xfrm>
          <a:custGeom>
            <a:avLst/>
            <a:gdLst/>
            <a:ahLst/>
            <a:cxnLst/>
            <a:rect l="l" t="t" r="r" b="b"/>
            <a:pathLst>
              <a:path w="1413565" h="329296">
                <a:moveTo>
                  <a:pt x="64252" y="0"/>
                </a:moveTo>
                <a:lnTo>
                  <a:pt x="1349313" y="0"/>
                </a:lnTo>
                <a:cubicBezTo>
                  <a:pt x="1384798" y="0"/>
                  <a:pt x="1413565" y="28767"/>
                  <a:pt x="1413565" y="64252"/>
                </a:cubicBezTo>
                <a:lnTo>
                  <a:pt x="1413565" y="265044"/>
                </a:lnTo>
                <a:cubicBezTo>
                  <a:pt x="1413565" y="300530"/>
                  <a:pt x="1384798" y="329296"/>
                  <a:pt x="1349313" y="329296"/>
                </a:cubicBezTo>
                <a:lnTo>
                  <a:pt x="64252" y="329296"/>
                </a:lnTo>
                <a:cubicBezTo>
                  <a:pt x="28767" y="329296"/>
                  <a:pt x="0" y="300530"/>
                  <a:pt x="0" y="265044"/>
                </a:cubicBezTo>
                <a:lnTo>
                  <a:pt x="0" y="64252"/>
                </a:lnTo>
                <a:cubicBezTo>
                  <a:pt x="0" y="28791"/>
                  <a:pt x="28791" y="0"/>
                  <a:pt x="64252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802" y="433708"/>
            <a:ext cx="1206124" cy="128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b="1" spc="44" kern="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MENYU VA TOOLBAR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1265" y="754972"/>
            <a:ext cx="11694040" cy="321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7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Menyu va Toolbar Yaratish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5281" y="1240885"/>
            <a:ext cx="5670324" cy="3509818"/>
          </a:xfrm>
          <a:custGeom>
            <a:avLst/>
            <a:gdLst/>
            <a:ahLst/>
            <a:cxnLst/>
            <a:rect l="l" t="t" r="r" b="b"/>
            <a:pathLst>
              <a:path w="5670324" h="3509818">
                <a:moveTo>
                  <a:pt x="96380" y="0"/>
                </a:moveTo>
                <a:lnTo>
                  <a:pt x="5573945" y="0"/>
                </a:lnTo>
                <a:cubicBezTo>
                  <a:pt x="5627173" y="0"/>
                  <a:pt x="5670324" y="43151"/>
                  <a:pt x="5670324" y="96380"/>
                </a:cubicBezTo>
                <a:lnTo>
                  <a:pt x="5670324" y="3413439"/>
                </a:lnTo>
                <a:cubicBezTo>
                  <a:pt x="5670324" y="3466668"/>
                  <a:pt x="5627173" y="3509818"/>
                  <a:pt x="5573945" y="3509818"/>
                </a:cubicBezTo>
                <a:lnTo>
                  <a:pt x="96380" y="3509818"/>
                </a:lnTo>
                <a:cubicBezTo>
                  <a:pt x="43151" y="3509818"/>
                  <a:pt x="0" y="3466668"/>
                  <a:pt x="0" y="3413439"/>
                </a:cubicBezTo>
                <a:lnTo>
                  <a:pt x="0" y="96380"/>
                </a:lnTo>
                <a:cubicBezTo>
                  <a:pt x="0" y="43186"/>
                  <a:pt x="43186" y="0"/>
                  <a:pt x="9638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2174" y="1469787"/>
            <a:ext cx="140553" cy="160632"/>
          </a:xfrm>
          <a:custGeom>
            <a:avLst/>
            <a:gdLst/>
            <a:ahLst/>
            <a:cxnLst/>
            <a:rect l="l" t="t" r="r" b="b"/>
            <a:pathLst>
              <a:path w="140553" h="160632">
                <a:moveTo>
                  <a:pt x="0" y="30119"/>
                </a:moveTo>
                <a:cubicBezTo>
                  <a:pt x="0" y="24565"/>
                  <a:pt x="4486" y="20079"/>
                  <a:pt x="10040" y="20079"/>
                </a:cubicBezTo>
                <a:lnTo>
                  <a:pt x="130514" y="20079"/>
                </a:lnTo>
                <a:cubicBezTo>
                  <a:pt x="136067" y="20079"/>
                  <a:pt x="140553" y="24565"/>
                  <a:pt x="140553" y="30119"/>
                </a:cubicBezTo>
                <a:cubicBezTo>
                  <a:pt x="140553" y="35672"/>
                  <a:pt x="136067" y="40158"/>
                  <a:pt x="130514" y="40158"/>
                </a:cubicBezTo>
                <a:lnTo>
                  <a:pt x="10040" y="40158"/>
                </a:lnTo>
                <a:cubicBezTo>
                  <a:pt x="4486" y="40158"/>
                  <a:pt x="0" y="35672"/>
                  <a:pt x="0" y="30119"/>
                </a:cubicBezTo>
                <a:close/>
                <a:moveTo>
                  <a:pt x="0" y="80316"/>
                </a:moveTo>
                <a:cubicBezTo>
                  <a:pt x="0" y="74763"/>
                  <a:pt x="4486" y="70277"/>
                  <a:pt x="10040" y="70277"/>
                </a:cubicBezTo>
                <a:lnTo>
                  <a:pt x="130514" y="70277"/>
                </a:lnTo>
                <a:cubicBezTo>
                  <a:pt x="136067" y="70277"/>
                  <a:pt x="140553" y="74763"/>
                  <a:pt x="140553" y="80316"/>
                </a:cubicBezTo>
                <a:cubicBezTo>
                  <a:pt x="140553" y="85869"/>
                  <a:pt x="136067" y="90356"/>
                  <a:pt x="130514" y="90356"/>
                </a:cubicBezTo>
                <a:lnTo>
                  <a:pt x="10040" y="90356"/>
                </a:lnTo>
                <a:cubicBezTo>
                  <a:pt x="4486" y="90356"/>
                  <a:pt x="0" y="85869"/>
                  <a:pt x="0" y="80316"/>
                </a:cubicBezTo>
                <a:close/>
                <a:moveTo>
                  <a:pt x="140553" y="130514"/>
                </a:moveTo>
                <a:cubicBezTo>
                  <a:pt x="140553" y="136067"/>
                  <a:pt x="136067" y="140553"/>
                  <a:pt x="130514" y="140553"/>
                </a:cubicBezTo>
                <a:lnTo>
                  <a:pt x="10040" y="140553"/>
                </a:lnTo>
                <a:cubicBezTo>
                  <a:pt x="4486" y="140553"/>
                  <a:pt x="0" y="136067"/>
                  <a:pt x="0" y="130514"/>
                </a:cubicBezTo>
                <a:cubicBezTo>
                  <a:pt x="0" y="124961"/>
                  <a:pt x="4486" y="120474"/>
                  <a:pt x="10040" y="120474"/>
                </a:cubicBezTo>
                <a:lnTo>
                  <a:pt x="130514" y="120474"/>
                </a:lnTo>
                <a:cubicBezTo>
                  <a:pt x="136067" y="120474"/>
                  <a:pt x="140553" y="124961"/>
                  <a:pt x="140553" y="130514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722846" y="1437660"/>
            <a:ext cx="5156300" cy="224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Menyu Yaratish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26071" y="1795067"/>
            <a:ext cx="5268743" cy="1726798"/>
          </a:xfrm>
          <a:custGeom>
            <a:avLst/>
            <a:gdLst/>
            <a:ahLst/>
            <a:cxnLst/>
            <a:rect l="l" t="t" r="r" b="b"/>
            <a:pathLst>
              <a:path w="5268743" h="1726798">
                <a:moveTo>
                  <a:pt x="64254" y="0"/>
                </a:moveTo>
                <a:lnTo>
                  <a:pt x="5204489" y="0"/>
                </a:lnTo>
                <a:cubicBezTo>
                  <a:pt x="5239976" y="0"/>
                  <a:pt x="5268743" y="28768"/>
                  <a:pt x="5268743" y="64254"/>
                </a:cubicBezTo>
                <a:lnTo>
                  <a:pt x="5268743" y="1662544"/>
                </a:lnTo>
                <a:cubicBezTo>
                  <a:pt x="5268743" y="1698031"/>
                  <a:pt x="5239976" y="1726798"/>
                  <a:pt x="5204489" y="1726798"/>
                </a:cubicBezTo>
                <a:lnTo>
                  <a:pt x="64254" y="1726798"/>
                </a:lnTo>
                <a:cubicBezTo>
                  <a:pt x="28768" y="1726798"/>
                  <a:pt x="0" y="1698031"/>
                  <a:pt x="0" y="1662544"/>
                </a:cubicBezTo>
                <a:lnTo>
                  <a:pt x="0" y="64254"/>
                </a:lnTo>
                <a:cubicBezTo>
                  <a:pt x="0" y="28791"/>
                  <a:pt x="28791" y="0"/>
                  <a:pt x="64254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593" y="1927589"/>
            <a:ext cx="5059921" cy="184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8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# Menubar olish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593" y="2110308"/>
            <a:ext cx="5059921" cy="184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8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menu = self.menuBar()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593" y="2293028"/>
            <a:ext cx="5059921" cy="184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8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# File menyu qo'shish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593" y="2475747"/>
            <a:ext cx="5059921" cy="184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8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file_menu = menu.addMenu("&amp;File")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593" y="2658466"/>
            <a:ext cx="5059921" cy="184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8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# Action qo'shish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8593" y="2841186"/>
            <a:ext cx="5059921" cy="184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8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file_menu.addAction(open_action)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8593" y="3023905"/>
            <a:ext cx="5059921" cy="184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8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file_menu.addSeparator()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593" y="3206625"/>
            <a:ext cx="5059921" cy="184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8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file_menu.addAction(exit_action)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22055" y="3654387"/>
            <a:ext cx="257012" cy="257012"/>
          </a:xfrm>
          <a:custGeom>
            <a:avLst/>
            <a:gdLst/>
            <a:ahLst/>
            <a:cxnLst/>
            <a:rect l="l" t="t" r="r" b="b"/>
            <a:pathLst>
              <a:path w="257012" h="257012">
                <a:moveTo>
                  <a:pt x="64253" y="0"/>
                </a:moveTo>
                <a:lnTo>
                  <a:pt x="192759" y="0"/>
                </a:lnTo>
                <a:cubicBezTo>
                  <a:pt x="228245" y="0"/>
                  <a:pt x="257012" y="28767"/>
                  <a:pt x="257012" y="64253"/>
                </a:cubicBezTo>
                <a:lnTo>
                  <a:pt x="257012" y="192759"/>
                </a:lnTo>
                <a:cubicBezTo>
                  <a:pt x="257012" y="228245"/>
                  <a:pt x="228245" y="257012"/>
                  <a:pt x="192759" y="257012"/>
                </a:cubicBezTo>
                <a:lnTo>
                  <a:pt x="64253" y="257012"/>
                </a:lnTo>
                <a:cubicBezTo>
                  <a:pt x="28767" y="257012"/>
                  <a:pt x="0" y="228245"/>
                  <a:pt x="0" y="192759"/>
                </a:cubicBezTo>
                <a:lnTo>
                  <a:pt x="0" y="64253"/>
                </a:lnTo>
                <a:cubicBezTo>
                  <a:pt x="0" y="28767"/>
                  <a:pt x="28767" y="0"/>
                  <a:pt x="64253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32616" y="3702577"/>
            <a:ext cx="88348" cy="16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75447" y="3702577"/>
            <a:ext cx="1365375" cy="16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menuBar() - Menubar olish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22055" y="3975652"/>
            <a:ext cx="257012" cy="257012"/>
          </a:xfrm>
          <a:custGeom>
            <a:avLst/>
            <a:gdLst/>
            <a:ahLst/>
            <a:cxnLst/>
            <a:rect l="l" t="t" r="r" b="b"/>
            <a:pathLst>
              <a:path w="257012" h="257012">
                <a:moveTo>
                  <a:pt x="64253" y="0"/>
                </a:moveTo>
                <a:lnTo>
                  <a:pt x="192759" y="0"/>
                </a:lnTo>
                <a:cubicBezTo>
                  <a:pt x="228245" y="0"/>
                  <a:pt x="257012" y="28767"/>
                  <a:pt x="257012" y="64253"/>
                </a:cubicBezTo>
                <a:lnTo>
                  <a:pt x="257012" y="192759"/>
                </a:lnTo>
                <a:cubicBezTo>
                  <a:pt x="257012" y="228245"/>
                  <a:pt x="228245" y="257012"/>
                  <a:pt x="192759" y="257012"/>
                </a:cubicBezTo>
                <a:lnTo>
                  <a:pt x="64253" y="257012"/>
                </a:lnTo>
                <a:cubicBezTo>
                  <a:pt x="28767" y="257012"/>
                  <a:pt x="0" y="228245"/>
                  <a:pt x="0" y="192759"/>
                </a:cubicBezTo>
                <a:lnTo>
                  <a:pt x="0" y="64253"/>
                </a:lnTo>
                <a:cubicBezTo>
                  <a:pt x="0" y="28767"/>
                  <a:pt x="28767" y="0"/>
                  <a:pt x="64253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21823" y="4023842"/>
            <a:ext cx="112443" cy="16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75447" y="4023842"/>
            <a:ext cx="1453723" cy="16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addMenu() - Menyu qo'shish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22055" y="4296917"/>
            <a:ext cx="257012" cy="257012"/>
          </a:xfrm>
          <a:custGeom>
            <a:avLst/>
            <a:gdLst/>
            <a:ahLst/>
            <a:cxnLst/>
            <a:rect l="l" t="t" r="r" b="b"/>
            <a:pathLst>
              <a:path w="257012" h="257012">
                <a:moveTo>
                  <a:pt x="64253" y="0"/>
                </a:moveTo>
                <a:lnTo>
                  <a:pt x="192759" y="0"/>
                </a:lnTo>
                <a:cubicBezTo>
                  <a:pt x="228245" y="0"/>
                  <a:pt x="257012" y="28767"/>
                  <a:pt x="257012" y="64253"/>
                </a:cubicBezTo>
                <a:lnTo>
                  <a:pt x="257012" y="192759"/>
                </a:lnTo>
                <a:cubicBezTo>
                  <a:pt x="257012" y="228245"/>
                  <a:pt x="228245" y="257012"/>
                  <a:pt x="192759" y="257012"/>
                </a:cubicBezTo>
                <a:lnTo>
                  <a:pt x="64253" y="257012"/>
                </a:lnTo>
                <a:cubicBezTo>
                  <a:pt x="28767" y="257012"/>
                  <a:pt x="0" y="228245"/>
                  <a:pt x="0" y="192759"/>
                </a:cubicBezTo>
                <a:lnTo>
                  <a:pt x="0" y="64253"/>
                </a:lnTo>
                <a:cubicBezTo>
                  <a:pt x="0" y="28767"/>
                  <a:pt x="28767" y="0"/>
                  <a:pt x="64253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20443" y="4345107"/>
            <a:ext cx="120474" cy="16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75447" y="4345107"/>
            <a:ext cx="1469787" cy="16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addAction() - Action qo'shish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25281" y="4919368"/>
            <a:ext cx="5670324" cy="1935621"/>
          </a:xfrm>
          <a:custGeom>
            <a:avLst/>
            <a:gdLst/>
            <a:ahLst/>
            <a:cxnLst/>
            <a:rect l="l" t="t" r="r" b="b"/>
            <a:pathLst>
              <a:path w="5670324" h="1935621">
                <a:moveTo>
                  <a:pt x="96375" y="0"/>
                </a:moveTo>
                <a:lnTo>
                  <a:pt x="5573950" y="0"/>
                </a:lnTo>
                <a:cubicBezTo>
                  <a:pt x="5627176" y="0"/>
                  <a:pt x="5670324" y="43148"/>
                  <a:pt x="5670324" y="96375"/>
                </a:cubicBezTo>
                <a:lnTo>
                  <a:pt x="5670324" y="1839246"/>
                </a:lnTo>
                <a:cubicBezTo>
                  <a:pt x="5670324" y="1892472"/>
                  <a:pt x="5627176" y="1935621"/>
                  <a:pt x="5573950" y="1935621"/>
                </a:cubicBezTo>
                <a:lnTo>
                  <a:pt x="96375" y="1935621"/>
                </a:lnTo>
                <a:cubicBezTo>
                  <a:pt x="43148" y="1935621"/>
                  <a:pt x="0" y="1892472"/>
                  <a:pt x="0" y="1839246"/>
                </a:cubicBezTo>
                <a:lnTo>
                  <a:pt x="0" y="96375"/>
                </a:lnTo>
                <a:cubicBezTo>
                  <a:pt x="0" y="43184"/>
                  <a:pt x="43184" y="0"/>
                  <a:pt x="96375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2134" y="5148269"/>
            <a:ext cx="160632" cy="160632"/>
          </a:xfrm>
          <a:custGeom>
            <a:avLst/>
            <a:gdLst/>
            <a:ahLst/>
            <a:cxnLst/>
            <a:rect l="l" t="t" r="r" b="b"/>
            <a:pathLst>
              <a:path w="160632" h="160632">
                <a:moveTo>
                  <a:pt x="72943" y="1631"/>
                </a:moveTo>
                <a:cubicBezTo>
                  <a:pt x="77618" y="-533"/>
                  <a:pt x="83014" y="-533"/>
                  <a:pt x="87689" y="1631"/>
                </a:cubicBezTo>
                <a:lnTo>
                  <a:pt x="156271" y="33319"/>
                </a:lnTo>
                <a:cubicBezTo>
                  <a:pt x="158938" y="34542"/>
                  <a:pt x="160632" y="37209"/>
                  <a:pt x="160632" y="40158"/>
                </a:cubicBezTo>
                <a:cubicBezTo>
                  <a:pt x="160632" y="43107"/>
                  <a:pt x="158938" y="45774"/>
                  <a:pt x="156271" y="46998"/>
                </a:cubicBezTo>
                <a:lnTo>
                  <a:pt x="87689" y="78685"/>
                </a:lnTo>
                <a:cubicBezTo>
                  <a:pt x="83014" y="80850"/>
                  <a:pt x="77618" y="80850"/>
                  <a:pt x="72943" y="78685"/>
                </a:cubicBezTo>
                <a:lnTo>
                  <a:pt x="4361" y="46998"/>
                </a:lnTo>
                <a:cubicBezTo>
                  <a:pt x="1694" y="45743"/>
                  <a:pt x="0" y="43076"/>
                  <a:pt x="0" y="40158"/>
                </a:cubicBezTo>
                <a:cubicBezTo>
                  <a:pt x="0" y="37240"/>
                  <a:pt x="1694" y="34542"/>
                  <a:pt x="4361" y="33319"/>
                </a:cubicBezTo>
                <a:lnTo>
                  <a:pt x="72943" y="1631"/>
                </a:lnTo>
                <a:close/>
                <a:moveTo>
                  <a:pt x="15091" y="68520"/>
                </a:moveTo>
                <a:lnTo>
                  <a:pt x="66637" y="92332"/>
                </a:lnTo>
                <a:cubicBezTo>
                  <a:pt x="75328" y="96348"/>
                  <a:pt x="85336" y="96348"/>
                  <a:pt x="94026" y="92332"/>
                </a:cubicBezTo>
                <a:lnTo>
                  <a:pt x="145573" y="68520"/>
                </a:lnTo>
                <a:lnTo>
                  <a:pt x="156271" y="73477"/>
                </a:lnTo>
                <a:cubicBezTo>
                  <a:pt x="158938" y="74700"/>
                  <a:pt x="160632" y="77367"/>
                  <a:pt x="160632" y="80316"/>
                </a:cubicBezTo>
                <a:cubicBezTo>
                  <a:pt x="160632" y="83265"/>
                  <a:pt x="158938" y="85932"/>
                  <a:pt x="156271" y="87156"/>
                </a:cubicBezTo>
                <a:lnTo>
                  <a:pt x="87689" y="118843"/>
                </a:lnTo>
                <a:cubicBezTo>
                  <a:pt x="83014" y="121008"/>
                  <a:pt x="77618" y="121008"/>
                  <a:pt x="72943" y="118843"/>
                </a:cubicBezTo>
                <a:lnTo>
                  <a:pt x="4361" y="87156"/>
                </a:lnTo>
                <a:cubicBezTo>
                  <a:pt x="1694" y="85901"/>
                  <a:pt x="0" y="83234"/>
                  <a:pt x="0" y="80316"/>
                </a:cubicBezTo>
                <a:cubicBezTo>
                  <a:pt x="0" y="77398"/>
                  <a:pt x="1694" y="74700"/>
                  <a:pt x="4361" y="73477"/>
                </a:cubicBezTo>
                <a:lnTo>
                  <a:pt x="15059" y="68520"/>
                </a:lnTo>
                <a:close/>
                <a:moveTo>
                  <a:pt x="4361" y="113635"/>
                </a:moveTo>
                <a:lnTo>
                  <a:pt x="15059" y="108678"/>
                </a:lnTo>
                <a:lnTo>
                  <a:pt x="66606" y="132490"/>
                </a:lnTo>
                <a:cubicBezTo>
                  <a:pt x="75296" y="136506"/>
                  <a:pt x="85305" y="136506"/>
                  <a:pt x="93995" y="132490"/>
                </a:cubicBezTo>
                <a:lnTo>
                  <a:pt x="145542" y="108678"/>
                </a:lnTo>
                <a:lnTo>
                  <a:pt x="156240" y="113635"/>
                </a:lnTo>
                <a:cubicBezTo>
                  <a:pt x="158907" y="114858"/>
                  <a:pt x="160601" y="117525"/>
                  <a:pt x="160601" y="120474"/>
                </a:cubicBezTo>
                <a:cubicBezTo>
                  <a:pt x="160601" y="123423"/>
                  <a:pt x="158907" y="126090"/>
                  <a:pt x="156240" y="127314"/>
                </a:cubicBezTo>
                <a:lnTo>
                  <a:pt x="87658" y="159001"/>
                </a:lnTo>
                <a:cubicBezTo>
                  <a:pt x="82983" y="161166"/>
                  <a:pt x="77587" y="161166"/>
                  <a:pt x="72912" y="159001"/>
                </a:cubicBezTo>
                <a:lnTo>
                  <a:pt x="4361" y="127314"/>
                </a:lnTo>
                <a:cubicBezTo>
                  <a:pt x="1694" y="126059"/>
                  <a:pt x="0" y="123392"/>
                  <a:pt x="0" y="120474"/>
                </a:cubicBezTo>
                <a:cubicBezTo>
                  <a:pt x="0" y="117557"/>
                  <a:pt x="1694" y="114858"/>
                  <a:pt x="4361" y="113635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722846" y="5116142"/>
            <a:ext cx="5156300" cy="224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Submenu va Separator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26071" y="5473549"/>
            <a:ext cx="5268743" cy="1180648"/>
          </a:xfrm>
          <a:custGeom>
            <a:avLst/>
            <a:gdLst/>
            <a:ahLst/>
            <a:cxnLst/>
            <a:rect l="l" t="t" r="r" b="b"/>
            <a:pathLst>
              <a:path w="5268743" h="1180648">
                <a:moveTo>
                  <a:pt x="64251" y="0"/>
                </a:moveTo>
                <a:lnTo>
                  <a:pt x="5204492" y="0"/>
                </a:lnTo>
                <a:cubicBezTo>
                  <a:pt x="5239977" y="0"/>
                  <a:pt x="5268743" y="28766"/>
                  <a:pt x="5268743" y="64251"/>
                </a:cubicBezTo>
                <a:lnTo>
                  <a:pt x="5268743" y="1116397"/>
                </a:lnTo>
                <a:cubicBezTo>
                  <a:pt x="5268743" y="1151882"/>
                  <a:pt x="5239977" y="1180648"/>
                  <a:pt x="5204492" y="1180648"/>
                </a:cubicBezTo>
                <a:lnTo>
                  <a:pt x="64251" y="1180648"/>
                </a:lnTo>
                <a:cubicBezTo>
                  <a:pt x="28766" y="1180648"/>
                  <a:pt x="0" y="1151882"/>
                  <a:pt x="0" y="1116397"/>
                </a:cubicBezTo>
                <a:lnTo>
                  <a:pt x="0" y="64251"/>
                </a:lnTo>
                <a:cubicBezTo>
                  <a:pt x="0" y="28790"/>
                  <a:pt x="28790" y="0"/>
                  <a:pt x="64251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593" y="5606071"/>
            <a:ext cx="5059921" cy="184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8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# Submenu yaratish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58593" y="5788791"/>
            <a:ext cx="5059921" cy="184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8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submenu = file_menu.addMenu("&amp;Recent")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8593" y="5971510"/>
            <a:ext cx="5059921" cy="184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8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submenu.addAction(recent_action)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58593" y="6154229"/>
            <a:ext cx="5059921" cy="184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8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# Separator qo'shish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58593" y="6336949"/>
            <a:ext cx="5059921" cy="184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8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file_menu.addSeparator()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97274" y="1240885"/>
            <a:ext cx="5670324" cy="3694545"/>
          </a:xfrm>
          <a:custGeom>
            <a:avLst/>
            <a:gdLst/>
            <a:ahLst/>
            <a:cxnLst/>
            <a:rect l="l" t="t" r="r" b="b"/>
            <a:pathLst>
              <a:path w="5670324" h="3694545">
                <a:moveTo>
                  <a:pt x="96391" y="0"/>
                </a:moveTo>
                <a:lnTo>
                  <a:pt x="5573933" y="0"/>
                </a:lnTo>
                <a:cubicBezTo>
                  <a:pt x="5627169" y="0"/>
                  <a:pt x="5670324" y="43156"/>
                  <a:pt x="5670324" y="96391"/>
                </a:cubicBezTo>
                <a:lnTo>
                  <a:pt x="5670324" y="3598155"/>
                </a:lnTo>
                <a:cubicBezTo>
                  <a:pt x="5670324" y="3651390"/>
                  <a:pt x="5627169" y="3694545"/>
                  <a:pt x="5573933" y="3694545"/>
                </a:cubicBezTo>
                <a:lnTo>
                  <a:pt x="96391" y="3694545"/>
                </a:lnTo>
                <a:cubicBezTo>
                  <a:pt x="43156" y="3694545"/>
                  <a:pt x="0" y="3651390"/>
                  <a:pt x="0" y="3598155"/>
                </a:cubicBezTo>
                <a:lnTo>
                  <a:pt x="0" y="96391"/>
                </a:lnTo>
                <a:cubicBezTo>
                  <a:pt x="0" y="43156"/>
                  <a:pt x="43156" y="0"/>
                  <a:pt x="96391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4088" y="1469787"/>
            <a:ext cx="180711" cy="160632"/>
          </a:xfrm>
          <a:custGeom>
            <a:avLst/>
            <a:gdLst/>
            <a:ahLst/>
            <a:cxnLst/>
            <a:rect l="l" t="t" r="r" b="b"/>
            <a:pathLst>
              <a:path w="180711" h="160632">
                <a:moveTo>
                  <a:pt x="70308" y="30464"/>
                </a:moveTo>
                <a:lnTo>
                  <a:pt x="70308" y="46025"/>
                </a:lnTo>
                <a:lnTo>
                  <a:pt x="70465" y="46182"/>
                </a:lnTo>
                <a:cubicBezTo>
                  <a:pt x="72504" y="20330"/>
                  <a:pt x="94121" y="0"/>
                  <a:pt x="120506" y="0"/>
                </a:cubicBezTo>
                <a:cubicBezTo>
                  <a:pt x="126812" y="0"/>
                  <a:pt x="132867" y="1161"/>
                  <a:pt x="138420" y="3294"/>
                </a:cubicBezTo>
                <a:cubicBezTo>
                  <a:pt x="141557" y="4486"/>
                  <a:pt x="142122" y="8471"/>
                  <a:pt x="139769" y="10855"/>
                </a:cubicBezTo>
                <a:lnTo>
                  <a:pt x="111941" y="38684"/>
                </a:lnTo>
                <a:cubicBezTo>
                  <a:pt x="111000" y="39625"/>
                  <a:pt x="110466" y="40911"/>
                  <a:pt x="110466" y="42229"/>
                </a:cubicBezTo>
                <a:lnTo>
                  <a:pt x="110466" y="55217"/>
                </a:lnTo>
                <a:cubicBezTo>
                  <a:pt x="110466" y="57978"/>
                  <a:pt x="112725" y="60237"/>
                  <a:pt x="115486" y="60237"/>
                </a:cubicBezTo>
                <a:lnTo>
                  <a:pt x="128475" y="60237"/>
                </a:lnTo>
                <a:cubicBezTo>
                  <a:pt x="129792" y="60237"/>
                  <a:pt x="131079" y="59704"/>
                  <a:pt x="132020" y="58763"/>
                </a:cubicBezTo>
                <a:lnTo>
                  <a:pt x="159848" y="30934"/>
                </a:lnTo>
                <a:cubicBezTo>
                  <a:pt x="162232" y="28550"/>
                  <a:pt x="166217" y="29146"/>
                  <a:pt x="167409" y="32283"/>
                </a:cubicBezTo>
                <a:cubicBezTo>
                  <a:pt x="169542" y="37836"/>
                  <a:pt x="170703" y="43892"/>
                  <a:pt x="170703" y="50198"/>
                </a:cubicBezTo>
                <a:cubicBezTo>
                  <a:pt x="170703" y="69210"/>
                  <a:pt x="160130" y="85775"/>
                  <a:pt x="144506" y="94277"/>
                </a:cubicBezTo>
                <a:lnTo>
                  <a:pt x="170076" y="119847"/>
                </a:lnTo>
                <a:cubicBezTo>
                  <a:pt x="175943" y="125714"/>
                  <a:pt x="175943" y="135251"/>
                  <a:pt x="170076" y="141149"/>
                </a:cubicBezTo>
                <a:lnTo>
                  <a:pt x="151220" y="160005"/>
                </a:lnTo>
                <a:cubicBezTo>
                  <a:pt x="145354" y="165872"/>
                  <a:pt x="135816" y="165872"/>
                  <a:pt x="129918" y="160005"/>
                </a:cubicBezTo>
                <a:lnTo>
                  <a:pt x="90387" y="120474"/>
                </a:lnTo>
                <a:cubicBezTo>
                  <a:pt x="81791" y="111878"/>
                  <a:pt x="79846" y="99172"/>
                  <a:pt x="84583" y="88693"/>
                </a:cubicBezTo>
                <a:lnTo>
                  <a:pt x="56127" y="60237"/>
                </a:lnTo>
                <a:lnTo>
                  <a:pt x="40566" y="60237"/>
                </a:lnTo>
                <a:cubicBezTo>
                  <a:pt x="37209" y="60237"/>
                  <a:pt x="34072" y="58574"/>
                  <a:pt x="32221" y="55782"/>
                </a:cubicBezTo>
                <a:lnTo>
                  <a:pt x="7341" y="18479"/>
                </a:lnTo>
                <a:cubicBezTo>
                  <a:pt x="6024" y="16502"/>
                  <a:pt x="6275" y="13836"/>
                  <a:pt x="7969" y="12142"/>
                </a:cubicBezTo>
                <a:lnTo>
                  <a:pt x="22212" y="-2102"/>
                </a:lnTo>
                <a:cubicBezTo>
                  <a:pt x="23907" y="-3796"/>
                  <a:pt x="26542" y="-4047"/>
                  <a:pt x="28550" y="-2729"/>
                </a:cubicBezTo>
                <a:lnTo>
                  <a:pt x="65853" y="22118"/>
                </a:lnTo>
                <a:cubicBezTo>
                  <a:pt x="68645" y="23969"/>
                  <a:pt x="70308" y="27107"/>
                  <a:pt x="70308" y="30464"/>
                </a:cubicBezTo>
                <a:close/>
                <a:moveTo>
                  <a:pt x="67641" y="93054"/>
                </a:moveTo>
                <a:cubicBezTo>
                  <a:pt x="65665" y="104662"/>
                  <a:pt x="68394" y="116929"/>
                  <a:pt x="75924" y="126749"/>
                </a:cubicBezTo>
                <a:lnTo>
                  <a:pt x="46119" y="156522"/>
                </a:lnTo>
                <a:cubicBezTo>
                  <a:pt x="37303" y="165338"/>
                  <a:pt x="22997" y="165338"/>
                  <a:pt x="14181" y="156522"/>
                </a:cubicBezTo>
                <a:cubicBezTo>
                  <a:pt x="5365" y="147707"/>
                  <a:pt x="5365" y="133400"/>
                  <a:pt x="14181" y="124584"/>
                </a:cubicBezTo>
                <a:lnTo>
                  <a:pt x="56661" y="82104"/>
                </a:lnTo>
                <a:lnTo>
                  <a:pt x="67641" y="93085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6594839" y="1437660"/>
            <a:ext cx="5156300" cy="224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Toolbar Yaratish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98064" y="1795067"/>
            <a:ext cx="5268743" cy="1911526"/>
          </a:xfrm>
          <a:custGeom>
            <a:avLst/>
            <a:gdLst/>
            <a:ahLst/>
            <a:cxnLst/>
            <a:rect l="l" t="t" r="r" b="b"/>
            <a:pathLst>
              <a:path w="5268743" h="1911526">
                <a:moveTo>
                  <a:pt x="64246" y="0"/>
                </a:moveTo>
                <a:lnTo>
                  <a:pt x="5204497" y="0"/>
                </a:lnTo>
                <a:cubicBezTo>
                  <a:pt x="5239979" y="0"/>
                  <a:pt x="5268743" y="28764"/>
                  <a:pt x="5268743" y="64246"/>
                </a:cubicBezTo>
                <a:lnTo>
                  <a:pt x="5268743" y="1847279"/>
                </a:lnTo>
                <a:cubicBezTo>
                  <a:pt x="5268743" y="1882762"/>
                  <a:pt x="5239979" y="1911526"/>
                  <a:pt x="5204497" y="1911526"/>
                </a:cubicBezTo>
                <a:lnTo>
                  <a:pt x="64246" y="1911526"/>
                </a:lnTo>
                <a:cubicBezTo>
                  <a:pt x="28764" y="1911526"/>
                  <a:pt x="0" y="1882762"/>
                  <a:pt x="0" y="1847279"/>
                </a:cubicBezTo>
                <a:lnTo>
                  <a:pt x="0" y="64246"/>
                </a:lnTo>
                <a:cubicBezTo>
                  <a:pt x="0" y="28788"/>
                  <a:pt x="28788" y="0"/>
                  <a:pt x="64246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30586" y="1927589"/>
            <a:ext cx="5059921" cy="184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8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# Toolbar yaratish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530586" y="2110308"/>
            <a:ext cx="5059921" cy="184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8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toolbar = QToolBar("Main Toolbar")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530586" y="2293028"/>
            <a:ext cx="5059921" cy="184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8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self.addToolBar(toolbar)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530586" y="2475747"/>
            <a:ext cx="5059921" cy="184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8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# Belgi o'lchamini sozlash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530586" y="2658466"/>
            <a:ext cx="5059921" cy="184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8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toolbar.setIconSize(QSize(16, 16))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530586" y="2841186"/>
            <a:ext cx="5059921" cy="184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8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# Action qo'shish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530586" y="3023905"/>
            <a:ext cx="5059921" cy="184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8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toolbar.addAction(open_action)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530586" y="3206625"/>
            <a:ext cx="5059921" cy="184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8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toolbar.addSeparator()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530586" y="3389344"/>
            <a:ext cx="5059921" cy="184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8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toolbar.addWidget(QLabel("Hello"))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94048" y="3837107"/>
            <a:ext cx="257012" cy="257012"/>
          </a:xfrm>
          <a:custGeom>
            <a:avLst/>
            <a:gdLst/>
            <a:ahLst/>
            <a:cxnLst/>
            <a:rect l="l" t="t" r="r" b="b"/>
            <a:pathLst>
              <a:path w="257012" h="257012">
                <a:moveTo>
                  <a:pt x="64253" y="0"/>
                </a:moveTo>
                <a:lnTo>
                  <a:pt x="192759" y="0"/>
                </a:lnTo>
                <a:cubicBezTo>
                  <a:pt x="228245" y="0"/>
                  <a:pt x="257012" y="28767"/>
                  <a:pt x="257012" y="64253"/>
                </a:cubicBezTo>
                <a:lnTo>
                  <a:pt x="257012" y="192759"/>
                </a:lnTo>
                <a:cubicBezTo>
                  <a:pt x="257012" y="228245"/>
                  <a:pt x="228245" y="257012"/>
                  <a:pt x="192759" y="257012"/>
                </a:cubicBezTo>
                <a:lnTo>
                  <a:pt x="64253" y="257012"/>
                </a:lnTo>
                <a:cubicBezTo>
                  <a:pt x="28767" y="257012"/>
                  <a:pt x="0" y="228245"/>
                  <a:pt x="0" y="192759"/>
                </a:cubicBezTo>
                <a:lnTo>
                  <a:pt x="0" y="64253"/>
                </a:lnTo>
                <a:cubicBezTo>
                  <a:pt x="0" y="28767"/>
                  <a:pt x="28767" y="0"/>
                  <a:pt x="64253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6504609" y="3885296"/>
            <a:ext cx="88348" cy="16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747440" y="3885296"/>
            <a:ext cx="923636" cy="16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QToolBar yaratish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94048" y="4158372"/>
            <a:ext cx="257012" cy="257012"/>
          </a:xfrm>
          <a:custGeom>
            <a:avLst/>
            <a:gdLst/>
            <a:ahLst/>
            <a:cxnLst/>
            <a:rect l="l" t="t" r="r" b="b"/>
            <a:pathLst>
              <a:path w="257012" h="257012">
                <a:moveTo>
                  <a:pt x="64253" y="0"/>
                </a:moveTo>
                <a:lnTo>
                  <a:pt x="192759" y="0"/>
                </a:lnTo>
                <a:cubicBezTo>
                  <a:pt x="228245" y="0"/>
                  <a:pt x="257012" y="28767"/>
                  <a:pt x="257012" y="64253"/>
                </a:cubicBezTo>
                <a:lnTo>
                  <a:pt x="257012" y="192759"/>
                </a:lnTo>
                <a:cubicBezTo>
                  <a:pt x="257012" y="228245"/>
                  <a:pt x="228245" y="257012"/>
                  <a:pt x="192759" y="257012"/>
                </a:cubicBezTo>
                <a:lnTo>
                  <a:pt x="64253" y="257012"/>
                </a:lnTo>
                <a:cubicBezTo>
                  <a:pt x="28767" y="257012"/>
                  <a:pt x="0" y="228245"/>
                  <a:pt x="0" y="192759"/>
                </a:cubicBezTo>
                <a:lnTo>
                  <a:pt x="0" y="64253"/>
                </a:lnTo>
                <a:cubicBezTo>
                  <a:pt x="0" y="28767"/>
                  <a:pt x="28767" y="0"/>
                  <a:pt x="64253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6493816" y="4206561"/>
            <a:ext cx="112443" cy="16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747440" y="4206561"/>
            <a:ext cx="1212775" cy="16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addToolBar() - Qo'shish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94048" y="4479636"/>
            <a:ext cx="257012" cy="257012"/>
          </a:xfrm>
          <a:custGeom>
            <a:avLst/>
            <a:gdLst/>
            <a:ahLst/>
            <a:cxnLst/>
            <a:rect l="l" t="t" r="r" b="b"/>
            <a:pathLst>
              <a:path w="257012" h="257012">
                <a:moveTo>
                  <a:pt x="64253" y="0"/>
                </a:moveTo>
                <a:lnTo>
                  <a:pt x="192759" y="0"/>
                </a:lnTo>
                <a:cubicBezTo>
                  <a:pt x="228245" y="0"/>
                  <a:pt x="257012" y="28767"/>
                  <a:pt x="257012" y="64253"/>
                </a:cubicBezTo>
                <a:lnTo>
                  <a:pt x="257012" y="192759"/>
                </a:lnTo>
                <a:cubicBezTo>
                  <a:pt x="257012" y="228245"/>
                  <a:pt x="228245" y="257012"/>
                  <a:pt x="192759" y="257012"/>
                </a:cubicBezTo>
                <a:lnTo>
                  <a:pt x="64253" y="257012"/>
                </a:lnTo>
                <a:cubicBezTo>
                  <a:pt x="28767" y="257012"/>
                  <a:pt x="0" y="228245"/>
                  <a:pt x="0" y="192759"/>
                </a:cubicBezTo>
                <a:lnTo>
                  <a:pt x="0" y="64253"/>
                </a:lnTo>
                <a:cubicBezTo>
                  <a:pt x="0" y="28767"/>
                  <a:pt x="28767" y="0"/>
                  <a:pt x="64253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6492436" y="4527826"/>
            <a:ext cx="120474" cy="16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747440" y="4527826"/>
            <a:ext cx="1823178" cy="16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 qanday widget qo'shish mumkin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197274" y="5102087"/>
            <a:ext cx="5670324" cy="1750893"/>
          </a:xfrm>
          <a:custGeom>
            <a:avLst/>
            <a:gdLst/>
            <a:ahLst/>
            <a:cxnLst/>
            <a:rect l="l" t="t" r="r" b="b"/>
            <a:pathLst>
              <a:path w="5670324" h="1750893">
                <a:moveTo>
                  <a:pt x="96387" y="0"/>
                </a:moveTo>
                <a:lnTo>
                  <a:pt x="5573937" y="0"/>
                </a:lnTo>
                <a:cubicBezTo>
                  <a:pt x="5627170" y="0"/>
                  <a:pt x="5670324" y="43154"/>
                  <a:pt x="5670324" y="96387"/>
                </a:cubicBezTo>
                <a:lnTo>
                  <a:pt x="5670324" y="1654507"/>
                </a:lnTo>
                <a:cubicBezTo>
                  <a:pt x="5670324" y="1707739"/>
                  <a:pt x="5627170" y="1750893"/>
                  <a:pt x="5573937" y="1750893"/>
                </a:cubicBezTo>
                <a:lnTo>
                  <a:pt x="96387" y="1750893"/>
                </a:lnTo>
                <a:cubicBezTo>
                  <a:pt x="43154" y="1750893"/>
                  <a:pt x="0" y="1707739"/>
                  <a:pt x="0" y="1654507"/>
                </a:cubicBezTo>
                <a:lnTo>
                  <a:pt x="0" y="96387"/>
                </a:lnTo>
                <a:cubicBezTo>
                  <a:pt x="0" y="43189"/>
                  <a:pt x="43189" y="0"/>
                  <a:pt x="96387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414127" y="5330988"/>
            <a:ext cx="160632" cy="160632"/>
          </a:xfrm>
          <a:custGeom>
            <a:avLst/>
            <a:gdLst/>
            <a:ahLst/>
            <a:cxnLst/>
            <a:rect l="l" t="t" r="r" b="b"/>
            <a:pathLst>
              <a:path w="160632" h="160632">
                <a:moveTo>
                  <a:pt x="80316" y="160632"/>
                </a:moveTo>
                <a:cubicBezTo>
                  <a:pt x="124644" y="160632"/>
                  <a:pt x="160632" y="124644"/>
                  <a:pt x="160632" y="80316"/>
                </a:cubicBezTo>
                <a:cubicBezTo>
                  <a:pt x="160632" y="35988"/>
                  <a:pt x="124644" y="0"/>
                  <a:pt x="80316" y="0"/>
                </a:cubicBezTo>
                <a:cubicBezTo>
                  <a:pt x="35988" y="0"/>
                  <a:pt x="0" y="35988"/>
                  <a:pt x="0" y="80316"/>
                </a:cubicBezTo>
                <a:cubicBezTo>
                  <a:pt x="0" y="124644"/>
                  <a:pt x="35988" y="160632"/>
                  <a:pt x="80316" y="160632"/>
                </a:cubicBezTo>
                <a:close/>
                <a:moveTo>
                  <a:pt x="70277" y="50198"/>
                </a:moveTo>
                <a:cubicBezTo>
                  <a:pt x="70277" y="44657"/>
                  <a:pt x="74775" y="40158"/>
                  <a:pt x="80316" y="40158"/>
                </a:cubicBezTo>
                <a:cubicBezTo>
                  <a:pt x="85857" y="40158"/>
                  <a:pt x="90356" y="44657"/>
                  <a:pt x="90356" y="50198"/>
                </a:cubicBezTo>
                <a:cubicBezTo>
                  <a:pt x="90356" y="55739"/>
                  <a:pt x="85857" y="60237"/>
                  <a:pt x="80316" y="60237"/>
                </a:cubicBezTo>
                <a:cubicBezTo>
                  <a:pt x="74775" y="60237"/>
                  <a:pt x="70277" y="55739"/>
                  <a:pt x="70277" y="50198"/>
                </a:cubicBezTo>
                <a:close/>
                <a:moveTo>
                  <a:pt x="67767" y="70277"/>
                </a:moveTo>
                <a:lnTo>
                  <a:pt x="82826" y="70277"/>
                </a:lnTo>
                <a:cubicBezTo>
                  <a:pt x="86999" y="70277"/>
                  <a:pt x="90356" y="73634"/>
                  <a:pt x="90356" y="77806"/>
                </a:cubicBezTo>
                <a:lnTo>
                  <a:pt x="90356" y="105415"/>
                </a:lnTo>
                <a:lnTo>
                  <a:pt x="92866" y="105415"/>
                </a:lnTo>
                <a:cubicBezTo>
                  <a:pt x="97038" y="105415"/>
                  <a:pt x="100395" y="108772"/>
                  <a:pt x="100395" y="112945"/>
                </a:cubicBezTo>
                <a:cubicBezTo>
                  <a:pt x="100395" y="117117"/>
                  <a:pt x="97038" y="120474"/>
                  <a:pt x="92866" y="120474"/>
                </a:cubicBezTo>
                <a:lnTo>
                  <a:pt x="67767" y="120474"/>
                </a:lnTo>
                <a:cubicBezTo>
                  <a:pt x="63594" y="120474"/>
                  <a:pt x="60237" y="117117"/>
                  <a:pt x="60237" y="112945"/>
                </a:cubicBezTo>
                <a:cubicBezTo>
                  <a:pt x="60237" y="108772"/>
                  <a:pt x="63594" y="105415"/>
                  <a:pt x="67767" y="105415"/>
                </a:cubicBezTo>
                <a:lnTo>
                  <a:pt x="75296" y="105415"/>
                </a:lnTo>
                <a:lnTo>
                  <a:pt x="75296" y="85336"/>
                </a:lnTo>
                <a:lnTo>
                  <a:pt x="67767" y="85336"/>
                </a:lnTo>
                <a:cubicBezTo>
                  <a:pt x="63594" y="85336"/>
                  <a:pt x="60237" y="81979"/>
                  <a:pt x="60237" y="77806"/>
                </a:cubicBezTo>
                <a:cubicBezTo>
                  <a:pt x="60237" y="73634"/>
                  <a:pt x="63594" y="70277"/>
                  <a:pt x="67767" y="70277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9" name="Text 57"/>
          <p:cNvSpPr/>
          <p:nvPr/>
        </p:nvSpPr>
        <p:spPr>
          <a:xfrm>
            <a:off x="6594839" y="5298862"/>
            <a:ext cx="5156300" cy="224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Status Bar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398064" y="5656269"/>
            <a:ext cx="5268743" cy="995921"/>
          </a:xfrm>
          <a:custGeom>
            <a:avLst/>
            <a:gdLst/>
            <a:ahLst/>
            <a:cxnLst/>
            <a:rect l="l" t="t" r="r" b="b"/>
            <a:pathLst>
              <a:path w="5268743" h="995921">
                <a:moveTo>
                  <a:pt x="64257" y="0"/>
                </a:moveTo>
                <a:lnTo>
                  <a:pt x="5204486" y="0"/>
                </a:lnTo>
                <a:cubicBezTo>
                  <a:pt x="5239974" y="0"/>
                  <a:pt x="5268743" y="28769"/>
                  <a:pt x="5268743" y="64257"/>
                </a:cubicBezTo>
                <a:lnTo>
                  <a:pt x="5268743" y="931664"/>
                </a:lnTo>
                <a:cubicBezTo>
                  <a:pt x="5268743" y="967152"/>
                  <a:pt x="5239974" y="995921"/>
                  <a:pt x="5204486" y="995921"/>
                </a:cubicBezTo>
                <a:lnTo>
                  <a:pt x="64257" y="995921"/>
                </a:lnTo>
                <a:cubicBezTo>
                  <a:pt x="28769" y="995921"/>
                  <a:pt x="0" y="967152"/>
                  <a:pt x="0" y="931664"/>
                </a:cubicBezTo>
                <a:lnTo>
                  <a:pt x="0" y="64257"/>
                </a:lnTo>
                <a:cubicBezTo>
                  <a:pt x="0" y="28769"/>
                  <a:pt x="28769" y="0"/>
                  <a:pt x="64257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30586" y="5788791"/>
            <a:ext cx="5059921" cy="184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8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# Status bar o'rnatish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530586" y="5971510"/>
            <a:ext cx="5059921" cy="184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8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self.setStatusBar(QStatusBar())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530586" y="6154229"/>
            <a:ext cx="5059921" cy="184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8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# Xabar ko'rsatish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530586" y="6336949"/>
            <a:ext cx="5059921" cy="184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8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self.statusBar().showMessage("Ready")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122a35b50db05efd2388649c0c8b015646c2c162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10247" b="10247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E293B"/>
              </a:gs>
              <a:gs pos="50000">
                <a:srgbClr val="1E293B">
                  <a:alpha val="95000"/>
                </a:srgbClr>
              </a:gs>
              <a:gs pos="100000">
                <a:srgbClr val="3B82F6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2124075"/>
            <a:ext cx="1333500" cy="428625"/>
          </a:xfrm>
          <a:custGeom>
            <a:avLst/>
            <a:gdLst/>
            <a:ahLst/>
            <a:cxnLst/>
            <a:rect l="l" t="t" r="r" b="b"/>
            <a:pathLst>
              <a:path w="1333500" h="428625">
                <a:moveTo>
                  <a:pt x="114301" y="0"/>
                </a:moveTo>
                <a:lnTo>
                  <a:pt x="1219199" y="0"/>
                </a:lnTo>
                <a:cubicBezTo>
                  <a:pt x="1282326" y="0"/>
                  <a:pt x="1333500" y="51174"/>
                  <a:pt x="1333500" y="114301"/>
                </a:cubicBezTo>
                <a:lnTo>
                  <a:pt x="1333500" y="314324"/>
                </a:lnTo>
                <a:cubicBezTo>
                  <a:pt x="1333500" y="377451"/>
                  <a:pt x="1282326" y="428625"/>
                  <a:pt x="1219199" y="428625"/>
                </a:cubicBezTo>
                <a:lnTo>
                  <a:pt x="114301" y="428625"/>
                </a:lnTo>
                <a:cubicBezTo>
                  <a:pt x="51174" y="428625"/>
                  <a:pt x="0" y="377451"/>
                  <a:pt x="0" y="3143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1025" y="2233613"/>
            <a:ext cx="10413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spc="75" kern="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BO'LIM 04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786063"/>
            <a:ext cx="5934075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Fayl Operatsiyalari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871913"/>
            <a:ext cx="57054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Fayllarni ochish, saqlash va boshqarish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700588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9" name="Shape 6"/>
          <p:cNvSpPr/>
          <p:nvPr/>
        </p:nvSpPr>
        <p:spPr>
          <a:xfrm>
            <a:off x="1447800" y="4700588"/>
            <a:ext cx="457200" cy="38100"/>
          </a:xfrm>
          <a:custGeom>
            <a:avLst/>
            <a:gdLst/>
            <a:ahLst/>
            <a:cxnLst/>
            <a:rect l="l" t="t" r="r" b="b"/>
            <a:pathLst>
              <a:path w="457200" h="38100">
                <a:moveTo>
                  <a:pt x="0" y="0"/>
                </a:moveTo>
                <a:lnTo>
                  <a:pt x="457200" y="0"/>
                </a:lnTo>
                <a:lnTo>
                  <a:pt x="457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>
              <a:alpha val="50196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2057400" y="4700588"/>
            <a:ext cx="228600" cy="38100"/>
          </a:xfrm>
          <a:custGeom>
            <a:avLst/>
            <a:gdLst/>
            <a:ahLst/>
            <a:cxnLst/>
            <a:rect l="l" t="t" r="r" b="b"/>
            <a:pathLst>
              <a:path w="228600" h="38100">
                <a:moveTo>
                  <a:pt x="0" y="0"/>
                </a:moveTo>
                <a:lnTo>
                  <a:pt x="228600" y="0"/>
                </a:lnTo>
                <a:lnTo>
                  <a:pt x="228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1469" y="321469"/>
            <a:ext cx="1484313" cy="325438"/>
          </a:xfrm>
          <a:custGeom>
            <a:avLst/>
            <a:gdLst/>
            <a:ahLst/>
            <a:cxnLst/>
            <a:rect l="l" t="t" r="r" b="b"/>
            <a:pathLst>
              <a:path w="1484313" h="325438">
                <a:moveTo>
                  <a:pt x="63499" y="0"/>
                </a:moveTo>
                <a:lnTo>
                  <a:pt x="1420813" y="0"/>
                </a:lnTo>
                <a:cubicBezTo>
                  <a:pt x="1455883" y="0"/>
                  <a:pt x="1484312" y="28430"/>
                  <a:pt x="1484312" y="63499"/>
                </a:cubicBezTo>
                <a:lnTo>
                  <a:pt x="1484313" y="261938"/>
                </a:lnTo>
                <a:cubicBezTo>
                  <a:pt x="1484312" y="297008"/>
                  <a:pt x="1455883" y="325438"/>
                  <a:pt x="1420813" y="325438"/>
                </a:cubicBezTo>
                <a:lnTo>
                  <a:pt x="63499" y="325438"/>
                </a:lnTo>
                <a:cubicBezTo>
                  <a:pt x="28430" y="325438"/>
                  <a:pt x="0" y="297008"/>
                  <a:pt x="0" y="261938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2438" y="428625"/>
            <a:ext cx="127508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44" kern="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FAYL OPERATSIYALARI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746125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QFileDialog bilan Ishlash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1469" y="1226344"/>
            <a:ext cx="7548563" cy="3849688"/>
          </a:xfrm>
          <a:custGeom>
            <a:avLst/>
            <a:gdLst/>
            <a:ahLst/>
            <a:cxnLst/>
            <a:rect l="l" t="t" r="r" b="b"/>
            <a:pathLst>
              <a:path w="7548563" h="3849688">
                <a:moveTo>
                  <a:pt x="95241" y="0"/>
                </a:moveTo>
                <a:lnTo>
                  <a:pt x="7453321" y="0"/>
                </a:lnTo>
                <a:cubicBezTo>
                  <a:pt x="7505922" y="0"/>
                  <a:pt x="7548562" y="42641"/>
                  <a:pt x="7548562" y="95241"/>
                </a:cubicBezTo>
                <a:lnTo>
                  <a:pt x="7548563" y="3754446"/>
                </a:lnTo>
                <a:cubicBezTo>
                  <a:pt x="7548562" y="3807047"/>
                  <a:pt x="7505922" y="3849688"/>
                  <a:pt x="7453321" y="3849688"/>
                </a:cubicBezTo>
                <a:lnTo>
                  <a:pt x="95241" y="3849688"/>
                </a:lnTo>
                <a:cubicBezTo>
                  <a:pt x="42641" y="3849688"/>
                  <a:pt x="0" y="3807047"/>
                  <a:pt x="0" y="3754446"/>
                </a:cubicBezTo>
                <a:lnTo>
                  <a:pt x="0" y="95241"/>
                </a:lnTo>
                <a:cubicBezTo>
                  <a:pt x="0" y="42641"/>
                  <a:pt x="42641" y="0"/>
                  <a:pt x="95241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5859" y="1452563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7363" y="69949"/>
                </a:moveTo>
                <a:lnTo>
                  <a:pt x="10046" y="91839"/>
                </a:lnTo>
                <a:lnTo>
                  <a:pt x="10046" y="29766"/>
                </a:lnTo>
                <a:cubicBezTo>
                  <a:pt x="10046" y="18821"/>
                  <a:pt x="18945" y="9922"/>
                  <a:pt x="29890" y="9922"/>
                </a:cubicBezTo>
                <a:lnTo>
                  <a:pt x="72895" y="9922"/>
                </a:lnTo>
                <a:cubicBezTo>
                  <a:pt x="77174" y="9922"/>
                  <a:pt x="81359" y="11317"/>
                  <a:pt x="84801" y="13891"/>
                </a:cubicBezTo>
                <a:lnTo>
                  <a:pt x="96707" y="22820"/>
                </a:lnTo>
                <a:cubicBezTo>
                  <a:pt x="98413" y="24123"/>
                  <a:pt x="100521" y="24805"/>
                  <a:pt x="102660" y="24805"/>
                </a:cubicBezTo>
                <a:lnTo>
                  <a:pt x="139030" y="24805"/>
                </a:lnTo>
                <a:cubicBezTo>
                  <a:pt x="149975" y="24805"/>
                  <a:pt x="158874" y="33703"/>
                  <a:pt x="158874" y="44648"/>
                </a:cubicBezTo>
                <a:lnTo>
                  <a:pt x="158874" y="49609"/>
                </a:lnTo>
                <a:lnTo>
                  <a:pt x="45579" y="49609"/>
                </a:lnTo>
                <a:cubicBezTo>
                  <a:pt x="32773" y="49609"/>
                  <a:pt x="21394" y="57795"/>
                  <a:pt x="17332" y="69949"/>
                </a:cubicBezTo>
                <a:close/>
                <a:moveTo>
                  <a:pt x="148146" y="138906"/>
                </a:moveTo>
                <a:lnTo>
                  <a:pt x="30696" y="138906"/>
                </a:lnTo>
                <a:cubicBezTo>
                  <a:pt x="20526" y="138906"/>
                  <a:pt x="13364" y="128953"/>
                  <a:pt x="16588" y="119311"/>
                </a:cubicBezTo>
                <a:lnTo>
                  <a:pt x="31471" y="74662"/>
                </a:lnTo>
                <a:cubicBezTo>
                  <a:pt x="33486" y="68585"/>
                  <a:pt x="39191" y="64492"/>
                  <a:pt x="45579" y="64492"/>
                </a:cubicBezTo>
                <a:lnTo>
                  <a:pt x="163029" y="64492"/>
                </a:lnTo>
                <a:cubicBezTo>
                  <a:pt x="173199" y="64492"/>
                  <a:pt x="180361" y="74445"/>
                  <a:pt x="177136" y="84088"/>
                </a:cubicBezTo>
                <a:lnTo>
                  <a:pt x="162254" y="128736"/>
                </a:lnTo>
                <a:cubicBezTo>
                  <a:pt x="160238" y="134813"/>
                  <a:pt x="154533" y="138906"/>
                  <a:pt x="148146" y="138906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714375" y="1420813"/>
            <a:ext cx="7040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Asosiy Metodlar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19906" y="1774031"/>
            <a:ext cx="7151688" cy="674688"/>
          </a:xfrm>
          <a:custGeom>
            <a:avLst/>
            <a:gdLst/>
            <a:ahLst/>
            <a:cxnLst/>
            <a:rect l="l" t="t" r="r" b="b"/>
            <a:pathLst>
              <a:path w="7151688" h="674688">
                <a:moveTo>
                  <a:pt x="63502" y="0"/>
                </a:moveTo>
                <a:lnTo>
                  <a:pt x="7088186" y="0"/>
                </a:lnTo>
                <a:cubicBezTo>
                  <a:pt x="7123257" y="0"/>
                  <a:pt x="7151688" y="28431"/>
                  <a:pt x="7151688" y="63502"/>
                </a:cubicBezTo>
                <a:lnTo>
                  <a:pt x="7151688" y="611186"/>
                </a:lnTo>
                <a:cubicBezTo>
                  <a:pt x="7151687" y="646257"/>
                  <a:pt x="7123257" y="674688"/>
                  <a:pt x="7088186" y="674688"/>
                </a:cubicBezTo>
                <a:lnTo>
                  <a:pt x="63502" y="674688"/>
                </a:lnTo>
                <a:cubicBezTo>
                  <a:pt x="28431" y="674688"/>
                  <a:pt x="0" y="646257"/>
                  <a:pt x="0" y="61118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0875" y="1905000"/>
            <a:ext cx="920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B82F6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getOpenFileName()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83177" y="1905000"/>
            <a:ext cx="658813" cy="190500"/>
          </a:xfrm>
          <a:custGeom>
            <a:avLst/>
            <a:gdLst/>
            <a:ahLst/>
            <a:cxnLst/>
            <a:rect l="l" t="t" r="r" b="b"/>
            <a:pathLst>
              <a:path w="658813" h="190500">
                <a:moveTo>
                  <a:pt x="31751" y="0"/>
                </a:moveTo>
                <a:lnTo>
                  <a:pt x="627062" y="0"/>
                </a:lnTo>
                <a:cubicBezTo>
                  <a:pt x="644597" y="0"/>
                  <a:pt x="658813" y="14215"/>
                  <a:pt x="658813" y="31751"/>
                </a:cubicBezTo>
                <a:lnTo>
                  <a:pt x="658813" y="158749"/>
                </a:lnTo>
                <a:cubicBezTo>
                  <a:pt x="658813" y="176285"/>
                  <a:pt x="644597" y="190500"/>
                  <a:pt x="627062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883177" y="1905000"/>
            <a:ext cx="706438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Faylni ochish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0875" y="2159000"/>
            <a:ext cx="6945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Bitta faylni tanlash uchun dialog oynasi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19906" y="2583656"/>
            <a:ext cx="7151688" cy="674688"/>
          </a:xfrm>
          <a:custGeom>
            <a:avLst/>
            <a:gdLst/>
            <a:ahLst/>
            <a:cxnLst/>
            <a:rect l="l" t="t" r="r" b="b"/>
            <a:pathLst>
              <a:path w="7151688" h="674688">
                <a:moveTo>
                  <a:pt x="63502" y="0"/>
                </a:moveTo>
                <a:lnTo>
                  <a:pt x="7088186" y="0"/>
                </a:lnTo>
                <a:cubicBezTo>
                  <a:pt x="7123257" y="0"/>
                  <a:pt x="7151688" y="28431"/>
                  <a:pt x="7151688" y="63502"/>
                </a:cubicBezTo>
                <a:lnTo>
                  <a:pt x="7151688" y="611186"/>
                </a:lnTo>
                <a:cubicBezTo>
                  <a:pt x="7151687" y="646257"/>
                  <a:pt x="7123257" y="674688"/>
                  <a:pt x="7088186" y="674688"/>
                </a:cubicBezTo>
                <a:lnTo>
                  <a:pt x="63502" y="674688"/>
                </a:lnTo>
                <a:cubicBezTo>
                  <a:pt x="28431" y="674688"/>
                  <a:pt x="0" y="646257"/>
                  <a:pt x="0" y="61118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0875" y="2714625"/>
            <a:ext cx="9763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getOpenFileNames()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954242" y="2714625"/>
            <a:ext cx="587375" cy="190500"/>
          </a:xfrm>
          <a:custGeom>
            <a:avLst/>
            <a:gdLst/>
            <a:ahLst/>
            <a:cxnLst/>
            <a:rect l="l" t="t" r="r" b="b"/>
            <a:pathLst>
              <a:path w="587375" h="190500">
                <a:moveTo>
                  <a:pt x="31751" y="0"/>
                </a:moveTo>
                <a:lnTo>
                  <a:pt x="555624" y="0"/>
                </a:lnTo>
                <a:cubicBezTo>
                  <a:pt x="573160" y="0"/>
                  <a:pt x="587375" y="14215"/>
                  <a:pt x="587375" y="31751"/>
                </a:cubicBezTo>
                <a:lnTo>
                  <a:pt x="587375" y="158749"/>
                </a:lnTo>
                <a:cubicBezTo>
                  <a:pt x="587375" y="176285"/>
                  <a:pt x="573160" y="190500"/>
                  <a:pt x="555624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954242" y="2714625"/>
            <a:ext cx="635000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Ko'p fayllar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0875" y="2968625"/>
            <a:ext cx="6945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Bir nechta fayllarni tanlash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19906" y="3393281"/>
            <a:ext cx="7151688" cy="674688"/>
          </a:xfrm>
          <a:custGeom>
            <a:avLst/>
            <a:gdLst/>
            <a:ahLst/>
            <a:cxnLst/>
            <a:rect l="l" t="t" r="r" b="b"/>
            <a:pathLst>
              <a:path w="7151688" h="674688">
                <a:moveTo>
                  <a:pt x="63502" y="0"/>
                </a:moveTo>
                <a:lnTo>
                  <a:pt x="7088186" y="0"/>
                </a:lnTo>
                <a:cubicBezTo>
                  <a:pt x="7123257" y="0"/>
                  <a:pt x="7151688" y="28431"/>
                  <a:pt x="7151688" y="63502"/>
                </a:cubicBezTo>
                <a:lnTo>
                  <a:pt x="7151688" y="611186"/>
                </a:lnTo>
                <a:cubicBezTo>
                  <a:pt x="7151687" y="646257"/>
                  <a:pt x="7123257" y="674688"/>
                  <a:pt x="7088186" y="674688"/>
                </a:cubicBezTo>
                <a:lnTo>
                  <a:pt x="63502" y="674688"/>
                </a:lnTo>
                <a:cubicBezTo>
                  <a:pt x="28431" y="674688"/>
                  <a:pt x="0" y="646257"/>
                  <a:pt x="0" y="61118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0875" y="3524250"/>
            <a:ext cx="920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59E0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getSaveFileName()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843241" y="3524250"/>
            <a:ext cx="698500" cy="190500"/>
          </a:xfrm>
          <a:custGeom>
            <a:avLst/>
            <a:gdLst/>
            <a:ahLst/>
            <a:cxnLst/>
            <a:rect l="l" t="t" r="r" b="b"/>
            <a:pathLst>
              <a:path w="698500" h="190500">
                <a:moveTo>
                  <a:pt x="31751" y="0"/>
                </a:moveTo>
                <a:lnTo>
                  <a:pt x="666749" y="0"/>
                </a:lnTo>
                <a:cubicBezTo>
                  <a:pt x="684285" y="0"/>
                  <a:pt x="698500" y="14215"/>
                  <a:pt x="698500" y="31751"/>
                </a:cubicBezTo>
                <a:lnTo>
                  <a:pt x="698500" y="158749"/>
                </a:lnTo>
                <a:cubicBezTo>
                  <a:pt x="698500" y="176285"/>
                  <a:pt x="684285" y="190500"/>
                  <a:pt x="666749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843241" y="3524250"/>
            <a:ext cx="746125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Faylni saqlash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0875" y="3778250"/>
            <a:ext cx="6945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Faylni saqlash uchun dialog oynasi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19906" y="4202906"/>
            <a:ext cx="7151688" cy="674688"/>
          </a:xfrm>
          <a:custGeom>
            <a:avLst/>
            <a:gdLst/>
            <a:ahLst/>
            <a:cxnLst/>
            <a:rect l="l" t="t" r="r" b="b"/>
            <a:pathLst>
              <a:path w="7151688" h="674688">
                <a:moveTo>
                  <a:pt x="63502" y="0"/>
                </a:moveTo>
                <a:lnTo>
                  <a:pt x="7088186" y="0"/>
                </a:lnTo>
                <a:cubicBezTo>
                  <a:pt x="7123257" y="0"/>
                  <a:pt x="7151688" y="28431"/>
                  <a:pt x="7151688" y="63502"/>
                </a:cubicBezTo>
                <a:lnTo>
                  <a:pt x="7151688" y="611186"/>
                </a:lnTo>
                <a:cubicBezTo>
                  <a:pt x="7151687" y="646257"/>
                  <a:pt x="7123257" y="674688"/>
                  <a:pt x="7088186" y="674688"/>
                </a:cubicBezTo>
                <a:lnTo>
                  <a:pt x="63502" y="674688"/>
                </a:lnTo>
                <a:cubicBezTo>
                  <a:pt x="28431" y="674688"/>
                  <a:pt x="0" y="646257"/>
                  <a:pt x="0" y="61118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0875" y="4333875"/>
            <a:ext cx="111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B82F6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getExistingDirectory()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851923" y="4333875"/>
            <a:ext cx="690563" cy="190500"/>
          </a:xfrm>
          <a:custGeom>
            <a:avLst/>
            <a:gdLst/>
            <a:ahLst/>
            <a:cxnLst/>
            <a:rect l="l" t="t" r="r" b="b"/>
            <a:pathLst>
              <a:path w="690563" h="190500">
                <a:moveTo>
                  <a:pt x="31751" y="0"/>
                </a:moveTo>
                <a:lnTo>
                  <a:pt x="658812" y="0"/>
                </a:lnTo>
                <a:cubicBezTo>
                  <a:pt x="676347" y="0"/>
                  <a:pt x="690563" y="14215"/>
                  <a:pt x="690563" y="31751"/>
                </a:cubicBezTo>
                <a:lnTo>
                  <a:pt x="690563" y="158749"/>
                </a:lnTo>
                <a:cubicBezTo>
                  <a:pt x="690563" y="176285"/>
                  <a:pt x="676347" y="190500"/>
                  <a:pt x="658812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851923" y="4333875"/>
            <a:ext cx="738188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Papka tanlash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0875" y="4587875"/>
            <a:ext cx="6945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Papkani tanlash uchun dialog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1469" y="5242719"/>
            <a:ext cx="7548563" cy="1730375"/>
          </a:xfrm>
          <a:custGeom>
            <a:avLst/>
            <a:gdLst/>
            <a:ahLst/>
            <a:cxnLst/>
            <a:rect l="l" t="t" r="r" b="b"/>
            <a:pathLst>
              <a:path w="7548563" h="1730375">
                <a:moveTo>
                  <a:pt x="95257" y="0"/>
                </a:moveTo>
                <a:lnTo>
                  <a:pt x="7453305" y="0"/>
                </a:lnTo>
                <a:cubicBezTo>
                  <a:pt x="7505914" y="0"/>
                  <a:pt x="7548563" y="42648"/>
                  <a:pt x="7548563" y="95257"/>
                </a:cubicBezTo>
                <a:lnTo>
                  <a:pt x="7548563" y="1635118"/>
                </a:lnTo>
                <a:cubicBezTo>
                  <a:pt x="7548563" y="1687727"/>
                  <a:pt x="7505914" y="1730375"/>
                  <a:pt x="7453305" y="1730375"/>
                </a:cubicBezTo>
                <a:lnTo>
                  <a:pt x="95257" y="1730375"/>
                </a:lnTo>
                <a:cubicBezTo>
                  <a:pt x="42648" y="1730375"/>
                  <a:pt x="0" y="1687727"/>
                  <a:pt x="0" y="1635118"/>
                </a:cubicBezTo>
                <a:lnTo>
                  <a:pt x="0" y="95257"/>
                </a:lnTo>
                <a:cubicBezTo>
                  <a:pt x="0" y="42648"/>
                  <a:pt x="42648" y="0"/>
                  <a:pt x="95257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5781" y="546893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9922" y="19844"/>
                </a:moveTo>
                <a:cubicBezTo>
                  <a:pt x="5922" y="19844"/>
                  <a:pt x="2294" y="22262"/>
                  <a:pt x="744" y="25983"/>
                </a:cubicBezTo>
                <a:cubicBezTo>
                  <a:pt x="-806" y="29704"/>
                  <a:pt x="62" y="33951"/>
                  <a:pt x="2915" y="36773"/>
                </a:cubicBezTo>
                <a:lnTo>
                  <a:pt x="59531" y="93421"/>
                </a:lnTo>
                <a:lnTo>
                  <a:pt x="59531" y="128984"/>
                </a:lnTo>
                <a:cubicBezTo>
                  <a:pt x="59531" y="131620"/>
                  <a:pt x="60585" y="134131"/>
                  <a:pt x="62446" y="135992"/>
                </a:cubicBezTo>
                <a:lnTo>
                  <a:pt x="82290" y="155835"/>
                </a:lnTo>
                <a:cubicBezTo>
                  <a:pt x="85142" y="158688"/>
                  <a:pt x="89390" y="159525"/>
                  <a:pt x="93111" y="157975"/>
                </a:cubicBezTo>
                <a:cubicBezTo>
                  <a:pt x="96831" y="156425"/>
                  <a:pt x="99219" y="152828"/>
                  <a:pt x="99219" y="148828"/>
                </a:cubicBezTo>
                <a:lnTo>
                  <a:pt x="99219" y="93421"/>
                </a:lnTo>
                <a:lnTo>
                  <a:pt x="155835" y="36804"/>
                </a:lnTo>
                <a:cubicBezTo>
                  <a:pt x="158688" y="33951"/>
                  <a:pt x="159525" y="29704"/>
                  <a:pt x="157975" y="25983"/>
                </a:cubicBezTo>
                <a:cubicBezTo>
                  <a:pt x="156425" y="22262"/>
                  <a:pt x="152828" y="19844"/>
                  <a:pt x="148828" y="19844"/>
                </a:cubicBezTo>
                <a:lnTo>
                  <a:pt x="9922" y="19844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714375" y="5437188"/>
            <a:ext cx="7040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Fayl Filtrlari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19906" y="5790406"/>
            <a:ext cx="7151688" cy="984250"/>
          </a:xfrm>
          <a:custGeom>
            <a:avLst/>
            <a:gdLst/>
            <a:ahLst/>
            <a:cxnLst/>
            <a:rect l="l" t="t" r="r" b="b"/>
            <a:pathLst>
              <a:path w="7151688" h="984250">
                <a:moveTo>
                  <a:pt x="63504" y="0"/>
                </a:moveTo>
                <a:lnTo>
                  <a:pt x="7088184" y="0"/>
                </a:lnTo>
                <a:cubicBezTo>
                  <a:pt x="7123256" y="0"/>
                  <a:pt x="7151688" y="28432"/>
                  <a:pt x="7151688" y="63504"/>
                </a:cubicBezTo>
                <a:lnTo>
                  <a:pt x="7151688" y="920746"/>
                </a:lnTo>
                <a:cubicBezTo>
                  <a:pt x="7151687" y="955818"/>
                  <a:pt x="7123256" y="984250"/>
                  <a:pt x="7088184" y="984250"/>
                </a:cubicBezTo>
                <a:lnTo>
                  <a:pt x="63504" y="984250"/>
                </a:lnTo>
                <a:cubicBezTo>
                  <a:pt x="28432" y="984250"/>
                  <a:pt x="0" y="955818"/>
                  <a:pt x="0" y="920746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0875" y="5921375"/>
            <a:ext cx="6945313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# Bir nechta filtr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50875" y="6101953"/>
            <a:ext cx="6945313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"Text Files (*.txt);;All Files (*)"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50875" y="6282531"/>
            <a:ext cx="6945313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# Tasvirlar uchun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50875" y="6463109"/>
            <a:ext cx="6945313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"Images (*.png *.jpg);;All Files (*)"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068469" y="1226344"/>
            <a:ext cx="3802062" cy="3175000"/>
          </a:xfrm>
          <a:custGeom>
            <a:avLst/>
            <a:gdLst/>
            <a:ahLst/>
            <a:cxnLst/>
            <a:rect l="l" t="t" r="r" b="b"/>
            <a:pathLst>
              <a:path w="3802062" h="3175000">
                <a:moveTo>
                  <a:pt x="95250" y="0"/>
                </a:moveTo>
                <a:lnTo>
                  <a:pt x="3706813" y="0"/>
                </a:lnTo>
                <a:cubicBezTo>
                  <a:pt x="3759382" y="0"/>
                  <a:pt x="3802062" y="42680"/>
                  <a:pt x="3802062" y="95250"/>
                </a:cubicBezTo>
                <a:lnTo>
                  <a:pt x="3802062" y="3079750"/>
                </a:lnTo>
                <a:cubicBezTo>
                  <a:pt x="3802062" y="3132320"/>
                  <a:pt x="3759382" y="3175000"/>
                  <a:pt x="3706813" y="3175000"/>
                </a:cubicBezTo>
                <a:lnTo>
                  <a:pt x="95250" y="3175000"/>
                </a:lnTo>
                <a:cubicBezTo>
                  <a:pt x="42680" y="3175000"/>
                  <a:pt x="0" y="3132320"/>
                  <a:pt x="0" y="3079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72859" y="1452563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11869" y="372"/>
                </a:moveTo>
                <a:cubicBezTo>
                  <a:pt x="106598" y="-1147"/>
                  <a:pt x="101110" y="1922"/>
                  <a:pt x="99591" y="7193"/>
                </a:cubicBezTo>
                <a:lnTo>
                  <a:pt x="59903" y="146100"/>
                </a:lnTo>
                <a:cubicBezTo>
                  <a:pt x="58384" y="151371"/>
                  <a:pt x="61454" y="156859"/>
                  <a:pt x="66725" y="158378"/>
                </a:cubicBezTo>
                <a:cubicBezTo>
                  <a:pt x="71996" y="159897"/>
                  <a:pt x="77484" y="156828"/>
                  <a:pt x="79003" y="151557"/>
                </a:cubicBezTo>
                <a:lnTo>
                  <a:pt x="118690" y="12650"/>
                </a:lnTo>
                <a:cubicBezTo>
                  <a:pt x="120210" y="7379"/>
                  <a:pt x="117140" y="1891"/>
                  <a:pt x="111869" y="372"/>
                </a:cubicBezTo>
                <a:close/>
                <a:moveTo>
                  <a:pt x="131899" y="42571"/>
                </a:moveTo>
                <a:cubicBezTo>
                  <a:pt x="128023" y="46447"/>
                  <a:pt x="128023" y="52741"/>
                  <a:pt x="131899" y="56617"/>
                </a:cubicBezTo>
                <a:lnTo>
                  <a:pt x="154657" y="79375"/>
                </a:lnTo>
                <a:lnTo>
                  <a:pt x="131899" y="102133"/>
                </a:lnTo>
                <a:cubicBezTo>
                  <a:pt x="128023" y="106009"/>
                  <a:pt x="128023" y="112303"/>
                  <a:pt x="131899" y="116179"/>
                </a:cubicBezTo>
                <a:cubicBezTo>
                  <a:pt x="135775" y="120055"/>
                  <a:pt x="142069" y="120055"/>
                  <a:pt x="145945" y="116179"/>
                </a:cubicBezTo>
                <a:lnTo>
                  <a:pt x="175710" y="86413"/>
                </a:lnTo>
                <a:cubicBezTo>
                  <a:pt x="179586" y="82538"/>
                  <a:pt x="179586" y="76243"/>
                  <a:pt x="175710" y="72368"/>
                </a:cubicBezTo>
                <a:lnTo>
                  <a:pt x="145945" y="42602"/>
                </a:lnTo>
                <a:cubicBezTo>
                  <a:pt x="142069" y="38726"/>
                  <a:pt x="135775" y="38726"/>
                  <a:pt x="131899" y="42602"/>
                </a:cubicBezTo>
                <a:close/>
                <a:moveTo>
                  <a:pt x="46726" y="42571"/>
                </a:moveTo>
                <a:cubicBezTo>
                  <a:pt x="42850" y="38695"/>
                  <a:pt x="36556" y="38695"/>
                  <a:pt x="32680" y="42571"/>
                </a:cubicBezTo>
                <a:lnTo>
                  <a:pt x="2915" y="72337"/>
                </a:lnTo>
                <a:cubicBezTo>
                  <a:pt x="-961" y="76212"/>
                  <a:pt x="-961" y="82507"/>
                  <a:pt x="2915" y="86382"/>
                </a:cubicBezTo>
                <a:lnTo>
                  <a:pt x="32680" y="116148"/>
                </a:lnTo>
                <a:cubicBezTo>
                  <a:pt x="36556" y="120024"/>
                  <a:pt x="42850" y="120024"/>
                  <a:pt x="46726" y="116148"/>
                </a:cubicBezTo>
                <a:cubicBezTo>
                  <a:pt x="50602" y="112272"/>
                  <a:pt x="50602" y="105978"/>
                  <a:pt x="46726" y="102102"/>
                </a:cubicBezTo>
                <a:lnTo>
                  <a:pt x="23968" y="79375"/>
                </a:lnTo>
                <a:lnTo>
                  <a:pt x="46695" y="56617"/>
                </a:lnTo>
                <a:cubicBezTo>
                  <a:pt x="50571" y="52741"/>
                  <a:pt x="50571" y="46447"/>
                  <a:pt x="46695" y="42571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8461375" y="1420813"/>
            <a:ext cx="3294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Kod Namunasi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266906" y="1774031"/>
            <a:ext cx="3405188" cy="2428875"/>
          </a:xfrm>
          <a:custGeom>
            <a:avLst/>
            <a:gdLst/>
            <a:ahLst/>
            <a:cxnLst/>
            <a:rect l="l" t="t" r="r" b="b"/>
            <a:pathLst>
              <a:path w="3405188" h="2428875">
                <a:moveTo>
                  <a:pt x="63491" y="0"/>
                </a:moveTo>
                <a:lnTo>
                  <a:pt x="3341697" y="0"/>
                </a:lnTo>
                <a:cubicBezTo>
                  <a:pt x="3376762" y="0"/>
                  <a:pt x="3405188" y="28426"/>
                  <a:pt x="3405188" y="63491"/>
                </a:cubicBezTo>
                <a:lnTo>
                  <a:pt x="3405188" y="2365384"/>
                </a:lnTo>
                <a:cubicBezTo>
                  <a:pt x="3405188" y="2400449"/>
                  <a:pt x="3376762" y="2428875"/>
                  <a:pt x="3341697" y="2428875"/>
                </a:cubicBezTo>
                <a:lnTo>
                  <a:pt x="63491" y="2428875"/>
                </a:lnTo>
                <a:cubicBezTo>
                  <a:pt x="28426" y="2428875"/>
                  <a:pt x="0" y="2400449"/>
                  <a:pt x="0" y="2365384"/>
                </a:cubicBezTo>
                <a:lnTo>
                  <a:pt x="0" y="63491"/>
                </a:lnTo>
                <a:cubicBezTo>
                  <a:pt x="0" y="28426"/>
                  <a:pt x="28426" y="0"/>
                  <a:pt x="63491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97875" y="1905000"/>
            <a:ext cx="3198813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F59E0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def</a:t>
            </a:r>
            <a:pPr>
              <a:lnSpc>
                <a:spcPct val="140000"/>
              </a:lnSpc>
            </a:pPr>
            <a:r>
              <a:rPr lang="en-US" sz="875" dirty="0">
                <a:solidFill>
                  <a:srgbClr val="3B82F6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open_file</a:t>
            </a:r>
            <a:pPr>
              <a:lnSpc>
                <a:spcPct val="140000"/>
              </a:lnSpc>
            </a:pPr>
            <a:r>
              <a:rPr lang="en-US" sz="87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(self):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397875" y="2085578"/>
            <a:ext cx="3198813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filepath, _ = QFileDialog.\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397875" y="2266156"/>
            <a:ext cx="3198813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getOpenFileName(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397875" y="2446734"/>
            <a:ext cx="3198813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self,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397875" y="2627313"/>
            <a:ext cx="3198813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"Faylni ochish",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397875" y="2807891"/>
            <a:ext cx="3198813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"",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595444" y="3020219"/>
            <a:ext cx="796479" cy="11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"Text Files (*.txt)"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397875" y="3169047"/>
            <a:ext cx="3198813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)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397875" y="3349625"/>
            <a:ext cx="3198813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F59E0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if</a:t>
            </a:r>
            <a:pPr>
              <a:lnSpc>
                <a:spcPct val="140000"/>
              </a:lnSpc>
            </a:pPr>
            <a:r>
              <a:rPr lang="en-US" sz="87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filepath: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397875" y="3530203"/>
            <a:ext cx="3198813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F59E0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with</a:t>
            </a:r>
            <a:pPr>
              <a:lnSpc>
                <a:spcPct val="140000"/>
              </a:lnSpc>
            </a:pPr>
            <a:r>
              <a:rPr lang="en-US" sz="875" dirty="0">
                <a:solidFill>
                  <a:srgbClr val="3B82F6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open</a:t>
            </a:r>
            <a:pPr>
              <a:lnSpc>
                <a:spcPct val="140000"/>
              </a:lnSpc>
            </a:pPr>
            <a:r>
              <a:rPr lang="en-US" sz="87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(filepath, 'r') </a:t>
            </a:r>
            <a:pPr>
              <a:lnSpc>
                <a:spcPct val="140000"/>
              </a:lnSpc>
            </a:pPr>
            <a:r>
              <a:rPr lang="en-US" sz="875" dirty="0">
                <a:solidFill>
                  <a:srgbClr val="F59E0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as</a:t>
            </a:r>
            <a:pPr>
              <a:lnSpc>
                <a:spcPct val="140000"/>
              </a:lnSpc>
            </a:pPr>
            <a:r>
              <a:rPr lang="en-US" sz="87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f: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397875" y="3710781"/>
            <a:ext cx="3198813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content = f.read()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397875" y="3891359"/>
            <a:ext cx="3198813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self.text_edit.setText(content)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068469" y="4568031"/>
            <a:ext cx="3802062" cy="2992438"/>
          </a:xfrm>
          <a:custGeom>
            <a:avLst/>
            <a:gdLst/>
            <a:ahLst/>
            <a:cxnLst/>
            <a:rect l="l" t="t" r="r" b="b"/>
            <a:pathLst>
              <a:path w="3802062" h="2992438">
                <a:moveTo>
                  <a:pt x="95249" y="0"/>
                </a:moveTo>
                <a:lnTo>
                  <a:pt x="3706813" y="0"/>
                </a:lnTo>
                <a:cubicBezTo>
                  <a:pt x="3759418" y="0"/>
                  <a:pt x="3802062" y="42645"/>
                  <a:pt x="3802062" y="95249"/>
                </a:cubicBezTo>
                <a:lnTo>
                  <a:pt x="3802062" y="2897188"/>
                </a:lnTo>
                <a:cubicBezTo>
                  <a:pt x="3802062" y="2949793"/>
                  <a:pt x="3759418" y="2992438"/>
                  <a:pt x="3706813" y="2992438"/>
                </a:cubicBezTo>
                <a:lnTo>
                  <a:pt x="95249" y="2992438"/>
                </a:lnTo>
                <a:cubicBezTo>
                  <a:pt x="42645" y="2992438"/>
                  <a:pt x="0" y="2949793"/>
                  <a:pt x="0" y="2897188"/>
                </a:cubicBezTo>
                <a:lnTo>
                  <a:pt x="0" y="95249"/>
                </a:lnTo>
                <a:cubicBezTo>
                  <a:pt x="0" y="42645"/>
                  <a:pt x="42645" y="0"/>
                  <a:pt x="95249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292703" y="4794250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19844" y="9922"/>
                </a:moveTo>
                <a:cubicBezTo>
                  <a:pt x="8899" y="9922"/>
                  <a:pt x="0" y="18821"/>
                  <a:pt x="0" y="29766"/>
                </a:cubicBezTo>
                <a:lnTo>
                  <a:pt x="0" y="128984"/>
                </a:lnTo>
                <a:cubicBezTo>
                  <a:pt x="0" y="139929"/>
                  <a:pt x="8899" y="148828"/>
                  <a:pt x="19844" y="148828"/>
                </a:cubicBezTo>
                <a:lnTo>
                  <a:pt x="119062" y="148828"/>
                </a:lnTo>
                <a:cubicBezTo>
                  <a:pt x="130008" y="148828"/>
                  <a:pt x="138906" y="139929"/>
                  <a:pt x="138906" y="128984"/>
                </a:cubicBezTo>
                <a:lnTo>
                  <a:pt x="138906" y="53733"/>
                </a:lnTo>
                <a:cubicBezTo>
                  <a:pt x="138906" y="48462"/>
                  <a:pt x="136829" y="43408"/>
                  <a:pt x="133108" y="39688"/>
                </a:cubicBezTo>
                <a:lnTo>
                  <a:pt x="109141" y="15720"/>
                </a:lnTo>
                <a:cubicBezTo>
                  <a:pt x="105420" y="11999"/>
                  <a:pt x="100366" y="9922"/>
                  <a:pt x="95095" y="9922"/>
                </a:cubicBezTo>
                <a:lnTo>
                  <a:pt x="19844" y="9922"/>
                </a:lnTo>
                <a:close/>
                <a:moveTo>
                  <a:pt x="29766" y="39688"/>
                </a:moveTo>
                <a:cubicBezTo>
                  <a:pt x="29766" y="34199"/>
                  <a:pt x="34199" y="29766"/>
                  <a:pt x="39688" y="29766"/>
                </a:cubicBezTo>
                <a:lnTo>
                  <a:pt x="89297" y="29766"/>
                </a:lnTo>
                <a:cubicBezTo>
                  <a:pt x="94785" y="29766"/>
                  <a:pt x="99219" y="34199"/>
                  <a:pt x="99219" y="39688"/>
                </a:cubicBezTo>
                <a:lnTo>
                  <a:pt x="99219" y="59531"/>
                </a:lnTo>
                <a:cubicBezTo>
                  <a:pt x="99219" y="65019"/>
                  <a:pt x="94785" y="69453"/>
                  <a:pt x="89297" y="69453"/>
                </a:cubicBezTo>
                <a:lnTo>
                  <a:pt x="39688" y="69453"/>
                </a:lnTo>
                <a:cubicBezTo>
                  <a:pt x="34199" y="69453"/>
                  <a:pt x="29766" y="65019"/>
                  <a:pt x="29766" y="59531"/>
                </a:cubicBezTo>
                <a:lnTo>
                  <a:pt x="29766" y="39688"/>
                </a:lnTo>
                <a:close/>
                <a:moveTo>
                  <a:pt x="69453" y="89297"/>
                </a:moveTo>
                <a:cubicBezTo>
                  <a:pt x="80405" y="89297"/>
                  <a:pt x="89297" y="98189"/>
                  <a:pt x="89297" y="109141"/>
                </a:cubicBezTo>
                <a:cubicBezTo>
                  <a:pt x="89297" y="120093"/>
                  <a:pt x="80405" y="128984"/>
                  <a:pt x="69453" y="128984"/>
                </a:cubicBezTo>
                <a:cubicBezTo>
                  <a:pt x="58501" y="128984"/>
                  <a:pt x="49609" y="120093"/>
                  <a:pt x="49609" y="109141"/>
                </a:cubicBezTo>
                <a:cubicBezTo>
                  <a:pt x="49609" y="98189"/>
                  <a:pt x="58501" y="89297"/>
                  <a:pt x="69453" y="89297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4" name="Text 52"/>
          <p:cNvSpPr/>
          <p:nvPr/>
        </p:nvSpPr>
        <p:spPr>
          <a:xfrm>
            <a:off x="8461375" y="4762500"/>
            <a:ext cx="3294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Saqlash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266906" y="5115719"/>
            <a:ext cx="3405188" cy="2246313"/>
          </a:xfrm>
          <a:custGeom>
            <a:avLst/>
            <a:gdLst/>
            <a:ahLst/>
            <a:cxnLst/>
            <a:rect l="l" t="t" r="r" b="b"/>
            <a:pathLst>
              <a:path w="3405188" h="2246313">
                <a:moveTo>
                  <a:pt x="63503" y="0"/>
                </a:moveTo>
                <a:lnTo>
                  <a:pt x="3341684" y="0"/>
                </a:lnTo>
                <a:cubicBezTo>
                  <a:pt x="3376756" y="0"/>
                  <a:pt x="3405188" y="28431"/>
                  <a:pt x="3405188" y="63503"/>
                </a:cubicBezTo>
                <a:lnTo>
                  <a:pt x="3405188" y="2182809"/>
                </a:lnTo>
                <a:cubicBezTo>
                  <a:pt x="3405188" y="2217881"/>
                  <a:pt x="3376756" y="2246313"/>
                  <a:pt x="3341684" y="2246313"/>
                </a:cubicBezTo>
                <a:lnTo>
                  <a:pt x="63503" y="2246313"/>
                </a:lnTo>
                <a:cubicBezTo>
                  <a:pt x="28431" y="2246313"/>
                  <a:pt x="0" y="2217881"/>
                  <a:pt x="0" y="2182809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397875" y="5246688"/>
            <a:ext cx="3198813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F59E0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def</a:t>
            </a:r>
            <a:pPr>
              <a:lnSpc>
                <a:spcPct val="140000"/>
              </a:lnSpc>
            </a:pPr>
            <a:r>
              <a:rPr lang="en-US" sz="875" dirty="0">
                <a:solidFill>
                  <a:srgbClr val="3B82F6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save_file</a:t>
            </a:r>
            <a:pPr>
              <a:lnSpc>
                <a:spcPct val="140000"/>
              </a:lnSpc>
            </a:pPr>
            <a:r>
              <a:rPr lang="en-US" sz="87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(self):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397875" y="5427266"/>
            <a:ext cx="3198813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filepath, _ = QFileDialog.\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397875" y="5607844"/>
            <a:ext cx="3198813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getSaveFileName(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397875" y="5788422"/>
            <a:ext cx="3198813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self,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397875" y="5969000"/>
            <a:ext cx="3198813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"Faylni saqlash",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397875" y="6149578"/>
            <a:ext cx="3198813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"",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595444" y="6361906"/>
            <a:ext cx="796479" cy="11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"Text Files (*.txt)"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397875" y="6510734"/>
            <a:ext cx="3198813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)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397875" y="6691313"/>
            <a:ext cx="3198813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F59E0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if</a:t>
            </a:r>
            <a:pPr>
              <a:lnSpc>
                <a:spcPct val="140000"/>
              </a:lnSpc>
            </a:pPr>
            <a:r>
              <a:rPr lang="en-US" sz="87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filepath: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397875" y="6871891"/>
            <a:ext cx="3198813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F59E0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with</a:t>
            </a:r>
            <a:pPr>
              <a:lnSpc>
                <a:spcPct val="140000"/>
              </a:lnSpc>
            </a:pPr>
            <a:r>
              <a:rPr lang="en-US" sz="875" dirty="0">
                <a:solidFill>
                  <a:srgbClr val="3B82F6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open</a:t>
            </a:r>
            <a:pPr>
              <a:lnSpc>
                <a:spcPct val="140000"/>
              </a:lnSpc>
            </a:pPr>
            <a:r>
              <a:rPr lang="en-US" sz="87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(filepath, 'w') </a:t>
            </a:r>
            <a:pPr>
              <a:lnSpc>
                <a:spcPct val="140000"/>
              </a:lnSpc>
            </a:pPr>
            <a:r>
              <a:rPr lang="en-US" sz="875" dirty="0">
                <a:solidFill>
                  <a:srgbClr val="F59E0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as</a:t>
            </a:r>
            <a:pPr>
              <a:lnSpc>
                <a:spcPct val="140000"/>
              </a:lnSpc>
            </a:pPr>
            <a:r>
              <a:rPr lang="en-US" sz="87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f: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397875" y="7052469"/>
            <a:ext cx="3198813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f.write(self.text_edit.toPlainText())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c-dam.imgix.net/dbe409e6342c92ef0ac966ee8c37b83d9adad7be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E293B"/>
              </a:gs>
              <a:gs pos="50000">
                <a:srgbClr val="1E293B">
                  <a:alpha val="95000"/>
                </a:srgbClr>
              </a:gs>
              <a:gs pos="100000">
                <a:srgbClr val="F59E0B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2124075"/>
            <a:ext cx="1343025" cy="428625"/>
          </a:xfrm>
          <a:custGeom>
            <a:avLst/>
            <a:gdLst/>
            <a:ahLst/>
            <a:cxnLst/>
            <a:rect l="l" t="t" r="r" b="b"/>
            <a:pathLst>
              <a:path w="1343025" h="428625">
                <a:moveTo>
                  <a:pt x="114301" y="0"/>
                </a:moveTo>
                <a:lnTo>
                  <a:pt x="1228724" y="0"/>
                </a:lnTo>
                <a:cubicBezTo>
                  <a:pt x="1291851" y="0"/>
                  <a:pt x="1343025" y="51174"/>
                  <a:pt x="1343025" y="114301"/>
                </a:cubicBezTo>
                <a:lnTo>
                  <a:pt x="1343025" y="314324"/>
                </a:lnTo>
                <a:cubicBezTo>
                  <a:pt x="1343025" y="377451"/>
                  <a:pt x="1291851" y="428625"/>
                  <a:pt x="1228724" y="428625"/>
                </a:cubicBezTo>
                <a:lnTo>
                  <a:pt x="114301" y="428625"/>
                </a:lnTo>
                <a:cubicBezTo>
                  <a:pt x="51174" y="428625"/>
                  <a:pt x="0" y="377451"/>
                  <a:pt x="0" y="3143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1025" y="2233613"/>
            <a:ext cx="104700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spc="75" kern="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BO'LIM 05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786063"/>
            <a:ext cx="54483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Matn Formatlash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871913"/>
            <a:ext cx="52197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Matnni qalin, kursiv va ostiga chizish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700588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9" name="Shape 6"/>
          <p:cNvSpPr/>
          <p:nvPr/>
        </p:nvSpPr>
        <p:spPr>
          <a:xfrm>
            <a:off x="1447800" y="4700588"/>
            <a:ext cx="457200" cy="38100"/>
          </a:xfrm>
          <a:custGeom>
            <a:avLst/>
            <a:gdLst/>
            <a:ahLst/>
            <a:cxnLst/>
            <a:rect l="l" t="t" r="r" b="b"/>
            <a:pathLst>
              <a:path w="457200" h="38100">
                <a:moveTo>
                  <a:pt x="0" y="0"/>
                </a:moveTo>
                <a:lnTo>
                  <a:pt x="457200" y="0"/>
                </a:lnTo>
                <a:lnTo>
                  <a:pt x="457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59E0B">
              <a:alpha val="50196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2057400" y="4700588"/>
            <a:ext cx="228600" cy="38100"/>
          </a:xfrm>
          <a:custGeom>
            <a:avLst/>
            <a:gdLst/>
            <a:ahLst/>
            <a:cxnLst/>
            <a:rect l="l" t="t" r="r" b="b"/>
            <a:pathLst>
              <a:path w="228600" h="38100">
                <a:moveTo>
                  <a:pt x="0" y="0"/>
                </a:moveTo>
                <a:lnTo>
                  <a:pt x="228600" y="0"/>
                </a:lnTo>
                <a:lnTo>
                  <a:pt x="228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59E0B">
              <a:alpha val="30196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1469" y="321469"/>
            <a:ext cx="1365250" cy="325438"/>
          </a:xfrm>
          <a:custGeom>
            <a:avLst/>
            <a:gdLst/>
            <a:ahLst/>
            <a:cxnLst/>
            <a:rect l="l" t="t" r="r" b="b"/>
            <a:pathLst>
              <a:path w="1365250" h="325438">
                <a:moveTo>
                  <a:pt x="63499" y="0"/>
                </a:moveTo>
                <a:lnTo>
                  <a:pt x="1301751" y="0"/>
                </a:lnTo>
                <a:cubicBezTo>
                  <a:pt x="1336820" y="0"/>
                  <a:pt x="1365250" y="28430"/>
                  <a:pt x="1365250" y="63499"/>
                </a:cubicBezTo>
                <a:lnTo>
                  <a:pt x="1365250" y="261938"/>
                </a:lnTo>
                <a:cubicBezTo>
                  <a:pt x="1365250" y="297008"/>
                  <a:pt x="1336820" y="325438"/>
                  <a:pt x="1301751" y="325438"/>
                </a:cubicBezTo>
                <a:lnTo>
                  <a:pt x="63499" y="325438"/>
                </a:lnTo>
                <a:cubicBezTo>
                  <a:pt x="28430" y="325438"/>
                  <a:pt x="0" y="297008"/>
                  <a:pt x="0" y="261938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2438" y="428625"/>
            <a:ext cx="1161231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44" kern="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MATN FORMATLASH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746125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QTextCharFormat Formatlash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1469" y="1226344"/>
            <a:ext cx="7786688" cy="2270125"/>
          </a:xfrm>
          <a:custGeom>
            <a:avLst/>
            <a:gdLst/>
            <a:ahLst/>
            <a:cxnLst/>
            <a:rect l="l" t="t" r="r" b="b"/>
            <a:pathLst>
              <a:path w="7786688" h="2270125">
                <a:moveTo>
                  <a:pt x="95254" y="0"/>
                </a:moveTo>
                <a:lnTo>
                  <a:pt x="7691433" y="0"/>
                </a:lnTo>
                <a:cubicBezTo>
                  <a:pt x="7744041" y="0"/>
                  <a:pt x="7786688" y="42647"/>
                  <a:pt x="7786688" y="95254"/>
                </a:cubicBezTo>
                <a:lnTo>
                  <a:pt x="7786688" y="2174871"/>
                </a:lnTo>
                <a:cubicBezTo>
                  <a:pt x="7786688" y="2227478"/>
                  <a:pt x="7744041" y="2270125"/>
                  <a:pt x="7691433" y="2270125"/>
                </a:cubicBezTo>
                <a:lnTo>
                  <a:pt x="95254" y="2270125"/>
                </a:lnTo>
                <a:cubicBezTo>
                  <a:pt x="42647" y="2270125"/>
                  <a:pt x="0" y="2227478"/>
                  <a:pt x="0" y="2174871"/>
                </a:cubicBezTo>
                <a:lnTo>
                  <a:pt x="0" y="95254"/>
                </a:lnTo>
                <a:cubicBezTo>
                  <a:pt x="0" y="42647"/>
                  <a:pt x="42647" y="0"/>
                  <a:pt x="95254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5625" y="1452563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9922" y="9922"/>
                </a:moveTo>
                <a:cubicBezTo>
                  <a:pt x="4434" y="9922"/>
                  <a:pt x="0" y="14356"/>
                  <a:pt x="0" y="19844"/>
                </a:cubicBezTo>
                <a:cubicBezTo>
                  <a:pt x="0" y="25332"/>
                  <a:pt x="4434" y="29766"/>
                  <a:pt x="9922" y="29766"/>
                </a:cubicBezTo>
                <a:lnTo>
                  <a:pt x="19844" y="29766"/>
                </a:lnTo>
                <a:lnTo>
                  <a:pt x="19844" y="128984"/>
                </a:lnTo>
                <a:lnTo>
                  <a:pt x="9922" y="128984"/>
                </a:lnTo>
                <a:cubicBezTo>
                  <a:pt x="4434" y="128984"/>
                  <a:pt x="0" y="133418"/>
                  <a:pt x="0" y="138906"/>
                </a:cubicBezTo>
                <a:cubicBezTo>
                  <a:pt x="0" y="144394"/>
                  <a:pt x="4434" y="148828"/>
                  <a:pt x="9922" y="148828"/>
                </a:cubicBezTo>
                <a:lnTo>
                  <a:pt x="79375" y="148828"/>
                </a:lnTo>
                <a:cubicBezTo>
                  <a:pt x="101296" y="148828"/>
                  <a:pt x="119062" y="131062"/>
                  <a:pt x="119062" y="109141"/>
                </a:cubicBezTo>
                <a:cubicBezTo>
                  <a:pt x="119062" y="94723"/>
                  <a:pt x="111373" y="82073"/>
                  <a:pt x="99839" y="75127"/>
                </a:cubicBezTo>
                <a:cubicBezTo>
                  <a:pt x="105637" y="68213"/>
                  <a:pt x="109141" y="59314"/>
                  <a:pt x="109141" y="49609"/>
                </a:cubicBezTo>
                <a:cubicBezTo>
                  <a:pt x="109141" y="27688"/>
                  <a:pt x="91374" y="9922"/>
                  <a:pt x="69453" y="9922"/>
                </a:cubicBezTo>
                <a:lnTo>
                  <a:pt x="9922" y="9922"/>
                </a:lnTo>
                <a:close/>
                <a:moveTo>
                  <a:pt x="89297" y="49609"/>
                </a:moveTo>
                <a:cubicBezTo>
                  <a:pt x="89297" y="60554"/>
                  <a:pt x="80398" y="69453"/>
                  <a:pt x="69453" y="69453"/>
                </a:cubicBezTo>
                <a:lnTo>
                  <a:pt x="39688" y="69453"/>
                </a:lnTo>
                <a:lnTo>
                  <a:pt x="39688" y="29766"/>
                </a:lnTo>
                <a:lnTo>
                  <a:pt x="69453" y="29766"/>
                </a:lnTo>
                <a:cubicBezTo>
                  <a:pt x="80398" y="29766"/>
                  <a:pt x="89297" y="38664"/>
                  <a:pt x="89297" y="49609"/>
                </a:cubicBezTo>
                <a:close/>
                <a:moveTo>
                  <a:pt x="39688" y="128984"/>
                </a:moveTo>
                <a:lnTo>
                  <a:pt x="39688" y="89297"/>
                </a:lnTo>
                <a:lnTo>
                  <a:pt x="79375" y="89297"/>
                </a:lnTo>
                <a:cubicBezTo>
                  <a:pt x="90320" y="89297"/>
                  <a:pt x="99219" y="98196"/>
                  <a:pt x="99219" y="109141"/>
                </a:cubicBezTo>
                <a:cubicBezTo>
                  <a:pt x="99219" y="120086"/>
                  <a:pt x="90320" y="128984"/>
                  <a:pt x="79375" y="128984"/>
                </a:cubicBezTo>
                <a:lnTo>
                  <a:pt x="39688" y="128984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714375" y="1420813"/>
            <a:ext cx="7278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Qalin (Bold) Formatlash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19906" y="1774031"/>
            <a:ext cx="7389812" cy="1524000"/>
          </a:xfrm>
          <a:custGeom>
            <a:avLst/>
            <a:gdLst/>
            <a:ahLst/>
            <a:cxnLst/>
            <a:rect l="l" t="t" r="r" b="b"/>
            <a:pathLst>
              <a:path w="7389812" h="1524000">
                <a:moveTo>
                  <a:pt x="63505" y="0"/>
                </a:moveTo>
                <a:lnTo>
                  <a:pt x="7326307" y="0"/>
                </a:lnTo>
                <a:cubicBezTo>
                  <a:pt x="7361380" y="0"/>
                  <a:pt x="7389813" y="28432"/>
                  <a:pt x="7389813" y="63505"/>
                </a:cubicBezTo>
                <a:lnTo>
                  <a:pt x="7389812" y="1460495"/>
                </a:lnTo>
                <a:cubicBezTo>
                  <a:pt x="7389813" y="1495568"/>
                  <a:pt x="7361380" y="1524000"/>
                  <a:pt x="7326307" y="1524000"/>
                </a:cubicBezTo>
                <a:lnTo>
                  <a:pt x="63505" y="1524000"/>
                </a:lnTo>
                <a:cubicBezTo>
                  <a:pt x="28432" y="1524000"/>
                  <a:pt x="0" y="1495568"/>
                  <a:pt x="0" y="1460495"/>
                </a:cubicBezTo>
                <a:lnTo>
                  <a:pt x="0" y="63505"/>
                </a:lnTo>
                <a:cubicBezTo>
                  <a:pt x="0" y="28456"/>
                  <a:pt x="28456" y="0"/>
                  <a:pt x="63505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0875" y="1905000"/>
            <a:ext cx="7183438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F59E0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def</a:t>
            </a:r>
            <a:pPr>
              <a:lnSpc>
                <a:spcPct val="140000"/>
              </a:lnSpc>
            </a:pPr>
            <a:r>
              <a:rPr lang="en-US" sz="875" dirty="0">
                <a:solidFill>
                  <a:srgbClr val="3B82F6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bold_text</a:t>
            </a:r>
            <a:pPr>
              <a:lnSpc>
                <a:spcPct val="140000"/>
              </a:lnSpc>
            </a:pPr>
            <a:r>
              <a:rPr lang="en-US" sz="87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(self):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0875" y="2085578"/>
            <a:ext cx="7183438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fmt = QTextCharFormat()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0875" y="2266156"/>
            <a:ext cx="7183438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weight = QFont.Bold </a:t>
            </a:r>
            <a:pPr>
              <a:lnSpc>
                <a:spcPct val="140000"/>
              </a:lnSpc>
            </a:pPr>
            <a:r>
              <a:rPr lang="en-US" sz="875" dirty="0">
                <a:solidFill>
                  <a:srgbClr val="F59E0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if</a:t>
            </a:r>
            <a:pPr>
              <a:lnSpc>
                <a:spcPct val="140000"/>
              </a:lnSpc>
            </a:pPr>
            <a:r>
              <a:rPr lang="en-US" sz="87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\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0875" y="2446734"/>
            <a:ext cx="7183438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self.action_bold.isChecked() \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0875" y="2627313"/>
            <a:ext cx="7183438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F59E0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else</a:t>
            </a:r>
            <a:pPr>
              <a:lnSpc>
                <a:spcPct val="140000"/>
              </a:lnSpc>
            </a:pPr>
            <a:r>
              <a:rPr lang="en-US" sz="87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QFont.Normal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0875" y="2807891"/>
            <a:ext cx="7183438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fmt.setFontWeight(weight)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0875" y="2988469"/>
            <a:ext cx="7183438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self.merge_format(fmt)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1469" y="3665141"/>
            <a:ext cx="7786688" cy="2095500"/>
          </a:xfrm>
          <a:custGeom>
            <a:avLst/>
            <a:gdLst/>
            <a:ahLst/>
            <a:cxnLst/>
            <a:rect l="l" t="t" r="r" b="b"/>
            <a:pathLst>
              <a:path w="7786688" h="2095500">
                <a:moveTo>
                  <a:pt x="95240" y="0"/>
                </a:moveTo>
                <a:lnTo>
                  <a:pt x="7691447" y="0"/>
                </a:lnTo>
                <a:cubicBezTo>
                  <a:pt x="7744047" y="0"/>
                  <a:pt x="7786688" y="42641"/>
                  <a:pt x="7786688" y="95240"/>
                </a:cubicBezTo>
                <a:lnTo>
                  <a:pt x="7786688" y="2000260"/>
                </a:lnTo>
                <a:cubicBezTo>
                  <a:pt x="7786688" y="2052859"/>
                  <a:pt x="7744047" y="2095500"/>
                  <a:pt x="7691447" y="2095500"/>
                </a:cubicBezTo>
                <a:lnTo>
                  <a:pt x="95240" y="2095500"/>
                </a:lnTo>
                <a:cubicBezTo>
                  <a:pt x="42641" y="2095500"/>
                  <a:pt x="0" y="2052859"/>
                  <a:pt x="0" y="2000260"/>
                </a:cubicBezTo>
                <a:lnTo>
                  <a:pt x="0" y="95240"/>
                </a:lnTo>
                <a:cubicBezTo>
                  <a:pt x="0" y="42641"/>
                  <a:pt x="42641" y="0"/>
                  <a:pt x="9524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5625" y="3891359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39688" y="19844"/>
                </a:moveTo>
                <a:cubicBezTo>
                  <a:pt x="39688" y="14356"/>
                  <a:pt x="44121" y="9922"/>
                  <a:pt x="49609" y="9922"/>
                </a:cubicBezTo>
                <a:lnTo>
                  <a:pt x="109141" y="9922"/>
                </a:lnTo>
                <a:cubicBezTo>
                  <a:pt x="114629" y="9922"/>
                  <a:pt x="119062" y="14356"/>
                  <a:pt x="119062" y="19844"/>
                </a:cubicBezTo>
                <a:cubicBezTo>
                  <a:pt x="119062" y="25332"/>
                  <a:pt x="114629" y="29766"/>
                  <a:pt x="109141" y="29766"/>
                </a:cubicBezTo>
                <a:lnTo>
                  <a:pt x="90940" y="29766"/>
                </a:lnTo>
                <a:lnTo>
                  <a:pt x="49609" y="128984"/>
                </a:lnTo>
                <a:lnTo>
                  <a:pt x="69453" y="128984"/>
                </a:lnTo>
                <a:cubicBezTo>
                  <a:pt x="74941" y="128984"/>
                  <a:pt x="79375" y="133418"/>
                  <a:pt x="79375" y="138906"/>
                </a:cubicBezTo>
                <a:cubicBezTo>
                  <a:pt x="79375" y="144394"/>
                  <a:pt x="74941" y="148828"/>
                  <a:pt x="69453" y="148828"/>
                </a:cubicBezTo>
                <a:lnTo>
                  <a:pt x="9922" y="148828"/>
                </a:lnTo>
                <a:cubicBezTo>
                  <a:pt x="4434" y="148828"/>
                  <a:pt x="0" y="144394"/>
                  <a:pt x="0" y="138906"/>
                </a:cubicBezTo>
                <a:cubicBezTo>
                  <a:pt x="0" y="133418"/>
                  <a:pt x="4434" y="128984"/>
                  <a:pt x="9922" y="128984"/>
                </a:cubicBezTo>
                <a:lnTo>
                  <a:pt x="28122" y="128984"/>
                </a:lnTo>
                <a:lnTo>
                  <a:pt x="69453" y="29766"/>
                </a:lnTo>
                <a:lnTo>
                  <a:pt x="49609" y="29766"/>
                </a:lnTo>
                <a:cubicBezTo>
                  <a:pt x="44121" y="29766"/>
                  <a:pt x="39688" y="25332"/>
                  <a:pt x="39688" y="19844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714375" y="3859609"/>
            <a:ext cx="7278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Kursiv (Italic) Formatlash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19906" y="4212828"/>
            <a:ext cx="7389812" cy="1349375"/>
          </a:xfrm>
          <a:custGeom>
            <a:avLst/>
            <a:gdLst/>
            <a:ahLst/>
            <a:cxnLst/>
            <a:rect l="l" t="t" r="r" b="b"/>
            <a:pathLst>
              <a:path w="7389812" h="1349375">
                <a:moveTo>
                  <a:pt x="63502" y="0"/>
                </a:moveTo>
                <a:lnTo>
                  <a:pt x="7326311" y="0"/>
                </a:lnTo>
                <a:cubicBezTo>
                  <a:pt x="7361382" y="0"/>
                  <a:pt x="7389812" y="28431"/>
                  <a:pt x="7389812" y="63502"/>
                </a:cubicBezTo>
                <a:lnTo>
                  <a:pt x="7389812" y="1285873"/>
                </a:lnTo>
                <a:cubicBezTo>
                  <a:pt x="7389812" y="1320944"/>
                  <a:pt x="7361382" y="1349375"/>
                  <a:pt x="7326311" y="1349375"/>
                </a:cubicBezTo>
                <a:lnTo>
                  <a:pt x="63502" y="1349375"/>
                </a:lnTo>
                <a:cubicBezTo>
                  <a:pt x="28431" y="1349375"/>
                  <a:pt x="0" y="1320944"/>
                  <a:pt x="0" y="1285873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0875" y="4343797"/>
            <a:ext cx="7183438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F59E0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def</a:t>
            </a:r>
            <a:pPr>
              <a:lnSpc>
                <a:spcPct val="140000"/>
              </a:lnSpc>
            </a:pPr>
            <a:r>
              <a:rPr lang="en-US" sz="875" dirty="0">
                <a:solidFill>
                  <a:srgbClr val="3B82F6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italic_text</a:t>
            </a:r>
            <a:pPr>
              <a:lnSpc>
                <a:spcPct val="140000"/>
              </a:lnSpc>
            </a:pPr>
            <a:r>
              <a:rPr lang="en-US" sz="87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(self):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0875" y="4524375"/>
            <a:ext cx="7183438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fmt = QTextCharFormat()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0875" y="4704953"/>
            <a:ext cx="7183438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fmt.setFontItalic(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0875" y="4885531"/>
            <a:ext cx="7183438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self.action_italic.isChecked()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0875" y="5066109"/>
            <a:ext cx="7183438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0875" y="5246688"/>
            <a:ext cx="7183438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self.merge_format(fmt)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21469" y="5923359"/>
            <a:ext cx="7786688" cy="2095500"/>
          </a:xfrm>
          <a:custGeom>
            <a:avLst/>
            <a:gdLst/>
            <a:ahLst/>
            <a:cxnLst/>
            <a:rect l="l" t="t" r="r" b="b"/>
            <a:pathLst>
              <a:path w="7786688" h="2095500">
                <a:moveTo>
                  <a:pt x="95240" y="0"/>
                </a:moveTo>
                <a:lnTo>
                  <a:pt x="7691447" y="0"/>
                </a:lnTo>
                <a:cubicBezTo>
                  <a:pt x="7744047" y="0"/>
                  <a:pt x="7786688" y="42641"/>
                  <a:pt x="7786688" y="95240"/>
                </a:cubicBezTo>
                <a:lnTo>
                  <a:pt x="7786688" y="2000260"/>
                </a:lnTo>
                <a:cubicBezTo>
                  <a:pt x="7786688" y="2052859"/>
                  <a:pt x="7744047" y="2095500"/>
                  <a:pt x="7691447" y="2095500"/>
                </a:cubicBezTo>
                <a:lnTo>
                  <a:pt x="95240" y="2095500"/>
                </a:lnTo>
                <a:cubicBezTo>
                  <a:pt x="42641" y="2095500"/>
                  <a:pt x="0" y="2052859"/>
                  <a:pt x="0" y="2000260"/>
                </a:cubicBezTo>
                <a:lnTo>
                  <a:pt x="0" y="95240"/>
                </a:lnTo>
                <a:cubicBezTo>
                  <a:pt x="0" y="42641"/>
                  <a:pt x="42641" y="0"/>
                  <a:pt x="9524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5625" y="6149578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0" y="9922"/>
                </a:moveTo>
                <a:cubicBezTo>
                  <a:pt x="0" y="4434"/>
                  <a:pt x="4434" y="0"/>
                  <a:pt x="9922" y="0"/>
                </a:cubicBezTo>
                <a:lnTo>
                  <a:pt x="29766" y="0"/>
                </a:lnTo>
                <a:cubicBezTo>
                  <a:pt x="35254" y="0"/>
                  <a:pt x="39688" y="4434"/>
                  <a:pt x="39688" y="9922"/>
                </a:cubicBezTo>
                <a:cubicBezTo>
                  <a:pt x="39688" y="15410"/>
                  <a:pt x="35254" y="19844"/>
                  <a:pt x="29766" y="19844"/>
                </a:cubicBezTo>
                <a:lnTo>
                  <a:pt x="29766" y="69453"/>
                </a:lnTo>
                <a:cubicBezTo>
                  <a:pt x="29766" y="85886"/>
                  <a:pt x="43098" y="99219"/>
                  <a:pt x="59531" y="99219"/>
                </a:cubicBezTo>
                <a:cubicBezTo>
                  <a:pt x="75964" y="99219"/>
                  <a:pt x="89297" y="85886"/>
                  <a:pt x="89297" y="69453"/>
                </a:cubicBezTo>
                <a:lnTo>
                  <a:pt x="89297" y="19844"/>
                </a:lnTo>
                <a:cubicBezTo>
                  <a:pt x="83809" y="19844"/>
                  <a:pt x="79375" y="15410"/>
                  <a:pt x="79375" y="9922"/>
                </a:cubicBezTo>
                <a:cubicBezTo>
                  <a:pt x="79375" y="4434"/>
                  <a:pt x="83809" y="0"/>
                  <a:pt x="89297" y="0"/>
                </a:cubicBezTo>
                <a:lnTo>
                  <a:pt x="109141" y="0"/>
                </a:lnTo>
                <a:cubicBezTo>
                  <a:pt x="114629" y="0"/>
                  <a:pt x="119062" y="4434"/>
                  <a:pt x="119062" y="9922"/>
                </a:cubicBezTo>
                <a:cubicBezTo>
                  <a:pt x="119062" y="15410"/>
                  <a:pt x="114629" y="19844"/>
                  <a:pt x="109141" y="19844"/>
                </a:cubicBezTo>
                <a:lnTo>
                  <a:pt x="109141" y="69453"/>
                </a:lnTo>
                <a:cubicBezTo>
                  <a:pt x="109141" y="96862"/>
                  <a:pt x="86940" y="119062"/>
                  <a:pt x="59531" y="119062"/>
                </a:cubicBezTo>
                <a:cubicBezTo>
                  <a:pt x="32122" y="119062"/>
                  <a:pt x="9922" y="96862"/>
                  <a:pt x="9922" y="69453"/>
                </a:cubicBezTo>
                <a:lnTo>
                  <a:pt x="9922" y="19844"/>
                </a:lnTo>
                <a:cubicBezTo>
                  <a:pt x="4434" y="19844"/>
                  <a:pt x="0" y="15410"/>
                  <a:pt x="0" y="9922"/>
                </a:cubicBezTo>
                <a:close/>
                <a:moveTo>
                  <a:pt x="0" y="148828"/>
                </a:moveTo>
                <a:cubicBezTo>
                  <a:pt x="0" y="143340"/>
                  <a:pt x="4434" y="138906"/>
                  <a:pt x="9922" y="138906"/>
                </a:cubicBezTo>
                <a:lnTo>
                  <a:pt x="109141" y="138906"/>
                </a:lnTo>
                <a:cubicBezTo>
                  <a:pt x="114629" y="138906"/>
                  <a:pt x="119062" y="143340"/>
                  <a:pt x="119062" y="148828"/>
                </a:cubicBezTo>
                <a:cubicBezTo>
                  <a:pt x="119062" y="154316"/>
                  <a:pt x="114629" y="158750"/>
                  <a:pt x="109141" y="158750"/>
                </a:cubicBezTo>
                <a:lnTo>
                  <a:pt x="9922" y="158750"/>
                </a:lnTo>
                <a:cubicBezTo>
                  <a:pt x="4434" y="158750"/>
                  <a:pt x="0" y="154316"/>
                  <a:pt x="0" y="148828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714375" y="6117828"/>
            <a:ext cx="7278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Ostiga Chizish (Underline)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19906" y="6471047"/>
            <a:ext cx="7389812" cy="1349375"/>
          </a:xfrm>
          <a:custGeom>
            <a:avLst/>
            <a:gdLst/>
            <a:ahLst/>
            <a:cxnLst/>
            <a:rect l="l" t="t" r="r" b="b"/>
            <a:pathLst>
              <a:path w="7389812" h="1349375">
                <a:moveTo>
                  <a:pt x="63502" y="0"/>
                </a:moveTo>
                <a:lnTo>
                  <a:pt x="7326311" y="0"/>
                </a:lnTo>
                <a:cubicBezTo>
                  <a:pt x="7361382" y="0"/>
                  <a:pt x="7389812" y="28431"/>
                  <a:pt x="7389812" y="63502"/>
                </a:cubicBezTo>
                <a:lnTo>
                  <a:pt x="7389812" y="1285873"/>
                </a:lnTo>
                <a:cubicBezTo>
                  <a:pt x="7389812" y="1320944"/>
                  <a:pt x="7361382" y="1349375"/>
                  <a:pt x="7326311" y="1349375"/>
                </a:cubicBezTo>
                <a:lnTo>
                  <a:pt x="63502" y="1349375"/>
                </a:lnTo>
                <a:cubicBezTo>
                  <a:pt x="28431" y="1349375"/>
                  <a:pt x="0" y="1320944"/>
                  <a:pt x="0" y="1285873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0875" y="6602016"/>
            <a:ext cx="7183438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F59E0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def</a:t>
            </a:r>
            <a:pPr>
              <a:lnSpc>
                <a:spcPct val="140000"/>
              </a:lnSpc>
            </a:pPr>
            <a:r>
              <a:rPr lang="en-US" sz="875" dirty="0">
                <a:solidFill>
                  <a:srgbClr val="3B82F6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underline_text</a:t>
            </a:r>
            <a:pPr>
              <a:lnSpc>
                <a:spcPct val="140000"/>
              </a:lnSpc>
            </a:pPr>
            <a:r>
              <a:rPr lang="en-US" sz="87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(self):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50875" y="6782594"/>
            <a:ext cx="7183438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fmt = QTextCharFormat()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0875" y="6963172"/>
            <a:ext cx="7183438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fmt.setFontUnderline(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50875" y="7143750"/>
            <a:ext cx="7183438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self.action_underline.isChecked()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50875" y="7324328"/>
            <a:ext cx="7183438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)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50875" y="7504906"/>
            <a:ext cx="7183438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self.merge_format(fmt)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306594" y="1226344"/>
            <a:ext cx="3563938" cy="2706688"/>
          </a:xfrm>
          <a:custGeom>
            <a:avLst/>
            <a:gdLst/>
            <a:ahLst/>
            <a:cxnLst/>
            <a:rect l="l" t="t" r="r" b="b"/>
            <a:pathLst>
              <a:path w="3563938" h="2706688">
                <a:moveTo>
                  <a:pt x="95248" y="0"/>
                </a:moveTo>
                <a:lnTo>
                  <a:pt x="3468689" y="0"/>
                </a:lnTo>
                <a:cubicBezTo>
                  <a:pt x="3521293" y="0"/>
                  <a:pt x="3563938" y="42644"/>
                  <a:pt x="3563938" y="95248"/>
                </a:cubicBezTo>
                <a:lnTo>
                  <a:pt x="3563938" y="2611439"/>
                </a:lnTo>
                <a:cubicBezTo>
                  <a:pt x="3563938" y="2664043"/>
                  <a:pt x="3521293" y="2706688"/>
                  <a:pt x="3468689" y="2706688"/>
                </a:cubicBezTo>
                <a:lnTo>
                  <a:pt x="95248" y="2706688"/>
                </a:lnTo>
                <a:cubicBezTo>
                  <a:pt x="42644" y="2706688"/>
                  <a:pt x="0" y="2664043"/>
                  <a:pt x="0" y="2611439"/>
                </a:cubicBezTo>
                <a:lnTo>
                  <a:pt x="0" y="95248"/>
                </a:lnTo>
                <a:cubicBezTo>
                  <a:pt x="0" y="42679"/>
                  <a:pt x="42679" y="0"/>
                  <a:pt x="95248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520906" y="145256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23558" y="3783"/>
                </a:moveTo>
                <a:lnTo>
                  <a:pt x="96211" y="31130"/>
                </a:lnTo>
                <a:lnTo>
                  <a:pt x="127620" y="62539"/>
                </a:lnTo>
                <a:lnTo>
                  <a:pt x="154967" y="35192"/>
                </a:lnTo>
                <a:cubicBezTo>
                  <a:pt x="157386" y="32742"/>
                  <a:pt x="158750" y="29456"/>
                  <a:pt x="158750" y="26045"/>
                </a:cubicBezTo>
                <a:cubicBezTo>
                  <a:pt x="158750" y="22634"/>
                  <a:pt x="157386" y="19348"/>
                  <a:pt x="154967" y="16898"/>
                </a:cubicBezTo>
                <a:lnTo>
                  <a:pt x="141852" y="3783"/>
                </a:lnTo>
                <a:cubicBezTo>
                  <a:pt x="139402" y="1364"/>
                  <a:pt x="136116" y="0"/>
                  <a:pt x="132705" y="0"/>
                </a:cubicBezTo>
                <a:cubicBezTo>
                  <a:pt x="129294" y="0"/>
                  <a:pt x="126008" y="1364"/>
                  <a:pt x="123558" y="3783"/>
                </a:cubicBezTo>
                <a:close/>
                <a:moveTo>
                  <a:pt x="85700" y="41641"/>
                </a:moveTo>
                <a:lnTo>
                  <a:pt x="3783" y="123558"/>
                </a:lnTo>
                <a:cubicBezTo>
                  <a:pt x="1364" y="126008"/>
                  <a:pt x="0" y="129294"/>
                  <a:pt x="0" y="132705"/>
                </a:cubicBezTo>
                <a:cubicBezTo>
                  <a:pt x="0" y="136116"/>
                  <a:pt x="1364" y="139402"/>
                  <a:pt x="3783" y="141852"/>
                </a:cubicBezTo>
                <a:lnTo>
                  <a:pt x="16898" y="154967"/>
                </a:lnTo>
                <a:cubicBezTo>
                  <a:pt x="19348" y="157386"/>
                  <a:pt x="22634" y="158750"/>
                  <a:pt x="26045" y="158750"/>
                </a:cubicBezTo>
                <a:cubicBezTo>
                  <a:pt x="29456" y="158750"/>
                  <a:pt x="32742" y="157386"/>
                  <a:pt x="35192" y="154967"/>
                </a:cubicBezTo>
                <a:lnTo>
                  <a:pt x="117109" y="73050"/>
                </a:lnTo>
                <a:lnTo>
                  <a:pt x="85700" y="41641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8" name="Text 36"/>
          <p:cNvSpPr/>
          <p:nvPr/>
        </p:nvSpPr>
        <p:spPr>
          <a:xfrm>
            <a:off x="8699500" y="1420813"/>
            <a:ext cx="3055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Yordamchi Metod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505031" y="1774031"/>
            <a:ext cx="3167063" cy="1706563"/>
          </a:xfrm>
          <a:custGeom>
            <a:avLst/>
            <a:gdLst/>
            <a:ahLst/>
            <a:cxnLst/>
            <a:rect l="l" t="t" r="r" b="b"/>
            <a:pathLst>
              <a:path w="3167063" h="1706563">
                <a:moveTo>
                  <a:pt x="63501" y="0"/>
                </a:moveTo>
                <a:lnTo>
                  <a:pt x="3103561" y="0"/>
                </a:lnTo>
                <a:cubicBezTo>
                  <a:pt x="3138632" y="0"/>
                  <a:pt x="3167062" y="28430"/>
                  <a:pt x="3167062" y="63501"/>
                </a:cubicBezTo>
                <a:lnTo>
                  <a:pt x="3167063" y="1643061"/>
                </a:lnTo>
                <a:cubicBezTo>
                  <a:pt x="3167062" y="1678132"/>
                  <a:pt x="3138632" y="1706562"/>
                  <a:pt x="3103561" y="1706562"/>
                </a:cubicBezTo>
                <a:lnTo>
                  <a:pt x="63501" y="1706563"/>
                </a:lnTo>
                <a:cubicBezTo>
                  <a:pt x="28430" y="1706562"/>
                  <a:pt x="0" y="1678132"/>
                  <a:pt x="0" y="1643061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36000" y="1905000"/>
            <a:ext cx="2960688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F59E0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def</a:t>
            </a:r>
            <a:pPr>
              <a:lnSpc>
                <a:spcPct val="140000"/>
              </a:lnSpc>
            </a:pPr>
            <a:r>
              <a:rPr lang="en-US" sz="875" dirty="0">
                <a:solidFill>
                  <a:srgbClr val="3B82F6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merge_format</a:t>
            </a:r>
            <a:pPr>
              <a:lnSpc>
                <a:spcPct val="140000"/>
              </a:lnSpc>
            </a:pPr>
            <a:r>
              <a:rPr lang="en-US" sz="87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(self, format):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636000" y="2085578"/>
            <a:ext cx="2960688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cursor = self.text_edit.textCursor()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636000" y="2266156"/>
            <a:ext cx="2960688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F59E0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if not</a:t>
            </a:r>
            <a:pPr>
              <a:lnSpc>
                <a:spcPct val="140000"/>
              </a:lnSpc>
            </a:pPr>
            <a:r>
              <a:rPr lang="en-US" sz="87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cursor.hasSelection():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636000" y="2446734"/>
            <a:ext cx="2960688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cursor.select(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636000" y="2627313"/>
            <a:ext cx="2960688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QTextCursor.WordUnderCursor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636000" y="2807891"/>
            <a:ext cx="2960688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)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636000" y="2988469"/>
            <a:ext cx="2960688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cursor.mergeCharFormat(format)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636000" y="3169047"/>
            <a:ext cx="2960688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self.text_edit.mergeCurrentCharFormat(format)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501063" y="3579813"/>
            <a:ext cx="3230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Matn tanlanmagan bo'lsa, kursorni o'zida so'zni tanlaydi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306594" y="4099719"/>
            <a:ext cx="3563938" cy="3119438"/>
          </a:xfrm>
          <a:custGeom>
            <a:avLst/>
            <a:gdLst/>
            <a:ahLst/>
            <a:cxnLst/>
            <a:rect l="l" t="t" r="r" b="b"/>
            <a:pathLst>
              <a:path w="3563938" h="3119438">
                <a:moveTo>
                  <a:pt x="95236" y="0"/>
                </a:moveTo>
                <a:lnTo>
                  <a:pt x="3468701" y="0"/>
                </a:lnTo>
                <a:cubicBezTo>
                  <a:pt x="3521263" y="0"/>
                  <a:pt x="3563938" y="42674"/>
                  <a:pt x="3563938" y="95236"/>
                </a:cubicBezTo>
                <a:lnTo>
                  <a:pt x="3563938" y="3024201"/>
                </a:lnTo>
                <a:cubicBezTo>
                  <a:pt x="3563937" y="3076799"/>
                  <a:pt x="3521299" y="3119438"/>
                  <a:pt x="3468701" y="3119438"/>
                </a:cubicBezTo>
                <a:lnTo>
                  <a:pt x="95236" y="3119438"/>
                </a:lnTo>
                <a:cubicBezTo>
                  <a:pt x="42639" y="3119438"/>
                  <a:pt x="0" y="3076799"/>
                  <a:pt x="0" y="3024201"/>
                </a:cubicBezTo>
                <a:lnTo>
                  <a:pt x="0" y="95236"/>
                </a:lnTo>
                <a:cubicBezTo>
                  <a:pt x="0" y="42674"/>
                  <a:pt x="42674" y="0"/>
                  <a:pt x="95236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520906" y="432593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58750" y="79375"/>
                </a:moveTo>
                <a:cubicBezTo>
                  <a:pt x="158750" y="79654"/>
                  <a:pt x="158750" y="79933"/>
                  <a:pt x="158750" y="80212"/>
                </a:cubicBezTo>
                <a:cubicBezTo>
                  <a:pt x="158626" y="91529"/>
                  <a:pt x="148332" y="99219"/>
                  <a:pt x="137015" y="99219"/>
                </a:cubicBezTo>
                <a:lnTo>
                  <a:pt x="106660" y="99219"/>
                </a:lnTo>
                <a:cubicBezTo>
                  <a:pt x="98444" y="99219"/>
                  <a:pt x="91777" y="105885"/>
                  <a:pt x="91777" y="114102"/>
                </a:cubicBezTo>
                <a:cubicBezTo>
                  <a:pt x="91777" y="115156"/>
                  <a:pt x="91901" y="116179"/>
                  <a:pt x="92087" y="117171"/>
                </a:cubicBezTo>
                <a:cubicBezTo>
                  <a:pt x="92739" y="120334"/>
                  <a:pt x="94103" y="123372"/>
                  <a:pt x="95436" y="126442"/>
                </a:cubicBezTo>
                <a:cubicBezTo>
                  <a:pt x="97327" y="130721"/>
                  <a:pt x="99188" y="134969"/>
                  <a:pt x="99188" y="139464"/>
                </a:cubicBezTo>
                <a:cubicBezTo>
                  <a:pt x="99188" y="149324"/>
                  <a:pt x="92490" y="158285"/>
                  <a:pt x="82631" y="158688"/>
                </a:cubicBezTo>
                <a:cubicBezTo>
                  <a:pt x="81545" y="158719"/>
                  <a:pt x="80460" y="158750"/>
                  <a:pt x="79344" y="158750"/>
                </a:cubicBezTo>
                <a:cubicBezTo>
                  <a:pt x="35502" y="158750"/>
                  <a:pt x="-31" y="123217"/>
                  <a:pt x="-31" y="79375"/>
                </a:cubicBezTo>
                <a:cubicBezTo>
                  <a:pt x="-31" y="35533"/>
                  <a:pt x="35533" y="0"/>
                  <a:pt x="79375" y="0"/>
                </a:cubicBezTo>
                <a:cubicBezTo>
                  <a:pt x="123217" y="0"/>
                  <a:pt x="158750" y="35533"/>
                  <a:pt x="158750" y="79375"/>
                </a:cubicBezTo>
                <a:close/>
                <a:moveTo>
                  <a:pt x="39688" y="89297"/>
                </a:moveTo>
                <a:cubicBezTo>
                  <a:pt x="39688" y="83821"/>
                  <a:pt x="35242" y="79375"/>
                  <a:pt x="29766" y="79375"/>
                </a:cubicBezTo>
                <a:cubicBezTo>
                  <a:pt x="24290" y="79375"/>
                  <a:pt x="19844" y="83821"/>
                  <a:pt x="19844" y="89297"/>
                </a:cubicBezTo>
                <a:cubicBezTo>
                  <a:pt x="19844" y="94773"/>
                  <a:pt x="24290" y="99219"/>
                  <a:pt x="29766" y="99219"/>
                </a:cubicBezTo>
                <a:cubicBezTo>
                  <a:pt x="35242" y="99219"/>
                  <a:pt x="39688" y="94773"/>
                  <a:pt x="39688" y="89297"/>
                </a:cubicBezTo>
                <a:close/>
                <a:moveTo>
                  <a:pt x="39688" y="59531"/>
                </a:moveTo>
                <a:cubicBezTo>
                  <a:pt x="45164" y="59531"/>
                  <a:pt x="49609" y="55085"/>
                  <a:pt x="49609" y="49609"/>
                </a:cubicBezTo>
                <a:cubicBezTo>
                  <a:pt x="49609" y="44133"/>
                  <a:pt x="45164" y="39688"/>
                  <a:pt x="39688" y="39688"/>
                </a:cubicBezTo>
                <a:cubicBezTo>
                  <a:pt x="34211" y="39688"/>
                  <a:pt x="29766" y="44133"/>
                  <a:pt x="29766" y="49609"/>
                </a:cubicBezTo>
                <a:cubicBezTo>
                  <a:pt x="29766" y="55085"/>
                  <a:pt x="34211" y="59531"/>
                  <a:pt x="39688" y="59531"/>
                </a:cubicBezTo>
                <a:close/>
                <a:moveTo>
                  <a:pt x="89297" y="29766"/>
                </a:moveTo>
                <a:cubicBezTo>
                  <a:pt x="89297" y="24290"/>
                  <a:pt x="84851" y="19844"/>
                  <a:pt x="79375" y="19844"/>
                </a:cubicBezTo>
                <a:cubicBezTo>
                  <a:pt x="73899" y="19844"/>
                  <a:pt x="69453" y="24290"/>
                  <a:pt x="69453" y="29766"/>
                </a:cubicBezTo>
                <a:cubicBezTo>
                  <a:pt x="69453" y="35242"/>
                  <a:pt x="73899" y="39688"/>
                  <a:pt x="79375" y="39688"/>
                </a:cubicBezTo>
                <a:cubicBezTo>
                  <a:pt x="84851" y="39688"/>
                  <a:pt x="89297" y="35242"/>
                  <a:pt x="89297" y="29766"/>
                </a:cubicBezTo>
                <a:close/>
                <a:moveTo>
                  <a:pt x="119062" y="59531"/>
                </a:moveTo>
                <a:cubicBezTo>
                  <a:pt x="124539" y="59531"/>
                  <a:pt x="128984" y="55085"/>
                  <a:pt x="128984" y="49609"/>
                </a:cubicBezTo>
                <a:cubicBezTo>
                  <a:pt x="128984" y="44133"/>
                  <a:pt x="124539" y="39688"/>
                  <a:pt x="119062" y="39688"/>
                </a:cubicBezTo>
                <a:cubicBezTo>
                  <a:pt x="113586" y="39688"/>
                  <a:pt x="109141" y="44133"/>
                  <a:pt x="109141" y="49609"/>
                </a:cubicBezTo>
                <a:cubicBezTo>
                  <a:pt x="109141" y="55085"/>
                  <a:pt x="113586" y="59531"/>
                  <a:pt x="119062" y="5953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1" name="Text 49"/>
          <p:cNvSpPr/>
          <p:nvPr/>
        </p:nvSpPr>
        <p:spPr>
          <a:xfrm>
            <a:off x="8699500" y="4294188"/>
            <a:ext cx="3055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Qo'shimcha Formatlash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505031" y="4647406"/>
            <a:ext cx="3167063" cy="515938"/>
          </a:xfrm>
          <a:custGeom>
            <a:avLst/>
            <a:gdLst/>
            <a:ahLst/>
            <a:cxnLst/>
            <a:rect l="l" t="t" r="r" b="b"/>
            <a:pathLst>
              <a:path w="3167063" h="515938">
                <a:moveTo>
                  <a:pt x="63502" y="0"/>
                </a:moveTo>
                <a:lnTo>
                  <a:pt x="3103561" y="0"/>
                </a:lnTo>
                <a:cubicBezTo>
                  <a:pt x="3138632" y="0"/>
                  <a:pt x="3167062" y="28431"/>
                  <a:pt x="3167062" y="63502"/>
                </a:cubicBezTo>
                <a:lnTo>
                  <a:pt x="3167063" y="452436"/>
                </a:lnTo>
                <a:cubicBezTo>
                  <a:pt x="3167062" y="487507"/>
                  <a:pt x="3138632" y="515938"/>
                  <a:pt x="3103561" y="515938"/>
                </a:cubicBezTo>
                <a:lnTo>
                  <a:pt x="63502" y="515938"/>
                </a:lnTo>
                <a:cubicBezTo>
                  <a:pt x="28431" y="515938"/>
                  <a:pt x="0" y="487507"/>
                  <a:pt x="0" y="45243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604250" y="4746625"/>
            <a:ext cx="3024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B82F6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setFontFamily()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604250" y="4937125"/>
            <a:ext cx="30162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Shrift oilasi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505031" y="5266531"/>
            <a:ext cx="3167063" cy="515938"/>
          </a:xfrm>
          <a:custGeom>
            <a:avLst/>
            <a:gdLst/>
            <a:ahLst/>
            <a:cxnLst/>
            <a:rect l="l" t="t" r="r" b="b"/>
            <a:pathLst>
              <a:path w="3167063" h="515938">
                <a:moveTo>
                  <a:pt x="63502" y="0"/>
                </a:moveTo>
                <a:lnTo>
                  <a:pt x="3103561" y="0"/>
                </a:lnTo>
                <a:cubicBezTo>
                  <a:pt x="3138632" y="0"/>
                  <a:pt x="3167062" y="28431"/>
                  <a:pt x="3167062" y="63502"/>
                </a:cubicBezTo>
                <a:lnTo>
                  <a:pt x="3167063" y="452436"/>
                </a:lnTo>
                <a:cubicBezTo>
                  <a:pt x="3167062" y="487507"/>
                  <a:pt x="3138632" y="515938"/>
                  <a:pt x="3103561" y="515938"/>
                </a:cubicBezTo>
                <a:lnTo>
                  <a:pt x="63502" y="515938"/>
                </a:lnTo>
                <a:cubicBezTo>
                  <a:pt x="28431" y="515938"/>
                  <a:pt x="0" y="487507"/>
                  <a:pt x="0" y="45243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604250" y="5365750"/>
            <a:ext cx="3024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setFontPointSize()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604250" y="5556250"/>
            <a:ext cx="30162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Shrift o'lchami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505031" y="5885656"/>
            <a:ext cx="3167063" cy="515938"/>
          </a:xfrm>
          <a:custGeom>
            <a:avLst/>
            <a:gdLst/>
            <a:ahLst/>
            <a:cxnLst/>
            <a:rect l="l" t="t" r="r" b="b"/>
            <a:pathLst>
              <a:path w="3167063" h="515938">
                <a:moveTo>
                  <a:pt x="63502" y="0"/>
                </a:moveTo>
                <a:lnTo>
                  <a:pt x="3103561" y="0"/>
                </a:lnTo>
                <a:cubicBezTo>
                  <a:pt x="3138632" y="0"/>
                  <a:pt x="3167062" y="28431"/>
                  <a:pt x="3167062" y="63502"/>
                </a:cubicBezTo>
                <a:lnTo>
                  <a:pt x="3167063" y="452436"/>
                </a:lnTo>
                <a:cubicBezTo>
                  <a:pt x="3167062" y="487507"/>
                  <a:pt x="3138632" y="515938"/>
                  <a:pt x="3103561" y="515938"/>
                </a:cubicBezTo>
                <a:lnTo>
                  <a:pt x="63502" y="515938"/>
                </a:lnTo>
                <a:cubicBezTo>
                  <a:pt x="28431" y="515938"/>
                  <a:pt x="0" y="487507"/>
                  <a:pt x="0" y="45243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604250" y="5984875"/>
            <a:ext cx="3024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9E0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setForeground()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604250" y="6175375"/>
            <a:ext cx="30162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Matn rangi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505031" y="6504781"/>
            <a:ext cx="3167063" cy="515938"/>
          </a:xfrm>
          <a:custGeom>
            <a:avLst/>
            <a:gdLst/>
            <a:ahLst/>
            <a:cxnLst/>
            <a:rect l="l" t="t" r="r" b="b"/>
            <a:pathLst>
              <a:path w="3167063" h="515938">
                <a:moveTo>
                  <a:pt x="63502" y="0"/>
                </a:moveTo>
                <a:lnTo>
                  <a:pt x="3103561" y="0"/>
                </a:lnTo>
                <a:cubicBezTo>
                  <a:pt x="3138632" y="0"/>
                  <a:pt x="3167062" y="28431"/>
                  <a:pt x="3167062" y="63502"/>
                </a:cubicBezTo>
                <a:lnTo>
                  <a:pt x="3167063" y="452436"/>
                </a:lnTo>
                <a:cubicBezTo>
                  <a:pt x="3167062" y="487507"/>
                  <a:pt x="3138632" y="515938"/>
                  <a:pt x="3103561" y="515938"/>
                </a:cubicBezTo>
                <a:lnTo>
                  <a:pt x="63502" y="515938"/>
                </a:lnTo>
                <a:cubicBezTo>
                  <a:pt x="28431" y="515938"/>
                  <a:pt x="0" y="487507"/>
                  <a:pt x="0" y="45243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604250" y="6604000"/>
            <a:ext cx="3024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B82F6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setBackground()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604250" y="6794500"/>
            <a:ext cx="30162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Fon rangi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0b88d5aa4713d615f97b7d3153caea1517e96785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E293B"/>
              </a:gs>
              <a:gs pos="50000">
                <a:srgbClr val="1E293B">
                  <a:alpha val="95000"/>
                </a:srgbClr>
              </a:gs>
              <a:gs pos="100000">
                <a:srgbClr val="10B981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2124075"/>
            <a:ext cx="1343025" cy="428625"/>
          </a:xfrm>
          <a:custGeom>
            <a:avLst/>
            <a:gdLst/>
            <a:ahLst/>
            <a:cxnLst/>
            <a:rect l="l" t="t" r="r" b="b"/>
            <a:pathLst>
              <a:path w="1343025" h="428625">
                <a:moveTo>
                  <a:pt x="114301" y="0"/>
                </a:moveTo>
                <a:lnTo>
                  <a:pt x="1228724" y="0"/>
                </a:lnTo>
                <a:cubicBezTo>
                  <a:pt x="1291851" y="0"/>
                  <a:pt x="1343025" y="51174"/>
                  <a:pt x="1343025" y="114301"/>
                </a:cubicBezTo>
                <a:lnTo>
                  <a:pt x="1343025" y="314324"/>
                </a:lnTo>
                <a:cubicBezTo>
                  <a:pt x="1343025" y="377451"/>
                  <a:pt x="1291851" y="428625"/>
                  <a:pt x="1228724" y="428625"/>
                </a:cubicBezTo>
                <a:lnTo>
                  <a:pt x="114301" y="428625"/>
                </a:lnTo>
                <a:cubicBezTo>
                  <a:pt x="51174" y="428625"/>
                  <a:pt x="0" y="377451"/>
                  <a:pt x="0" y="3143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1025" y="2233613"/>
            <a:ext cx="104953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spc="75" kern="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BO'LIM 06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786063"/>
            <a:ext cx="65532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Xatolarni Boshqarish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871913"/>
            <a:ext cx="63246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GUI dasturlarida xatolarni qayta ishlash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700588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9" name="Shape 6"/>
          <p:cNvSpPr/>
          <p:nvPr/>
        </p:nvSpPr>
        <p:spPr>
          <a:xfrm>
            <a:off x="1447800" y="4700588"/>
            <a:ext cx="457200" cy="38100"/>
          </a:xfrm>
          <a:custGeom>
            <a:avLst/>
            <a:gdLst/>
            <a:ahLst/>
            <a:cxnLst/>
            <a:rect l="l" t="t" r="r" b="b"/>
            <a:pathLst>
              <a:path w="457200" h="38100">
                <a:moveTo>
                  <a:pt x="0" y="0"/>
                </a:moveTo>
                <a:lnTo>
                  <a:pt x="457200" y="0"/>
                </a:lnTo>
                <a:lnTo>
                  <a:pt x="457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10B981">
              <a:alpha val="50196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2057400" y="4700588"/>
            <a:ext cx="228600" cy="38100"/>
          </a:xfrm>
          <a:custGeom>
            <a:avLst/>
            <a:gdLst/>
            <a:ahLst/>
            <a:cxnLst/>
            <a:rect l="l" t="t" r="r" b="b"/>
            <a:pathLst>
              <a:path w="228600" h="38100">
                <a:moveTo>
                  <a:pt x="0" y="0"/>
                </a:moveTo>
                <a:lnTo>
                  <a:pt x="228600" y="0"/>
                </a:lnTo>
                <a:lnTo>
                  <a:pt x="228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10B981">
              <a:alpha val="30196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7048" y="337048"/>
            <a:ext cx="1747659" cy="341210"/>
          </a:xfrm>
          <a:custGeom>
            <a:avLst/>
            <a:gdLst/>
            <a:ahLst/>
            <a:cxnLst/>
            <a:rect l="l" t="t" r="r" b="b"/>
            <a:pathLst>
              <a:path w="1747659" h="341210">
                <a:moveTo>
                  <a:pt x="66577" y="0"/>
                </a:moveTo>
                <a:lnTo>
                  <a:pt x="1681082" y="0"/>
                </a:lnTo>
                <a:cubicBezTo>
                  <a:pt x="1717851" y="0"/>
                  <a:pt x="1747659" y="29807"/>
                  <a:pt x="1747659" y="66577"/>
                </a:cubicBezTo>
                <a:lnTo>
                  <a:pt x="1747659" y="274633"/>
                </a:lnTo>
                <a:cubicBezTo>
                  <a:pt x="1747659" y="311402"/>
                  <a:pt x="1717851" y="341210"/>
                  <a:pt x="1681082" y="341210"/>
                </a:cubicBezTo>
                <a:lnTo>
                  <a:pt x="66577" y="341210"/>
                </a:lnTo>
                <a:cubicBezTo>
                  <a:pt x="29832" y="341210"/>
                  <a:pt x="0" y="311377"/>
                  <a:pt x="0" y="274633"/>
                </a:cubicBezTo>
                <a:lnTo>
                  <a:pt x="0" y="66577"/>
                </a:lnTo>
                <a:cubicBezTo>
                  <a:pt x="0" y="29832"/>
                  <a:pt x="29832" y="0"/>
                  <a:pt x="66577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4365" y="449398"/>
            <a:ext cx="1528161" cy="133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b="1" spc="46" kern="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XATOLARNI BOSHQARISH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2887" y="782285"/>
            <a:ext cx="11676025" cy="3328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5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Xatolarni Qayta Ishlash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7048" y="1285777"/>
            <a:ext cx="5650763" cy="2521622"/>
          </a:xfrm>
          <a:custGeom>
            <a:avLst/>
            <a:gdLst/>
            <a:ahLst/>
            <a:cxnLst/>
            <a:rect l="l" t="t" r="r" b="b"/>
            <a:pathLst>
              <a:path w="5650763" h="2521622">
                <a:moveTo>
                  <a:pt x="99856" y="0"/>
                </a:moveTo>
                <a:lnTo>
                  <a:pt x="5550907" y="0"/>
                </a:lnTo>
                <a:cubicBezTo>
                  <a:pt x="5606056" y="0"/>
                  <a:pt x="5650763" y="44707"/>
                  <a:pt x="5650763" y="99856"/>
                </a:cubicBezTo>
                <a:lnTo>
                  <a:pt x="5650763" y="2421766"/>
                </a:lnTo>
                <a:cubicBezTo>
                  <a:pt x="5650763" y="2476915"/>
                  <a:pt x="5606056" y="2521622"/>
                  <a:pt x="5550907" y="2521622"/>
                </a:cubicBezTo>
                <a:lnTo>
                  <a:pt x="99856" y="2521622"/>
                </a:lnTo>
                <a:cubicBezTo>
                  <a:pt x="44707" y="2521622"/>
                  <a:pt x="0" y="2476915"/>
                  <a:pt x="0" y="2421766"/>
                </a:cubicBezTo>
                <a:lnTo>
                  <a:pt x="0" y="99856"/>
                </a:lnTo>
                <a:cubicBezTo>
                  <a:pt x="0" y="44744"/>
                  <a:pt x="44744" y="0"/>
                  <a:pt x="99856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1747" y="1522960"/>
            <a:ext cx="166444" cy="166444"/>
          </a:xfrm>
          <a:custGeom>
            <a:avLst/>
            <a:gdLst/>
            <a:ahLst/>
            <a:cxnLst/>
            <a:rect l="l" t="t" r="r" b="b"/>
            <a:pathLst>
              <a:path w="166444" h="166444">
                <a:moveTo>
                  <a:pt x="83222" y="0"/>
                </a:moveTo>
                <a:cubicBezTo>
                  <a:pt x="88001" y="0"/>
                  <a:pt x="92389" y="2633"/>
                  <a:pt x="94665" y="6827"/>
                </a:cubicBezTo>
                <a:lnTo>
                  <a:pt x="164883" y="136861"/>
                </a:lnTo>
                <a:cubicBezTo>
                  <a:pt x="167061" y="140892"/>
                  <a:pt x="166964" y="145768"/>
                  <a:pt x="164623" y="149702"/>
                </a:cubicBezTo>
                <a:cubicBezTo>
                  <a:pt x="162283" y="153635"/>
                  <a:pt x="158024" y="156041"/>
                  <a:pt x="153440" y="156041"/>
                </a:cubicBezTo>
                <a:lnTo>
                  <a:pt x="13003" y="156041"/>
                </a:lnTo>
                <a:cubicBezTo>
                  <a:pt x="8420" y="156041"/>
                  <a:pt x="4194" y="153635"/>
                  <a:pt x="1820" y="149702"/>
                </a:cubicBezTo>
                <a:cubicBezTo>
                  <a:pt x="-553" y="145768"/>
                  <a:pt x="-618" y="140892"/>
                  <a:pt x="1560" y="136861"/>
                </a:cubicBezTo>
                <a:lnTo>
                  <a:pt x="71779" y="6827"/>
                </a:lnTo>
                <a:cubicBezTo>
                  <a:pt x="74054" y="2633"/>
                  <a:pt x="78443" y="0"/>
                  <a:pt x="83222" y="0"/>
                </a:cubicBezTo>
                <a:close/>
                <a:moveTo>
                  <a:pt x="83222" y="54614"/>
                </a:moveTo>
                <a:cubicBezTo>
                  <a:pt x="78898" y="54614"/>
                  <a:pt x="75420" y="58093"/>
                  <a:pt x="75420" y="62416"/>
                </a:cubicBezTo>
                <a:lnTo>
                  <a:pt x="75420" y="98826"/>
                </a:lnTo>
                <a:cubicBezTo>
                  <a:pt x="75420" y="103150"/>
                  <a:pt x="78898" y="106628"/>
                  <a:pt x="83222" y="106628"/>
                </a:cubicBezTo>
                <a:cubicBezTo>
                  <a:pt x="87545" y="106628"/>
                  <a:pt x="91024" y="103150"/>
                  <a:pt x="91024" y="98826"/>
                </a:cubicBezTo>
                <a:lnTo>
                  <a:pt x="91024" y="62416"/>
                </a:lnTo>
                <a:cubicBezTo>
                  <a:pt x="91024" y="58093"/>
                  <a:pt x="87545" y="54614"/>
                  <a:pt x="83222" y="54614"/>
                </a:cubicBezTo>
                <a:close/>
                <a:moveTo>
                  <a:pt x="91902" y="124833"/>
                </a:moveTo>
                <a:cubicBezTo>
                  <a:pt x="92099" y="121611"/>
                  <a:pt x="90492" y="118546"/>
                  <a:pt x="87730" y="116875"/>
                </a:cubicBezTo>
                <a:cubicBezTo>
                  <a:pt x="84969" y="115204"/>
                  <a:pt x="81508" y="115204"/>
                  <a:pt x="78746" y="116875"/>
                </a:cubicBezTo>
                <a:cubicBezTo>
                  <a:pt x="75984" y="118546"/>
                  <a:pt x="74377" y="121611"/>
                  <a:pt x="74575" y="124833"/>
                </a:cubicBezTo>
                <a:cubicBezTo>
                  <a:pt x="74377" y="128055"/>
                  <a:pt x="75984" y="131120"/>
                  <a:pt x="78746" y="132791"/>
                </a:cubicBezTo>
                <a:cubicBezTo>
                  <a:pt x="81508" y="134461"/>
                  <a:pt x="84969" y="134461"/>
                  <a:pt x="87730" y="132791"/>
                </a:cubicBezTo>
                <a:cubicBezTo>
                  <a:pt x="90492" y="131120"/>
                  <a:pt x="92099" y="128055"/>
                  <a:pt x="91902" y="124833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748997" y="1489671"/>
            <a:ext cx="5118143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Muammo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0942" y="1855847"/>
            <a:ext cx="5309554" cy="432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8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GUI dasturlarida xatolar yuz berganda, ular konsolda ko'rinmay qolishi mumkin. Foydalanuvchi dastur nima uchun ishlamayotganini tushunmaydi.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5103" y="2425917"/>
            <a:ext cx="5234654" cy="1173428"/>
          </a:xfrm>
          <a:custGeom>
            <a:avLst/>
            <a:gdLst/>
            <a:ahLst/>
            <a:cxnLst/>
            <a:rect l="l" t="t" r="r" b="b"/>
            <a:pathLst>
              <a:path w="5234654" h="1173428">
                <a:moveTo>
                  <a:pt x="66580" y="0"/>
                </a:moveTo>
                <a:lnTo>
                  <a:pt x="5168074" y="0"/>
                </a:lnTo>
                <a:cubicBezTo>
                  <a:pt x="5204845" y="0"/>
                  <a:pt x="5234654" y="29809"/>
                  <a:pt x="5234654" y="66580"/>
                </a:cubicBezTo>
                <a:lnTo>
                  <a:pt x="5234654" y="1106848"/>
                </a:lnTo>
                <a:cubicBezTo>
                  <a:pt x="5234654" y="1143619"/>
                  <a:pt x="5204845" y="1173428"/>
                  <a:pt x="5168074" y="1173428"/>
                </a:cubicBezTo>
                <a:lnTo>
                  <a:pt x="66580" y="1173428"/>
                </a:lnTo>
                <a:cubicBezTo>
                  <a:pt x="29809" y="1173428"/>
                  <a:pt x="0" y="1143619"/>
                  <a:pt x="0" y="1106848"/>
                </a:cubicBezTo>
                <a:lnTo>
                  <a:pt x="0" y="66580"/>
                </a:lnTo>
                <a:cubicBezTo>
                  <a:pt x="0" y="29834"/>
                  <a:pt x="29834" y="0"/>
                  <a:pt x="66580" y="0"/>
                </a:cubicBezTo>
                <a:close/>
              </a:path>
            </a:pathLst>
          </a:custGeom>
          <a:solidFill>
            <a:srgbClr val="F59E0B">
              <a:alpha val="10196"/>
            </a:srgbClr>
          </a:solidFill>
          <a:ln w="1270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2419" y="2563233"/>
            <a:ext cx="5026599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Odatiy xatti-harakat: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2419" y="2829543"/>
            <a:ext cx="99866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87227" y="2829543"/>
            <a:ext cx="1356516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Xatolar konsolda ko'rinadi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2419" y="3062564"/>
            <a:ext cx="99866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87227" y="3062564"/>
            <a:ext cx="1131817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GUI yopilishi mumkin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2419" y="3295585"/>
            <a:ext cx="99866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87227" y="3295585"/>
            <a:ext cx="1564571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Foydalanuvchi xabarsiz qoladi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37048" y="3982165"/>
            <a:ext cx="5650763" cy="1972358"/>
          </a:xfrm>
          <a:custGeom>
            <a:avLst/>
            <a:gdLst/>
            <a:ahLst/>
            <a:cxnLst/>
            <a:rect l="l" t="t" r="r" b="b"/>
            <a:pathLst>
              <a:path w="5650763" h="1972358">
                <a:moveTo>
                  <a:pt x="99860" y="0"/>
                </a:moveTo>
                <a:lnTo>
                  <a:pt x="5550903" y="0"/>
                </a:lnTo>
                <a:cubicBezTo>
                  <a:pt x="5606054" y="0"/>
                  <a:pt x="5650763" y="44709"/>
                  <a:pt x="5650763" y="99860"/>
                </a:cubicBezTo>
                <a:lnTo>
                  <a:pt x="5650763" y="1872497"/>
                </a:lnTo>
                <a:cubicBezTo>
                  <a:pt x="5650763" y="1927649"/>
                  <a:pt x="5606054" y="1972358"/>
                  <a:pt x="5550903" y="1972358"/>
                </a:cubicBezTo>
                <a:lnTo>
                  <a:pt x="99860" y="1972358"/>
                </a:lnTo>
                <a:cubicBezTo>
                  <a:pt x="44709" y="1972358"/>
                  <a:pt x="0" y="1927649"/>
                  <a:pt x="0" y="1872497"/>
                </a:cubicBezTo>
                <a:lnTo>
                  <a:pt x="0" y="99860"/>
                </a:lnTo>
                <a:cubicBezTo>
                  <a:pt x="0" y="44746"/>
                  <a:pt x="44746" y="0"/>
                  <a:pt x="9986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1747" y="4219347"/>
            <a:ext cx="166444" cy="166444"/>
          </a:xfrm>
          <a:custGeom>
            <a:avLst/>
            <a:gdLst/>
            <a:ahLst/>
            <a:cxnLst/>
            <a:rect l="l" t="t" r="r" b="b"/>
            <a:pathLst>
              <a:path w="166444" h="166444">
                <a:moveTo>
                  <a:pt x="83222" y="166444"/>
                </a:moveTo>
                <a:cubicBezTo>
                  <a:pt x="129153" y="166444"/>
                  <a:pt x="166444" y="129153"/>
                  <a:pt x="166444" y="83222"/>
                </a:cubicBezTo>
                <a:cubicBezTo>
                  <a:pt x="166444" y="37290"/>
                  <a:pt x="129153" y="0"/>
                  <a:pt x="83222" y="0"/>
                </a:cubicBezTo>
                <a:cubicBezTo>
                  <a:pt x="37290" y="0"/>
                  <a:pt x="0" y="37290"/>
                  <a:pt x="0" y="83222"/>
                </a:cubicBezTo>
                <a:cubicBezTo>
                  <a:pt x="0" y="129153"/>
                  <a:pt x="37290" y="166444"/>
                  <a:pt x="83222" y="166444"/>
                </a:cubicBezTo>
                <a:close/>
                <a:moveTo>
                  <a:pt x="110659" y="69146"/>
                </a:moveTo>
                <a:lnTo>
                  <a:pt x="84652" y="110757"/>
                </a:lnTo>
                <a:cubicBezTo>
                  <a:pt x="83287" y="112935"/>
                  <a:pt x="80946" y="114300"/>
                  <a:pt x="78378" y="114430"/>
                </a:cubicBezTo>
                <a:cubicBezTo>
                  <a:pt x="75810" y="114560"/>
                  <a:pt x="73339" y="113390"/>
                  <a:pt x="71811" y="111309"/>
                </a:cubicBezTo>
                <a:lnTo>
                  <a:pt x="56207" y="90504"/>
                </a:lnTo>
                <a:cubicBezTo>
                  <a:pt x="53607" y="87058"/>
                  <a:pt x="54322" y="82182"/>
                  <a:pt x="57768" y="79581"/>
                </a:cubicBezTo>
                <a:cubicBezTo>
                  <a:pt x="61214" y="76980"/>
                  <a:pt x="66090" y="77695"/>
                  <a:pt x="68691" y="81141"/>
                </a:cubicBezTo>
                <a:lnTo>
                  <a:pt x="77468" y="92844"/>
                </a:lnTo>
                <a:lnTo>
                  <a:pt x="97428" y="60888"/>
                </a:lnTo>
                <a:cubicBezTo>
                  <a:pt x="99704" y="57248"/>
                  <a:pt x="104515" y="56110"/>
                  <a:pt x="108188" y="58418"/>
                </a:cubicBezTo>
                <a:cubicBezTo>
                  <a:pt x="111862" y="60726"/>
                  <a:pt x="112967" y="65505"/>
                  <a:pt x="110659" y="6917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748997" y="4186059"/>
            <a:ext cx="5118143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Yechim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0942" y="4552235"/>
            <a:ext cx="5309554" cy="432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sys.excepthook</a:t>
            </a:r>
            <a:pPr>
              <a:lnSpc>
                <a:spcPct val="140000"/>
              </a:lnSpc>
            </a:pPr>
            <a:r>
              <a:rPr lang="en-US" sz="1048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ni o'zgartirish orqali xatolarni ushlab, QMessageBox orqali foydalanuvchiga ko'rsatish.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57586" y="5134788"/>
            <a:ext cx="133155" cy="133155"/>
          </a:xfrm>
          <a:custGeom>
            <a:avLst/>
            <a:gdLst/>
            <a:ahLst/>
            <a:cxnLst/>
            <a:rect l="l" t="t" r="r" b="b"/>
            <a:pathLst>
              <a:path w="133155" h="133155">
                <a:moveTo>
                  <a:pt x="130710" y="72455"/>
                </a:moveTo>
                <a:cubicBezTo>
                  <a:pt x="133961" y="69204"/>
                  <a:pt x="133961" y="63925"/>
                  <a:pt x="130710" y="60674"/>
                </a:cubicBezTo>
                <a:lnTo>
                  <a:pt x="89099" y="19063"/>
                </a:lnTo>
                <a:cubicBezTo>
                  <a:pt x="85849" y="15812"/>
                  <a:pt x="80569" y="15812"/>
                  <a:pt x="77318" y="19063"/>
                </a:cubicBezTo>
                <a:cubicBezTo>
                  <a:pt x="74067" y="22314"/>
                  <a:pt x="74067" y="27593"/>
                  <a:pt x="77318" y="30844"/>
                </a:cubicBezTo>
                <a:lnTo>
                  <a:pt x="104729" y="58255"/>
                </a:lnTo>
                <a:lnTo>
                  <a:pt x="8322" y="58255"/>
                </a:lnTo>
                <a:cubicBezTo>
                  <a:pt x="3719" y="58255"/>
                  <a:pt x="0" y="61974"/>
                  <a:pt x="0" y="66577"/>
                </a:cubicBezTo>
                <a:cubicBezTo>
                  <a:pt x="0" y="71181"/>
                  <a:pt x="3719" y="74900"/>
                  <a:pt x="8322" y="74900"/>
                </a:cubicBezTo>
                <a:lnTo>
                  <a:pt x="104729" y="74900"/>
                </a:lnTo>
                <a:lnTo>
                  <a:pt x="77318" y="102311"/>
                </a:lnTo>
                <a:cubicBezTo>
                  <a:pt x="74067" y="105562"/>
                  <a:pt x="74067" y="110841"/>
                  <a:pt x="77318" y="114092"/>
                </a:cubicBezTo>
                <a:cubicBezTo>
                  <a:pt x="80569" y="117343"/>
                  <a:pt x="85849" y="117343"/>
                  <a:pt x="89099" y="114092"/>
                </a:cubicBezTo>
                <a:lnTo>
                  <a:pt x="130710" y="72481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807252" y="5118143"/>
            <a:ext cx="915440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Xatolarni ushlash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57586" y="5367809"/>
            <a:ext cx="133155" cy="133155"/>
          </a:xfrm>
          <a:custGeom>
            <a:avLst/>
            <a:gdLst/>
            <a:ahLst/>
            <a:cxnLst/>
            <a:rect l="l" t="t" r="r" b="b"/>
            <a:pathLst>
              <a:path w="133155" h="133155">
                <a:moveTo>
                  <a:pt x="130710" y="72455"/>
                </a:moveTo>
                <a:cubicBezTo>
                  <a:pt x="133961" y="69204"/>
                  <a:pt x="133961" y="63925"/>
                  <a:pt x="130710" y="60674"/>
                </a:cubicBezTo>
                <a:lnTo>
                  <a:pt x="89099" y="19063"/>
                </a:lnTo>
                <a:cubicBezTo>
                  <a:pt x="85849" y="15812"/>
                  <a:pt x="80569" y="15812"/>
                  <a:pt x="77318" y="19063"/>
                </a:cubicBezTo>
                <a:cubicBezTo>
                  <a:pt x="74067" y="22314"/>
                  <a:pt x="74067" y="27593"/>
                  <a:pt x="77318" y="30844"/>
                </a:cubicBezTo>
                <a:lnTo>
                  <a:pt x="104729" y="58255"/>
                </a:lnTo>
                <a:lnTo>
                  <a:pt x="8322" y="58255"/>
                </a:lnTo>
                <a:cubicBezTo>
                  <a:pt x="3719" y="58255"/>
                  <a:pt x="0" y="61974"/>
                  <a:pt x="0" y="66577"/>
                </a:cubicBezTo>
                <a:cubicBezTo>
                  <a:pt x="0" y="71181"/>
                  <a:pt x="3719" y="74900"/>
                  <a:pt x="8322" y="74900"/>
                </a:cubicBezTo>
                <a:lnTo>
                  <a:pt x="104729" y="74900"/>
                </a:lnTo>
                <a:lnTo>
                  <a:pt x="77318" y="102311"/>
                </a:lnTo>
                <a:cubicBezTo>
                  <a:pt x="74067" y="105562"/>
                  <a:pt x="74067" y="110841"/>
                  <a:pt x="77318" y="114092"/>
                </a:cubicBezTo>
                <a:cubicBezTo>
                  <a:pt x="80569" y="117343"/>
                  <a:pt x="85849" y="117343"/>
                  <a:pt x="89099" y="114092"/>
                </a:cubicBezTo>
                <a:lnTo>
                  <a:pt x="130710" y="72481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807252" y="5351165"/>
            <a:ext cx="1098528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Traceback ni saqlash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57586" y="5600830"/>
            <a:ext cx="133155" cy="133155"/>
          </a:xfrm>
          <a:custGeom>
            <a:avLst/>
            <a:gdLst/>
            <a:ahLst/>
            <a:cxnLst/>
            <a:rect l="l" t="t" r="r" b="b"/>
            <a:pathLst>
              <a:path w="133155" h="133155">
                <a:moveTo>
                  <a:pt x="130710" y="72455"/>
                </a:moveTo>
                <a:cubicBezTo>
                  <a:pt x="133961" y="69204"/>
                  <a:pt x="133961" y="63925"/>
                  <a:pt x="130710" y="60674"/>
                </a:cubicBezTo>
                <a:lnTo>
                  <a:pt x="89099" y="19063"/>
                </a:lnTo>
                <a:cubicBezTo>
                  <a:pt x="85849" y="15812"/>
                  <a:pt x="80569" y="15812"/>
                  <a:pt x="77318" y="19063"/>
                </a:cubicBezTo>
                <a:cubicBezTo>
                  <a:pt x="74067" y="22314"/>
                  <a:pt x="74067" y="27593"/>
                  <a:pt x="77318" y="30844"/>
                </a:cubicBezTo>
                <a:lnTo>
                  <a:pt x="104729" y="58255"/>
                </a:lnTo>
                <a:lnTo>
                  <a:pt x="8322" y="58255"/>
                </a:lnTo>
                <a:cubicBezTo>
                  <a:pt x="3719" y="58255"/>
                  <a:pt x="0" y="61974"/>
                  <a:pt x="0" y="66577"/>
                </a:cubicBezTo>
                <a:cubicBezTo>
                  <a:pt x="0" y="71181"/>
                  <a:pt x="3719" y="74900"/>
                  <a:pt x="8322" y="74900"/>
                </a:cubicBezTo>
                <a:lnTo>
                  <a:pt x="104729" y="74900"/>
                </a:lnTo>
                <a:lnTo>
                  <a:pt x="77318" y="102311"/>
                </a:lnTo>
                <a:cubicBezTo>
                  <a:pt x="74067" y="105562"/>
                  <a:pt x="74067" y="110841"/>
                  <a:pt x="77318" y="114092"/>
                </a:cubicBezTo>
                <a:cubicBezTo>
                  <a:pt x="80569" y="117343"/>
                  <a:pt x="85849" y="117343"/>
                  <a:pt x="89099" y="114092"/>
                </a:cubicBezTo>
                <a:lnTo>
                  <a:pt x="130710" y="72481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807252" y="5584186"/>
            <a:ext cx="1356516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Dialog oynasida ko'rsatish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99507" y="1285777"/>
            <a:ext cx="5650763" cy="5567541"/>
          </a:xfrm>
          <a:custGeom>
            <a:avLst/>
            <a:gdLst/>
            <a:ahLst/>
            <a:cxnLst/>
            <a:rect l="l" t="t" r="r" b="b"/>
            <a:pathLst>
              <a:path w="5650763" h="5567541">
                <a:moveTo>
                  <a:pt x="99882" y="0"/>
                </a:moveTo>
                <a:lnTo>
                  <a:pt x="5550881" y="0"/>
                </a:lnTo>
                <a:cubicBezTo>
                  <a:pt x="5606045" y="0"/>
                  <a:pt x="5650763" y="44719"/>
                  <a:pt x="5650763" y="99882"/>
                </a:cubicBezTo>
                <a:lnTo>
                  <a:pt x="5650763" y="5467660"/>
                </a:lnTo>
                <a:cubicBezTo>
                  <a:pt x="5650763" y="5522823"/>
                  <a:pt x="5606045" y="5567541"/>
                  <a:pt x="5550881" y="5567541"/>
                </a:cubicBezTo>
                <a:lnTo>
                  <a:pt x="99882" y="5567541"/>
                </a:lnTo>
                <a:cubicBezTo>
                  <a:pt x="44719" y="5567541"/>
                  <a:pt x="0" y="5522823"/>
                  <a:pt x="0" y="5467660"/>
                </a:cubicBezTo>
                <a:lnTo>
                  <a:pt x="0" y="99882"/>
                </a:lnTo>
                <a:cubicBezTo>
                  <a:pt x="0" y="44755"/>
                  <a:pt x="44755" y="0"/>
                  <a:pt x="99882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13803" y="1522960"/>
            <a:ext cx="187249" cy="166444"/>
          </a:xfrm>
          <a:custGeom>
            <a:avLst/>
            <a:gdLst/>
            <a:ahLst/>
            <a:cxnLst/>
            <a:rect l="l" t="t" r="r" b="b"/>
            <a:pathLst>
              <a:path w="187249" h="166444">
                <a:moveTo>
                  <a:pt x="117291" y="390"/>
                </a:moveTo>
                <a:cubicBezTo>
                  <a:pt x="111764" y="-1203"/>
                  <a:pt x="106010" y="2016"/>
                  <a:pt x="104417" y="7542"/>
                </a:cubicBezTo>
                <a:lnTo>
                  <a:pt x="62806" y="153180"/>
                </a:lnTo>
                <a:cubicBezTo>
                  <a:pt x="61214" y="158707"/>
                  <a:pt x="64432" y="164461"/>
                  <a:pt x="69958" y="166054"/>
                </a:cubicBezTo>
                <a:cubicBezTo>
                  <a:pt x="75485" y="167647"/>
                  <a:pt x="81239" y="164428"/>
                  <a:pt x="82832" y="158902"/>
                </a:cubicBezTo>
                <a:lnTo>
                  <a:pt x="124443" y="13263"/>
                </a:lnTo>
                <a:cubicBezTo>
                  <a:pt x="126036" y="7737"/>
                  <a:pt x="122817" y="1983"/>
                  <a:pt x="117291" y="390"/>
                </a:cubicBezTo>
                <a:close/>
                <a:moveTo>
                  <a:pt x="138291" y="44634"/>
                </a:moveTo>
                <a:cubicBezTo>
                  <a:pt x="134228" y="48698"/>
                  <a:pt x="134228" y="55297"/>
                  <a:pt x="138291" y="59361"/>
                </a:cubicBezTo>
                <a:lnTo>
                  <a:pt x="162153" y="83222"/>
                </a:lnTo>
                <a:lnTo>
                  <a:pt x="138291" y="107083"/>
                </a:lnTo>
                <a:cubicBezTo>
                  <a:pt x="134228" y="111147"/>
                  <a:pt x="134228" y="117746"/>
                  <a:pt x="138291" y="121809"/>
                </a:cubicBezTo>
                <a:cubicBezTo>
                  <a:pt x="142355" y="125873"/>
                  <a:pt x="148954" y="125873"/>
                  <a:pt x="153018" y="121809"/>
                </a:cubicBezTo>
                <a:lnTo>
                  <a:pt x="184226" y="90601"/>
                </a:lnTo>
                <a:cubicBezTo>
                  <a:pt x="188289" y="86538"/>
                  <a:pt x="188289" y="79938"/>
                  <a:pt x="184226" y="75875"/>
                </a:cubicBezTo>
                <a:lnTo>
                  <a:pt x="153018" y="44667"/>
                </a:lnTo>
                <a:cubicBezTo>
                  <a:pt x="148954" y="40603"/>
                  <a:pt x="142355" y="40603"/>
                  <a:pt x="138291" y="44667"/>
                </a:cubicBezTo>
                <a:close/>
                <a:moveTo>
                  <a:pt x="48990" y="44634"/>
                </a:moveTo>
                <a:cubicBezTo>
                  <a:pt x="44927" y="40571"/>
                  <a:pt x="38328" y="40571"/>
                  <a:pt x="34264" y="44634"/>
                </a:cubicBezTo>
                <a:lnTo>
                  <a:pt x="3056" y="75842"/>
                </a:lnTo>
                <a:cubicBezTo>
                  <a:pt x="-1008" y="79906"/>
                  <a:pt x="-1008" y="86505"/>
                  <a:pt x="3056" y="90569"/>
                </a:cubicBezTo>
                <a:lnTo>
                  <a:pt x="34264" y="121777"/>
                </a:lnTo>
                <a:cubicBezTo>
                  <a:pt x="38328" y="125841"/>
                  <a:pt x="44927" y="125841"/>
                  <a:pt x="48990" y="121777"/>
                </a:cubicBezTo>
                <a:cubicBezTo>
                  <a:pt x="53054" y="117713"/>
                  <a:pt x="53054" y="111114"/>
                  <a:pt x="48990" y="107051"/>
                </a:cubicBezTo>
                <a:lnTo>
                  <a:pt x="25129" y="83222"/>
                </a:lnTo>
                <a:lnTo>
                  <a:pt x="48958" y="59361"/>
                </a:lnTo>
                <a:cubicBezTo>
                  <a:pt x="53021" y="55297"/>
                  <a:pt x="53021" y="48698"/>
                  <a:pt x="48958" y="44634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6611455" y="1489671"/>
            <a:ext cx="5118143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UncaughtHook Sinfi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07562" y="1860008"/>
            <a:ext cx="5234654" cy="3520284"/>
          </a:xfrm>
          <a:custGeom>
            <a:avLst/>
            <a:gdLst/>
            <a:ahLst/>
            <a:cxnLst/>
            <a:rect l="l" t="t" r="r" b="b"/>
            <a:pathLst>
              <a:path w="5234654" h="3520284">
                <a:moveTo>
                  <a:pt x="66569" y="0"/>
                </a:moveTo>
                <a:lnTo>
                  <a:pt x="5168085" y="0"/>
                </a:lnTo>
                <a:cubicBezTo>
                  <a:pt x="5204850" y="0"/>
                  <a:pt x="5234654" y="29804"/>
                  <a:pt x="5234654" y="66569"/>
                </a:cubicBezTo>
                <a:lnTo>
                  <a:pt x="5234654" y="3453715"/>
                </a:lnTo>
                <a:cubicBezTo>
                  <a:pt x="5234654" y="3490480"/>
                  <a:pt x="5204850" y="3520284"/>
                  <a:pt x="5168085" y="3520284"/>
                </a:cubicBezTo>
                <a:lnTo>
                  <a:pt x="66569" y="3520284"/>
                </a:lnTo>
                <a:cubicBezTo>
                  <a:pt x="29804" y="3520284"/>
                  <a:pt x="0" y="3490480"/>
                  <a:pt x="0" y="3453715"/>
                </a:cubicBezTo>
                <a:lnTo>
                  <a:pt x="0" y="66569"/>
                </a:lnTo>
                <a:cubicBezTo>
                  <a:pt x="0" y="29804"/>
                  <a:pt x="29804" y="0"/>
                  <a:pt x="66569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44878" y="1997324"/>
            <a:ext cx="5009955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86" dirty="0">
                <a:solidFill>
                  <a:srgbClr val="F59E0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import</a:t>
            </a:r>
            <a:pPr>
              <a:lnSpc>
                <a:spcPct val="140000"/>
              </a:lnSpc>
            </a:pPr>
            <a:r>
              <a:rPr lang="en-US" sz="786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sys, traceback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44878" y="2159607"/>
            <a:ext cx="5009955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86" dirty="0">
                <a:solidFill>
                  <a:srgbClr val="F59E0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from</a:t>
            </a:r>
            <a:pPr>
              <a:lnSpc>
                <a:spcPct val="140000"/>
              </a:lnSpc>
            </a:pPr>
            <a:r>
              <a:rPr lang="en-US" sz="786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PyQt5.QtWidgets </a:t>
            </a:r>
            <a:pPr>
              <a:lnSpc>
                <a:spcPct val="140000"/>
              </a:lnSpc>
            </a:pPr>
            <a:r>
              <a:rPr lang="en-US" sz="786" dirty="0">
                <a:solidFill>
                  <a:srgbClr val="F59E0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import</a:t>
            </a:r>
            <a:pPr>
              <a:lnSpc>
                <a:spcPct val="140000"/>
              </a:lnSpc>
            </a:pPr>
            <a:r>
              <a:rPr lang="en-US" sz="786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QMessageBox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544878" y="2321889"/>
            <a:ext cx="5009955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86" dirty="0">
                <a:solidFill>
                  <a:srgbClr val="F59E0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class</a:t>
            </a:r>
            <a:pPr>
              <a:lnSpc>
                <a:spcPct val="140000"/>
              </a:lnSpc>
            </a:pPr>
            <a:r>
              <a:rPr lang="en-US" sz="786" dirty="0">
                <a:solidFill>
                  <a:srgbClr val="3B82F6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UncaughtHook</a:t>
            </a:r>
            <a:pPr>
              <a:lnSpc>
                <a:spcPct val="140000"/>
              </a:lnSpc>
            </a:pPr>
            <a:r>
              <a:rPr lang="en-US" sz="786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: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544878" y="2484172"/>
            <a:ext cx="5009955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86" dirty="0">
                <a:solidFill>
                  <a:srgbClr val="F59E0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def</a:t>
            </a:r>
            <a:pPr>
              <a:lnSpc>
                <a:spcPct val="140000"/>
              </a:lnSpc>
            </a:pPr>
            <a:r>
              <a:rPr lang="en-US" sz="786" dirty="0">
                <a:solidFill>
                  <a:srgbClr val="3B82F6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exception_hook</a:t>
            </a:r>
            <a:pPr>
              <a:lnSpc>
                <a:spcPct val="140000"/>
              </a:lnSpc>
            </a:pPr>
            <a:r>
              <a:rPr lang="en-US" sz="786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(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544878" y="2646455"/>
            <a:ext cx="5009955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86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self, exc_type, exc_value, tb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44878" y="2808737"/>
            <a:ext cx="5009955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86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):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44878" y="2971020"/>
            <a:ext cx="5009955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86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log_msg = '\n'.join([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544878" y="3133302"/>
            <a:ext cx="5009955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86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''.join(traceback.format_tb(tb)),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544878" y="3295585"/>
            <a:ext cx="5009955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86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'{0}: {1}'.format(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544878" y="3457868"/>
            <a:ext cx="5009955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86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exc_type.__name__, exc_value)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544878" y="3620150"/>
            <a:ext cx="5009955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86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])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544878" y="3782433"/>
            <a:ext cx="5009955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86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QMessageBox.critical(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544878" y="3944715"/>
            <a:ext cx="5009955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86" dirty="0">
                <a:solidFill>
                  <a:srgbClr val="F59E0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None</a:t>
            </a:r>
            <a:pPr>
              <a:lnSpc>
                <a:spcPct val="140000"/>
              </a:lnSpc>
            </a:pPr>
            <a:r>
              <a:rPr lang="en-US" sz="786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,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544878" y="4106998"/>
            <a:ext cx="5009955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86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'Xatolik yuz berdi',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544878" y="4269281"/>
            <a:ext cx="5009955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86" dirty="0">
                <a:solidFill>
                  <a:srgbClr val="3B82F6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str</a:t>
            </a:r>
            <a:pPr>
              <a:lnSpc>
                <a:spcPct val="140000"/>
              </a:lnSpc>
            </a:pPr>
            <a:r>
              <a:rPr lang="en-US" sz="786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(log_msg)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544878" y="4431563"/>
            <a:ext cx="5009955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86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)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544878" y="4593846"/>
            <a:ext cx="5009955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86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sys.exit(-1)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544878" y="4781095"/>
            <a:ext cx="467993" cy="99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86" dirty="0">
                <a:solidFill>
                  <a:srgbClr val="F59E0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# O'rnatish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544878" y="4918411"/>
            <a:ext cx="5009955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86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hook = UncaughtHook()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544878" y="5080694"/>
            <a:ext cx="5009955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86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sys.excepthook = hook.exception_hook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407562" y="5521769"/>
            <a:ext cx="5234654" cy="640808"/>
          </a:xfrm>
          <a:custGeom>
            <a:avLst/>
            <a:gdLst/>
            <a:ahLst/>
            <a:cxnLst/>
            <a:rect l="l" t="t" r="r" b="b"/>
            <a:pathLst>
              <a:path w="5234654" h="640808">
                <a:moveTo>
                  <a:pt x="66580" y="0"/>
                </a:moveTo>
                <a:lnTo>
                  <a:pt x="5168074" y="0"/>
                </a:lnTo>
                <a:cubicBezTo>
                  <a:pt x="5204845" y="0"/>
                  <a:pt x="5234654" y="29809"/>
                  <a:pt x="5234654" y="66580"/>
                </a:cubicBezTo>
                <a:lnTo>
                  <a:pt x="5234654" y="574228"/>
                </a:lnTo>
                <a:cubicBezTo>
                  <a:pt x="5234654" y="610999"/>
                  <a:pt x="5204845" y="640808"/>
                  <a:pt x="5168074" y="640808"/>
                </a:cubicBezTo>
                <a:lnTo>
                  <a:pt x="66580" y="640808"/>
                </a:lnTo>
                <a:cubicBezTo>
                  <a:pt x="29809" y="640808"/>
                  <a:pt x="0" y="610999"/>
                  <a:pt x="0" y="574228"/>
                </a:cubicBezTo>
                <a:lnTo>
                  <a:pt x="0" y="66580"/>
                </a:lnTo>
                <a:cubicBezTo>
                  <a:pt x="0" y="29809"/>
                  <a:pt x="29809" y="0"/>
                  <a:pt x="66580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11589" y="5625797"/>
            <a:ext cx="5084855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QMessageBox Turlari: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511589" y="5858818"/>
            <a:ext cx="482687" cy="199732"/>
          </a:xfrm>
          <a:custGeom>
            <a:avLst/>
            <a:gdLst/>
            <a:ahLst/>
            <a:cxnLst/>
            <a:rect l="l" t="t" r="r" b="b"/>
            <a:pathLst>
              <a:path w="482687" h="199732">
                <a:moveTo>
                  <a:pt x="33289" y="0"/>
                </a:moveTo>
                <a:lnTo>
                  <a:pt x="449397" y="0"/>
                </a:lnTo>
                <a:cubicBezTo>
                  <a:pt x="467783" y="0"/>
                  <a:pt x="482687" y="14904"/>
                  <a:pt x="482687" y="33289"/>
                </a:cubicBezTo>
                <a:lnTo>
                  <a:pt x="482687" y="166443"/>
                </a:lnTo>
                <a:cubicBezTo>
                  <a:pt x="482687" y="184828"/>
                  <a:pt x="467783" y="199732"/>
                  <a:pt x="449397" y="199732"/>
                </a:cubicBezTo>
                <a:lnTo>
                  <a:pt x="33289" y="199732"/>
                </a:lnTo>
                <a:cubicBezTo>
                  <a:pt x="14916" y="199732"/>
                  <a:pt x="0" y="184816"/>
                  <a:pt x="0" y="166443"/>
                </a:cubicBezTo>
                <a:lnTo>
                  <a:pt x="0" y="33289"/>
                </a:lnTo>
                <a:cubicBezTo>
                  <a:pt x="0" y="14916"/>
                  <a:pt x="14916" y="0"/>
                  <a:pt x="33289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6511589" y="5858818"/>
            <a:ext cx="532620" cy="199732"/>
          </a:xfrm>
          <a:prstGeom prst="rect">
            <a:avLst/>
          </a:prstGeom>
          <a:noFill/>
          <a:ln/>
        </p:spPr>
        <p:txBody>
          <a:bodyPr wrap="square" lIns="66577" tIns="33289" rIns="66577" bIns="33289" rtlCol="0" anchor="ctr"/>
          <a:lstStyle/>
          <a:p>
            <a:pPr>
              <a:lnSpc>
                <a:spcPct val="110000"/>
              </a:lnSpc>
            </a:pPr>
            <a:r>
              <a:rPr lang="en-US" sz="786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critical()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058903" y="5858818"/>
            <a:ext cx="540942" cy="199732"/>
          </a:xfrm>
          <a:custGeom>
            <a:avLst/>
            <a:gdLst/>
            <a:ahLst/>
            <a:cxnLst/>
            <a:rect l="l" t="t" r="r" b="b"/>
            <a:pathLst>
              <a:path w="540942" h="199732">
                <a:moveTo>
                  <a:pt x="33289" y="0"/>
                </a:moveTo>
                <a:lnTo>
                  <a:pt x="507653" y="0"/>
                </a:lnTo>
                <a:cubicBezTo>
                  <a:pt x="526038" y="0"/>
                  <a:pt x="540942" y="14904"/>
                  <a:pt x="540942" y="33289"/>
                </a:cubicBezTo>
                <a:lnTo>
                  <a:pt x="540942" y="166443"/>
                </a:lnTo>
                <a:cubicBezTo>
                  <a:pt x="540942" y="184828"/>
                  <a:pt x="526038" y="199732"/>
                  <a:pt x="507653" y="199732"/>
                </a:cubicBezTo>
                <a:lnTo>
                  <a:pt x="33289" y="199732"/>
                </a:lnTo>
                <a:cubicBezTo>
                  <a:pt x="14916" y="199732"/>
                  <a:pt x="0" y="184816"/>
                  <a:pt x="0" y="166443"/>
                </a:cubicBezTo>
                <a:lnTo>
                  <a:pt x="0" y="33289"/>
                </a:lnTo>
                <a:cubicBezTo>
                  <a:pt x="0" y="14916"/>
                  <a:pt x="14916" y="0"/>
                  <a:pt x="33289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7058903" y="5858818"/>
            <a:ext cx="590875" cy="199732"/>
          </a:xfrm>
          <a:prstGeom prst="rect">
            <a:avLst/>
          </a:prstGeom>
          <a:noFill/>
          <a:ln/>
        </p:spPr>
        <p:txBody>
          <a:bodyPr wrap="square" lIns="66577" tIns="33289" rIns="66577" bIns="33289" rtlCol="0" anchor="ctr"/>
          <a:lstStyle/>
          <a:p>
            <a:pPr>
              <a:lnSpc>
                <a:spcPct val="110000"/>
              </a:lnSpc>
            </a:pPr>
            <a:r>
              <a:rPr lang="en-US" sz="786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warning()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670453" y="5858818"/>
            <a:ext cx="690741" cy="199732"/>
          </a:xfrm>
          <a:custGeom>
            <a:avLst/>
            <a:gdLst/>
            <a:ahLst/>
            <a:cxnLst/>
            <a:rect l="l" t="t" r="r" b="b"/>
            <a:pathLst>
              <a:path w="690741" h="199732">
                <a:moveTo>
                  <a:pt x="33289" y="0"/>
                </a:moveTo>
                <a:lnTo>
                  <a:pt x="657452" y="0"/>
                </a:lnTo>
                <a:cubicBezTo>
                  <a:pt x="675837" y="0"/>
                  <a:pt x="690741" y="14904"/>
                  <a:pt x="690741" y="33289"/>
                </a:cubicBezTo>
                <a:lnTo>
                  <a:pt x="690741" y="166443"/>
                </a:lnTo>
                <a:cubicBezTo>
                  <a:pt x="690741" y="184828"/>
                  <a:pt x="675837" y="199732"/>
                  <a:pt x="657452" y="199732"/>
                </a:cubicBezTo>
                <a:lnTo>
                  <a:pt x="33289" y="199732"/>
                </a:lnTo>
                <a:cubicBezTo>
                  <a:pt x="14916" y="199732"/>
                  <a:pt x="0" y="184816"/>
                  <a:pt x="0" y="166443"/>
                </a:cubicBezTo>
                <a:lnTo>
                  <a:pt x="0" y="33289"/>
                </a:lnTo>
                <a:cubicBezTo>
                  <a:pt x="0" y="14916"/>
                  <a:pt x="14916" y="0"/>
                  <a:pt x="33289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7670453" y="5858818"/>
            <a:ext cx="740674" cy="199732"/>
          </a:xfrm>
          <a:prstGeom prst="rect">
            <a:avLst/>
          </a:prstGeom>
          <a:noFill/>
          <a:ln/>
        </p:spPr>
        <p:txBody>
          <a:bodyPr wrap="square" lIns="66577" tIns="33289" rIns="66577" bIns="33289" rtlCol="0" anchor="ctr"/>
          <a:lstStyle/>
          <a:p>
            <a:pPr>
              <a:lnSpc>
                <a:spcPct val="110000"/>
              </a:lnSpc>
            </a:pPr>
            <a:r>
              <a:rPr lang="en-US" sz="786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information()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430633" y="5858818"/>
            <a:ext cx="565909" cy="199732"/>
          </a:xfrm>
          <a:custGeom>
            <a:avLst/>
            <a:gdLst/>
            <a:ahLst/>
            <a:cxnLst/>
            <a:rect l="l" t="t" r="r" b="b"/>
            <a:pathLst>
              <a:path w="565909" h="199732">
                <a:moveTo>
                  <a:pt x="33289" y="0"/>
                </a:moveTo>
                <a:lnTo>
                  <a:pt x="532619" y="0"/>
                </a:lnTo>
                <a:cubicBezTo>
                  <a:pt x="551004" y="0"/>
                  <a:pt x="565909" y="14904"/>
                  <a:pt x="565909" y="33289"/>
                </a:cubicBezTo>
                <a:lnTo>
                  <a:pt x="565909" y="166443"/>
                </a:lnTo>
                <a:cubicBezTo>
                  <a:pt x="565909" y="184828"/>
                  <a:pt x="551004" y="199732"/>
                  <a:pt x="532619" y="199732"/>
                </a:cubicBezTo>
                <a:lnTo>
                  <a:pt x="33289" y="199732"/>
                </a:lnTo>
                <a:cubicBezTo>
                  <a:pt x="14916" y="199732"/>
                  <a:pt x="0" y="184816"/>
                  <a:pt x="0" y="166443"/>
                </a:cubicBezTo>
                <a:lnTo>
                  <a:pt x="0" y="33289"/>
                </a:lnTo>
                <a:cubicBezTo>
                  <a:pt x="0" y="14916"/>
                  <a:pt x="14916" y="0"/>
                  <a:pt x="33289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8430633" y="5858818"/>
            <a:ext cx="615842" cy="199732"/>
          </a:xfrm>
          <a:prstGeom prst="rect">
            <a:avLst/>
          </a:prstGeom>
          <a:noFill/>
          <a:ln/>
        </p:spPr>
        <p:txBody>
          <a:bodyPr wrap="square" lIns="66577" tIns="33289" rIns="66577" bIns="33289" rtlCol="0" anchor="ctr"/>
          <a:lstStyle/>
          <a:p>
            <a:pPr>
              <a:lnSpc>
                <a:spcPct val="110000"/>
              </a:lnSpc>
            </a:pPr>
            <a:r>
              <a:rPr lang="en-US" sz="786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question()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407562" y="6270766"/>
            <a:ext cx="5234654" cy="374498"/>
          </a:xfrm>
          <a:custGeom>
            <a:avLst/>
            <a:gdLst/>
            <a:ahLst/>
            <a:cxnLst/>
            <a:rect l="l" t="t" r="r" b="b"/>
            <a:pathLst>
              <a:path w="5234654" h="374498">
                <a:moveTo>
                  <a:pt x="66578" y="0"/>
                </a:moveTo>
                <a:lnTo>
                  <a:pt x="5168076" y="0"/>
                </a:lnTo>
                <a:cubicBezTo>
                  <a:pt x="5204846" y="0"/>
                  <a:pt x="5234654" y="29808"/>
                  <a:pt x="5234654" y="66578"/>
                </a:cubicBezTo>
                <a:lnTo>
                  <a:pt x="5234654" y="307920"/>
                </a:lnTo>
                <a:cubicBezTo>
                  <a:pt x="5234654" y="344690"/>
                  <a:pt x="5204846" y="374498"/>
                  <a:pt x="5168076" y="374498"/>
                </a:cubicBezTo>
                <a:lnTo>
                  <a:pt x="66578" y="374498"/>
                </a:lnTo>
                <a:cubicBezTo>
                  <a:pt x="29833" y="374498"/>
                  <a:pt x="0" y="344666"/>
                  <a:pt x="0" y="307920"/>
                </a:cubicBezTo>
                <a:lnTo>
                  <a:pt x="0" y="66578"/>
                </a:lnTo>
                <a:cubicBezTo>
                  <a:pt x="0" y="29833"/>
                  <a:pt x="29833" y="0"/>
                  <a:pt x="66578" y="0"/>
                </a:cubicBezTo>
                <a:close/>
              </a:path>
            </a:pathLst>
          </a:custGeom>
          <a:solidFill>
            <a:srgbClr val="F59E0B">
              <a:alpha val="10196"/>
            </a:srgbClr>
          </a:solidFill>
          <a:ln w="1270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542797" y="6399760"/>
            <a:ext cx="87383" cy="116511"/>
          </a:xfrm>
          <a:custGeom>
            <a:avLst/>
            <a:gdLst/>
            <a:ahLst/>
            <a:cxnLst/>
            <a:rect l="l" t="t" r="r" b="b"/>
            <a:pathLst>
              <a:path w="87383" h="116511">
                <a:moveTo>
                  <a:pt x="66652" y="87383"/>
                </a:moveTo>
                <a:cubicBezTo>
                  <a:pt x="68313" y="82308"/>
                  <a:pt x="71636" y="77712"/>
                  <a:pt x="75391" y="73752"/>
                </a:cubicBezTo>
                <a:cubicBezTo>
                  <a:pt x="82832" y="65924"/>
                  <a:pt x="87383" y="55343"/>
                  <a:pt x="87383" y="43691"/>
                </a:cubicBezTo>
                <a:cubicBezTo>
                  <a:pt x="87383" y="19570"/>
                  <a:pt x="67813" y="0"/>
                  <a:pt x="43691" y="0"/>
                </a:cubicBezTo>
                <a:cubicBezTo>
                  <a:pt x="19570" y="0"/>
                  <a:pt x="0" y="19570"/>
                  <a:pt x="0" y="43691"/>
                </a:cubicBezTo>
                <a:cubicBezTo>
                  <a:pt x="0" y="55343"/>
                  <a:pt x="4551" y="65924"/>
                  <a:pt x="11992" y="73752"/>
                </a:cubicBezTo>
                <a:cubicBezTo>
                  <a:pt x="15747" y="77712"/>
                  <a:pt x="19092" y="82308"/>
                  <a:pt x="20731" y="87383"/>
                </a:cubicBezTo>
                <a:lnTo>
                  <a:pt x="66629" y="87383"/>
                </a:lnTo>
                <a:close/>
                <a:moveTo>
                  <a:pt x="65537" y="98306"/>
                </a:moveTo>
                <a:lnTo>
                  <a:pt x="21846" y="98306"/>
                </a:lnTo>
                <a:lnTo>
                  <a:pt x="21846" y="101947"/>
                </a:lnTo>
                <a:cubicBezTo>
                  <a:pt x="21846" y="112005"/>
                  <a:pt x="29992" y="120152"/>
                  <a:pt x="40051" y="120152"/>
                </a:cubicBezTo>
                <a:lnTo>
                  <a:pt x="47332" y="120152"/>
                </a:lnTo>
                <a:cubicBezTo>
                  <a:pt x="57391" y="120152"/>
                  <a:pt x="65537" y="112005"/>
                  <a:pt x="65537" y="101947"/>
                </a:cubicBezTo>
                <a:lnTo>
                  <a:pt x="65537" y="98306"/>
                </a:lnTo>
                <a:close/>
                <a:moveTo>
                  <a:pt x="41871" y="25487"/>
                </a:moveTo>
                <a:cubicBezTo>
                  <a:pt x="32814" y="25487"/>
                  <a:pt x="25487" y="32814"/>
                  <a:pt x="25487" y="41871"/>
                </a:cubicBezTo>
                <a:cubicBezTo>
                  <a:pt x="25487" y="44898"/>
                  <a:pt x="23052" y="47332"/>
                  <a:pt x="20025" y="47332"/>
                </a:cubicBezTo>
                <a:cubicBezTo>
                  <a:pt x="16999" y="47332"/>
                  <a:pt x="14564" y="44898"/>
                  <a:pt x="14564" y="41871"/>
                </a:cubicBezTo>
                <a:cubicBezTo>
                  <a:pt x="14564" y="26784"/>
                  <a:pt x="26784" y="14564"/>
                  <a:pt x="41871" y="14564"/>
                </a:cubicBezTo>
                <a:cubicBezTo>
                  <a:pt x="44898" y="14564"/>
                  <a:pt x="47332" y="16999"/>
                  <a:pt x="47332" y="20025"/>
                </a:cubicBezTo>
                <a:cubicBezTo>
                  <a:pt x="47332" y="23052"/>
                  <a:pt x="44898" y="25487"/>
                  <a:pt x="41871" y="25487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63" name="Text 61"/>
          <p:cNvSpPr/>
          <p:nvPr/>
        </p:nvSpPr>
        <p:spPr>
          <a:xfrm>
            <a:off x="6705016" y="6374793"/>
            <a:ext cx="4891428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Maslahat:</a:t>
            </a:r>
            <a:pPr>
              <a:lnSpc>
                <a:spcPct val="120000"/>
              </a:lnSpc>
            </a:pPr>
            <a:r>
              <a:rPr lang="en-US" sz="917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Xatolarni log fayliga yozish tavsiya etiladi.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pythonguis.com/35108fa0b79df19240258176e2f679db7801b22a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873" r="873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E293B"/>
              </a:gs>
              <a:gs pos="50000">
                <a:srgbClr val="1E293B">
                  <a:alpha val="95000"/>
                </a:srgbClr>
              </a:gs>
              <a:gs pos="100000">
                <a:srgbClr val="3B82F6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2124075"/>
            <a:ext cx="1323975" cy="428625"/>
          </a:xfrm>
          <a:custGeom>
            <a:avLst/>
            <a:gdLst/>
            <a:ahLst/>
            <a:cxnLst/>
            <a:rect l="l" t="t" r="r" b="b"/>
            <a:pathLst>
              <a:path w="1323975" h="428625">
                <a:moveTo>
                  <a:pt x="114301" y="0"/>
                </a:moveTo>
                <a:lnTo>
                  <a:pt x="1209674" y="0"/>
                </a:lnTo>
                <a:cubicBezTo>
                  <a:pt x="1272801" y="0"/>
                  <a:pt x="1323975" y="51174"/>
                  <a:pt x="1323975" y="114301"/>
                </a:cubicBezTo>
                <a:lnTo>
                  <a:pt x="1323975" y="314324"/>
                </a:lnTo>
                <a:cubicBezTo>
                  <a:pt x="1323975" y="377451"/>
                  <a:pt x="1272801" y="428625"/>
                  <a:pt x="1209674" y="428625"/>
                </a:cubicBezTo>
                <a:lnTo>
                  <a:pt x="114301" y="428625"/>
                </a:lnTo>
                <a:cubicBezTo>
                  <a:pt x="51174" y="428625"/>
                  <a:pt x="0" y="377451"/>
                  <a:pt x="0" y="3143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1025" y="2233613"/>
            <a:ext cx="103167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spc="75" kern="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BO'LIM 07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786063"/>
            <a:ext cx="42100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Amaliy Misol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871913"/>
            <a:ext cx="39814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To'liq matn muharriri dasturi kodi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700588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9" name="Shape 6"/>
          <p:cNvSpPr/>
          <p:nvPr/>
        </p:nvSpPr>
        <p:spPr>
          <a:xfrm>
            <a:off x="1447800" y="4700588"/>
            <a:ext cx="457200" cy="38100"/>
          </a:xfrm>
          <a:custGeom>
            <a:avLst/>
            <a:gdLst/>
            <a:ahLst/>
            <a:cxnLst/>
            <a:rect l="l" t="t" r="r" b="b"/>
            <a:pathLst>
              <a:path w="457200" h="38100">
                <a:moveTo>
                  <a:pt x="0" y="0"/>
                </a:moveTo>
                <a:lnTo>
                  <a:pt x="457200" y="0"/>
                </a:lnTo>
                <a:lnTo>
                  <a:pt x="457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>
              <a:alpha val="50196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2057400" y="4700588"/>
            <a:ext cx="228600" cy="38100"/>
          </a:xfrm>
          <a:custGeom>
            <a:avLst/>
            <a:gdLst/>
            <a:ahLst/>
            <a:cxnLst/>
            <a:rect l="l" t="t" r="r" b="b"/>
            <a:pathLst>
              <a:path w="228600" h="38100">
                <a:moveTo>
                  <a:pt x="0" y="0"/>
                </a:moveTo>
                <a:lnTo>
                  <a:pt x="228600" y="0"/>
                </a:lnTo>
                <a:lnTo>
                  <a:pt x="228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5763" y="385763"/>
            <a:ext cx="1276350" cy="390525"/>
          </a:xfrm>
          <a:custGeom>
            <a:avLst/>
            <a:gdLst/>
            <a:ahLst/>
            <a:cxnLst/>
            <a:rect l="l" t="t" r="r" b="b"/>
            <a:pathLst>
              <a:path w="1276350" h="390525">
                <a:moveTo>
                  <a:pt x="76199" y="0"/>
                </a:moveTo>
                <a:lnTo>
                  <a:pt x="1200151" y="0"/>
                </a:lnTo>
                <a:cubicBezTo>
                  <a:pt x="1242234" y="0"/>
                  <a:pt x="1276350" y="34116"/>
                  <a:pt x="1276350" y="76199"/>
                </a:cubicBezTo>
                <a:lnTo>
                  <a:pt x="1276350" y="314326"/>
                </a:lnTo>
                <a:cubicBezTo>
                  <a:pt x="1276350" y="356409"/>
                  <a:pt x="1242234" y="390525"/>
                  <a:pt x="1200151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2925" y="514350"/>
            <a:ext cx="10276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AMALIY MISOL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5725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Matn Muharriri Dasturi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395413"/>
            <a:ext cx="11420475" cy="5076825"/>
          </a:xfrm>
          <a:custGeom>
            <a:avLst/>
            <a:gdLst/>
            <a:ahLst/>
            <a:cxnLst/>
            <a:rect l="l" t="t" r="r" b="b"/>
            <a:pathLst>
              <a:path w="11420475" h="5076825">
                <a:moveTo>
                  <a:pt x="114279" y="0"/>
                </a:moveTo>
                <a:lnTo>
                  <a:pt x="11306196" y="0"/>
                </a:lnTo>
                <a:cubicBezTo>
                  <a:pt x="11369310" y="0"/>
                  <a:pt x="11420475" y="51165"/>
                  <a:pt x="11420475" y="114279"/>
                </a:cubicBezTo>
                <a:lnTo>
                  <a:pt x="11420475" y="4962546"/>
                </a:lnTo>
                <a:cubicBezTo>
                  <a:pt x="11420475" y="5025660"/>
                  <a:pt x="11369310" y="5076825"/>
                  <a:pt x="11306196" y="5076825"/>
                </a:cubicBezTo>
                <a:lnTo>
                  <a:pt x="114279" y="5076825"/>
                </a:lnTo>
                <a:cubicBezTo>
                  <a:pt x="51165" y="5076825"/>
                  <a:pt x="0" y="5025660"/>
                  <a:pt x="0" y="4962546"/>
                </a:cubicBezTo>
                <a:lnTo>
                  <a:pt x="0" y="114279"/>
                </a:lnTo>
                <a:cubicBezTo>
                  <a:pt x="0" y="51207"/>
                  <a:pt x="51207" y="0"/>
                  <a:pt x="114279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2925" y="1552575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F59E0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import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sys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2925" y="1738313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F59E0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from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PyQt5.QtWidgets 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F59E0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import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*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2925" y="1924050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F59E0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from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PyQt5.QtGui 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F59E0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import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*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2925" y="2109788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F59E0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from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PyQt5.QtCore 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F59E0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import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*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2925" y="2295525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F59E0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class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3B82F6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TextEditor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(QMainWindow):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2925" y="2481263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F59E0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def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3B82F6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__init__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(self):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2925" y="2667000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3B82F6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super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().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3B82F6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__init__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()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2925" y="2852738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self.setWindowTitle("PyQt5 Matn Muharriri")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2925" y="3038475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self.setGeometry(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F59E0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100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F59E0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100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F59E0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800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F59E0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600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46224" y="3438525"/>
            <a:ext cx="7768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F59E0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# Central widget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2925" y="3595688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self.text_edit = QTextEdit()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2925" y="3781425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self.setCentralWidget(self.text_edit)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6224" y="4181475"/>
            <a:ext cx="5398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F59E0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# Create UI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2925" y="4338638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self.create_actions()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2925" y="4524375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self.create_menu()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2925" y="4710113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self.create_toolbar()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2925" y="4895850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self.create_statusbar()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2925" y="5267325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F59E0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def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3B82F6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create_actions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(self):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46224" y="5481638"/>
            <a:ext cx="63296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F59E0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# File actions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2925" y="5638800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self.action_new = QAction("&amp;New", self)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2925" y="5824538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self.action_new.setShortcut(QKeySequence.New)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2925" y="6010275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self.action_new.triggered.connect(self.new_file)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2925" y="6381750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self.action_open = QAction("&amp;Open", self)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2925" y="6567488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self.action_open.setShortcut(QKeySequence.Open)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42925" y="6753225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self.action_open.triggered.connect(self.open_file)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42925" y="7124700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self.action_save = QAction("&amp;Save", self)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2925" y="7310438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self.action_save.setShortcut(QKeySequence.Save)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42925" y="7496175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self.action_save.triggered.connect(self.save_file)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42925" y="7867650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self.action_exit = QAction("E&amp;xit", self)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42925" y="8053387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self.action_exit.setShortcut(QKeySequence.Quit)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42925" y="8239125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self.action_exit.triggered.connect(self.close)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46224" y="8639175"/>
            <a:ext cx="79801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F59E0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# Format actions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42925" y="8796338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self.action_bold = QAction("&amp;Bold", self)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42925" y="8982075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self.action_bold.setShortcut("Ctrl+B")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42925" y="9167813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self.action_bold.setCheckable(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F59E0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True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)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42925" y="9353550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self.action_bold.triggered.connect(self.bold_text)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42925" y="9725025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self.action_italic = QAction("&amp;Italic", self)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42925" y="9910763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self.action_italic.setShortcut("Ctrl+I")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42925" y="10096500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self.action_italic.setCheckable(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F59E0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True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)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42925" y="10282238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self.action_italic.triggered.connect(self.italic_text)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42925" y="10653713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F59E0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def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3B82F6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create_menu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(self):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42925" y="10839450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menubar = self.menuBar()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42925" y="11210925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file_menu = menubar.addMenu("&amp;File")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42925" y="11396663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file_menu.addAction(self.action_new)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42925" y="11582400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file_menu.addAction(self.action_open)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42925" y="11768138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file_menu.addAction(self.action_save)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542925" y="11953875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file_menu.addSeparator()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42925" y="12139613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file_menu.addAction(self.action_exit)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542925" y="12511088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format_menu = menubar.addMenu("F&amp;ormat")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542925" y="12696825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format_menu.addAction(self.action_bold)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542925" y="12882563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format_menu.addAction(self.action_italic)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542925" y="13254038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F59E0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def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3B82F6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create_toolbar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(self):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542925" y="13439775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toolbar = QToolBar("Main")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542925" y="13625513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self.addToolBar(toolbar)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542925" y="13811250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toolbar.addAction(self.action_new)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542925" y="13996988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toolbar.addAction(self.action_open)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542925" y="14182725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toolbar.addAction(self.action_save)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542925" y="14368463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toolbar.addSeparator()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542925" y="14554200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toolbar.addAction(self.action_bold)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542925" y="14739938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toolbar.addAction(self.action_italic)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542925" y="15111413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F59E0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def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3B82F6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create_statusbar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(self):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542925" y="15297150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self.statusBar().showMessage("Tayyor")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542925" y="15668625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F59E0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def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3B82F6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open_file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(self):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542925" y="15854363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filepath, _ = QFileDialog.getOpenFileName(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542925" y="16040100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self, "Faylni ochish", "", "Text Files (*.txt)")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542925" y="16225838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F59E0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if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filepath: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542925" y="16411575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F59E0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with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3B82F6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open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(filepath, 'r', encoding='utf-8') 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F59E0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as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f: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542925" y="16597313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self.text_edit.setText(f.read())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542925" y="16783050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self.statusBar().showMessage(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3B82F6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"Ochildi: {filepath}")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542925" y="17154525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F59E0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def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3B82F6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save_file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(self):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542925" y="17340263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filepath, _ = QFileDialog.getSaveFileName(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542925" y="17526000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self, "Faylni saqlash", "", "Text Files (*.txt)")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542925" y="17711738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F59E0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if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filepath: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542925" y="17897475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F59E0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with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3B82F6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open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(filepath, 'w', encoding='utf-8') 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F59E0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as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f: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542925" y="18083213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f.write(self.text_edit.toPlainText())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542925" y="18268950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self.statusBar().showMessage(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3B82F6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"Saqlandi: {filepath}")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542925" y="18640425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F59E0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def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3B82F6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bold_text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(self):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542925" y="18826163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fmt = QTextCharFormat()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542925" y="19011900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weight = QFont.Bold 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F59E0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if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self.action_bold.isChecked() \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542925" y="19197638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F59E0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else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QFont.Normal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542925" y="19383375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fmt.setFontWeight(weight)</a:t>
            </a:r>
            <a:endParaRPr lang="en-US" sz="1600" dirty="0"/>
          </a:p>
        </p:txBody>
      </p:sp>
      <p:sp>
        <p:nvSpPr>
          <p:cNvPr id="87" name="Text 85"/>
          <p:cNvSpPr/>
          <p:nvPr/>
        </p:nvSpPr>
        <p:spPr>
          <a:xfrm>
            <a:off x="542925" y="19569113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self.merge_format(fmt)</a:t>
            </a:r>
            <a:endParaRPr lang="en-US" sz="1600" dirty="0"/>
          </a:p>
        </p:txBody>
      </p:sp>
      <p:sp>
        <p:nvSpPr>
          <p:cNvPr id="88" name="Text 86"/>
          <p:cNvSpPr/>
          <p:nvPr/>
        </p:nvSpPr>
        <p:spPr>
          <a:xfrm>
            <a:off x="542925" y="19940588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F59E0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def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3B82F6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merge_format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(self, format):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542925" y="20126325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cursor = self.text_edit.textCursor()</a:t>
            </a:r>
            <a:endParaRPr lang="en-US" sz="1600" dirty="0"/>
          </a:p>
        </p:txBody>
      </p:sp>
      <p:sp>
        <p:nvSpPr>
          <p:cNvPr id="90" name="Text 88"/>
          <p:cNvSpPr/>
          <p:nvPr/>
        </p:nvSpPr>
        <p:spPr>
          <a:xfrm>
            <a:off x="542925" y="20312063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F59E0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if not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cursor.hasSelection():</a:t>
            </a:r>
            <a:endParaRPr lang="en-US" sz="1600" dirty="0"/>
          </a:p>
        </p:txBody>
      </p:sp>
      <p:sp>
        <p:nvSpPr>
          <p:cNvPr id="91" name="Text 89"/>
          <p:cNvSpPr/>
          <p:nvPr/>
        </p:nvSpPr>
        <p:spPr>
          <a:xfrm>
            <a:off x="542925" y="20497800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cursor.select(QTextCursor.WordUnderCursor)</a:t>
            </a:r>
            <a:endParaRPr lang="en-US" sz="1600" dirty="0"/>
          </a:p>
        </p:txBody>
      </p:sp>
      <p:sp>
        <p:nvSpPr>
          <p:cNvPr id="92" name="Text 90"/>
          <p:cNvSpPr/>
          <p:nvPr/>
        </p:nvSpPr>
        <p:spPr>
          <a:xfrm>
            <a:off x="542925" y="20683538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cursor.mergeCharFormat(format)</a:t>
            </a:r>
            <a:endParaRPr lang="en-US" sz="1600" dirty="0"/>
          </a:p>
        </p:txBody>
      </p:sp>
      <p:sp>
        <p:nvSpPr>
          <p:cNvPr id="93" name="Text 91"/>
          <p:cNvSpPr/>
          <p:nvPr/>
        </p:nvSpPr>
        <p:spPr>
          <a:xfrm>
            <a:off x="542925" y="20869275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self.text_edit.mergeCurrentCharFormat(format)</a:t>
            </a:r>
            <a:endParaRPr lang="en-US" sz="1600" dirty="0"/>
          </a:p>
        </p:txBody>
      </p:sp>
      <p:sp>
        <p:nvSpPr>
          <p:cNvPr id="94" name="Text 92"/>
          <p:cNvSpPr/>
          <p:nvPr/>
        </p:nvSpPr>
        <p:spPr>
          <a:xfrm>
            <a:off x="542925" y="21055013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F59E0B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if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__name__ == '__main__':</a:t>
            </a:r>
            <a:endParaRPr lang="en-US" sz="1600" dirty="0"/>
          </a:p>
        </p:txBody>
      </p:sp>
      <p:sp>
        <p:nvSpPr>
          <p:cNvPr id="95" name="Text 93"/>
          <p:cNvSpPr/>
          <p:nvPr/>
        </p:nvSpPr>
        <p:spPr>
          <a:xfrm>
            <a:off x="542925" y="21240750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app = QApplication(sys.argv)</a:t>
            </a:r>
            <a:endParaRPr lang="en-US" sz="1600" dirty="0"/>
          </a:p>
        </p:txBody>
      </p:sp>
      <p:sp>
        <p:nvSpPr>
          <p:cNvPr id="96" name="Text 94"/>
          <p:cNvSpPr/>
          <p:nvPr/>
        </p:nvSpPr>
        <p:spPr>
          <a:xfrm>
            <a:off x="542925" y="21426488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editor = TextEditor()</a:t>
            </a:r>
            <a:endParaRPr lang="en-US" sz="1600" dirty="0"/>
          </a:p>
        </p:txBody>
      </p:sp>
      <p:sp>
        <p:nvSpPr>
          <p:cNvPr id="97" name="Text 95"/>
          <p:cNvSpPr/>
          <p:nvPr/>
        </p:nvSpPr>
        <p:spPr>
          <a:xfrm>
            <a:off x="542925" y="21612225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editor.show()</a:t>
            </a:r>
            <a:endParaRPr lang="en-US" sz="1600" dirty="0"/>
          </a:p>
        </p:txBody>
      </p:sp>
      <p:sp>
        <p:nvSpPr>
          <p:cNvPr id="98" name="Text 96"/>
          <p:cNvSpPr/>
          <p:nvPr/>
        </p:nvSpPr>
        <p:spPr>
          <a:xfrm>
            <a:off x="542925" y="21797963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10B981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sys.exit(app.exec_())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4kwallpapers.com/9cde162773487dc85e3c0cd7859cfcbe2aebcad1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17" b="17"/>
          <a:stretch/>
        </p:blipFill>
        <p:spPr>
          <a:xfrm>
            <a:off x="0" y="0"/>
            <a:ext cx="12192000" cy="6855626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5626"/>
          </a:xfrm>
          <a:custGeom>
            <a:avLst/>
            <a:gdLst/>
            <a:ahLst/>
            <a:cxnLst/>
            <a:rect l="l" t="t" r="r" b="b"/>
            <a:pathLst>
              <a:path w="12192000" h="6855626">
                <a:moveTo>
                  <a:pt x="0" y="0"/>
                </a:moveTo>
                <a:lnTo>
                  <a:pt x="12192000" y="0"/>
                </a:lnTo>
                <a:lnTo>
                  <a:pt x="12192000" y="6855626"/>
                </a:lnTo>
                <a:lnTo>
                  <a:pt x="0" y="6855626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E293B">
                  <a:alpha val="95000"/>
                </a:srgbClr>
              </a:gs>
              <a:gs pos="50000">
                <a:srgbClr val="1E293B">
                  <a:alpha val="90000"/>
                </a:srgbClr>
              </a:gs>
              <a:gs pos="100000">
                <a:srgbClr val="3B82F6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561" y="0"/>
            <a:ext cx="1158430" cy="427290"/>
          </a:xfrm>
          <a:custGeom>
            <a:avLst/>
            <a:gdLst/>
            <a:ahLst/>
            <a:cxnLst/>
            <a:rect l="l" t="t" r="r" b="b"/>
            <a:pathLst>
              <a:path w="1158430" h="427290">
                <a:moveTo>
                  <a:pt x="113945" y="0"/>
                </a:moveTo>
                <a:lnTo>
                  <a:pt x="1044485" y="0"/>
                </a:lnTo>
                <a:cubicBezTo>
                  <a:pt x="1107415" y="0"/>
                  <a:pt x="1158430" y="51015"/>
                  <a:pt x="1158430" y="113945"/>
                </a:cubicBezTo>
                <a:lnTo>
                  <a:pt x="1158430" y="313344"/>
                </a:lnTo>
                <a:cubicBezTo>
                  <a:pt x="1158430" y="376275"/>
                  <a:pt x="1107415" y="427290"/>
                  <a:pt x="1044485" y="427290"/>
                </a:cubicBezTo>
                <a:lnTo>
                  <a:pt x="113945" y="427290"/>
                </a:lnTo>
                <a:cubicBezTo>
                  <a:pt x="51057" y="427290"/>
                  <a:pt x="0" y="376233"/>
                  <a:pt x="0" y="313344"/>
                </a:cubicBezTo>
                <a:lnTo>
                  <a:pt x="0" y="113945"/>
                </a:lnTo>
                <a:cubicBezTo>
                  <a:pt x="0" y="51057"/>
                  <a:pt x="51057" y="0"/>
                  <a:pt x="113945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79215" y="109196"/>
            <a:ext cx="867784" cy="208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b="1" spc="75" kern="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XULOSA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79813" y="659925"/>
            <a:ext cx="10008075" cy="712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8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Xulosa va Tavsiyalar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4561" y="1680673"/>
            <a:ext cx="4738168" cy="3161944"/>
          </a:xfrm>
          <a:custGeom>
            <a:avLst/>
            <a:gdLst/>
            <a:ahLst/>
            <a:cxnLst/>
            <a:rect l="l" t="t" r="r" b="b"/>
            <a:pathLst>
              <a:path w="4738168" h="3161944">
                <a:moveTo>
                  <a:pt x="113956" y="0"/>
                </a:moveTo>
                <a:lnTo>
                  <a:pt x="4624212" y="0"/>
                </a:lnTo>
                <a:cubicBezTo>
                  <a:pt x="4687148" y="0"/>
                  <a:pt x="4738168" y="51020"/>
                  <a:pt x="4738168" y="113956"/>
                </a:cubicBezTo>
                <a:lnTo>
                  <a:pt x="4738168" y="3047987"/>
                </a:lnTo>
                <a:cubicBezTo>
                  <a:pt x="4738168" y="3110924"/>
                  <a:pt x="4687148" y="3161944"/>
                  <a:pt x="4624212" y="3161944"/>
                </a:cubicBezTo>
                <a:lnTo>
                  <a:pt x="113956" y="3161944"/>
                </a:lnTo>
                <a:cubicBezTo>
                  <a:pt x="51020" y="3161944"/>
                  <a:pt x="0" y="3110924"/>
                  <a:pt x="0" y="3047987"/>
                </a:cubicBezTo>
                <a:lnTo>
                  <a:pt x="0" y="113956"/>
                </a:lnTo>
                <a:cubicBezTo>
                  <a:pt x="0" y="51062"/>
                  <a:pt x="51062" y="0"/>
                  <a:pt x="113956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29065" y="1951290"/>
            <a:ext cx="213645" cy="189907"/>
          </a:xfrm>
          <a:custGeom>
            <a:avLst/>
            <a:gdLst/>
            <a:ahLst/>
            <a:cxnLst/>
            <a:rect l="l" t="t" r="r" b="b"/>
            <a:pathLst>
              <a:path w="213645" h="189907">
                <a:moveTo>
                  <a:pt x="17804" y="72624"/>
                </a:moveTo>
                <a:lnTo>
                  <a:pt x="95398" y="104560"/>
                </a:lnTo>
                <a:cubicBezTo>
                  <a:pt x="99033" y="106044"/>
                  <a:pt x="102891" y="106822"/>
                  <a:pt x="106822" y="106822"/>
                </a:cubicBezTo>
                <a:cubicBezTo>
                  <a:pt x="110754" y="106822"/>
                  <a:pt x="114612" y="106044"/>
                  <a:pt x="118246" y="104560"/>
                </a:cubicBezTo>
                <a:lnTo>
                  <a:pt x="208155" y="67543"/>
                </a:lnTo>
                <a:cubicBezTo>
                  <a:pt x="211494" y="66171"/>
                  <a:pt x="213645" y="62944"/>
                  <a:pt x="213645" y="59346"/>
                </a:cubicBezTo>
                <a:cubicBezTo>
                  <a:pt x="213645" y="55748"/>
                  <a:pt x="211494" y="52521"/>
                  <a:pt x="208155" y="51149"/>
                </a:cubicBezTo>
                <a:lnTo>
                  <a:pt x="118246" y="14132"/>
                </a:lnTo>
                <a:cubicBezTo>
                  <a:pt x="114612" y="12648"/>
                  <a:pt x="110754" y="11869"/>
                  <a:pt x="106822" y="11869"/>
                </a:cubicBezTo>
                <a:cubicBezTo>
                  <a:pt x="102891" y="11869"/>
                  <a:pt x="99033" y="12648"/>
                  <a:pt x="95398" y="14132"/>
                </a:cubicBezTo>
                <a:lnTo>
                  <a:pt x="5489" y="51149"/>
                </a:lnTo>
                <a:cubicBezTo>
                  <a:pt x="2151" y="52521"/>
                  <a:pt x="0" y="55748"/>
                  <a:pt x="0" y="59346"/>
                </a:cubicBezTo>
                <a:lnTo>
                  <a:pt x="0" y="169136"/>
                </a:lnTo>
                <a:cubicBezTo>
                  <a:pt x="0" y="174069"/>
                  <a:pt x="3969" y="178037"/>
                  <a:pt x="8902" y="178037"/>
                </a:cubicBezTo>
                <a:cubicBezTo>
                  <a:pt x="13835" y="178037"/>
                  <a:pt x="17804" y="174069"/>
                  <a:pt x="17804" y="169136"/>
                </a:cubicBezTo>
                <a:lnTo>
                  <a:pt x="17804" y="72624"/>
                </a:lnTo>
                <a:close/>
                <a:moveTo>
                  <a:pt x="35607" y="99219"/>
                </a:moveTo>
                <a:lnTo>
                  <a:pt x="35607" y="142430"/>
                </a:lnTo>
                <a:cubicBezTo>
                  <a:pt x="35607" y="162088"/>
                  <a:pt x="67506" y="178037"/>
                  <a:pt x="106822" y="178037"/>
                </a:cubicBezTo>
                <a:cubicBezTo>
                  <a:pt x="146139" y="178037"/>
                  <a:pt x="178037" y="162088"/>
                  <a:pt x="178037" y="142430"/>
                </a:cubicBezTo>
                <a:lnTo>
                  <a:pt x="178037" y="99182"/>
                </a:lnTo>
                <a:lnTo>
                  <a:pt x="125034" y="121028"/>
                </a:lnTo>
                <a:cubicBezTo>
                  <a:pt x="119248" y="123402"/>
                  <a:pt x="113091" y="124626"/>
                  <a:pt x="106822" y="124626"/>
                </a:cubicBezTo>
                <a:cubicBezTo>
                  <a:pt x="100554" y="124626"/>
                  <a:pt x="94397" y="123402"/>
                  <a:pt x="88611" y="121028"/>
                </a:cubicBezTo>
                <a:lnTo>
                  <a:pt x="35607" y="99182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9" name="Text 6"/>
          <p:cNvSpPr/>
          <p:nvPr/>
        </p:nvSpPr>
        <p:spPr>
          <a:xfrm>
            <a:off x="854579" y="1913308"/>
            <a:ext cx="4130467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O'rganilgan Narsalar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36187" y="2369084"/>
            <a:ext cx="151925" cy="151925"/>
          </a:xfrm>
          <a:custGeom>
            <a:avLst/>
            <a:gdLst/>
            <a:ahLst/>
            <a:cxnLst/>
            <a:rect l="l" t="t" r="r" b="b"/>
            <a:pathLst>
              <a:path w="151925" h="151925">
                <a:moveTo>
                  <a:pt x="75963" y="151925"/>
                </a:moveTo>
                <a:cubicBezTo>
                  <a:pt x="117888" y="151925"/>
                  <a:pt x="151925" y="117888"/>
                  <a:pt x="151925" y="75963"/>
                </a:cubicBezTo>
                <a:cubicBezTo>
                  <a:pt x="151925" y="34038"/>
                  <a:pt x="117888" y="0"/>
                  <a:pt x="75963" y="0"/>
                </a:cubicBezTo>
                <a:cubicBezTo>
                  <a:pt x="34038" y="0"/>
                  <a:pt x="0" y="34038"/>
                  <a:pt x="0" y="75963"/>
                </a:cubicBezTo>
                <a:cubicBezTo>
                  <a:pt x="0" y="117888"/>
                  <a:pt x="34038" y="151925"/>
                  <a:pt x="75963" y="151925"/>
                </a:cubicBezTo>
                <a:close/>
                <a:moveTo>
                  <a:pt x="101007" y="63114"/>
                </a:moveTo>
                <a:lnTo>
                  <a:pt x="77268" y="101096"/>
                </a:lnTo>
                <a:cubicBezTo>
                  <a:pt x="76022" y="103084"/>
                  <a:pt x="73886" y="104330"/>
                  <a:pt x="71541" y="104449"/>
                </a:cubicBezTo>
                <a:cubicBezTo>
                  <a:pt x="69197" y="104567"/>
                  <a:pt x="66942" y="103499"/>
                  <a:pt x="65547" y="101600"/>
                </a:cubicBezTo>
                <a:lnTo>
                  <a:pt x="51304" y="82609"/>
                </a:lnTo>
                <a:cubicBezTo>
                  <a:pt x="48931" y="79464"/>
                  <a:pt x="49583" y="75013"/>
                  <a:pt x="52729" y="72639"/>
                </a:cubicBezTo>
                <a:cubicBezTo>
                  <a:pt x="55874" y="70265"/>
                  <a:pt x="60325" y="70918"/>
                  <a:pt x="62699" y="74064"/>
                </a:cubicBezTo>
                <a:lnTo>
                  <a:pt x="70711" y="84746"/>
                </a:lnTo>
                <a:lnTo>
                  <a:pt x="88930" y="55577"/>
                </a:lnTo>
                <a:cubicBezTo>
                  <a:pt x="91007" y="52254"/>
                  <a:pt x="95398" y="51215"/>
                  <a:pt x="98751" y="53322"/>
                </a:cubicBezTo>
                <a:cubicBezTo>
                  <a:pt x="102104" y="55429"/>
                  <a:pt x="103113" y="59791"/>
                  <a:pt x="101007" y="63144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1" name="Text 8"/>
          <p:cNvSpPr/>
          <p:nvPr/>
        </p:nvSpPr>
        <p:spPr>
          <a:xfrm>
            <a:off x="921047" y="2331103"/>
            <a:ext cx="1861084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PyQt5 asoslari va modullari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36187" y="2710916"/>
            <a:ext cx="151925" cy="151925"/>
          </a:xfrm>
          <a:custGeom>
            <a:avLst/>
            <a:gdLst/>
            <a:ahLst/>
            <a:cxnLst/>
            <a:rect l="l" t="t" r="r" b="b"/>
            <a:pathLst>
              <a:path w="151925" h="151925">
                <a:moveTo>
                  <a:pt x="75963" y="151925"/>
                </a:moveTo>
                <a:cubicBezTo>
                  <a:pt x="117888" y="151925"/>
                  <a:pt x="151925" y="117888"/>
                  <a:pt x="151925" y="75963"/>
                </a:cubicBezTo>
                <a:cubicBezTo>
                  <a:pt x="151925" y="34038"/>
                  <a:pt x="117888" y="0"/>
                  <a:pt x="75963" y="0"/>
                </a:cubicBezTo>
                <a:cubicBezTo>
                  <a:pt x="34038" y="0"/>
                  <a:pt x="0" y="34038"/>
                  <a:pt x="0" y="75963"/>
                </a:cubicBezTo>
                <a:cubicBezTo>
                  <a:pt x="0" y="117888"/>
                  <a:pt x="34038" y="151925"/>
                  <a:pt x="75963" y="151925"/>
                </a:cubicBezTo>
                <a:close/>
                <a:moveTo>
                  <a:pt x="101007" y="63114"/>
                </a:moveTo>
                <a:lnTo>
                  <a:pt x="77268" y="101096"/>
                </a:lnTo>
                <a:cubicBezTo>
                  <a:pt x="76022" y="103084"/>
                  <a:pt x="73886" y="104330"/>
                  <a:pt x="71541" y="104449"/>
                </a:cubicBezTo>
                <a:cubicBezTo>
                  <a:pt x="69197" y="104567"/>
                  <a:pt x="66942" y="103499"/>
                  <a:pt x="65547" y="101600"/>
                </a:cubicBezTo>
                <a:lnTo>
                  <a:pt x="51304" y="82609"/>
                </a:lnTo>
                <a:cubicBezTo>
                  <a:pt x="48931" y="79464"/>
                  <a:pt x="49583" y="75013"/>
                  <a:pt x="52729" y="72639"/>
                </a:cubicBezTo>
                <a:cubicBezTo>
                  <a:pt x="55874" y="70265"/>
                  <a:pt x="60325" y="70918"/>
                  <a:pt x="62699" y="74064"/>
                </a:cubicBezTo>
                <a:lnTo>
                  <a:pt x="70711" y="84746"/>
                </a:lnTo>
                <a:lnTo>
                  <a:pt x="88930" y="55577"/>
                </a:lnTo>
                <a:cubicBezTo>
                  <a:pt x="91007" y="52254"/>
                  <a:pt x="95398" y="51215"/>
                  <a:pt x="98751" y="53322"/>
                </a:cubicBezTo>
                <a:cubicBezTo>
                  <a:pt x="102104" y="55429"/>
                  <a:pt x="103113" y="59791"/>
                  <a:pt x="101007" y="63144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3" name="Text 10"/>
          <p:cNvSpPr/>
          <p:nvPr/>
        </p:nvSpPr>
        <p:spPr>
          <a:xfrm>
            <a:off x="921047" y="2672935"/>
            <a:ext cx="1927551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QMainWindow arxitekturasi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36187" y="3052748"/>
            <a:ext cx="151925" cy="151925"/>
          </a:xfrm>
          <a:custGeom>
            <a:avLst/>
            <a:gdLst/>
            <a:ahLst/>
            <a:cxnLst/>
            <a:rect l="l" t="t" r="r" b="b"/>
            <a:pathLst>
              <a:path w="151925" h="151925">
                <a:moveTo>
                  <a:pt x="75963" y="151925"/>
                </a:moveTo>
                <a:cubicBezTo>
                  <a:pt x="117888" y="151925"/>
                  <a:pt x="151925" y="117888"/>
                  <a:pt x="151925" y="75963"/>
                </a:cubicBezTo>
                <a:cubicBezTo>
                  <a:pt x="151925" y="34038"/>
                  <a:pt x="117888" y="0"/>
                  <a:pt x="75963" y="0"/>
                </a:cubicBezTo>
                <a:cubicBezTo>
                  <a:pt x="34038" y="0"/>
                  <a:pt x="0" y="34038"/>
                  <a:pt x="0" y="75963"/>
                </a:cubicBezTo>
                <a:cubicBezTo>
                  <a:pt x="0" y="117888"/>
                  <a:pt x="34038" y="151925"/>
                  <a:pt x="75963" y="151925"/>
                </a:cubicBezTo>
                <a:close/>
                <a:moveTo>
                  <a:pt x="101007" y="63114"/>
                </a:moveTo>
                <a:lnTo>
                  <a:pt x="77268" y="101096"/>
                </a:lnTo>
                <a:cubicBezTo>
                  <a:pt x="76022" y="103084"/>
                  <a:pt x="73886" y="104330"/>
                  <a:pt x="71541" y="104449"/>
                </a:cubicBezTo>
                <a:cubicBezTo>
                  <a:pt x="69197" y="104567"/>
                  <a:pt x="66942" y="103499"/>
                  <a:pt x="65547" y="101600"/>
                </a:cubicBezTo>
                <a:lnTo>
                  <a:pt x="51304" y="82609"/>
                </a:lnTo>
                <a:cubicBezTo>
                  <a:pt x="48931" y="79464"/>
                  <a:pt x="49583" y="75013"/>
                  <a:pt x="52729" y="72639"/>
                </a:cubicBezTo>
                <a:cubicBezTo>
                  <a:pt x="55874" y="70265"/>
                  <a:pt x="60325" y="70918"/>
                  <a:pt x="62699" y="74064"/>
                </a:cubicBezTo>
                <a:lnTo>
                  <a:pt x="70711" y="84746"/>
                </a:lnTo>
                <a:lnTo>
                  <a:pt x="88930" y="55577"/>
                </a:lnTo>
                <a:cubicBezTo>
                  <a:pt x="91007" y="52254"/>
                  <a:pt x="95398" y="51215"/>
                  <a:pt x="98751" y="53322"/>
                </a:cubicBezTo>
                <a:cubicBezTo>
                  <a:pt x="102104" y="55429"/>
                  <a:pt x="103113" y="59791"/>
                  <a:pt x="101007" y="63144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5" name="Text 12"/>
          <p:cNvSpPr/>
          <p:nvPr/>
        </p:nvSpPr>
        <p:spPr>
          <a:xfrm>
            <a:off x="921047" y="3014766"/>
            <a:ext cx="1918056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QTextEdit va QPlainTextEdit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36187" y="3394579"/>
            <a:ext cx="151925" cy="151925"/>
          </a:xfrm>
          <a:custGeom>
            <a:avLst/>
            <a:gdLst/>
            <a:ahLst/>
            <a:cxnLst/>
            <a:rect l="l" t="t" r="r" b="b"/>
            <a:pathLst>
              <a:path w="151925" h="151925">
                <a:moveTo>
                  <a:pt x="75963" y="151925"/>
                </a:moveTo>
                <a:cubicBezTo>
                  <a:pt x="117888" y="151925"/>
                  <a:pt x="151925" y="117888"/>
                  <a:pt x="151925" y="75963"/>
                </a:cubicBezTo>
                <a:cubicBezTo>
                  <a:pt x="151925" y="34038"/>
                  <a:pt x="117888" y="0"/>
                  <a:pt x="75963" y="0"/>
                </a:cubicBezTo>
                <a:cubicBezTo>
                  <a:pt x="34038" y="0"/>
                  <a:pt x="0" y="34038"/>
                  <a:pt x="0" y="75963"/>
                </a:cubicBezTo>
                <a:cubicBezTo>
                  <a:pt x="0" y="117888"/>
                  <a:pt x="34038" y="151925"/>
                  <a:pt x="75963" y="151925"/>
                </a:cubicBezTo>
                <a:close/>
                <a:moveTo>
                  <a:pt x="101007" y="63114"/>
                </a:moveTo>
                <a:lnTo>
                  <a:pt x="77268" y="101096"/>
                </a:lnTo>
                <a:cubicBezTo>
                  <a:pt x="76022" y="103084"/>
                  <a:pt x="73886" y="104330"/>
                  <a:pt x="71541" y="104449"/>
                </a:cubicBezTo>
                <a:cubicBezTo>
                  <a:pt x="69197" y="104567"/>
                  <a:pt x="66942" y="103499"/>
                  <a:pt x="65547" y="101600"/>
                </a:cubicBezTo>
                <a:lnTo>
                  <a:pt x="51304" y="82609"/>
                </a:lnTo>
                <a:cubicBezTo>
                  <a:pt x="48931" y="79464"/>
                  <a:pt x="49583" y="75013"/>
                  <a:pt x="52729" y="72639"/>
                </a:cubicBezTo>
                <a:cubicBezTo>
                  <a:pt x="55874" y="70265"/>
                  <a:pt x="60325" y="70918"/>
                  <a:pt x="62699" y="74064"/>
                </a:cubicBezTo>
                <a:lnTo>
                  <a:pt x="70711" y="84746"/>
                </a:lnTo>
                <a:lnTo>
                  <a:pt x="88930" y="55577"/>
                </a:lnTo>
                <a:cubicBezTo>
                  <a:pt x="91007" y="52254"/>
                  <a:pt x="95398" y="51215"/>
                  <a:pt x="98751" y="53322"/>
                </a:cubicBezTo>
                <a:cubicBezTo>
                  <a:pt x="102104" y="55429"/>
                  <a:pt x="103113" y="59791"/>
                  <a:pt x="101007" y="63144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7" name="Text 14"/>
          <p:cNvSpPr/>
          <p:nvPr/>
        </p:nvSpPr>
        <p:spPr>
          <a:xfrm>
            <a:off x="921047" y="3356598"/>
            <a:ext cx="1832598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QAction va menyu/toolbar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36187" y="3736411"/>
            <a:ext cx="151925" cy="151925"/>
          </a:xfrm>
          <a:custGeom>
            <a:avLst/>
            <a:gdLst/>
            <a:ahLst/>
            <a:cxnLst/>
            <a:rect l="l" t="t" r="r" b="b"/>
            <a:pathLst>
              <a:path w="151925" h="151925">
                <a:moveTo>
                  <a:pt x="75963" y="151925"/>
                </a:moveTo>
                <a:cubicBezTo>
                  <a:pt x="117888" y="151925"/>
                  <a:pt x="151925" y="117888"/>
                  <a:pt x="151925" y="75963"/>
                </a:cubicBezTo>
                <a:cubicBezTo>
                  <a:pt x="151925" y="34038"/>
                  <a:pt x="117888" y="0"/>
                  <a:pt x="75963" y="0"/>
                </a:cubicBezTo>
                <a:cubicBezTo>
                  <a:pt x="34038" y="0"/>
                  <a:pt x="0" y="34038"/>
                  <a:pt x="0" y="75963"/>
                </a:cubicBezTo>
                <a:cubicBezTo>
                  <a:pt x="0" y="117888"/>
                  <a:pt x="34038" y="151925"/>
                  <a:pt x="75963" y="151925"/>
                </a:cubicBezTo>
                <a:close/>
                <a:moveTo>
                  <a:pt x="101007" y="63114"/>
                </a:moveTo>
                <a:lnTo>
                  <a:pt x="77268" y="101096"/>
                </a:lnTo>
                <a:cubicBezTo>
                  <a:pt x="76022" y="103084"/>
                  <a:pt x="73886" y="104330"/>
                  <a:pt x="71541" y="104449"/>
                </a:cubicBezTo>
                <a:cubicBezTo>
                  <a:pt x="69197" y="104567"/>
                  <a:pt x="66942" y="103499"/>
                  <a:pt x="65547" y="101600"/>
                </a:cubicBezTo>
                <a:lnTo>
                  <a:pt x="51304" y="82609"/>
                </a:lnTo>
                <a:cubicBezTo>
                  <a:pt x="48931" y="79464"/>
                  <a:pt x="49583" y="75013"/>
                  <a:pt x="52729" y="72639"/>
                </a:cubicBezTo>
                <a:cubicBezTo>
                  <a:pt x="55874" y="70265"/>
                  <a:pt x="60325" y="70918"/>
                  <a:pt x="62699" y="74064"/>
                </a:cubicBezTo>
                <a:lnTo>
                  <a:pt x="70711" y="84746"/>
                </a:lnTo>
                <a:lnTo>
                  <a:pt x="88930" y="55577"/>
                </a:lnTo>
                <a:cubicBezTo>
                  <a:pt x="91007" y="52254"/>
                  <a:pt x="95398" y="51215"/>
                  <a:pt x="98751" y="53322"/>
                </a:cubicBezTo>
                <a:cubicBezTo>
                  <a:pt x="102104" y="55429"/>
                  <a:pt x="103113" y="59791"/>
                  <a:pt x="101007" y="63144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9" name="Text 16"/>
          <p:cNvSpPr/>
          <p:nvPr/>
        </p:nvSpPr>
        <p:spPr>
          <a:xfrm>
            <a:off x="921047" y="3698430"/>
            <a:ext cx="1262879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Fayl operatsiyalari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36187" y="4078243"/>
            <a:ext cx="151925" cy="151925"/>
          </a:xfrm>
          <a:custGeom>
            <a:avLst/>
            <a:gdLst/>
            <a:ahLst/>
            <a:cxnLst/>
            <a:rect l="l" t="t" r="r" b="b"/>
            <a:pathLst>
              <a:path w="151925" h="151925">
                <a:moveTo>
                  <a:pt x="75963" y="151925"/>
                </a:moveTo>
                <a:cubicBezTo>
                  <a:pt x="117888" y="151925"/>
                  <a:pt x="151925" y="117888"/>
                  <a:pt x="151925" y="75963"/>
                </a:cubicBezTo>
                <a:cubicBezTo>
                  <a:pt x="151925" y="34038"/>
                  <a:pt x="117888" y="0"/>
                  <a:pt x="75963" y="0"/>
                </a:cubicBezTo>
                <a:cubicBezTo>
                  <a:pt x="34038" y="0"/>
                  <a:pt x="0" y="34038"/>
                  <a:pt x="0" y="75963"/>
                </a:cubicBezTo>
                <a:cubicBezTo>
                  <a:pt x="0" y="117888"/>
                  <a:pt x="34038" y="151925"/>
                  <a:pt x="75963" y="151925"/>
                </a:cubicBezTo>
                <a:close/>
                <a:moveTo>
                  <a:pt x="101007" y="63114"/>
                </a:moveTo>
                <a:lnTo>
                  <a:pt x="77268" y="101096"/>
                </a:lnTo>
                <a:cubicBezTo>
                  <a:pt x="76022" y="103084"/>
                  <a:pt x="73886" y="104330"/>
                  <a:pt x="71541" y="104449"/>
                </a:cubicBezTo>
                <a:cubicBezTo>
                  <a:pt x="69197" y="104567"/>
                  <a:pt x="66942" y="103499"/>
                  <a:pt x="65547" y="101600"/>
                </a:cubicBezTo>
                <a:lnTo>
                  <a:pt x="51304" y="82609"/>
                </a:lnTo>
                <a:cubicBezTo>
                  <a:pt x="48931" y="79464"/>
                  <a:pt x="49583" y="75013"/>
                  <a:pt x="52729" y="72639"/>
                </a:cubicBezTo>
                <a:cubicBezTo>
                  <a:pt x="55874" y="70265"/>
                  <a:pt x="60325" y="70918"/>
                  <a:pt x="62699" y="74064"/>
                </a:cubicBezTo>
                <a:lnTo>
                  <a:pt x="70711" y="84746"/>
                </a:lnTo>
                <a:lnTo>
                  <a:pt x="88930" y="55577"/>
                </a:lnTo>
                <a:cubicBezTo>
                  <a:pt x="91007" y="52254"/>
                  <a:pt x="95398" y="51215"/>
                  <a:pt x="98751" y="53322"/>
                </a:cubicBezTo>
                <a:cubicBezTo>
                  <a:pt x="102104" y="55429"/>
                  <a:pt x="103113" y="59791"/>
                  <a:pt x="101007" y="63144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1" name="Text 18"/>
          <p:cNvSpPr/>
          <p:nvPr/>
        </p:nvSpPr>
        <p:spPr>
          <a:xfrm>
            <a:off x="921047" y="4040262"/>
            <a:ext cx="1148935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Matn formatlash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36187" y="4420075"/>
            <a:ext cx="151925" cy="151925"/>
          </a:xfrm>
          <a:custGeom>
            <a:avLst/>
            <a:gdLst/>
            <a:ahLst/>
            <a:cxnLst/>
            <a:rect l="l" t="t" r="r" b="b"/>
            <a:pathLst>
              <a:path w="151925" h="151925">
                <a:moveTo>
                  <a:pt x="75963" y="151925"/>
                </a:moveTo>
                <a:cubicBezTo>
                  <a:pt x="117888" y="151925"/>
                  <a:pt x="151925" y="117888"/>
                  <a:pt x="151925" y="75963"/>
                </a:cubicBezTo>
                <a:cubicBezTo>
                  <a:pt x="151925" y="34038"/>
                  <a:pt x="117888" y="0"/>
                  <a:pt x="75963" y="0"/>
                </a:cubicBezTo>
                <a:cubicBezTo>
                  <a:pt x="34038" y="0"/>
                  <a:pt x="0" y="34038"/>
                  <a:pt x="0" y="75963"/>
                </a:cubicBezTo>
                <a:cubicBezTo>
                  <a:pt x="0" y="117888"/>
                  <a:pt x="34038" y="151925"/>
                  <a:pt x="75963" y="151925"/>
                </a:cubicBezTo>
                <a:close/>
                <a:moveTo>
                  <a:pt x="101007" y="63114"/>
                </a:moveTo>
                <a:lnTo>
                  <a:pt x="77268" y="101096"/>
                </a:lnTo>
                <a:cubicBezTo>
                  <a:pt x="76022" y="103084"/>
                  <a:pt x="73886" y="104330"/>
                  <a:pt x="71541" y="104449"/>
                </a:cubicBezTo>
                <a:cubicBezTo>
                  <a:pt x="69197" y="104567"/>
                  <a:pt x="66942" y="103499"/>
                  <a:pt x="65547" y="101600"/>
                </a:cubicBezTo>
                <a:lnTo>
                  <a:pt x="51304" y="82609"/>
                </a:lnTo>
                <a:cubicBezTo>
                  <a:pt x="48931" y="79464"/>
                  <a:pt x="49583" y="75013"/>
                  <a:pt x="52729" y="72639"/>
                </a:cubicBezTo>
                <a:cubicBezTo>
                  <a:pt x="55874" y="70265"/>
                  <a:pt x="60325" y="70918"/>
                  <a:pt x="62699" y="74064"/>
                </a:cubicBezTo>
                <a:lnTo>
                  <a:pt x="70711" y="84746"/>
                </a:lnTo>
                <a:lnTo>
                  <a:pt x="88930" y="55577"/>
                </a:lnTo>
                <a:cubicBezTo>
                  <a:pt x="91007" y="52254"/>
                  <a:pt x="95398" y="51215"/>
                  <a:pt x="98751" y="53322"/>
                </a:cubicBezTo>
                <a:cubicBezTo>
                  <a:pt x="102104" y="55429"/>
                  <a:pt x="103113" y="59791"/>
                  <a:pt x="101007" y="63144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3" name="Text 20"/>
          <p:cNvSpPr/>
          <p:nvPr/>
        </p:nvSpPr>
        <p:spPr>
          <a:xfrm>
            <a:off x="921047" y="4382093"/>
            <a:ext cx="1424299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Xatolarni boshqarish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360112" y="1680673"/>
            <a:ext cx="4738168" cy="3161944"/>
          </a:xfrm>
          <a:custGeom>
            <a:avLst/>
            <a:gdLst/>
            <a:ahLst/>
            <a:cxnLst/>
            <a:rect l="l" t="t" r="r" b="b"/>
            <a:pathLst>
              <a:path w="4738168" h="3161944">
                <a:moveTo>
                  <a:pt x="113956" y="0"/>
                </a:moveTo>
                <a:lnTo>
                  <a:pt x="4624212" y="0"/>
                </a:lnTo>
                <a:cubicBezTo>
                  <a:pt x="4687148" y="0"/>
                  <a:pt x="4738168" y="51020"/>
                  <a:pt x="4738168" y="113956"/>
                </a:cubicBezTo>
                <a:lnTo>
                  <a:pt x="4738168" y="3047987"/>
                </a:lnTo>
                <a:cubicBezTo>
                  <a:pt x="4738168" y="3110924"/>
                  <a:pt x="4687148" y="3161944"/>
                  <a:pt x="4624212" y="3161944"/>
                </a:cubicBezTo>
                <a:lnTo>
                  <a:pt x="113956" y="3161944"/>
                </a:lnTo>
                <a:cubicBezTo>
                  <a:pt x="51020" y="3161944"/>
                  <a:pt x="0" y="3110924"/>
                  <a:pt x="0" y="3047987"/>
                </a:cubicBezTo>
                <a:lnTo>
                  <a:pt x="0" y="113956"/>
                </a:lnTo>
                <a:cubicBezTo>
                  <a:pt x="0" y="51062"/>
                  <a:pt x="51062" y="0"/>
                  <a:pt x="113956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640224" y="1951290"/>
            <a:ext cx="142430" cy="189907"/>
          </a:xfrm>
          <a:custGeom>
            <a:avLst/>
            <a:gdLst/>
            <a:ahLst/>
            <a:cxnLst/>
            <a:rect l="l" t="t" r="r" b="b"/>
            <a:pathLst>
              <a:path w="142430" h="189907">
                <a:moveTo>
                  <a:pt x="108640" y="142430"/>
                </a:moveTo>
                <a:cubicBezTo>
                  <a:pt x="111348" y="134159"/>
                  <a:pt x="116763" y="126666"/>
                  <a:pt x="122883" y="120212"/>
                </a:cubicBezTo>
                <a:cubicBezTo>
                  <a:pt x="135012" y="107453"/>
                  <a:pt x="142430" y="90206"/>
                  <a:pt x="142430" y="71215"/>
                </a:cubicBezTo>
                <a:cubicBezTo>
                  <a:pt x="142430" y="31898"/>
                  <a:pt x="110532" y="0"/>
                  <a:pt x="71215" y="0"/>
                </a:cubicBezTo>
                <a:cubicBezTo>
                  <a:pt x="31898" y="0"/>
                  <a:pt x="0" y="31898"/>
                  <a:pt x="0" y="71215"/>
                </a:cubicBezTo>
                <a:cubicBezTo>
                  <a:pt x="0" y="90206"/>
                  <a:pt x="7418" y="107453"/>
                  <a:pt x="19547" y="120212"/>
                </a:cubicBezTo>
                <a:cubicBezTo>
                  <a:pt x="25667" y="126666"/>
                  <a:pt x="31119" y="134159"/>
                  <a:pt x="33790" y="142430"/>
                </a:cubicBezTo>
                <a:lnTo>
                  <a:pt x="108603" y="142430"/>
                </a:lnTo>
                <a:close/>
                <a:moveTo>
                  <a:pt x="106822" y="160234"/>
                </a:moveTo>
                <a:lnTo>
                  <a:pt x="35607" y="160234"/>
                </a:lnTo>
                <a:lnTo>
                  <a:pt x="35607" y="166168"/>
                </a:lnTo>
                <a:cubicBezTo>
                  <a:pt x="35607" y="182563"/>
                  <a:pt x="48886" y="195841"/>
                  <a:pt x="65280" y="195841"/>
                </a:cubicBezTo>
                <a:lnTo>
                  <a:pt x="77150" y="195841"/>
                </a:lnTo>
                <a:cubicBezTo>
                  <a:pt x="93544" y="195841"/>
                  <a:pt x="106822" y="182563"/>
                  <a:pt x="106822" y="166168"/>
                </a:cubicBezTo>
                <a:lnTo>
                  <a:pt x="106822" y="160234"/>
                </a:lnTo>
                <a:close/>
                <a:moveTo>
                  <a:pt x="68248" y="41542"/>
                </a:moveTo>
                <a:cubicBezTo>
                  <a:pt x="53485" y="41542"/>
                  <a:pt x="41542" y="53485"/>
                  <a:pt x="41542" y="68248"/>
                </a:cubicBezTo>
                <a:cubicBezTo>
                  <a:pt x="41542" y="73181"/>
                  <a:pt x="37573" y="77150"/>
                  <a:pt x="32640" y="77150"/>
                </a:cubicBezTo>
                <a:cubicBezTo>
                  <a:pt x="27707" y="77150"/>
                  <a:pt x="23738" y="73181"/>
                  <a:pt x="23738" y="68248"/>
                </a:cubicBezTo>
                <a:cubicBezTo>
                  <a:pt x="23738" y="43656"/>
                  <a:pt x="43656" y="23738"/>
                  <a:pt x="68248" y="23738"/>
                </a:cubicBezTo>
                <a:cubicBezTo>
                  <a:pt x="73181" y="23738"/>
                  <a:pt x="77150" y="27707"/>
                  <a:pt x="77150" y="32640"/>
                </a:cubicBezTo>
                <a:cubicBezTo>
                  <a:pt x="77150" y="37573"/>
                  <a:pt x="73181" y="41542"/>
                  <a:pt x="68248" y="41542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6" name="Text 23"/>
          <p:cNvSpPr/>
          <p:nvPr/>
        </p:nvSpPr>
        <p:spPr>
          <a:xfrm>
            <a:off x="5830131" y="1913308"/>
            <a:ext cx="4130467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Eng Yaxshi Amaliyotlar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5602243" y="2369084"/>
            <a:ext cx="170916" cy="151925"/>
          </a:xfrm>
          <a:custGeom>
            <a:avLst/>
            <a:gdLst/>
            <a:ahLst/>
            <a:cxnLst/>
            <a:rect l="l" t="t" r="r" b="b"/>
            <a:pathLst>
              <a:path w="170916" h="151925">
                <a:moveTo>
                  <a:pt x="91838" y="-5608"/>
                </a:moveTo>
                <a:cubicBezTo>
                  <a:pt x="90621" y="-7982"/>
                  <a:pt x="88158" y="-9495"/>
                  <a:pt x="85488" y="-9495"/>
                </a:cubicBezTo>
                <a:cubicBezTo>
                  <a:pt x="82817" y="-9495"/>
                  <a:pt x="80354" y="-7982"/>
                  <a:pt x="79138" y="-5608"/>
                </a:cubicBezTo>
                <a:lnTo>
                  <a:pt x="57298" y="37180"/>
                </a:lnTo>
                <a:lnTo>
                  <a:pt x="9851" y="44717"/>
                </a:lnTo>
                <a:cubicBezTo>
                  <a:pt x="7211" y="45132"/>
                  <a:pt x="5015" y="47002"/>
                  <a:pt x="4184" y="49554"/>
                </a:cubicBezTo>
                <a:cubicBezTo>
                  <a:pt x="3353" y="52106"/>
                  <a:pt x="4036" y="54895"/>
                  <a:pt x="5905" y="56794"/>
                </a:cubicBezTo>
                <a:lnTo>
                  <a:pt x="39851" y="90769"/>
                </a:lnTo>
                <a:lnTo>
                  <a:pt x="32373" y="138216"/>
                </a:lnTo>
                <a:cubicBezTo>
                  <a:pt x="31958" y="140857"/>
                  <a:pt x="33056" y="143528"/>
                  <a:pt x="35222" y="145100"/>
                </a:cubicBezTo>
                <a:cubicBezTo>
                  <a:pt x="37388" y="146673"/>
                  <a:pt x="40236" y="146911"/>
                  <a:pt x="42640" y="145694"/>
                </a:cubicBezTo>
                <a:lnTo>
                  <a:pt x="85488" y="123914"/>
                </a:lnTo>
                <a:lnTo>
                  <a:pt x="128306" y="145694"/>
                </a:lnTo>
                <a:cubicBezTo>
                  <a:pt x="130679" y="146911"/>
                  <a:pt x="133558" y="146673"/>
                  <a:pt x="135724" y="145100"/>
                </a:cubicBezTo>
                <a:cubicBezTo>
                  <a:pt x="137890" y="143528"/>
                  <a:pt x="138988" y="140887"/>
                  <a:pt x="138572" y="138216"/>
                </a:cubicBezTo>
                <a:lnTo>
                  <a:pt x="131065" y="90769"/>
                </a:lnTo>
                <a:lnTo>
                  <a:pt x="165011" y="56794"/>
                </a:lnTo>
                <a:cubicBezTo>
                  <a:pt x="166910" y="54895"/>
                  <a:pt x="167563" y="52106"/>
                  <a:pt x="166732" y="49554"/>
                </a:cubicBezTo>
                <a:cubicBezTo>
                  <a:pt x="165901" y="47002"/>
                  <a:pt x="163735" y="45132"/>
                  <a:pt x="161064" y="44717"/>
                </a:cubicBezTo>
                <a:lnTo>
                  <a:pt x="113647" y="37180"/>
                </a:lnTo>
                <a:lnTo>
                  <a:pt x="91838" y="-5608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8" name="Text 25"/>
          <p:cNvSpPr/>
          <p:nvPr/>
        </p:nvSpPr>
        <p:spPr>
          <a:xfrm>
            <a:off x="5896598" y="2331103"/>
            <a:ext cx="2278879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MVC arxitekturasidan foydalaning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5602243" y="2710916"/>
            <a:ext cx="170916" cy="151925"/>
          </a:xfrm>
          <a:custGeom>
            <a:avLst/>
            <a:gdLst/>
            <a:ahLst/>
            <a:cxnLst/>
            <a:rect l="l" t="t" r="r" b="b"/>
            <a:pathLst>
              <a:path w="170916" h="151925">
                <a:moveTo>
                  <a:pt x="91838" y="-5608"/>
                </a:moveTo>
                <a:cubicBezTo>
                  <a:pt x="90621" y="-7982"/>
                  <a:pt x="88158" y="-9495"/>
                  <a:pt x="85488" y="-9495"/>
                </a:cubicBezTo>
                <a:cubicBezTo>
                  <a:pt x="82817" y="-9495"/>
                  <a:pt x="80354" y="-7982"/>
                  <a:pt x="79138" y="-5608"/>
                </a:cubicBezTo>
                <a:lnTo>
                  <a:pt x="57298" y="37180"/>
                </a:lnTo>
                <a:lnTo>
                  <a:pt x="9851" y="44717"/>
                </a:lnTo>
                <a:cubicBezTo>
                  <a:pt x="7211" y="45132"/>
                  <a:pt x="5015" y="47002"/>
                  <a:pt x="4184" y="49554"/>
                </a:cubicBezTo>
                <a:cubicBezTo>
                  <a:pt x="3353" y="52106"/>
                  <a:pt x="4036" y="54895"/>
                  <a:pt x="5905" y="56794"/>
                </a:cubicBezTo>
                <a:lnTo>
                  <a:pt x="39851" y="90769"/>
                </a:lnTo>
                <a:lnTo>
                  <a:pt x="32373" y="138216"/>
                </a:lnTo>
                <a:cubicBezTo>
                  <a:pt x="31958" y="140857"/>
                  <a:pt x="33056" y="143528"/>
                  <a:pt x="35222" y="145100"/>
                </a:cubicBezTo>
                <a:cubicBezTo>
                  <a:pt x="37388" y="146673"/>
                  <a:pt x="40236" y="146911"/>
                  <a:pt x="42640" y="145694"/>
                </a:cubicBezTo>
                <a:lnTo>
                  <a:pt x="85488" y="123914"/>
                </a:lnTo>
                <a:lnTo>
                  <a:pt x="128306" y="145694"/>
                </a:lnTo>
                <a:cubicBezTo>
                  <a:pt x="130679" y="146911"/>
                  <a:pt x="133558" y="146673"/>
                  <a:pt x="135724" y="145100"/>
                </a:cubicBezTo>
                <a:cubicBezTo>
                  <a:pt x="137890" y="143528"/>
                  <a:pt x="138988" y="140887"/>
                  <a:pt x="138572" y="138216"/>
                </a:cubicBezTo>
                <a:lnTo>
                  <a:pt x="131065" y="90769"/>
                </a:lnTo>
                <a:lnTo>
                  <a:pt x="165011" y="56794"/>
                </a:lnTo>
                <a:cubicBezTo>
                  <a:pt x="166910" y="54895"/>
                  <a:pt x="167563" y="52106"/>
                  <a:pt x="166732" y="49554"/>
                </a:cubicBezTo>
                <a:cubicBezTo>
                  <a:pt x="165901" y="47002"/>
                  <a:pt x="163735" y="45132"/>
                  <a:pt x="161064" y="44717"/>
                </a:cubicBezTo>
                <a:lnTo>
                  <a:pt x="113647" y="37180"/>
                </a:lnTo>
                <a:lnTo>
                  <a:pt x="91838" y="-5608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0" name="Text 27"/>
          <p:cNvSpPr/>
          <p:nvPr/>
        </p:nvSpPr>
        <p:spPr>
          <a:xfrm>
            <a:off x="5896598" y="2672935"/>
            <a:ext cx="2183925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Signal-slot mexanizmini qo'llang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5602243" y="3052748"/>
            <a:ext cx="170916" cy="151925"/>
          </a:xfrm>
          <a:custGeom>
            <a:avLst/>
            <a:gdLst/>
            <a:ahLst/>
            <a:cxnLst/>
            <a:rect l="l" t="t" r="r" b="b"/>
            <a:pathLst>
              <a:path w="170916" h="151925">
                <a:moveTo>
                  <a:pt x="91838" y="-5608"/>
                </a:moveTo>
                <a:cubicBezTo>
                  <a:pt x="90621" y="-7982"/>
                  <a:pt x="88158" y="-9495"/>
                  <a:pt x="85488" y="-9495"/>
                </a:cubicBezTo>
                <a:cubicBezTo>
                  <a:pt x="82817" y="-9495"/>
                  <a:pt x="80354" y="-7982"/>
                  <a:pt x="79138" y="-5608"/>
                </a:cubicBezTo>
                <a:lnTo>
                  <a:pt x="57298" y="37180"/>
                </a:lnTo>
                <a:lnTo>
                  <a:pt x="9851" y="44717"/>
                </a:lnTo>
                <a:cubicBezTo>
                  <a:pt x="7211" y="45132"/>
                  <a:pt x="5015" y="47002"/>
                  <a:pt x="4184" y="49554"/>
                </a:cubicBezTo>
                <a:cubicBezTo>
                  <a:pt x="3353" y="52106"/>
                  <a:pt x="4036" y="54895"/>
                  <a:pt x="5905" y="56794"/>
                </a:cubicBezTo>
                <a:lnTo>
                  <a:pt x="39851" y="90769"/>
                </a:lnTo>
                <a:lnTo>
                  <a:pt x="32373" y="138216"/>
                </a:lnTo>
                <a:cubicBezTo>
                  <a:pt x="31958" y="140857"/>
                  <a:pt x="33056" y="143528"/>
                  <a:pt x="35222" y="145100"/>
                </a:cubicBezTo>
                <a:cubicBezTo>
                  <a:pt x="37388" y="146673"/>
                  <a:pt x="40236" y="146911"/>
                  <a:pt x="42640" y="145694"/>
                </a:cubicBezTo>
                <a:lnTo>
                  <a:pt x="85488" y="123914"/>
                </a:lnTo>
                <a:lnTo>
                  <a:pt x="128306" y="145694"/>
                </a:lnTo>
                <a:cubicBezTo>
                  <a:pt x="130679" y="146911"/>
                  <a:pt x="133558" y="146673"/>
                  <a:pt x="135724" y="145100"/>
                </a:cubicBezTo>
                <a:cubicBezTo>
                  <a:pt x="137890" y="143528"/>
                  <a:pt x="138988" y="140887"/>
                  <a:pt x="138572" y="138216"/>
                </a:cubicBezTo>
                <a:lnTo>
                  <a:pt x="131065" y="90769"/>
                </a:lnTo>
                <a:lnTo>
                  <a:pt x="165011" y="56794"/>
                </a:lnTo>
                <a:cubicBezTo>
                  <a:pt x="166910" y="54895"/>
                  <a:pt x="167563" y="52106"/>
                  <a:pt x="166732" y="49554"/>
                </a:cubicBezTo>
                <a:cubicBezTo>
                  <a:pt x="165901" y="47002"/>
                  <a:pt x="163735" y="45132"/>
                  <a:pt x="161064" y="44717"/>
                </a:cubicBezTo>
                <a:lnTo>
                  <a:pt x="113647" y="37180"/>
                </a:lnTo>
                <a:lnTo>
                  <a:pt x="91838" y="-5608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2" name="Text 29"/>
          <p:cNvSpPr/>
          <p:nvPr/>
        </p:nvSpPr>
        <p:spPr>
          <a:xfrm>
            <a:off x="5896598" y="3014766"/>
            <a:ext cx="1832598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Xatolarni to'g'ri boshqaring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5602243" y="3394579"/>
            <a:ext cx="170916" cy="151925"/>
          </a:xfrm>
          <a:custGeom>
            <a:avLst/>
            <a:gdLst/>
            <a:ahLst/>
            <a:cxnLst/>
            <a:rect l="l" t="t" r="r" b="b"/>
            <a:pathLst>
              <a:path w="170916" h="151925">
                <a:moveTo>
                  <a:pt x="91838" y="-5608"/>
                </a:moveTo>
                <a:cubicBezTo>
                  <a:pt x="90621" y="-7982"/>
                  <a:pt x="88158" y="-9495"/>
                  <a:pt x="85488" y="-9495"/>
                </a:cubicBezTo>
                <a:cubicBezTo>
                  <a:pt x="82817" y="-9495"/>
                  <a:pt x="80354" y="-7982"/>
                  <a:pt x="79138" y="-5608"/>
                </a:cubicBezTo>
                <a:lnTo>
                  <a:pt x="57298" y="37180"/>
                </a:lnTo>
                <a:lnTo>
                  <a:pt x="9851" y="44717"/>
                </a:lnTo>
                <a:cubicBezTo>
                  <a:pt x="7211" y="45132"/>
                  <a:pt x="5015" y="47002"/>
                  <a:pt x="4184" y="49554"/>
                </a:cubicBezTo>
                <a:cubicBezTo>
                  <a:pt x="3353" y="52106"/>
                  <a:pt x="4036" y="54895"/>
                  <a:pt x="5905" y="56794"/>
                </a:cubicBezTo>
                <a:lnTo>
                  <a:pt x="39851" y="90769"/>
                </a:lnTo>
                <a:lnTo>
                  <a:pt x="32373" y="138216"/>
                </a:lnTo>
                <a:cubicBezTo>
                  <a:pt x="31958" y="140857"/>
                  <a:pt x="33056" y="143528"/>
                  <a:pt x="35222" y="145100"/>
                </a:cubicBezTo>
                <a:cubicBezTo>
                  <a:pt x="37388" y="146673"/>
                  <a:pt x="40236" y="146911"/>
                  <a:pt x="42640" y="145694"/>
                </a:cubicBezTo>
                <a:lnTo>
                  <a:pt x="85488" y="123914"/>
                </a:lnTo>
                <a:lnTo>
                  <a:pt x="128306" y="145694"/>
                </a:lnTo>
                <a:cubicBezTo>
                  <a:pt x="130679" y="146911"/>
                  <a:pt x="133558" y="146673"/>
                  <a:pt x="135724" y="145100"/>
                </a:cubicBezTo>
                <a:cubicBezTo>
                  <a:pt x="137890" y="143528"/>
                  <a:pt x="138988" y="140887"/>
                  <a:pt x="138572" y="138216"/>
                </a:cubicBezTo>
                <a:lnTo>
                  <a:pt x="131065" y="90769"/>
                </a:lnTo>
                <a:lnTo>
                  <a:pt x="165011" y="56794"/>
                </a:lnTo>
                <a:cubicBezTo>
                  <a:pt x="166910" y="54895"/>
                  <a:pt x="167563" y="52106"/>
                  <a:pt x="166732" y="49554"/>
                </a:cubicBezTo>
                <a:cubicBezTo>
                  <a:pt x="165901" y="47002"/>
                  <a:pt x="163735" y="45132"/>
                  <a:pt x="161064" y="44717"/>
                </a:cubicBezTo>
                <a:lnTo>
                  <a:pt x="113647" y="37180"/>
                </a:lnTo>
                <a:lnTo>
                  <a:pt x="91838" y="-5608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4" name="Text 31"/>
          <p:cNvSpPr/>
          <p:nvPr/>
        </p:nvSpPr>
        <p:spPr>
          <a:xfrm>
            <a:off x="5896598" y="3356598"/>
            <a:ext cx="1709159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Kodni modullarga bo'ling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5602243" y="3736411"/>
            <a:ext cx="170916" cy="151925"/>
          </a:xfrm>
          <a:custGeom>
            <a:avLst/>
            <a:gdLst/>
            <a:ahLst/>
            <a:cxnLst/>
            <a:rect l="l" t="t" r="r" b="b"/>
            <a:pathLst>
              <a:path w="170916" h="151925">
                <a:moveTo>
                  <a:pt x="91838" y="-5608"/>
                </a:moveTo>
                <a:cubicBezTo>
                  <a:pt x="90621" y="-7982"/>
                  <a:pt x="88158" y="-9495"/>
                  <a:pt x="85488" y="-9495"/>
                </a:cubicBezTo>
                <a:cubicBezTo>
                  <a:pt x="82817" y="-9495"/>
                  <a:pt x="80354" y="-7982"/>
                  <a:pt x="79138" y="-5608"/>
                </a:cubicBezTo>
                <a:lnTo>
                  <a:pt x="57298" y="37180"/>
                </a:lnTo>
                <a:lnTo>
                  <a:pt x="9851" y="44717"/>
                </a:lnTo>
                <a:cubicBezTo>
                  <a:pt x="7211" y="45132"/>
                  <a:pt x="5015" y="47002"/>
                  <a:pt x="4184" y="49554"/>
                </a:cubicBezTo>
                <a:cubicBezTo>
                  <a:pt x="3353" y="52106"/>
                  <a:pt x="4036" y="54895"/>
                  <a:pt x="5905" y="56794"/>
                </a:cubicBezTo>
                <a:lnTo>
                  <a:pt x="39851" y="90769"/>
                </a:lnTo>
                <a:lnTo>
                  <a:pt x="32373" y="138216"/>
                </a:lnTo>
                <a:cubicBezTo>
                  <a:pt x="31958" y="140857"/>
                  <a:pt x="33056" y="143528"/>
                  <a:pt x="35222" y="145100"/>
                </a:cubicBezTo>
                <a:cubicBezTo>
                  <a:pt x="37388" y="146673"/>
                  <a:pt x="40236" y="146911"/>
                  <a:pt x="42640" y="145694"/>
                </a:cubicBezTo>
                <a:lnTo>
                  <a:pt x="85488" y="123914"/>
                </a:lnTo>
                <a:lnTo>
                  <a:pt x="128306" y="145694"/>
                </a:lnTo>
                <a:cubicBezTo>
                  <a:pt x="130679" y="146911"/>
                  <a:pt x="133558" y="146673"/>
                  <a:pt x="135724" y="145100"/>
                </a:cubicBezTo>
                <a:cubicBezTo>
                  <a:pt x="137890" y="143528"/>
                  <a:pt x="138988" y="140887"/>
                  <a:pt x="138572" y="138216"/>
                </a:cubicBezTo>
                <a:lnTo>
                  <a:pt x="131065" y="90769"/>
                </a:lnTo>
                <a:lnTo>
                  <a:pt x="165011" y="56794"/>
                </a:lnTo>
                <a:cubicBezTo>
                  <a:pt x="166910" y="54895"/>
                  <a:pt x="167563" y="52106"/>
                  <a:pt x="166732" y="49554"/>
                </a:cubicBezTo>
                <a:cubicBezTo>
                  <a:pt x="165901" y="47002"/>
                  <a:pt x="163735" y="45132"/>
                  <a:pt x="161064" y="44717"/>
                </a:cubicBezTo>
                <a:lnTo>
                  <a:pt x="113647" y="37180"/>
                </a:lnTo>
                <a:lnTo>
                  <a:pt x="91838" y="-5608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6" name="Text 33"/>
          <p:cNvSpPr/>
          <p:nvPr/>
        </p:nvSpPr>
        <p:spPr>
          <a:xfrm>
            <a:off x="5896598" y="3698430"/>
            <a:ext cx="1690168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Dokumentatsiyani o'qing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384561" y="5155963"/>
            <a:ext cx="9713720" cy="1699664"/>
          </a:xfrm>
          <a:custGeom>
            <a:avLst/>
            <a:gdLst/>
            <a:ahLst/>
            <a:cxnLst/>
            <a:rect l="l" t="t" r="r" b="b"/>
            <a:pathLst>
              <a:path w="9713720" h="1699664">
                <a:moveTo>
                  <a:pt x="113945" y="0"/>
                </a:moveTo>
                <a:lnTo>
                  <a:pt x="9599774" y="0"/>
                </a:lnTo>
                <a:cubicBezTo>
                  <a:pt x="9662705" y="0"/>
                  <a:pt x="9713720" y="51015"/>
                  <a:pt x="9713720" y="113945"/>
                </a:cubicBezTo>
                <a:lnTo>
                  <a:pt x="9713720" y="1585718"/>
                </a:lnTo>
                <a:cubicBezTo>
                  <a:pt x="9713720" y="1648648"/>
                  <a:pt x="9662705" y="1699664"/>
                  <a:pt x="9599774" y="1699664"/>
                </a:cubicBezTo>
                <a:lnTo>
                  <a:pt x="113945" y="1699664"/>
                </a:lnTo>
                <a:cubicBezTo>
                  <a:pt x="51015" y="1699664"/>
                  <a:pt x="0" y="1648648"/>
                  <a:pt x="0" y="1585718"/>
                </a:cubicBezTo>
                <a:lnTo>
                  <a:pt x="0" y="113945"/>
                </a:lnTo>
                <a:cubicBezTo>
                  <a:pt x="0" y="51057"/>
                  <a:pt x="51057" y="0"/>
                  <a:pt x="113945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52804" y="5426579"/>
            <a:ext cx="166168" cy="189907"/>
          </a:xfrm>
          <a:custGeom>
            <a:avLst/>
            <a:gdLst/>
            <a:ahLst/>
            <a:cxnLst/>
            <a:rect l="l" t="t" r="r" b="b"/>
            <a:pathLst>
              <a:path w="166168" h="189907">
                <a:moveTo>
                  <a:pt x="142430" y="189907"/>
                </a:moveTo>
                <a:lnTo>
                  <a:pt x="35607" y="189907"/>
                </a:lnTo>
                <a:cubicBezTo>
                  <a:pt x="15949" y="189907"/>
                  <a:pt x="0" y="173957"/>
                  <a:pt x="0" y="154299"/>
                </a:cubicBezTo>
                <a:lnTo>
                  <a:pt x="0" y="35607"/>
                </a:lnTo>
                <a:cubicBezTo>
                  <a:pt x="0" y="15949"/>
                  <a:pt x="15949" y="0"/>
                  <a:pt x="35607" y="0"/>
                </a:cubicBezTo>
                <a:lnTo>
                  <a:pt x="148364" y="0"/>
                </a:lnTo>
                <a:cubicBezTo>
                  <a:pt x="158194" y="0"/>
                  <a:pt x="166168" y="7975"/>
                  <a:pt x="166168" y="17804"/>
                </a:cubicBezTo>
                <a:lnTo>
                  <a:pt x="166168" y="124626"/>
                </a:lnTo>
                <a:cubicBezTo>
                  <a:pt x="166168" y="132378"/>
                  <a:pt x="161198" y="138980"/>
                  <a:pt x="154299" y="141428"/>
                </a:cubicBezTo>
                <a:lnTo>
                  <a:pt x="154299" y="166168"/>
                </a:lnTo>
                <a:cubicBezTo>
                  <a:pt x="160864" y="166168"/>
                  <a:pt x="166168" y="171472"/>
                  <a:pt x="166168" y="178037"/>
                </a:cubicBezTo>
                <a:cubicBezTo>
                  <a:pt x="166168" y="184603"/>
                  <a:pt x="160864" y="189907"/>
                  <a:pt x="154299" y="189907"/>
                </a:cubicBezTo>
                <a:lnTo>
                  <a:pt x="142430" y="189907"/>
                </a:lnTo>
                <a:close/>
                <a:moveTo>
                  <a:pt x="35607" y="142430"/>
                </a:moveTo>
                <a:cubicBezTo>
                  <a:pt x="29042" y="142430"/>
                  <a:pt x="23738" y="147734"/>
                  <a:pt x="23738" y="154299"/>
                </a:cubicBezTo>
                <a:cubicBezTo>
                  <a:pt x="23738" y="160864"/>
                  <a:pt x="29042" y="166168"/>
                  <a:pt x="35607" y="166168"/>
                </a:cubicBezTo>
                <a:lnTo>
                  <a:pt x="130561" y="166168"/>
                </a:lnTo>
                <a:lnTo>
                  <a:pt x="130561" y="142430"/>
                </a:lnTo>
                <a:lnTo>
                  <a:pt x="35607" y="142430"/>
                </a:lnTo>
                <a:close/>
                <a:moveTo>
                  <a:pt x="47477" y="56379"/>
                </a:moveTo>
                <a:cubicBezTo>
                  <a:pt x="47477" y="61312"/>
                  <a:pt x="51445" y="65280"/>
                  <a:pt x="56379" y="65280"/>
                </a:cubicBezTo>
                <a:lnTo>
                  <a:pt x="121659" y="65280"/>
                </a:lnTo>
                <a:cubicBezTo>
                  <a:pt x="126592" y="65280"/>
                  <a:pt x="130561" y="61312"/>
                  <a:pt x="130561" y="56379"/>
                </a:cubicBezTo>
                <a:cubicBezTo>
                  <a:pt x="130561" y="51445"/>
                  <a:pt x="126592" y="47477"/>
                  <a:pt x="121659" y="47477"/>
                </a:cubicBezTo>
                <a:lnTo>
                  <a:pt x="56379" y="47477"/>
                </a:lnTo>
                <a:cubicBezTo>
                  <a:pt x="51445" y="47477"/>
                  <a:pt x="47477" y="51445"/>
                  <a:pt x="47477" y="56379"/>
                </a:cubicBezTo>
                <a:close/>
                <a:moveTo>
                  <a:pt x="56379" y="83084"/>
                </a:moveTo>
                <a:cubicBezTo>
                  <a:pt x="51445" y="83084"/>
                  <a:pt x="47477" y="87053"/>
                  <a:pt x="47477" y="91986"/>
                </a:cubicBezTo>
                <a:cubicBezTo>
                  <a:pt x="47477" y="96919"/>
                  <a:pt x="51445" y="100888"/>
                  <a:pt x="56379" y="100888"/>
                </a:cubicBezTo>
                <a:lnTo>
                  <a:pt x="121659" y="100888"/>
                </a:lnTo>
                <a:cubicBezTo>
                  <a:pt x="126592" y="100888"/>
                  <a:pt x="130561" y="96919"/>
                  <a:pt x="130561" y="91986"/>
                </a:cubicBezTo>
                <a:cubicBezTo>
                  <a:pt x="130561" y="87053"/>
                  <a:pt x="126592" y="83084"/>
                  <a:pt x="121659" y="83084"/>
                </a:cubicBezTo>
                <a:lnTo>
                  <a:pt x="56379" y="83084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9" name="Text 36"/>
          <p:cNvSpPr/>
          <p:nvPr/>
        </p:nvSpPr>
        <p:spPr>
          <a:xfrm>
            <a:off x="854579" y="5388598"/>
            <a:ext cx="9106019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Foydali Manbalar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621944" y="5811140"/>
            <a:ext cx="2972037" cy="807103"/>
          </a:xfrm>
          <a:custGeom>
            <a:avLst/>
            <a:gdLst/>
            <a:ahLst/>
            <a:cxnLst/>
            <a:rect l="l" t="t" r="r" b="b"/>
            <a:pathLst>
              <a:path w="2972037" h="807103">
                <a:moveTo>
                  <a:pt x="75965" y="0"/>
                </a:moveTo>
                <a:lnTo>
                  <a:pt x="2896073" y="0"/>
                </a:lnTo>
                <a:cubicBezTo>
                  <a:pt x="2938027" y="0"/>
                  <a:pt x="2972037" y="34010"/>
                  <a:pt x="2972037" y="75965"/>
                </a:cubicBezTo>
                <a:lnTo>
                  <a:pt x="2972037" y="731138"/>
                </a:lnTo>
                <a:cubicBezTo>
                  <a:pt x="2972037" y="773092"/>
                  <a:pt x="2938027" y="807103"/>
                  <a:pt x="2896073" y="807103"/>
                </a:cubicBezTo>
                <a:lnTo>
                  <a:pt x="75965" y="807103"/>
                </a:lnTo>
                <a:cubicBezTo>
                  <a:pt x="34010" y="807103"/>
                  <a:pt x="0" y="773092"/>
                  <a:pt x="0" y="731138"/>
                </a:cubicBezTo>
                <a:lnTo>
                  <a:pt x="0" y="75965"/>
                </a:lnTo>
                <a:cubicBezTo>
                  <a:pt x="0" y="34039"/>
                  <a:pt x="34039" y="0"/>
                  <a:pt x="75965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78617" y="5967813"/>
            <a:ext cx="2734654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PyQt5 Documentation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778617" y="6271664"/>
            <a:ext cx="2725159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doc.qt.io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3755402" y="5811140"/>
            <a:ext cx="2972037" cy="807103"/>
          </a:xfrm>
          <a:custGeom>
            <a:avLst/>
            <a:gdLst/>
            <a:ahLst/>
            <a:cxnLst/>
            <a:rect l="l" t="t" r="r" b="b"/>
            <a:pathLst>
              <a:path w="2972037" h="807103">
                <a:moveTo>
                  <a:pt x="75965" y="0"/>
                </a:moveTo>
                <a:lnTo>
                  <a:pt x="2896073" y="0"/>
                </a:lnTo>
                <a:cubicBezTo>
                  <a:pt x="2938027" y="0"/>
                  <a:pt x="2972037" y="34010"/>
                  <a:pt x="2972037" y="75965"/>
                </a:cubicBezTo>
                <a:lnTo>
                  <a:pt x="2972037" y="731138"/>
                </a:lnTo>
                <a:cubicBezTo>
                  <a:pt x="2972037" y="773092"/>
                  <a:pt x="2938027" y="807103"/>
                  <a:pt x="2896073" y="807103"/>
                </a:cubicBezTo>
                <a:lnTo>
                  <a:pt x="75965" y="807103"/>
                </a:lnTo>
                <a:cubicBezTo>
                  <a:pt x="34010" y="807103"/>
                  <a:pt x="0" y="773092"/>
                  <a:pt x="0" y="731138"/>
                </a:cubicBezTo>
                <a:lnTo>
                  <a:pt x="0" y="75965"/>
                </a:lnTo>
                <a:cubicBezTo>
                  <a:pt x="0" y="34039"/>
                  <a:pt x="34039" y="0"/>
                  <a:pt x="75965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912075" y="5967813"/>
            <a:ext cx="2734654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 GUIs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3912075" y="6271664"/>
            <a:ext cx="2725159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pythonguis.com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6888860" y="5811140"/>
            <a:ext cx="2972037" cy="807103"/>
          </a:xfrm>
          <a:custGeom>
            <a:avLst/>
            <a:gdLst/>
            <a:ahLst/>
            <a:cxnLst/>
            <a:rect l="l" t="t" r="r" b="b"/>
            <a:pathLst>
              <a:path w="2972037" h="807103">
                <a:moveTo>
                  <a:pt x="75965" y="0"/>
                </a:moveTo>
                <a:lnTo>
                  <a:pt x="2896073" y="0"/>
                </a:lnTo>
                <a:cubicBezTo>
                  <a:pt x="2938027" y="0"/>
                  <a:pt x="2972037" y="34010"/>
                  <a:pt x="2972037" y="75965"/>
                </a:cubicBezTo>
                <a:lnTo>
                  <a:pt x="2972037" y="731138"/>
                </a:lnTo>
                <a:cubicBezTo>
                  <a:pt x="2972037" y="773092"/>
                  <a:pt x="2938027" y="807103"/>
                  <a:pt x="2896073" y="807103"/>
                </a:cubicBezTo>
                <a:lnTo>
                  <a:pt x="75965" y="807103"/>
                </a:lnTo>
                <a:cubicBezTo>
                  <a:pt x="34010" y="807103"/>
                  <a:pt x="0" y="773092"/>
                  <a:pt x="0" y="731138"/>
                </a:cubicBezTo>
                <a:lnTo>
                  <a:pt x="0" y="75965"/>
                </a:lnTo>
                <a:cubicBezTo>
                  <a:pt x="0" y="34039"/>
                  <a:pt x="34039" y="0"/>
                  <a:pt x="75965" y="0"/>
                </a:cubicBezTo>
                <a:close/>
              </a:path>
            </a:pathLst>
          </a:custGeom>
          <a:solidFill>
            <a:srgbClr val="0F172A"/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045533" y="5967813"/>
            <a:ext cx="2734654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Qt for Python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7045533" y="6271664"/>
            <a:ext cx="2725159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doc.qt.io/qtforpython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PyQt5 da Matn Muharriri Dasturi Dizayni</dc:title>
  <dc:subject>PyQt5 da Matn Muharriri Dasturi Dizayni</dc:subject>
  <dc:creator>Kimi</dc:creator>
  <cp:lastModifiedBy>Kimi</cp:lastModifiedBy>
  <cp:revision>1</cp:revision>
  <dcterms:created xsi:type="dcterms:W3CDTF">2026-03-07T11:26:53Z</dcterms:created>
  <dcterms:modified xsi:type="dcterms:W3CDTF">2026-03-07T11:26:53Z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{"Label":"PyQt5 da Matn Muharriri Dasturi Dizayni","ContentProducer":"001191110108MACG2KBH8F10000","ProduceID":"19cc8092-1f62-8ab4-8000-0000d8adb267","ReservedCode1":"","ContentPropagator":"001191110108MACG2KBH8F20000","PropagateID":"19cc8092-1f62-8ab4-8000-0000d8adb267","ReservedCode2":""}</vt:lpwstr>
  </property>
</Properties>
</file>