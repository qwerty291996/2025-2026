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6" r:id="rId2"/>
    <p:sldId id="287" r:id="rId3"/>
    <p:sldId id="267" r:id="rId4"/>
    <p:sldId id="257" r:id="rId5"/>
    <p:sldId id="290" r:id="rId6"/>
    <p:sldId id="291" r:id="rId7"/>
    <p:sldId id="289" r:id="rId8"/>
    <p:sldId id="292" r:id="rId9"/>
    <p:sldId id="294" r:id="rId10"/>
    <p:sldId id="293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288" r:id="rId2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1E7E7-45B4-40F4-B51A-A116B50688D4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16684-545A-470D-A95E-E73AA0758A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588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6EEB0-F430-451C-83FA-673DF5BD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59FBD4-B02F-43DA-B300-4B312D3AE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63CB2-CDFF-42E0-9B57-C4F7C078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6D2B-043E-44CE-BFFD-546D8594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918E36-2EF3-4608-AAFB-4DF3B1C1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359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8A831-1847-4017-803E-A04FFEDC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CC2E3E-7D70-419D-97DA-C94BAC2C4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7D8667-68DB-410A-BCDB-D53D08B7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F61CD3-819C-4651-A949-F595E19E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CB704D-35D8-4352-B20C-163776E8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7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25182-B4CB-4A47-9C8E-A243737C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45D1F4-9994-433F-81CF-4E53B836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1ADFAA-FDDB-454E-B424-E837B617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7BB390-071F-434D-8623-F70F33DC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31FE4E-3245-43B6-B977-332D55B0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090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048C7-AAF6-4F8C-8CAA-724EE0E5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B8FF58-EF73-48F1-BF00-0A97C843C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B3CBEB-9352-46A6-AC5B-BBE3B150F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5E0352-DE79-4F99-BFE1-7995E76F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53219C-1ACC-4E4A-A097-7619C33C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E1CB26-6F52-4072-9062-0916ED50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607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809FA2-273E-4ED9-8B4A-78308734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00D429-9AF2-4761-A884-A13F7BC42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43DEAB-FC90-4EF5-B32B-98D64FE84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F786B1-AC08-4B28-8120-F78C0741E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F1F01E-B2DA-4B9A-94E5-B20301952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1D8E9F-C5FA-4AA0-AC63-0B31D535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1D21F1-7571-49E7-BE6B-C304DA91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828790-3D3F-4CE4-9543-3186A2D7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869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841DB-AE3D-47A1-B46D-BEC49F67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BC8BBAA-6ACD-4768-ADB9-CE16ED1E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EAE66B-4E4E-4FED-8687-F2A40A9F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2A1232-20A3-4201-AB8D-EAA18B2A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496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A9CD3A-4F76-4221-8AC5-4B3D30A0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D5DAB9-92AB-4283-9D9D-9832BF39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C914BA-A938-4863-94FF-8EE6E04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051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2BED5-313C-44F3-8116-B7232AFA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04A774-E6A4-4A2A-8A43-4E84A01E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46CDAF-0790-4374-BD93-7C3CD45EB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BCBF12-4676-43B9-9176-7CF64FDA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D45458-B8A1-46D3-AEC2-D6FCD82E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726D42-E2D9-4EDF-8099-AD84D135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468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11E40-ACCC-471A-BB43-91E45004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9DA837-947F-47DF-9BD4-54831F5BE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66C4B8-6C65-491C-A09C-CC76154A4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F06F85-EAC4-47F2-85D2-48C7BD9D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8A8D38-50BB-4E17-9AC9-2BB7D9A6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D0349-E2D5-4DD9-B064-D92C5723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179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82B2E-A7A5-45EA-8AB0-D5C02273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35BAC0-33E7-4130-A93E-1AC692557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14BE44-979B-4404-8AF6-F134C16A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BC6876-E4EA-464C-A475-05B232A4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69DEF-24B1-408D-BC70-C3344A96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972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A1D8A4-CC9F-48F3-A9FE-133A7ECE4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A217C2-A5EE-46F4-B4AC-A6936D404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C1D584-C72C-4D7D-8F1C-FD62B77C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977709-4CCD-4AB2-A5B8-3EE94585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A3BF97-B327-44F7-BF2F-19298D49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8398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17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39038-9980-429A-9C49-0911D308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0EEBE2-5AB4-41BE-9C09-EE89C6911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1AFADC-1BF5-4496-8134-167549F08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EC3E4-021F-45EF-BF7A-4C46403036F7}" type="datetimeFigureOut">
              <a:rPr lang="LID4096" smtClean="0"/>
              <a:t>10/14/2025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1E4A5C-3A81-41A4-A42A-054AB1B03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B619B2-CCCC-457A-BF33-26B187621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753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2-MAVZU: PyQt5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paketi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QtDesigner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dasturi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GUI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dasturlarini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2-mavzu. 2-mashg‘ulot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Guruhli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PyQt5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kutubxonasi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QLabel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vidjeti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407856" y="2546426"/>
            <a:ext cx="9376285" cy="106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vidjeti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shrift,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o‘lcham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2888229" y="-2083"/>
            <a:ext cx="6415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PyQt5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kutubxonasi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QLabel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vidjeti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1426805" y="24408"/>
            <a:ext cx="93383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PyQt5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Qt Designer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birgalikda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391F323-3872-442D-8E08-5C018D02A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88" y="563017"/>
            <a:ext cx="11170024" cy="2659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Qt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Designerda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endParaRPr kumimoji="0" lang="ru-RU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Qadamlar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Designerni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oching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“Main Window”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“Dialog without Buttons”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Chap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Widget Box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 Widgets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oyna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objectName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(Properties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oynasida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label_hello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main.ui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117A151-D26E-41D3-BC14-EEE7722E7F29}"/>
              </a:ext>
            </a:extLst>
          </p:cNvPr>
          <p:cNvGrpSpPr/>
          <p:nvPr/>
        </p:nvGrpSpPr>
        <p:grpSpPr>
          <a:xfrm>
            <a:off x="510988" y="3361142"/>
            <a:ext cx="3334872" cy="3135180"/>
            <a:chOff x="510988" y="3361142"/>
            <a:chExt cx="3334872" cy="3135180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F242EB9B-BC33-4575-A620-C7B70DE6C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988" y="3361142"/>
              <a:ext cx="3334872" cy="3135180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E683173-1AA5-4EF3-8E6E-5CC459FAD8DB}"/>
                </a:ext>
              </a:extLst>
            </p:cNvPr>
            <p:cNvSpPr/>
            <p:nvPr/>
          </p:nvSpPr>
          <p:spPr>
            <a:xfrm>
              <a:off x="654424" y="4087906"/>
              <a:ext cx="1290917" cy="1524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FCAC231-48F3-456E-AC65-5135441B6533}"/>
              </a:ext>
            </a:extLst>
          </p:cNvPr>
          <p:cNvGrpSpPr/>
          <p:nvPr/>
        </p:nvGrpSpPr>
        <p:grpSpPr>
          <a:xfrm>
            <a:off x="4248198" y="3787718"/>
            <a:ext cx="4913731" cy="2162477"/>
            <a:chOff x="4248198" y="3787718"/>
            <a:chExt cx="4913731" cy="2162477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77140D87-600D-40C1-A394-E567836D5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8198" y="3787718"/>
              <a:ext cx="2486372" cy="2162477"/>
            </a:xfrm>
            <a:prstGeom prst="rect">
              <a:avLst/>
            </a:prstGeom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854DE97E-09DF-4B21-A3BF-510850678637}"/>
                </a:ext>
              </a:extLst>
            </p:cNvPr>
            <p:cNvSpPr/>
            <p:nvPr/>
          </p:nvSpPr>
          <p:spPr>
            <a:xfrm>
              <a:off x="4248198" y="3904129"/>
              <a:ext cx="956315" cy="2599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7D49A89-6800-4C7B-97C1-7F09DC852DE1}"/>
                </a:ext>
              </a:extLst>
            </p:cNvPr>
            <p:cNvSpPr/>
            <p:nvPr/>
          </p:nvSpPr>
          <p:spPr>
            <a:xfrm>
              <a:off x="7339186" y="4164106"/>
              <a:ext cx="1822743" cy="2599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B9A2840-B891-4402-9C0A-2862DFF2B459}"/>
              </a:ext>
            </a:extLst>
          </p:cNvPr>
          <p:cNvGrpSpPr/>
          <p:nvPr/>
        </p:nvGrpSpPr>
        <p:grpSpPr>
          <a:xfrm>
            <a:off x="7243482" y="3847492"/>
            <a:ext cx="4116705" cy="2042928"/>
            <a:chOff x="7243482" y="3847492"/>
            <a:chExt cx="4116705" cy="2042928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168FD315-B989-4E1A-AEF6-928D62B61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9186" y="3847492"/>
              <a:ext cx="4021001" cy="2042928"/>
            </a:xfrm>
            <a:prstGeom prst="rect">
              <a:avLst/>
            </a:prstGeom>
          </p:spPr>
        </p:pic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8FA607B-632A-490F-B842-4C32034A977F}"/>
                </a:ext>
              </a:extLst>
            </p:cNvPr>
            <p:cNvSpPr/>
            <p:nvPr/>
          </p:nvSpPr>
          <p:spPr>
            <a:xfrm>
              <a:off x="7243482" y="4164106"/>
              <a:ext cx="1918447" cy="1837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810918A-6CC2-40CD-A6ED-493B7F67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376" y="363967"/>
            <a:ext cx="8615084" cy="613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kodda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endParaRPr kumimoji="0" lang="ru-RU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Biz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ishlatishimiz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1-usul: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uic.loadUiType</a:t>
            </a: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to‘g‘ridan-to‘g‘ri</a:t>
            </a: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to‘g‘ridan-to‘g‘ri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konvertatsiya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uic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super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uic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loadUi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main.ui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UI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faylni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yuklash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vidjetini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ID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orqali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label_hello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PyQt5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Qt Designer!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2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52BE49-AD3B-4C70-A2BC-C0490FC00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444" y="525548"/>
            <a:ext cx="8807112" cy="5806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2-usul: 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faylga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aylantirish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shaklida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ishlatmoqchi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bo‘lsangiz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pyuic5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o‘tkazasiz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pyuic5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main_ui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main_ui.py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main_ui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Ui_MainWindow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.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dan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o‘tgan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kod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super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Ui_MainWindow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setupUi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label_hello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 Designer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ishladik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4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4459974" y="59242"/>
            <a:ext cx="31357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vidjeti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4401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5B5567C-6621-409E-9E77-C91A14A8C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612" y="773434"/>
            <a:ext cx="8946776" cy="194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PyQt5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kutubxonasidagi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vidjetlardan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elementlardan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biridir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(text)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(image)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(display)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mo‘ljallangan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vidjetdir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719CA1-D21E-4567-9499-0FF1B55D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612" y="2843765"/>
            <a:ext cx="8801548" cy="3375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formatlangan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(HTML)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PyQt5!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shriftini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Arial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14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97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49C2A85-AA2C-447D-8C29-3343652E1D27}"/>
              </a:ext>
            </a:extLst>
          </p:cNvPr>
          <p:cNvSpPr/>
          <p:nvPr/>
        </p:nvSpPr>
        <p:spPr>
          <a:xfrm>
            <a:off x="1593669" y="263774"/>
            <a:ext cx="9004662" cy="5591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Rasm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Pixmap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QLabel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rasmni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ekranga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setPixmap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rasm.png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HTML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link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QLabel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HTML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formatni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tan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="https://python.org"&gt;Python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saytiga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o‘tish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&lt;/a&gt;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setOpenExternalLinks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joylashuvini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chapga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o‘rtaga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o‘ngga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tekislash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setAlignment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AlignCenter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Chegara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ramka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CSS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uslubida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style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setStyleSheet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border: 1px solid gray; background-color: #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eef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8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69167E4-3400-4BF0-8083-70033201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1155031"/>
            <a:ext cx="8039380" cy="448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1-misol.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addWidget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49" name="Рисунок 4">
            <a:extLst>
              <a:ext uri="{FF2B5EF4-FFF2-40B4-BE49-F238E27FC236}">
                <a16:creationId xmlns:a16="http://schemas.microsoft.com/office/drawing/2014/main" id="{D4057881-3697-41D6-A838-BADF6BC61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755" y="2894405"/>
            <a:ext cx="1890122" cy="100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27CE2A2-3D12-48F2-863E-42F2BB78E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844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D2386DB-7E7B-4F93-989B-90E93BC777B4}"/>
              </a:ext>
            </a:extLst>
          </p:cNvPr>
          <p:cNvSpPr/>
          <p:nvPr/>
        </p:nvSpPr>
        <p:spPr>
          <a:xfrm>
            <a:off x="505096" y="166985"/>
            <a:ext cx="7271657" cy="6524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2-misol:</a:t>
            </a:r>
          </a:p>
          <a:p>
            <a:pPr>
              <a:lnSpc>
                <a:spcPct val="120000"/>
              </a:lnSpc>
            </a:pPr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Matnli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label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misoli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Times New Roman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14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setAlignment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AlignCenter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Rasmli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label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setPixmap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python_logo.png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setScaledContents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addWidget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addWidget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487C3A-5AB0-429B-868B-607879E3DC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76755" y="1576432"/>
            <a:ext cx="3274422" cy="37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1929635" y="53984"/>
            <a:ext cx="83327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shrift,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text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4401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79270B9E-550D-4AAE-A54F-A32F4B268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51" y="1083875"/>
            <a:ext cx="9610323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Asosiy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(text)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ishlash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yoki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mavjud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yangilash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current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joriy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—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30231D-5068-4BE5-A6CF-2AA75BD89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51" y="3429000"/>
            <a:ext cx="9946954" cy="26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Oddiy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HTML (Rich text)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setTextFormat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PlainText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qat'iy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oddiy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 &lt; 2 &amp; 3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PlainText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bo'lsa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HTML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teglari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ishlamaydi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setTextFormat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RichText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HTML (rich text)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('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&lt;b&gt;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Qalin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&lt;/b&gt;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&lt;span style="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color:red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"&gt;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qizil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&lt;/span&gt;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setOpenExternalLinks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&lt;a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="..."&gt;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linklarini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tashqi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brauzerda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ochish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142BB16-3B8C-4E9A-B0CA-3C4EB020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51" y="6183206"/>
            <a:ext cx="78279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aniqlaydi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setTextFormat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3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9A1484-7F3E-4CB2-B967-7FD8EB22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19" y="515622"/>
            <a:ext cx="7959726" cy="517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056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Font (shrift) —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QFont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Arial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14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oilasi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point-size (nuqta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o'lchami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setBold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qalin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setItalic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kursiv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setUnderline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ostiga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chizish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setWeight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75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vazn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0-99 (normal ~50, bold ~75)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ru-RU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(family,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family 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"Arial"),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nuqtada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setWeight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(int)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setPixelSize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(px)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piksel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f.setPixelSize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7303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AFD569-B85F-47C8-98AE-24488D0DF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825" y="746876"/>
            <a:ext cx="10428350" cy="480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056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4. Style sheet (CSS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uslubida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font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rang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setStyleSheet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font-family: 'Times New Roman'; font-size: 18pt; color: #2a7ae2;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font-size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da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ishlatish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18pt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16px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Style sheet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yordamida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yana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font-weight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font-style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boshqalarni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ham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berish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label { font-weight: bold; font-style: italic; }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joylashuvi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margin, indent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o‘rash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setAlignment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AlignCenter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AlignLeft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AlignRight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AlignTop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AlignVCenter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...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setMargin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8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ichki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chekka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(pixel)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setIndent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chapdan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surish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setWordWrap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uzun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yangi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qatorga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o'rash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setWordWrap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(True)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label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kengligiga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sig‘masa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avtomatik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yangi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qatorga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o'tadi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3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BBE3F-5785-4811-887A-8E30DDB5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02" y="1743667"/>
            <a:ext cx="10395795" cy="3370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6.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tanlash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interaktivlik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(link, select)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setTextInteractionFlags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TextSelectableByMouse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sichqoncha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tanlash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mumkin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setTextInteractionFlags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TextBrowserInteraction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link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tanlash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kombinatsiyasi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Link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signali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('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="hello"&gt;Bos!&lt;/a&gt;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linkActivated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connect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Link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bosildi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linkActivated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(str)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ichki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link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bosilganda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chaqiriladi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setOpenExternalLinks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(True)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tashqi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linklarni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brauzerda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ochadi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989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3506E-CB18-4A24-881A-B49DB6557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679" y="1928333"/>
            <a:ext cx="8712642" cy="300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labelga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sig‘dirish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elide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labelga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sig‘masa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qisqartirish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juda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uzun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...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ElideRight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width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ru-RU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Qt.ElideRight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oxiridan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qo‘yadi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ElideLeft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ElideMiddle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ham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bor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514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0E956F-97F7-4D58-A60B-4BB8925BB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520" y="237646"/>
            <a:ext cx="7814960" cy="595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Avtomatik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moslash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(fit-to-width) —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kod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misoli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funksiyani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oynani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ko‘rsatgandan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o‘lchami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o‘zgarganda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chaqiring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fit_font_to_label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6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max_size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48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max_size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family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horizontalAdvance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width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agar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hech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qaysi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sigmasa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elide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qilamiz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ElideRight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width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 label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kengligiga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katta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shriftni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4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D20488-6584-4C1F-A8D5-627D85516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2308" y="2297665"/>
            <a:ext cx="8432501" cy="226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Rasm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ishlash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bog‘liq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pixmap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rasm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ko‘rsatsa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setPixmap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img.png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setScaledContents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label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o'lchamiga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moslab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o'zgartiradi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setScaledContents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(True)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rasmni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label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o‘lchamiga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moslashtiradi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sifatga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e’tibor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bering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785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ADCF3F-6847-42AA-B3CF-9CBCC5F5B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6727" y="1925928"/>
            <a:ext cx="5458546" cy="300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10.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Joriy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parametrlarni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olish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obyekti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family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family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pointSize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pixelSize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bold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bold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italic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italic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underline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underline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207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8" cy="4032448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E19030-F19A-442D-919A-C77C65A8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2018</Words>
  <Application>Microsoft Office PowerPoint</Application>
  <PresentationFormat>Широкоэкранный</PresentationFormat>
  <Paragraphs>205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Consolas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58</cp:revision>
  <dcterms:created xsi:type="dcterms:W3CDTF">2025-10-13T13:22:34Z</dcterms:created>
  <dcterms:modified xsi:type="dcterms:W3CDTF">2025-10-14T05:13:43Z</dcterms:modified>
</cp:coreProperties>
</file>