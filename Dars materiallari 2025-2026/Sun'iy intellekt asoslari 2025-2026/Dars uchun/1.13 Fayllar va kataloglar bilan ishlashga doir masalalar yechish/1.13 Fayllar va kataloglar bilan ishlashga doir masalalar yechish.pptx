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8" r:id="rId2"/>
    <p:sldId id="269" r:id="rId3"/>
    <p:sldId id="267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79" r:id="rId1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2FE2A-307B-49A6-B65C-EF82B4C16F12}" type="datetimeFigureOut">
              <a:rPr lang="LID4096" smtClean="0"/>
              <a:t>10/04/2025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EF1BC8-5974-4799-89E7-7CE10814350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1114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30E9C-92E3-495B-8ED4-AAB07F4A5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23C1C1-B81F-430B-A3F8-474695257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CC6252-AD12-4697-8BCE-F72EF7569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F62D-1D1C-4169-B5CD-D4F25F207A52}" type="datetimeFigureOut">
              <a:rPr lang="LID4096" smtClean="0"/>
              <a:t>10/04/2025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BDC3BF-23B5-498D-AC53-92C629176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FF9B18-451D-4FB1-A739-383DB28D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4CB6F-2E58-4E4C-85F7-A1A8DF7D1A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30773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EF1EFA-A3A7-48EE-8CD5-7D6CDFCF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D615C6-1105-471F-AC2F-24D63E527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AB80B4-3A02-43B1-878B-04A34A1DB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F62D-1D1C-4169-B5CD-D4F25F207A52}" type="datetimeFigureOut">
              <a:rPr lang="LID4096" smtClean="0"/>
              <a:t>10/04/2025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58AD30-A904-4258-BCB1-953FBA0E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8AD537-1F56-412D-A7B8-51961F7D3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4CB6F-2E58-4E4C-85F7-A1A8DF7D1A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513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78EB47-7500-43A3-82F1-4E3BDF467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227AFE-EDC2-4C35-B0F5-C0C16D17A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BAE278-1583-43C8-8DDD-55055ECC2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F62D-1D1C-4169-B5CD-D4F25F207A52}" type="datetimeFigureOut">
              <a:rPr lang="LID4096" smtClean="0"/>
              <a:t>10/04/2025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7219BE-1071-4516-8627-D30913135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2F1E2E-F170-4C51-9310-50F15C55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4CB6F-2E58-4E4C-85F7-A1A8DF7D1A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1093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B9A51-7DDF-441E-8690-5291B49C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B45D41-6E7B-4B94-B4CC-1C20D69F54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B048FA-3B26-47EC-8E6E-AD4EAC648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C5950A-9977-4B1F-93FB-26A14B7AF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F62D-1D1C-4169-B5CD-D4F25F207A52}" type="datetimeFigureOut">
              <a:rPr lang="LID4096" smtClean="0"/>
              <a:t>10/04/2025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ACE8E2-B563-4C82-BE87-A62EFCA5C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852EBD-55D1-42A9-81AF-C94B852B1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4CB6F-2E58-4E4C-85F7-A1A8DF7D1A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8527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BDA14E-6027-4E9F-9CAD-79ABAFE74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52F40F-43F9-439D-AED5-BE95C2E69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7603782-3DB8-4C0D-94CF-EDAB75F99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165E4AF-C64D-4D1F-9B77-E9D1275FF9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8C55BCD-E2F6-4EC6-920A-578716B6C4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CB97026-EF99-4821-9D20-0F4D7AD9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F62D-1D1C-4169-B5CD-D4F25F207A52}" type="datetimeFigureOut">
              <a:rPr lang="LID4096" smtClean="0"/>
              <a:t>10/04/2025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87FD8D4-35E0-456D-A9C9-F9BD7C277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B1BB764-DD4F-4A4C-9C14-D5352015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4CB6F-2E58-4E4C-85F7-A1A8DF7D1A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9499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E47E8F-EF6F-48AB-996F-73014B25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84BD968-CCF0-40AA-A636-F85921F2F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F62D-1D1C-4169-B5CD-D4F25F207A52}" type="datetimeFigureOut">
              <a:rPr lang="LID4096" smtClean="0"/>
              <a:t>10/04/2025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AFA512-FC47-4562-A269-330B2DEE3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CB4F4F4-9205-4473-A6AA-2A1CA2ABD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4CB6F-2E58-4E4C-85F7-A1A8DF7D1A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24601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D96CEAC-675E-46EA-9B98-2D115A5B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F62D-1D1C-4169-B5CD-D4F25F207A52}" type="datetimeFigureOut">
              <a:rPr lang="LID4096" smtClean="0"/>
              <a:t>10/04/2025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FA9516-312F-4928-806A-941EF9E31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CEC95C-6BC1-48A0-A3C3-96DB04A64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4CB6F-2E58-4E4C-85F7-A1A8DF7D1A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7555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76716-BCDC-4520-9382-19EF55FB2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B6B1E8-589C-4879-9D3E-B7675283A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F4AEA02-4741-4322-8EF4-A42E3C3C7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BB7E3E-5132-46CB-86DD-9CB79053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F62D-1D1C-4169-B5CD-D4F25F207A52}" type="datetimeFigureOut">
              <a:rPr lang="LID4096" smtClean="0"/>
              <a:t>10/04/2025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D21836-FDE5-473E-A34A-AB2461868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719297-64E5-46E3-A7AC-5B06BDF1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4CB6F-2E58-4E4C-85F7-A1A8DF7D1A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82133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22A9A3-9A50-432A-BCBD-CCF717BCA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1CAF6EE-A4A4-4D94-BE9E-6721F9DBB2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F55BB57-4667-4D78-A50C-B0ACB4311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034119-F895-41B1-9295-4C1BBD5B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F62D-1D1C-4169-B5CD-D4F25F207A52}" type="datetimeFigureOut">
              <a:rPr lang="LID4096" smtClean="0"/>
              <a:t>10/04/2025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C1F66B-00DA-487D-972F-CCDB9E956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BD0315-17BF-455F-A383-F820332C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4CB6F-2E58-4E4C-85F7-A1A8DF7D1A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6903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F56A0E-2B37-4D7B-80EC-EE6949D67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C0852C-8771-47DF-AC82-0EC2C1819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130BA4-8F7D-4AFA-B440-C385B4DEA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F62D-1D1C-4169-B5CD-D4F25F207A52}" type="datetimeFigureOut">
              <a:rPr lang="LID4096" smtClean="0"/>
              <a:t>10/04/2025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EF5948-4531-4B24-BEA2-085C97008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AF9A58-8DE3-4AB6-8052-F61A6A6F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4CB6F-2E58-4E4C-85F7-A1A8DF7D1A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92440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B331D6A-833C-4B98-B063-4A8F15D524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69FB17-4A4E-46C7-BD57-E082A952E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F06108-E2E6-4965-B6C1-7148A3C39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F62D-1D1C-4169-B5CD-D4F25F207A52}" type="datetimeFigureOut">
              <a:rPr lang="LID4096" smtClean="0"/>
              <a:t>10/04/2025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BA9287-54CE-4929-8275-37C878B19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C91248-EA8B-4418-BF01-22A90B5C9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4CB6F-2E58-4E4C-85F7-A1A8DF7D1A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3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8270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763623-25B3-499B-9424-14022141C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B4734C-0A5D-4875-B66A-B8AC05FC2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6863AA-4AE0-4C4D-8C45-E6AF5D96EB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8F62D-1D1C-4169-B5CD-D4F25F207A52}" type="datetimeFigureOut">
              <a:rPr lang="LID4096" smtClean="0"/>
              <a:t>10/04/2025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8827B5-2466-456C-A7C9-EFD82D1F1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30513A-BF2A-4C2B-B793-06D7ECFC2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4CB6F-2E58-4E4C-85F7-A1A8DF7D1A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7651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1-MAVZU: “SUN’IY INTELLEKT ASOSLARI” FANIGA KIRISH VA ASOSIY TUSHUNCHALARI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152400" y="1992709"/>
            <a:ext cx="11887200" cy="2095125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13-mashg‘ulot (</a:t>
            </a:r>
            <a:r>
              <a:rPr lang="en-US" sz="4450" dirty="0" err="1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amaliy</a:t>
            </a: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):</a:t>
            </a:r>
          </a:p>
          <a:p>
            <a:pPr algn="ctr">
              <a:lnSpc>
                <a:spcPts val="5550"/>
              </a:lnSpc>
            </a:pPr>
            <a:r>
              <a:rPr lang="sv-SE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Fayllar va kataloglar bilan ishlashga doir masalalar yechish.</a:t>
            </a: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3" y="2670969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Fayllar va kataloglar bilan ishlashga doir masalalar yechish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1">
            <a:extLst>
              <a:ext uri="{FF2B5EF4-FFF2-40B4-BE49-F238E27FC236}">
                <a16:creationId xmlns:a16="http://schemas.microsoft.com/office/drawing/2014/main" id="{7AABC1BB-28A2-417B-BDFA-3C28B11067A8}"/>
              </a:ext>
            </a:extLst>
          </p:cNvPr>
          <p:cNvSpPr/>
          <p:nvPr/>
        </p:nvSpPr>
        <p:spPr>
          <a:xfrm>
            <a:off x="452844" y="3428999"/>
            <a:ext cx="11286310" cy="1840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Fayllar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metodlaridan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Kataloglar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ustida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kataloglarda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qidirish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nusxa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66AE0AF-6045-4B6F-8879-6C6D5EC31BA2}"/>
              </a:ext>
            </a:extLst>
          </p:cNvPr>
          <p:cNvSpPr/>
          <p:nvPr/>
        </p:nvSpPr>
        <p:spPr>
          <a:xfrm>
            <a:off x="2255520" y="767309"/>
            <a:ext cx="7680960" cy="888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1)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Faylga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yozish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qayta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o‘qish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Vazifa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hello.txt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satr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so‘ng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ekranga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chiqaring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686F38B-8E90-4891-8D7A-993283E818E9}"/>
              </a:ext>
            </a:extLst>
          </p:cNvPr>
          <p:cNvSpPr/>
          <p:nvPr/>
        </p:nvSpPr>
        <p:spPr>
          <a:xfrm>
            <a:off x="2055223" y="1859340"/>
            <a:ext cx="8081554" cy="3787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1)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yozish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hello.txt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utf-8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Python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darslari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\n")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Fayllar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bilan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ishlash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2)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o‘qish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hello.txt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utf-8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content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Fayl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mazmuni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\n",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content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D02ACD0-E2E8-48E3-8DF5-480C237556BF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1. Fayllar bilan ishlash metodlaridan foydalanish.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FA63DB7-8CE1-4F33-B82F-2F20D66A9BCC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969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8218BFB-D43A-4272-9EE1-735DC42199F9}"/>
              </a:ext>
            </a:extLst>
          </p:cNvPr>
          <p:cNvSpPr/>
          <p:nvPr/>
        </p:nvSpPr>
        <p:spPr>
          <a:xfrm>
            <a:off x="1872343" y="662106"/>
            <a:ext cx="8447314" cy="919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2)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Qo‘shimcha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yozish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(append)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qatorma-qator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o‘qish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Vazifa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todo.txt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rejimida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yangi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bandlar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qo‘shing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qatorma-qator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6E5DC13-BE30-4540-8110-C62B2A6729F4}"/>
              </a:ext>
            </a:extLst>
          </p:cNvPr>
          <p:cNvSpPr/>
          <p:nvPr/>
        </p:nvSpPr>
        <p:spPr>
          <a:xfrm>
            <a:off x="1262743" y="2070021"/>
            <a:ext cx="9666514" cy="3787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Append (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oxiriga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yozish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todo.txt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utf-8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1)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Dars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konspektini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tayyorlash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\n")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2)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Misollarni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tekshirish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\n")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Qatorma-qator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o‘qish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todo.txt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utf-8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line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Band: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strip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660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454D7D0-8E99-45A6-8C8B-8F25CB91EF4D}"/>
              </a:ext>
            </a:extLst>
          </p:cNvPr>
          <p:cNvSpPr/>
          <p:nvPr/>
        </p:nvSpPr>
        <p:spPr>
          <a:xfrm>
            <a:off x="1358537" y="147787"/>
            <a:ext cx="9474926" cy="12890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3) </a:t>
            </a:r>
            <a:r>
              <a:rPr lang="en-US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readline</a:t>
            </a:r>
            <a:r>
              <a:rPr lang="en-US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readlines</a:t>
            </a:r>
            <a:r>
              <a:rPr lang="en-US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statistik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Vazifa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sample.txt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birinchi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qatorda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nima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yozilganini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alohida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ko‘rsating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so‘ng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barcha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qatorlar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sonini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hisoblang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C79E70A-19F2-4BFF-9098-B64AD5F9815D}"/>
              </a:ext>
            </a:extLst>
          </p:cNvPr>
          <p:cNvSpPr/>
          <p:nvPr/>
        </p:nvSpPr>
        <p:spPr>
          <a:xfrm>
            <a:off x="1358537" y="1607298"/>
            <a:ext cx="708877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Demo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fayl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sample.txt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utf-8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writelines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([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Birinchi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qator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\n",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Ikkinchi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qator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\n",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Uchinchi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qator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\n",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Birinchi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qatorni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readline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bilan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o‘qish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sample.txt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utf-8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first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readline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strip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Birinchi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qator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first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Barcha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qatorlarni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readlines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bilan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o‘qish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sample.txt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utf-8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lines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readlines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Jami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qatorlar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soni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lines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86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1F36FFD-12D2-4D41-884A-D5E2CB4834BE}"/>
              </a:ext>
            </a:extLst>
          </p:cNvPr>
          <p:cNvSpPr/>
          <p:nvPr/>
        </p:nvSpPr>
        <p:spPr>
          <a:xfrm>
            <a:off x="600891" y="436006"/>
            <a:ext cx="10990218" cy="12890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4) </a:t>
            </a:r>
            <a:r>
              <a:rPr lang="en-US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seek()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tell()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Kursor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ishlash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Vazifa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boshidan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10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bayt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kursor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qayerda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turganini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ko‘rsating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so‘ng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seek(0)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qaytib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butun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mazmunni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850829D-7CD9-42AE-A9E6-CDC5A9904DF2}"/>
              </a:ext>
            </a:extLst>
          </p:cNvPr>
          <p:cNvSpPr/>
          <p:nvPr/>
        </p:nvSpPr>
        <p:spPr>
          <a:xfrm>
            <a:off x="1907177" y="2199811"/>
            <a:ext cx="8377646" cy="4057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cursor_demo.txt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utf-8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Bu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faylda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seek/tell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metodlari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namoyish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qilinadi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cursor_demo.txt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utf-8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first_10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         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10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bayt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o‘qish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pos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tell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                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joriy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kursor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pozitsiyasi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Birinchi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10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bayt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first_10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Kursor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pozitsiyasi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pos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seek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                     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boshiga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qaytish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content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To‘liq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mazmun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\n",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content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16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6D4567-9F6C-44D3-954D-CAE5465AF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281" y="811996"/>
            <a:ext cx="8667437" cy="877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mavjudligini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tekshirish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os.path.exists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report.txt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bormi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yo‘qmi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Bo‘lmasa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bo‘sh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B89214A-BA07-472B-BF5A-C1A75AE8BCEB}"/>
              </a:ext>
            </a:extLst>
          </p:cNvPr>
          <p:cNvSpPr/>
          <p:nvPr/>
        </p:nvSpPr>
        <p:spPr>
          <a:xfrm>
            <a:off x="1288869" y="1859340"/>
            <a:ext cx="9614262" cy="4202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os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filename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report.txt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mavjud</a:t>
            </a:r>
            <a:r>
              <a:rPr lang="en-UM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M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M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bo'sh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fayl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yaratamiz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utf-8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").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yaratiladi</a:t>
            </a:r>
            <a:r>
              <a:rPr lang="en-UM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M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M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7B468EB-0386-48E8-BF35-2D2D4F6DB63C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2. Kataloglar ustida amallar bajarish.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43361509-646C-4A9A-A20F-23CA4EB15565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01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0D186F-0BF2-4009-BDE9-2B5BB2687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026" y="253369"/>
            <a:ext cx="5536772" cy="87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Papka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o‘chirish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mkdir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rmdir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hello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katalogini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o‘chirib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tashlang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9431C4D-83E4-42B2-85D3-9DDF34B13E7C}"/>
              </a:ext>
            </a:extLst>
          </p:cNvPr>
          <p:cNvSpPr/>
          <p:nvPr/>
        </p:nvSpPr>
        <p:spPr>
          <a:xfrm>
            <a:off x="1280160" y="1582341"/>
            <a:ext cx="9631680" cy="4018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os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mkdir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hello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papkasi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yaratildi</a:t>
            </a:r>
            <a:r>
              <a:rPr lang="en-UM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endParaRPr lang="en-US" b="0" dirty="0">
              <a:solidFill>
                <a:srgbClr val="777777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M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rmdir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hello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papkasi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o'chirildi</a:t>
            </a:r>
            <a:r>
              <a:rPr lang="en-UM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endParaRPr lang="en-UM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51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7B468EB-0386-48E8-BF35-2D2D4F6DB63C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3. Fayl va kataloglarda qidirish va nusxa olish.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43361509-646C-4A9A-A20F-23CA4EB15565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A22BBC34-A076-47B0-AD64-AB207BE5B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400" y="938111"/>
            <a:ext cx="7473200" cy="87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Joriy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ishchi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katalogni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ko‘rsatish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os.getcwd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ru-RU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Dastur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hozir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qaysi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joyda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ishlayotganini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ekranga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D81273B-1B25-41F3-813D-D3454FAE0C8E}"/>
              </a:ext>
            </a:extLst>
          </p:cNvPr>
          <p:cNvSpPr/>
          <p:nvPr/>
        </p:nvSpPr>
        <p:spPr>
          <a:xfrm>
            <a:off x="3048000" y="2366337"/>
            <a:ext cx="6096000" cy="21253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os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joriy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ishchi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katalogni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olish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current_path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getcwd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Joriy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ishchi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katalog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current_path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22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11E74B-1641-4A2F-9B62-20438DE99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8314" y="0"/>
            <a:ext cx="9318577" cy="87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ru-RU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kengaytmasini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ajratish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LID4096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os.path.basename</a:t>
            </a:r>
            <a:r>
              <a:rPr kumimoji="0" lang="ru-RU" altLang="LID4096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LID4096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os.path.dirname</a:t>
            </a:r>
            <a:r>
              <a:rPr kumimoji="0" lang="ru-RU" altLang="LID4096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LID4096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os.path.splitext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yo‘lini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katalogi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kengaytmasini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80A200F-E310-4BF4-9ADD-5005FE4FF232}"/>
              </a:ext>
            </a:extLst>
          </p:cNvPr>
          <p:cNvSpPr/>
          <p:nvPr/>
        </p:nvSpPr>
        <p:spPr>
          <a:xfrm>
            <a:off x="966650" y="1119842"/>
            <a:ext cx="10258698" cy="461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os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path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\U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sers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\U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ser\Documents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\r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eport_2025.txt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faqat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katalog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basename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basename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fayl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nomi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kengaytma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ext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splitext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basename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nom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va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kengaytma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alohida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To‘liq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yo‘l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path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Katalog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Fayl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nomi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name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Kengaytma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ext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45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12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1181</Words>
  <Application>Microsoft Office PowerPoint</Application>
  <PresentationFormat>Широкоэкранный</PresentationFormat>
  <Paragraphs>103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Courier New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37</cp:revision>
  <dcterms:created xsi:type="dcterms:W3CDTF">2025-10-04T04:24:53Z</dcterms:created>
  <dcterms:modified xsi:type="dcterms:W3CDTF">2025-10-04T05:20:57Z</dcterms:modified>
</cp:coreProperties>
</file>