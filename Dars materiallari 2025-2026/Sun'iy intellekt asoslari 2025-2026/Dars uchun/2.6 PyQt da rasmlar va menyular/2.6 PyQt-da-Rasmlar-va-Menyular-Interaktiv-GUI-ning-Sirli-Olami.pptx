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Calibri" panose="020F0502020204030204" pitchFamily="34" charset="0"/>
      <p:regular r:id="rId13"/>
      <p:bold r:id="rId14"/>
      <p:italic r:id="rId15"/>
      <p:boldItalic r:id="rId16"/>
    </p:embeddedFont>
    <p:embeddedFont>
      <p:font typeface="Corben" panose="020B0604020202020204" charset="0"/>
      <p:regular r:id="rId17"/>
    </p:embeddedFont>
    <p:embeddedFont>
      <p:font typeface="Nobile" panose="020B0604020202020204" charset="0"/>
      <p:regular r:id="rId18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1" d="100"/>
          <a:sy n="81" d="100"/>
        </p:scale>
        <p:origin x="120" y="5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88847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0.svg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518648"/>
            <a:ext cx="75564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PyQt-da Rasmlar va Menyular: Interaktiv GUI-ning Sirli Olami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985147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PyQt yordamida zamonaviy, vizual jihatdan boy va foydalanuvchi uchun qulay dasturiy interfeyslar yaratish san'atini o'rganamiz.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23342"/>
            <a:ext cx="1047190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Nega PyQt? – 2025-yilgi Global Trendlar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387084"/>
            <a:ext cx="4205168" cy="2138720"/>
          </a:xfrm>
          <a:prstGeom prst="roundRect">
            <a:avLst>
              <a:gd name="adj" fmla="val 4454"/>
            </a:avLst>
          </a:prstGeom>
          <a:solidFill>
            <a:srgbClr val="D2D9F9"/>
          </a:solidFill>
          <a:ln w="7620">
            <a:solidFill>
              <a:srgbClr val="B8BFD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8224" y="262151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Mashhurlik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28224" y="3202662"/>
            <a:ext cx="373630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2024-yilda 5 mln+ pip-install yuklamasi bilan dasturchilarning sevimli tanlovi.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793790" y="4752618"/>
            <a:ext cx="4205168" cy="2138720"/>
          </a:xfrm>
          <a:prstGeom prst="roundRect">
            <a:avLst>
              <a:gd name="adj" fmla="val 4454"/>
            </a:avLst>
          </a:prstGeom>
          <a:solidFill>
            <a:srgbClr val="D2D9F9"/>
          </a:solidFill>
          <a:ln w="7620">
            <a:solidFill>
              <a:srgbClr val="B8BFD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28224" y="498705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Keng qo'llanilishi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28224" y="5568196"/>
            <a:ext cx="373630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Anki, QGIS va Spyder kabi gigant dasturlar aynan PyQt imkoniyatlariga tayanadi.</a:t>
            </a:r>
            <a:endParaRPr lang="en-US" sz="175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9981" y="2327434"/>
            <a:ext cx="8284131" cy="462367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23342"/>
            <a:ext cx="1044428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QPixmap &amp; QLabel – Vizual Elementlar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327434"/>
            <a:ext cx="8284131" cy="462367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38943" y="2399586"/>
            <a:ext cx="4205168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Rasmlarni dastur oynasiga integratsiya qilish uchun ikkita asosiy sinf mavjud: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9638943" y="3692366"/>
            <a:ext cx="4205168" cy="22567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QPixmap:</a:t>
            </a: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Rasmlarni fayldan yuklash va samarali xotirada saqlash.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QLabel:</a:t>
            </a: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Yuklangan tasvirni oynada ko‘rsatish va matn bilan birgalikda boshqarish.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9638943" y="6153150"/>
            <a:ext cx="420516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Dinamik kartalar tizimida (Anki kabi) bu juftlik eng mukammal yechimdir.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91352" y="484108"/>
            <a:ext cx="5150525" cy="545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250"/>
              </a:lnSpc>
              <a:buNone/>
            </a:pPr>
            <a:r>
              <a:rPr lang="en-US" sz="340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Tasvir Transformatsiyasi</a:t>
            </a:r>
            <a:endParaRPr lang="en-US" sz="34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1352" y="1298377"/>
            <a:ext cx="12047696" cy="644711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76395" y="1744295"/>
            <a:ext cx="1946854" cy="6677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200% kattalashtirish</a:t>
            </a:r>
            <a:endParaRPr lang="en-US" sz="2100" dirty="0"/>
          </a:p>
        </p:txBody>
      </p:sp>
      <p:sp>
        <p:nvSpPr>
          <p:cNvPr id="5" name="Text 2"/>
          <p:cNvSpPr/>
          <p:nvPr/>
        </p:nvSpPr>
        <p:spPr>
          <a:xfrm>
            <a:off x="1576395" y="2507011"/>
            <a:ext cx="1946854" cy="708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6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QTransform bilan ikki barobar kattaroq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1576395" y="5163161"/>
            <a:ext cx="1946854" cy="6677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50% kichraytirish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1576395" y="5925876"/>
            <a:ext cx="1946854" cy="4726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6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Yarim o'lchamga siqilgan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11096987" y="3453728"/>
            <a:ext cx="1946854" cy="6677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Original o'lcham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11096987" y="4216444"/>
            <a:ext cx="1946854" cy="4726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6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Asl piksellar va proporsiyalar</a:t>
            </a:r>
            <a:endParaRPr lang="en-US" sz="1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744033"/>
            <a:ext cx="829044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Menyuning Asosiy Qurilmalari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3790" y="3906441"/>
            <a:ext cx="566976" cy="5669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44253" y="390644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QMenuBar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1644253" y="4396859"/>
            <a:ext cx="3308152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Dasturning yuqori qismidagi asosiy buyruqlar satri (File, Edit, Help).</a:t>
            </a:r>
            <a:endParaRPr lang="en-US" sz="17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5893" y="3906441"/>
            <a:ext cx="566976" cy="56697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086356" y="390644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QMenu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6086356" y="4396859"/>
            <a:ext cx="3308152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Asosiy menyu ostidagi ierarxik bo‘limlar va ochiladigan ro‘yxatlar.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677995" y="3906441"/>
            <a:ext cx="566976" cy="56697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528459" y="390644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QAction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10528459" y="4396859"/>
            <a:ext cx="3308152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Har bir alohida buyruq, signal va slot orqali funksiyaga ulanadi.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23342"/>
            <a:ext cx="928092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Dinamik va Kontekstual Menyular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524363"/>
            <a:ext cx="4205168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Statik menyular bilan cheklanmang! PyQt dinamik menyular yaratishga imkon beradi: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3817144"/>
            <a:ext cx="4205168" cy="3061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Ma’lumotlar bazasiga qarab menyu bandlarini avtomatik generatsiya qilish.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QMenu.exec_() yordamida o‘ng tugma bosilganda kontekstual menyuni chaqirish.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Foydalanuvchi tajribasini (UX) sezilarli darajada oshirish.</a:t>
            </a:r>
            <a:endParaRPr lang="en-US" sz="17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9981" y="2327434"/>
            <a:ext cx="8284131" cy="462367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622352" y="1059894"/>
            <a:ext cx="3609975" cy="4250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Ikonalar – Vizual Kuch</a:t>
            </a:r>
            <a:endParaRPr lang="en-US" sz="2650" dirty="0"/>
          </a:p>
        </p:txBody>
      </p:sp>
      <p:sp>
        <p:nvSpPr>
          <p:cNvPr id="3" name="Text 1"/>
          <p:cNvSpPr/>
          <p:nvPr/>
        </p:nvSpPr>
        <p:spPr>
          <a:xfrm>
            <a:off x="2622352" y="1648063"/>
            <a:ext cx="9385578" cy="173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Ikonalar foydalanuvchining dastur interfeysini tushunish tezligini 30% ga oshiradi.</a:t>
            </a:r>
            <a:endParaRPr lang="en-US" sz="10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2352" y="1913692"/>
            <a:ext cx="9387840" cy="526213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30511" y="487799"/>
            <a:ext cx="4724757" cy="551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300"/>
              </a:lnSpc>
              <a:buNone/>
            </a:pPr>
            <a:r>
              <a:rPr lang="en-US" sz="34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Qt Designer Workflow</a:t>
            </a:r>
            <a:endParaRPr lang="en-US" sz="3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6605" y="1313021"/>
            <a:ext cx="9897070" cy="64287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708911" y="2037453"/>
            <a:ext cx="2738096" cy="3422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1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Qt Designer</a:t>
            </a:r>
            <a:endParaRPr lang="en-US" sz="2150" dirty="0"/>
          </a:p>
        </p:txBody>
      </p:sp>
      <p:sp>
        <p:nvSpPr>
          <p:cNvPr id="5" name="Text 2"/>
          <p:cNvSpPr/>
          <p:nvPr/>
        </p:nvSpPr>
        <p:spPr>
          <a:xfrm>
            <a:off x="2611556" y="2477070"/>
            <a:ext cx="2932806" cy="4863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7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Vizual interfeys elementlarini yarating.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5945950" y="6090977"/>
            <a:ext cx="2738097" cy="3422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1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pyuic5 Konvertatsiya</a:t>
            </a:r>
            <a:endParaRPr lang="en-US" sz="2150" dirty="0"/>
          </a:p>
        </p:txBody>
      </p:sp>
      <p:sp>
        <p:nvSpPr>
          <p:cNvPr id="7" name="Text 4"/>
          <p:cNvSpPr/>
          <p:nvPr/>
        </p:nvSpPr>
        <p:spPr>
          <a:xfrm>
            <a:off x="5848595" y="6530594"/>
            <a:ext cx="2932806" cy="486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7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.ui faylini Python moduliga o'zgartiring.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9182987" y="2037453"/>
            <a:ext cx="2738097" cy="3422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1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Slot va Signal</a:t>
            </a:r>
            <a:endParaRPr lang="en-US" sz="2150" dirty="0"/>
          </a:p>
        </p:txBody>
      </p:sp>
      <p:sp>
        <p:nvSpPr>
          <p:cNvPr id="9" name="Text 6"/>
          <p:cNvSpPr/>
          <p:nvPr/>
        </p:nvSpPr>
        <p:spPr>
          <a:xfrm>
            <a:off x="9085633" y="2477070"/>
            <a:ext cx="2932806" cy="4863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7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Widgetlarni hodisalar bilan ulang.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23342"/>
            <a:ext cx="1130188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Real-Dunyo Misoli: Qoravoy_Menu_pyqt5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327434"/>
            <a:ext cx="8284131" cy="462367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38943" y="2524363"/>
            <a:ext cx="4205168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Farruxbek Nozimov tomonidan yaratilgan ushbu loyiha (2022) PyQt imkoniyatlarini amalda ko‘rsatib beradi: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9638943" y="4180046"/>
            <a:ext cx="4205168" cy="26989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QMainWindow strukturasini to‘g‘ri qo‘llash.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Dinamik ikonalar va kontekstual menyular.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Havola: github.com/FarruxbekNozimov/Qoravoy_Menu_pyqt5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35562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Sizning Navbatingiz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797969"/>
            <a:ext cx="13042821" cy="963811"/>
          </a:xfrm>
          <a:prstGeom prst="roundRect">
            <a:avLst>
              <a:gd name="adj" fmla="val 9884"/>
            </a:avLst>
          </a:prstGeom>
          <a:solidFill>
            <a:srgbClr val="BBC6F7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604" y="3126819"/>
            <a:ext cx="283488" cy="22681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30906" y="3081457"/>
            <a:ext cx="1207889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48 soat ichida "Hello-Image-Menu" demo-ilovasini yarating va GitHub'da baham ko'ring!</a:t>
            </a:r>
            <a:endParaRPr lang="en-US" sz="1750" dirty="0"/>
          </a:p>
        </p:txBody>
      </p:sp>
      <p:sp>
        <p:nvSpPr>
          <p:cNvPr id="6" name="Shape 3"/>
          <p:cNvSpPr/>
          <p:nvPr/>
        </p:nvSpPr>
        <p:spPr>
          <a:xfrm>
            <a:off x="793790" y="4697373"/>
            <a:ext cx="4196358" cy="226814"/>
          </a:xfrm>
          <a:prstGeom prst="roundRect">
            <a:avLst>
              <a:gd name="adj" fmla="val 42003"/>
            </a:avLst>
          </a:prstGeom>
          <a:solidFill>
            <a:srgbClr val="D2D9F9"/>
          </a:solidFill>
          <a:ln w="7620">
            <a:solidFill>
              <a:srgbClr val="B8BFD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20604" y="515100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Sozlash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020604" y="5641419"/>
            <a:ext cx="37427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pip install pyqt5 orqali muhitni tayyorlang.</a:t>
            </a:r>
            <a:endParaRPr lang="en-US" sz="1750" dirty="0"/>
          </a:p>
        </p:txBody>
      </p:sp>
      <p:sp>
        <p:nvSpPr>
          <p:cNvPr id="9" name="Shape 6"/>
          <p:cNvSpPr/>
          <p:nvPr/>
        </p:nvSpPr>
        <p:spPr>
          <a:xfrm>
            <a:off x="5216962" y="4357092"/>
            <a:ext cx="4196358" cy="226814"/>
          </a:xfrm>
          <a:prstGeom prst="roundRect">
            <a:avLst>
              <a:gd name="adj" fmla="val 42003"/>
            </a:avLst>
          </a:prstGeom>
          <a:solidFill>
            <a:srgbClr val="D2D9F9"/>
          </a:solidFill>
          <a:ln w="7620">
            <a:solidFill>
              <a:srgbClr val="B8BFD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43776" y="481072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Loyihalash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5443776" y="5301139"/>
            <a:ext cx="37427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Qt Designer'da QPixmap va QMenuBar elementlarini qo'shing.</a:t>
            </a:r>
            <a:endParaRPr lang="en-US" sz="1750" dirty="0"/>
          </a:p>
        </p:txBody>
      </p:sp>
      <p:sp>
        <p:nvSpPr>
          <p:cNvPr id="12" name="Shape 9"/>
          <p:cNvSpPr/>
          <p:nvPr/>
        </p:nvSpPr>
        <p:spPr>
          <a:xfrm>
            <a:off x="9640133" y="4016931"/>
            <a:ext cx="4196358" cy="226814"/>
          </a:xfrm>
          <a:prstGeom prst="roundRect">
            <a:avLst>
              <a:gd name="adj" fmla="val 42003"/>
            </a:avLst>
          </a:prstGeom>
          <a:solidFill>
            <a:srgbClr val="D2D9F9"/>
          </a:solidFill>
          <a:ln w="7620">
            <a:solidFill>
              <a:srgbClr val="B8BFD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866948" y="447055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Implementatsiya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9866948" y="4960977"/>
            <a:ext cx="37427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Signal-slot tizimi bilan funksiyalarni bog'lang.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374</Words>
  <Application>Microsoft Office PowerPoint</Application>
  <PresentationFormat>Произвольный</PresentationFormat>
  <Paragraphs>63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5" baseType="lpstr">
      <vt:lpstr>Nobile</vt:lpstr>
      <vt:lpstr>Arial</vt:lpstr>
      <vt:lpstr>Corben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>User</dc:creator>
  <cp:lastModifiedBy>Isakov Muxriddin</cp:lastModifiedBy>
  <cp:revision>2</cp:revision>
  <dcterms:created xsi:type="dcterms:W3CDTF">2026-03-07T11:16:17Z</dcterms:created>
  <dcterms:modified xsi:type="dcterms:W3CDTF">2026-03-07T11:20:33Z</dcterms:modified>
</cp:coreProperties>
</file>