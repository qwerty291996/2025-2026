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Liter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66d8ab6d4fd980e8d61654b301ca13ee6515a6c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423988"/>
            <a:ext cx="2895600" cy="390525"/>
          </a:xfrm>
          <a:custGeom>
            <a:avLst/>
            <a:gdLst/>
            <a:ahLst/>
            <a:cxnLst/>
            <a:rect l="l" t="t" r="r" b="b"/>
            <a:pathLst>
              <a:path w="2895600" h="390525">
                <a:moveTo>
                  <a:pt x="76199" y="0"/>
                </a:moveTo>
                <a:lnTo>
                  <a:pt x="2819401" y="0"/>
                </a:lnTo>
                <a:cubicBezTo>
                  <a:pt x="2861484" y="0"/>
                  <a:pt x="2895600" y="34116"/>
                  <a:pt x="2895600" y="76199"/>
                </a:cubicBezTo>
                <a:lnTo>
                  <a:pt x="2895600" y="314326"/>
                </a:lnTo>
                <a:cubicBezTo>
                  <a:pt x="2895600" y="356409"/>
                  <a:pt x="2861484" y="390525"/>
                  <a:pt x="28194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514475"/>
            <a:ext cx="25817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DASTURLASH QO'LLANMASI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47875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 da Rasmlar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 Menyular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90975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QPixmap, QLabel, QAction va Menu Tizimlari bilan professional interfeyslar yaratish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981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9587" y="50958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5076825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PyQt6/PyQt5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98043" y="50196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12" name="Shape 9"/>
          <p:cNvSpPr/>
          <p:nvPr/>
        </p:nvSpPr>
        <p:spPr>
          <a:xfrm>
            <a:off x="2436168" y="4981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550468" y="5095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3007668" y="507682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 Development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Mundarija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85763" y="122396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10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0654" y="1514475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90625" y="1419225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 bilan ishlash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0625" y="1762125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QPixmap, QLabel, o'lchash va transformatsiya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6963" y="122396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22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84590" y="15144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1825" y="1419225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tizimlari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81825" y="1762125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QAction, Menu Bar, Toolbar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234791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025" y="2543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2646" y="26384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0625" y="2543175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Menu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90625" y="2886075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O'ng tugma menyusi yaratish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6963" y="234791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2225" y="2543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83846" y="263842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81825" y="254317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Klaviatura yorliqlari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1825" y="2886075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QKeySequence va standart yorliqlar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47186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025" y="3667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3986" y="3762375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90625" y="366712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Amaliy misollar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0625" y="401002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Matn muharriri ilovasi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963" y="3471863"/>
            <a:ext cx="5629275" cy="962025"/>
          </a:xfrm>
          <a:custGeom>
            <a:avLst/>
            <a:gdLst/>
            <a:ahLst/>
            <a:cxnLst/>
            <a:rect l="l" t="t" r="r" b="b"/>
            <a:pathLst>
              <a:path w="5629275" h="962025">
                <a:moveTo>
                  <a:pt x="114298" y="0"/>
                </a:moveTo>
                <a:lnTo>
                  <a:pt x="5514977" y="0"/>
                </a:lnTo>
                <a:cubicBezTo>
                  <a:pt x="5578102" y="0"/>
                  <a:pt x="5629275" y="51173"/>
                  <a:pt x="5629275" y="114298"/>
                </a:cubicBezTo>
                <a:lnTo>
                  <a:pt x="5629275" y="847727"/>
                </a:lnTo>
                <a:cubicBezTo>
                  <a:pt x="5629275" y="910852"/>
                  <a:pt x="5578102" y="962025"/>
                  <a:pt x="55149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2225" y="3667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82953" y="3762375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81825" y="366712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Xulosa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81825" y="4010025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tamoyillar va maslahatlar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122a35b50db05efd2388649c0c8b015646c2c16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0247" b="1024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24013"/>
            <a:ext cx="1238250" cy="428625"/>
          </a:xfrm>
          <a:custGeom>
            <a:avLst/>
            <a:gdLst/>
            <a:ahLst/>
            <a:cxnLst/>
            <a:rect l="l" t="t" r="r" b="b"/>
            <a:pathLst>
              <a:path w="1238250" h="428625">
                <a:moveTo>
                  <a:pt x="76201" y="0"/>
                </a:moveTo>
                <a:lnTo>
                  <a:pt x="1162049" y="0"/>
                </a:lnTo>
                <a:cubicBezTo>
                  <a:pt x="1204134" y="0"/>
                  <a:pt x="1238250" y="34116"/>
                  <a:pt x="1238250" y="76201"/>
                </a:cubicBezTo>
                <a:lnTo>
                  <a:pt x="1238250" y="352424"/>
                </a:lnTo>
                <a:cubicBezTo>
                  <a:pt x="1238250" y="394509"/>
                  <a:pt x="1204134" y="428625"/>
                  <a:pt x="11620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714500"/>
            <a:ext cx="9343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BO'LIM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600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 bilan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ishlash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4335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 da rasmlarni yuklash, ko'rsatish va boshqarish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29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63166" y="47910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71438" y="62508"/>
                </a:moveTo>
                <a:cubicBezTo>
                  <a:pt x="86223" y="62508"/>
                  <a:pt x="98227" y="74512"/>
                  <a:pt x="98227" y="89297"/>
                </a:cubicBezTo>
                <a:cubicBezTo>
                  <a:pt x="98227" y="104082"/>
                  <a:pt x="86223" y="116086"/>
                  <a:pt x="71438" y="116086"/>
                </a:cubicBezTo>
                <a:cubicBezTo>
                  <a:pt x="56652" y="116086"/>
                  <a:pt x="44648" y="104082"/>
                  <a:pt x="44648" y="89297"/>
                </a:cubicBezTo>
                <a:cubicBezTo>
                  <a:pt x="44648" y="74512"/>
                  <a:pt x="56652" y="62508"/>
                  <a:pt x="71438" y="62508"/>
                </a:cubicBezTo>
                <a:close/>
                <a:moveTo>
                  <a:pt x="151805" y="125016"/>
                </a:moveTo>
                <a:cubicBezTo>
                  <a:pt x="156493" y="125016"/>
                  <a:pt x="160790" y="127471"/>
                  <a:pt x="163246" y="131434"/>
                </a:cubicBezTo>
                <a:lnTo>
                  <a:pt x="212359" y="211801"/>
                </a:lnTo>
                <a:cubicBezTo>
                  <a:pt x="214871" y="215931"/>
                  <a:pt x="214982" y="221121"/>
                  <a:pt x="212638" y="225363"/>
                </a:cubicBezTo>
                <a:cubicBezTo>
                  <a:pt x="210294" y="229605"/>
                  <a:pt x="205773" y="232172"/>
                  <a:pt x="200918" y="232172"/>
                </a:cubicBezTo>
                <a:lnTo>
                  <a:pt x="49113" y="232172"/>
                </a:lnTo>
                <a:cubicBezTo>
                  <a:pt x="44146" y="232172"/>
                  <a:pt x="39514" y="229381"/>
                  <a:pt x="37226" y="224972"/>
                </a:cubicBezTo>
                <a:cubicBezTo>
                  <a:pt x="34937" y="220563"/>
                  <a:pt x="35272" y="215205"/>
                  <a:pt x="38119" y="211131"/>
                </a:cubicBezTo>
                <a:lnTo>
                  <a:pt x="69373" y="166483"/>
                </a:lnTo>
                <a:cubicBezTo>
                  <a:pt x="71884" y="162911"/>
                  <a:pt x="75958" y="160790"/>
                  <a:pt x="80367" y="160790"/>
                </a:cubicBezTo>
                <a:cubicBezTo>
                  <a:pt x="84776" y="160790"/>
                  <a:pt x="88850" y="162911"/>
                  <a:pt x="91362" y="166483"/>
                </a:cubicBezTo>
                <a:lnTo>
                  <a:pt x="106096" y="187579"/>
                </a:lnTo>
                <a:lnTo>
                  <a:pt x="140364" y="131490"/>
                </a:lnTo>
                <a:cubicBezTo>
                  <a:pt x="142819" y="127527"/>
                  <a:pt x="147117" y="125071"/>
                  <a:pt x="151805" y="12507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629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325166" y="47910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7859" y="17859"/>
                </a:moveTo>
                <a:cubicBezTo>
                  <a:pt x="7981" y="17859"/>
                  <a:pt x="0" y="25840"/>
                  <a:pt x="0" y="35719"/>
                </a:cubicBezTo>
                <a:lnTo>
                  <a:pt x="0" y="89297"/>
                </a:lnTo>
                <a:cubicBezTo>
                  <a:pt x="0" y="99175"/>
                  <a:pt x="7981" y="107156"/>
                  <a:pt x="17859" y="107156"/>
                </a:cubicBezTo>
                <a:cubicBezTo>
                  <a:pt x="27738" y="107156"/>
                  <a:pt x="35719" y="99175"/>
                  <a:pt x="35719" y="89297"/>
                </a:cubicBezTo>
                <a:lnTo>
                  <a:pt x="35719" y="53578"/>
                </a:lnTo>
                <a:lnTo>
                  <a:pt x="71438" y="53578"/>
                </a:lnTo>
                <a:cubicBezTo>
                  <a:pt x="81316" y="53578"/>
                  <a:pt x="89297" y="45597"/>
                  <a:pt x="89297" y="35719"/>
                </a:cubicBezTo>
                <a:cubicBezTo>
                  <a:pt x="89297" y="25840"/>
                  <a:pt x="81316" y="17859"/>
                  <a:pt x="71438" y="17859"/>
                </a:cubicBezTo>
                <a:lnTo>
                  <a:pt x="17859" y="17859"/>
                </a:lnTo>
                <a:close/>
                <a:moveTo>
                  <a:pt x="35719" y="196453"/>
                </a:moveTo>
                <a:cubicBezTo>
                  <a:pt x="35719" y="186575"/>
                  <a:pt x="27738" y="178594"/>
                  <a:pt x="17859" y="178594"/>
                </a:cubicBezTo>
                <a:cubicBezTo>
                  <a:pt x="7981" y="178594"/>
                  <a:pt x="0" y="186575"/>
                  <a:pt x="0" y="196453"/>
                </a:cubicBezTo>
                <a:lnTo>
                  <a:pt x="0" y="250031"/>
                </a:lnTo>
                <a:cubicBezTo>
                  <a:pt x="0" y="259910"/>
                  <a:pt x="7981" y="267891"/>
                  <a:pt x="17859" y="267891"/>
                </a:cubicBezTo>
                <a:lnTo>
                  <a:pt x="71438" y="267891"/>
                </a:lnTo>
                <a:cubicBezTo>
                  <a:pt x="81316" y="267891"/>
                  <a:pt x="89297" y="259910"/>
                  <a:pt x="89297" y="250031"/>
                </a:cubicBezTo>
                <a:cubicBezTo>
                  <a:pt x="89297" y="240153"/>
                  <a:pt x="81316" y="232172"/>
                  <a:pt x="71438" y="232172"/>
                </a:cubicBezTo>
                <a:lnTo>
                  <a:pt x="35719" y="232172"/>
                </a:lnTo>
                <a:lnTo>
                  <a:pt x="35719" y="196453"/>
                </a:lnTo>
                <a:close/>
                <a:moveTo>
                  <a:pt x="178594" y="17859"/>
                </a:moveTo>
                <a:cubicBezTo>
                  <a:pt x="168715" y="17859"/>
                  <a:pt x="160734" y="25840"/>
                  <a:pt x="160734" y="35719"/>
                </a:cubicBezTo>
                <a:cubicBezTo>
                  <a:pt x="160734" y="45597"/>
                  <a:pt x="168715" y="53578"/>
                  <a:pt x="178594" y="53578"/>
                </a:cubicBezTo>
                <a:lnTo>
                  <a:pt x="214313" y="53578"/>
                </a:lnTo>
                <a:lnTo>
                  <a:pt x="214313" y="89297"/>
                </a:lnTo>
                <a:cubicBezTo>
                  <a:pt x="214313" y="99175"/>
                  <a:pt x="222293" y="107156"/>
                  <a:pt x="232172" y="107156"/>
                </a:cubicBezTo>
                <a:cubicBezTo>
                  <a:pt x="242050" y="107156"/>
                  <a:pt x="250031" y="99175"/>
                  <a:pt x="250031" y="89297"/>
                </a:cubicBezTo>
                <a:lnTo>
                  <a:pt x="250031" y="35719"/>
                </a:lnTo>
                <a:cubicBezTo>
                  <a:pt x="250031" y="25840"/>
                  <a:pt x="242050" y="17859"/>
                  <a:pt x="232172" y="17859"/>
                </a:cubicBezTo>
                <a:lnTo>
                  <a:pt x="178594" y="17859"/>
                </a:lnTo>
                <a:close/>
                <a:moveTo>
                  <a:pt x="250031" y="196453"/>
                </a:moveTo>
                <a:cubicBezTo>
                  <a:pt x="250031" y="186575"/>
                  <a:pt x="242050" y="178594"/>
                  <a:pt x="232172" y="178594"/>
                </a:cubicBezTo>
                <a:cubicBezTo>
                  <a:pt x="222293" y="178594"/>
                  <a:pt x="214313" y="186575"/>
                  <a:pt x="214313" y="196453"/>
                </a:cubicBezTo>
                <a:lnTo>
                  <a:pt x="214313" y="232172"/>
                </a:lnTo>
                <a:lnTo>
                  <a:pt x="178594" y="232172"/>
                </a:lnTo>
                <a:cubicBezTo>
                  <a:pt x="168715" y="232172"/>
                  <a:pt x="160734" y="240153"/>
                  <a:pt x="160734" y="250031"/>
                </a:cubicBezTo>
                <a:cubicBezTo>
                  <a:pt x="160734" y="259910"/>
                  <a:pt x="168715" y="267891"/>
                  <a:pt x="178594" y="267891"/>
                </a:cubicBezTo>
                <a:lnTo>
                  <a:pt x="232172" y="267891"/>
                </a:lnTo>
                <a:cubicBezTo>
                  <a:pt x="242050" y="267891"/>
                  <a:pt x="250031" y="259910"/>
                  <a:pt x="250031" y="250031"/>
                </a:cubicBezTo>
                <a:lnTo>
                  <a:pt x="250031" y="1964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Shape 9"/>
          <p:cNvSpPr/>
          <p:nvPr/>
        </p:nvSpPr>
        <p:spPr>
          <a:xfrm>
            <a:off x="1905000" y="4629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069306" y="4791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61001"/>
                </a:moveTo>
                <a:lnTo>
                  <a:pt x="280504" y="30528"/>
                </a:lnTo>
                <a:cubicBezTo>
                  <a:pt x="287480" y="23552"/>
                  <a:pt x="287480" y="12223"/>
                  <a:pt x="280504" y="5246"/>
                </a:cubicBezTo>
                <a:cubicBezTo>
                  <a:pt x="273527" y="-1730"/>
                  <a:pt x="262198" y="-1730"/>
                  <a:pt x="255222" y="5246"/>
                </a:cubicBezTo>
                <a:lnTo>
                  <a:pt x="224749" y="35719"/>
                </a:lnTo>
                <a:lnTo>
                  <a:pt x="98227" y="35719"/>
                </a:lnTo>
                <a:lnTo>
                  <a:pt x="98227" y="71438"/>
                </a:lnTo>
                <a:lnTo>
                  <a:pt x="189030" y="71438"/>
                </a:lnTo>
                <a:lnTo>
                  <a:pt x="71438" y="189030"/>
                </a:lnTo>
                <a:lnTo>
                  <a:pt x="71438" y="17859"/>
                </a:lnTo>
                <a:cubicBezTo>
                  <a:pt x="71438" y="7981"/>
                  <a:pt x="63457" y="0"/>
                  <a:pt x="53578" y="0"/>
                </a:cubicBezTo>
                <a:cubicBezTo>
                  <a:pt x="43700" y="0"/>
                  <a:pt x="35719" y="7981"/>
                  <a:pt x="35719" y="17859"/>
                </a:cubicBezTo>
                <a:lnTo>
                  <a:pt x="35719" y="35719"/>
                </a:lnTo>
                <a:lnTo>
                  <a:pt x="17859" y="35719"/>
                </a:lnTo>
                <a:cubicBezTo>
                  <a:pt x="7981" y="35719"/>
                  <a:pt x="0" y="43700"/>
                  <a:pt x="0" y="53578"/>
                </a:cubicBezTo>
                <a:cubicBezTo>
                  <a:pt x="0" y="63457"/>
                  <a:pt x="7981" y="71438"/>
                  <a:pt x="17859" y="71438"/>
                </a:cubicBezTo>
                <a:lnTo>
                  <a:pt x="35719" y="71438"/>
                </a:ln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187523" y="250031"/>
                </a:lnTo>
                <a:lnTo>
                  <a:pt x="187523" y="214313"/>
                </a:lnTo>
                <a:lnTo>
                  <a:pt x="96720" y="214313"/>
                </a:lnTo>
                <a:lnTo>
                  <a:pt x="214313" y="96720"/>
                </a:lnTo>
                <a:lnTo>
                  <a:pt x="214313" y="267891"/>
                </a:lnTo>
                <a:cubicBezTo>
                  <a:pt x="214313" y="277769"/>
                  <a:pt x="222293" y="285750"/>
                  <a:pt x="232172" y="285750"/>
                </a:cubicBezTo>
                <a:cubicBezTo>
                  <a:pt x="242050" y="285750"/>
                  <a:pt x="250031" y="277769"/>
                  <a:pt x="250031" y="267891"/>
                </a:cubicBezTo>
                <a:lnTo>
                  <a:pt x="250031" y="250031"/>
                </a:ln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ubicBezTo>
                  <a:pt x="285750" y="222293"/>
                  <a:pt x="277769" y="214313"/>
                  <a:pt x="267891" y="214313"/>
                </a:cubicBezTo>
                <a:lnTo>
                  <a:pt x="250031" y="214313"/>
                </a:lnTo>
                <a:lnTo>
                  <a:pt x="250031" y="61001"/>
                </a:ln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857250" cy="314325"/>
          </a:xfrm>
          <a:custGeom>
            <a:avLst/>
            <a:gdLst/>
            <a:ahLst/>
            <a:cxnLst/>
            <a:rect l="l" t="t" r="r" b="b"/>
            <a:pathLst>
              <a:path w="857250" h="314325">
                <a:moveTo>
                  <a:pt x="38099" y="0"/>
                </a:moveTo>
                <a:lnTo>
                  <a:pt x="819151" y="0"/>
                </a:lnTo>
                <a:cubicBezTo>
                  <a:pt x="840192" y="0"/>
                  <a:pt x="857250" y="17058"/>
                  <a:pt x="857250" y="38099"/>
                </a:cubicBezTo>
                <a:lnTo>
                  <a:pt x="857250" y="276226"/>
                </a:lnTo>
                <a:cubicBezTo>
                  <a:pt x="857250" y="297267"/>
                  <a:pt x="840192" y="314325"/>
                  <a:pt x="819151" y="314325"/>
                </a:cubicBezTo>
                <a:lnTo>
                  <a:pt x="38099" y="314325"/>
                </a:lnTo>
                <a:cubicBezTo>
                  <a:pt x="17058" y="314325"/>
                  <a:pt x="0" y="297267"/>
                  <a:pt x="0" y="276226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57200"/>
            <a:ext cx="6844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 - Asosiy Rasm Sinfi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585913"/>
            <a:ext cx="5591175" cy="2219325"/>
          </a:xfrm>
          <a:custGeom>
            <a:avLst/>
            <a:gdLst/>
            <a:ahLst/>
            <a:cxnLst/>
            <a:rect l="l" t="t" r="r" b="b"/>
            <a:pathLst>
              <a:path w="5591175" h="2219325">
                <a:moveTo>
                  <a:pt x="114295" y="0"/>
                </a:moveTo>
                <a:lnTo>
                  <a:pt x="5476880" y="0"/>
                </a:lnTo>
                <a:cubicBezTo>
                  <a:pt x="5540003" y="0"/>
                  <a:pt x="5591175" y="51172"/>
                  <a:pt x="5591175" y="114295"/>
                </a:cubicBezTo>
                <a:lnTo>
                  <a:pt x="5591175" y="2105030"/>
                </a:lnTo>
                <a:cubicBezTo>
                  <a:pt x="5591175" y="2168153"/>
                  <a:pt x="5540003" y="2219325"/>
                  <a:pt x="547688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4838" y="18192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19150" y="178117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 nima?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16217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PyQt da rasmlar bilan ishlash uchun asosiy sinf. Ekranda rasmlarni ko'rsatish uchun optimallashtirilgan.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809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47725" y="2771775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Tashqi xotiradan rasm yuklash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3114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47725" y="3076575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 o'lchash va transformatsiya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419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" y="3381375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Piktogrammalar va grafiklar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967163"/>
            <a:ext cx="5591175" cy="2219325"/>
          </a:xfrm>
          <a:custGeom>
            <a:avLst/>
            <a:gdLst/>
            <a:ahLst/>
            <a:cxnLst/>
            <a:rect l="l" t="t" r="r" b="b"/>
            <a:pathLst>
              <a:path w="5591175" h="2219325">
                <a:moveTo>
                  <a:pt x="114295" y="0"/>
                </a:moveTo>
                <a:lnTo>
                  <a:pt x="5476880" y="0"/>
                </a:lnTo>
                <a:cubicBezTo>
                  <a:pt x="5540003" y="0"/>
                  <a:pt x="5591175" y="51172"/>
                  <a:pt x="5591175" y="114295"/>
                </a:cubicBezTo>
                <a:lnTo>
                  <a:pt x="5591175" y="2105030"/>
                </a:lnTo>
                <a:cubicBezTo>
                  <a:pt x="5591175" y="2168153"/>
                  <a:pt x="5540003" y="2219325"/>
                  <a:pt x="5476880" y="2219325"/>
                </a:cubicBezTo>
                <a:lnTo>
                  <a:pt x="114295" y="2219325"/>
                </a:lnTo>
                <a:cubicBezTo>
                  <a:pt x="51172" y="2219325"/>
                  <a:pt x="0" y="2168153"/>
                  <a:pt x="0" y="210503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025" y="416242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Metodlar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788" y="4548188"/>
            <a:ext cx="2533650" cy="657225"/>
          </a:xfrm>
          <a:custGeom>
            <a:avLst/>
            <a:gdLst/>
            <a:ahLst/>
            <a:cxnLst/>
            <a:rect l="l" t="t" r="r" b="b"/>
            <a:pathLst>
              <a:path w="2533650" h="657225">
                <a:moveTo>
                  <a:pt x="76199" y="0"/>
                </a:moveTo>
                <a:lnTo>
                  <a:pt x="2457451" y="0"/>
                </a:lnTo>
                <a:cubicBezTo>
                  <a:pt x="2499535" y="0"/>
                  <a:pt x="2533650" y="34115"/>
                  <a:pt x="2533650" y="76199"/>
                </a:cubicBezTo>
                <a:lnTo>
                  <a:pt x="2533650" y="581026"/>
                </a:lnTo>
                <a:cubicBezTo>
                  <a:pt x="2533650" y="623110"/>
                  <a:pt x="2499535" y="657225"/>
                  <a:pt x="2457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850" y="466725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850" y="489585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 yuklash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43263" y="4548188"/>
            <a:ext cx="2533650" cy="657225"/>
          </a:xfrm>
          <a:custGeom>
            <a:avLst/>
            <a:gdLst/>
            <a:ahLst/>
            <a:cxnLst/>
            <a:rect l="l" t="t" r="r" b="b"/>
            <a:pathLst>
              <a:path w="2533650" h="657225">
                <a:moveTo>
                  <a:pt x="76199" y="0"/>
                </a:moveTo>
                <a:lnTo>
                  <a:pt x="2457451" y="0"/>
                </a:lnTo>
                <a:cubicBezTo>
                  <a:pt x="2499535" y="0"/>
                  <a:pt x="2533650" y="34115"/>
                  <a:pt x="2533650" y="76199"/>
                </a:cubicBezTo>
                <a:lnTo>
                  <a:pt x="2533650" y="581026"/>
                </a:lnTo>
                <a:cubicBezTo>
                  <a:pt x="2533650" y="623110"/>
                  <a:pt x="2499535" y="657225"/>
                  <a:pt x="2457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2325" y="466725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scaled()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62325" y="489585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O'lchash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788" y="5329238"/>
            <a:ext cx="2533650" cy="657225"/>
          </a:xfrm>
          <a:custGeom>
            <a:avLst/>
            <a:gdLst/>
            <a:ahLst/>
            <a:cxnLst/>
            <a:rect l="l" t="t" r="r" b="b"/>
            <a:pathLst>
              <a:path w="2533650" h="657225">
                <a:moveTo>
                  <a:pt x="76199" y="0"/>
                </a:moveTo>
                <a:lnTo>
                  <a:pt x="2457451" y="0"/>
                </a:lnTo>
                <a:cubicBezTo>
                  <a:pt x="2499535" y="0"/>
                  <a:pt x="2533650" y="34115"/>
                  <a:pt x="2533650" y="76199"/>
                </a:cubicBezTo>
                <a:lnTo>
                  <a:pt x="2533650" y="581026"/>
                </a:lnTo>
                <a:cubicBezTo>
                  <a:pt x="2533650" y="623110"/>
                  <a:pt x="2499535" y="657225"/>
                  <a:pt x="2457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850" y="54483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850" y="56769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Saqlash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43263" y="5329238"/>
            <a:ext cx="2533650" cy="657225"/>
          </a:xfrm>
          <a:custGeom>
            <a:avLst/>
            <a:gdLst/>
            <a:ahLst/>
            <a:cxnLst/>
            <a:rect l="l" t="t" r="r" b="b"/>
            <a:pathLst>
              <a:path w="2533650" h="657225">
                <a:moveTo>
                  <a:pt x="76199" y="0"/>
                </a:moveTo>
                <a:lnTo>
                  <a:pt x="2457451" y="0"/>
                </a:lnTo>
                <a:cubicBezTo>
                  <a:pt x="2499535" y="0"/>
                  <a:pt x="2533650" y="34115"/>
                  <a:pt x="2533650" y="76199"/>
                </a:cubicBezTo>
                <a:lnTo>
                  <a:pt x="2533650" y="581026"/>
                </a:lnTo>
                <a:cubicBezTo>
                  <a:pt x="2533650" y="623110"/>
                  <a:pt x="2499535" y="657225"/>
                  <a:pt x="2457451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2325" y="54483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copy()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62325" y="56769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Nusxa olish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1585913"/>
            <a:ext cx="5591175" cy="4600575"/>
          </a:xfrm>
          <a:custGeom>
            <a:avLst/>
            <a:gdLst/>
            <a:ahLst/>
            <a:cxnLst/>
            <a:rect l="l" t="t" r="r" b="b"/>
            <a:pathLst>
              <a:path w="5591175" h="4600575">
                <a:moveTo>
                  <a:pt x="114278" y="0"/>
                </a:moveTo>
                <a:lnTo>
                  <a:pt x="5476897" y="0"/>
                </a:lnTo>
                <a:cubicBezTo>
                  <a:pt x="5540011" y="0"/>
                  <a:pt x="5591175" y="51164"/>
                  <a:pt x="5591175" y="114278"/>
                </a:cubicBezTo>
                <a:lnTo>
                  <a:pt x="5591175" y="4486297"/>
                </a:lnTo>
                <a:cubicBezTo>
                  <a:pt x="5591175" y="4549411"/>
                  <a:pt x="5540011" y="4600575"/>
                  <a:pt x="5476897" y="4600575"/>
                </a:cubicBezTo>
                <a:lnTo>
                  <a:pt x="114278" y="4600575"/>
                </a:lnTo>
                <a:cubicBezTo>
                  <a:pt x="51164" y="4600575"/>
                  <a:pt x="0" y="4549411"/>
                  <a:pt x="0" y="4486297"/>
                </a:cubicBezTo>
                <a:lnTo>
                  <a:pt x="0" y="114278"/>
                </a:lnTo>
                <a:cubicBezTo>
                  <a:pt x="0" y="51206"/>
                  <a:pt x="51206" y="0"/>
                  <a:pt x="11427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0325" y="178117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5088" y="2166938"/>
            <a:ext cx="5191125" cy="2409825"/>
          </a:xfrm>
          <a:custGeom>
            <a:avLst/>
            <a:gdLst/>
            <a:ahLst/>
            <a:cxnLst/>
            <a:rect l="l" t="t" r="r" b="b"/>
            <a:pathLst>
              <a:path w="5191125" h="2409825">
                <a:moveTo>
                  <a:pt x="76199" y="0"/>
                </a:moveTo>
                <a:lnTo>
                  <a:pt x="5114926" y="0"/>
                </a:lnTo>
                <a:cubicBezTo>
                  <a:pt x="5157010" y="0"/>
                  <a:pt x="5191125" y="34115"/>
                  <a:pt x="5191125" y="76199"/>
                </a:cubicBezTo>
                <a:lnTo>
                  <a:pt x="5191125" y="2333626"/>
                </a:lnTo>
                <a:cubicBezTo>
                  <a:pt x="5191125" y="2375710"/>
                  <a:pt x="5157010" y="2409825"/>
                  <a:pt x="5114926" y="2409825"/>
                </a:cubicBezTo>
                <a:lnTo>
                  <a:pt x="76199" y="2409825"/>
                </a:lnTo>
                <a:cubicBezTo>
                  <a:pt x="34115" y="2409825"/>
                  <a:pt x="0" y="2375710"/>
                  <a:pt x="0" y="2333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2250" y="2324100"/>
            <a:ext cx="4943475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PyQt6.QtGui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QPixmap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PyQt6.QtWidgets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QLabel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QPixmap obyekti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pixmap = QPixmap(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'rasm.jpg'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Rasm yuklanganini tekshirish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 not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pixmap.isNull():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label.setPixmap(pixmap)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"Rasm yuklanmadi!"</a:t>
            </a:r>
            <a:pPr>
              <a:lnSpc>
                <a:spcPct val="100000"/>
              </a:lnSpc>
            </a:pPr>
            <a:r>
              <a:rPr lang="en-US" sz="1050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5088" y="4738688"/>
            <a:ext cx="5191125" cy="1114425"/>
          </a:xfrm>
          <a:custGeom>
            <a:avLst/>
            <a:gdLst/>
            <a:ahLst/>
            <a:cxnLst/>
            <a:rect l="l" t="t" r="r" b="b"/>
            <a:pathLst>
              <a:path w="5191125" h="1114425">
                <a:moveTo>
                  <a:pt x="76204" y="0"/>
                </a:moveTo>
                <a:lnTo>
                  <a:pt x="5114921" y="0"/>
                </a:lnTo>
                <a:cubicBezTo>
                  <a:pt x="5157007" y="0"/>
                  <a:pt x="5191125" y="34118"/>
                  <a:pt x="5191125" y="76204"/>
                </a:cubicBezTo>
                <a:lnTo>
                  <a:pt x="5191125" y="1038221"/>
                </a:lnTo>
                <a:cubicBezTo>
                  <a:pt x="5191125" y="1080307"/>
                  <a:pt x="5157007" y="1114425"/>
                  <a:pt x="5114921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2250" y="489585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Muhim: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QImage vs QPixmap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72250" y="5200650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QImage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I/O va piksel manipulyatsiya uchun.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ekranda ko'rsatish uchun optimallashtirilgan.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714375" cy="261937"/>
          </a:xfrm>
          <a:custGeom>
            <a:avLst/>
            <a:gdLst/>
            <a:ahLst/>
            <a:cxnLst/>
            <a:rect l="l" t="t" r="r" b="b"/>
            <a:pathLst>
              <a:path w="714375" h="261937">
                <a:moveTo>
                  <a:pt x="31749" y="0"/>
                </a:moveTo>
                <a:lnTo>
                  <a:pt x="682626" y="0"/>
                </a:lnTo>
                <a:cubicBezTo>
                  <a:pt x="700160" y="0"/>
                  <a:pt x="714375" y="14215"/>
                  <a:pt x="714375" y="31749"/>
                </a:cubicBezTo>
                <a:lnTo>
                  <a:pt x="714375" y="230188"/>
                </a:lnTo>
                <a:cubicBezTo>
                  <a:pt x="714375" y="247723"/>
                  <a:pt x="700160" y="261937"/>
                  <a:pt x="682626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57038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QLabel da Rasm Ko'rsatish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321594"/>
            <a:ext cx="4500563" cy="2833688"/>
          </a:xfrm>
          <a:custGeom>
            <a:avLst/>
            <a:gdLst/>
            <a:ahLst/>
            <a:cxnLst/>
            <a:rect l="l" t="t" r="r" b="b"/>
            <a:pathLst>
              <a:path w="4500563" h="2833688">
                <a:moveTo>
                  <a:pt x="95240" y="0"/>
                </a:moveTo>
                <a:lnTo>
                  <a:pt x="4405322" y="0"/>
                </a:lnTo>
                <a:cubicBezTo>
                  <a:pt x="4457922" y="0"/>
                  <a:pt x="4500563" y="42641"/>
                  <a:pt x="4500563" y="95240"/>
                </a:cubicBezTo>
                <a:lnTo>
                  <a:pt x="4500563" y="2738447"/>
                </a:lnTo>
                <a:cubicBezTo>
                  <a:pt x="4500563" y="2791047"/>
                  <a:pt x="4457922" y="2833687"/>
                  <a:pt x="4405322" y="2833688"/>
                </a:cubicBezTo>
                <a:lnTo>
                  <a:pt x="95240" y="2833688"/>
                </a:lnTo>
                <a:cubicBezTo>
                  <a:pt x="42641" y="2833688"/>
                  <a:pt x="0" y="2791047"/>
                  <a:pt x="0" y="2738447"/>
                </a:cubicBezTo>
                <a:lnTo>
                  <a:pt x="0" y="95240"/>
                </a:lnTo>
                <a:cubicBezTo>
                  <a:pt x="0" y="42676"/>
                  <a:pt x="42676" y="0"/>
                  <a:pt x="9524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84313"/>
            <a:ext cx="425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QLabel Xususiyatlari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187" y="1801813"/>
            <a:ext cx="4238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QLabel vidjeti nafaqat matn, balki rasmlarni ham ko'rsatish uchun ishlatiladi.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156" y="2139156"/>
            <a:ext cx="4167188" cy="547688"/>
          </a:xfrm>
          <a:custGeom>
            <a:avLst/>
            <a:gdLst/>
            <a:ahLst/>
            <a:cxnLst/>
            <a:rect l="l" t="t" r="r" b="b"/>
            <a:pathLst>
              <a:path w="4167188" h="547688">
                <a:moveTo>
                  <a:pt x="63499" y="0"/>
                </a:moveTo>
                <a:lnTo>
                  <a:pt x="4103689" y="0"/>
                </a:lnTo>
                <a:cubicBezTo>
                  <a:pt x="4138758" y="0"/>
                  <a:pt x="4167188" y="28429"/>
                  <a:pt x="4167188" y="63499"/>
                </a:cubicBezTo>
                <a:lnTo>
                  <a:pt x="4167188" y="484189"/>
                </a:lnTo>
                <a:cubicBezTo>
                  <a:pt x="4167188" y="519258"/>
                  <a:pt x="4138758" y="547688"/>
                  <a:pt x="4103689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375" y="2238375"/>
            <a:ext cx="402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setPixmap(pixmap)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7375" y="2428875"/>
            <a:ext cx="402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Rasmni QLabel ga qo'shish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8156" y="2790031"/>
            <a:ext cx="4167188" cy="547688"/>
          </a:xfrm>
          <a:custGeom>
            <a:avLst/>
            <a:gdLst/>
            <a:ahLst/>
            <a:cxnLst/>
            <a:rect l="l" t="t" r="r" b="b"/>
            <a:pathLst>
              <a:path w="4167188" h="547688">
                <a:moveTo>
                  <a:pt x="63499" y="0"/>
                </a:moveTo>
                <a:lnTo>
                  <a:pt x="4103689" y="0"/>
                </a:lnTo>
                <a:cubicBezTo>
                  <a:pt x="4138758" y="0"/>
                  <a:pt x="4167188" y="28429"/>
                  <a:pt x="4167188" y="63499"/>
                </a:cubicBezTo>
                <a:lnTo>
                  <a:pt x="4167188" y="484189"/>
                </a:lnTo>
                <a:cubicBezTo>
                  <a:pt x="4167188" y="519258"/>
                  <a:pt x="4138758" y="547688"/>
                  <a:pt x="4103689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7375" y="2889250"/>
            <a:ext cx="402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setScaledContents(True)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375" y="3079750"/>
            <a:ext cx="402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Rasmni QLabel o'lchamiga moslashtirish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8156" y="3440906"/>
            <a:ext cx="4167188" cy="547688"/>
          </a:xfrm>
          <a:custGeom>
            <a:avLst/>
            <a:gdLst/>
            <a:ahLst/>
            <a:cxnLst/>
            <a:rect l="l" t="t" r="r" b="b"/>
            <a:pathLst>
              <a:path w="4167188" h="547688">
                <a:moveTo>
                  <a:pt x="63499" y="0"/>
                </a:moveTo>
                <a:lnTo>
                  <a:pt x="4103689" y="0"/>
                </a:lnTo>
                <a:cubicBezTo>
                  <a:pt x="4138758" y="0"/>
                  <a:pt x="4167188" y="28429"/>
                  <a:pt x="4167188" y="63499"/>
                </a:cubicBezTo>
                <a:lnTo>
                  <a:pt x="4167188" y="484189"/>
                </a:lnTo>
                <a:cubicBezTo>
                  <a:pt x="4167188" y="519258"/>
                  <a:pt x="4138758" y="547688"/>
                  <a:pt x="4103689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375" y="3540125"/>
            <a:ext cx="402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setAlignment()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7375" y="3730625"/>
            <a:ext cx="402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 joylashuvini belgilash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1469" y="4290219"/>
            <a:ext cx="4500563" cy="1055688"/>
          </a:xfrm>
          <a:custGeom>
            <a:avLst/>
            <a:gdLst/>
            <a:ahLst/>
            <a:cxnLst/>
            <a:rect l="l" t="t" r="r" b="b"/>
            <a:pathLst>
              <a:path w="4500563" h="1055688">
                <a:moveTo>
                  <a:pt x="95255" y="0"/>
                </a:moveTo>
                <a:lnTo>
                  <a:pt x="4405308" y="0"/>
                </a:lnTo>
                <a:cubicBezTo>
                  <a:pt x="4457916" y="0"/>
                  <a:pt x="4500563" y="42647"/>
                  <a:pt x="4500563" y="95255"/>
                </a:cubicBezTo>
                <a:lnTo>
                  <a:pt x="4500563" y="960433"/>
                </a:lnTo>
                <a:cubicBezTo>
                  <a:pt x="4500563" y="1013041"/>
                  <a:pt x="4457916" y="1055688"/>
                  <a:pt x="4405308" y="1055688"/>
                </a:cubicBezTo>
                <a:lnTo>
                  <a:pt x="95255" y="1055688"/>
                </a:lnTo>
                <a:cubicBezTo>
                  <a:pt x="42647" y="1055688"/>
                  <a:pt x="0" y="1013041"/>
                  <a:pt x="0" y="96043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187" y="4452938"/>
            <a:ext cx="4246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Eslatma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187" y="4770438"/>
            <a:ext cx="42386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Bitta QLabel da faqat bitta QPixmap bo'lishi mumkin. Ikki yoki undan ko'p rasm ko'rsatish uchun alohida QLabel lar kerak.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0469" y="1321594"/>
            <a:ext cx="6850063" cy="7469188"/>
          </a:xfrm>
          <a:custGeom>
            <a:avLst/>
            <a:gdLst/>
            <a:ahLst/>
            <a:cxnLst/>
            <a:rect l="l" t="t" r="r" b="b"/>
            <a:pathLst>
              <a:path w="6850063" h="7469188">
                <a:moveTo>
                  <a:pt x="95216" y="0"/>
                </a:moveTo>
                <a:lnTo>
                  <a:pt x="6754847" y="0"/>
                </a:lnTo>
                <a:cubicBezTo>
                  <a:pt x="6807433" y="0"/>
                  <a:pt x="6850063" y="42630"/>
                  <a:pt x="6850063" y="95216"/>
                </a:cubicBezTo>
                <a:lnTo>
                  <a:pt x="6850063" y="7373972"/>
                </a:lnTo>
                <a:cubicBezTo>
                  <a:pt x="6850063" y="7426558"/>
                  <a:pt x="6807433" y="7469188"/>
                  <a:pt x="6754847" y="7469188"/>
                </a:cubicBezTo>
                <a:lnTo>
                  <a:pt x="95216" y="7469188"/>
                </a:lnTo>
                <a:cubicBezTo>
                  <a:pt x="42630" y="7469188"/>
                  <a:pt x="0" y="7426558"/>
                  <a:pt x="0" y="7373972"/>
                </a:cubicBezTo>
                <a:lnTo>
                  <a:pt x="0" y="95216"/>
                </a:lnTo>
                <a:cubicBezTo>
                  <a:pt x="0" y="42665"/>
                  <a:pt x="42665" y="0"/>
                  <a:pt x="9521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3188" y="1484313"/>
            <a:ext cx="660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To'liq Kod Namunasi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87156" y="1805781"/>
            <a:ext cx="6516688" cy="6135688"/>
          </a:xfrm>
          <a:custGeom>
            <a:avLst/>
            <a:gdLst/>
            <a:ahLst/>
            <a:cxnLst/>
            <a:rect l="l" t="t" r="r" b="b"/>
            <a:pathLst>
              <a:path w="6516688" h="6135688">
                <a:moveTo>
                  <a:pt x="63504" y="0"/>
                </a:moveTo>
                <a:lnTo>
                  <a:pt x="6453183" y="0"/>
                </a:lnTo>
                <a:cubicBezTo>
                  <a:pt x="6488256" y="0"/>
                  <a:pt x="6516688" y="28432"/>
                  <a:pt x="6516688" y="63504"/>
                </a:cubicBezTo>
                <a:lnTo>
                  <a:pt x="6516688" y="6072183"/>
                </a:lnTo>
                <a:cubicBezTo>
                  <a:pt x="6516688" y="6107256"/>
                  <a:pt x="6488256" y="6135687"/>
                  <a:pt x="6453183" y="6135688"/>
                </a:cubicBezTo>
                <a:lnTo>
                  <a:pt x="63504" y="6135688"/>
                </a:lnTo>
                <a:cubicBezTo>
                  <a:pt x="28432" y="6135688"/>
                  <a:pt x="0" y="6107256"/>
                  <a:pt x="0" y="6072183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18125" y="1936750"/>
            <a:ext cx="6310313" cy="587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PyQt6.QtWidgets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QApplication, QWidget, QLabel,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QVBoxLayout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PyQt6.QtGui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QPixmap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PyQt6.QtCore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sys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RasmKo rsatish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(QWidget):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__init__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(self):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().__init__()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self.setWindowTitle(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"Rasm Ko'rsatish"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self.resize(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400, 300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Layout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layout = QVBoxLayout(self)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QLabel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self.label = QLabel(self)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self.label.setAlignment(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Qt.AlignmentFlag.AlignCenter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Rasm yuklash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pixmap = QPixmap(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'rasm.jpg'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self.label.setPixmap(pixmap)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Avto-moslashish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self.label.setScaledContents(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layout.addWidget(self.label)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__name__ ==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'__main__'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app = QApplication(sys.argv)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window = RasmKo'rsatish()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window.show()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sys.exit(app.exec())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7156" y="8076406"/>
            <a:ext cx="3206750" cy="547688"/>
          </a:xfrm>
          <a:custGeom>
            <a:avLst/>
            <a:gdLst/>
            <a:ahLst/>
            <a:cxnLst/>
            <a:rect l="l" t="t" r="r" b="b"/>
            <a:pathLst>
              <a:path w="3206750" h="547688">
                <a:moveTo>
                  <a:pt x="63499" y="0"/>
                </a:moveTo>
                <a:lnTo>
                  <a:pt x="3143251" y="0"/>
                </a:lnTo>
                <a:cubicBezTo>
                  <a:pt x="3178321" y="0"/>
                  <a:pt x="3206750" y="28429"/>
                  <a:pt x="3206750" y="63499"/>
                </a:cubicBezTo>
                <a:lnTo>
                  <a:pt x="3206750" y="484189"/>
                </a:lnTo>
                <a:cubicBezTo>
                  <a:pt x="3206750" y="519258"/>
                  <a:pt x="3178321" y="547688"/>
                  <a:pt x="3143251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2250" y="819943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449094" y="8175625"/>
            <a:ext cx="2901156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AlignCenter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6375" y="8366125"/>
            <a:ext cx="306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Rasmni markazga joylash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97094" y="8076406"/>
            <a:ext cx="3206750" cy="547688"/>
          </a:xfrm>
          <a:custGeom>
            <a:avLst/>
            <a:gdLst/>
            <a:ahLst/>
            <a:cxnLst/>
            <a:rect l="l" t="t" r="r" b="b"/>
            <a:pathLst>
              <a:path w="3206750" h="547688">
                <a:moveTo>
                  <a:pt x="63499" y="0"/>
                </a:moveTo>
                <a:lnTo>
                  <a:pt x="3143251" y="0"/>
                </a:lnTo>
                <a:cubicBezTo>
                  <a:pt x="3178321" y="0"/>
                  <a:pt x="3206750" y="28429"/>
                  <a:pt x="3206750" y="63499"/>
                </a:cubicBezTo>
                <a:lnTo>
                  <a:pt x="3206750" y="484189"/>
                </a:lnTo>
                <a:cubicBezTo>
                  <a:pt x="3206750" y="519258"/>
                  <a:pt x="3178321" y="547688"/>
                  <a:pt x="3143251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12188" y="819943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759031" y="8175625"/>
            <a:ext cx="2901156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ScaledContents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96313" y="8366125"/>
            <a:ext cx="3063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Avtomatik o'lchash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714375" cy="261937"/>
          </a:xfrm>
          <a:custGeom>
            <a:avLst/>
            <a:gdLst/>
            <a:ahLst/>
            <a:cxnLst/>
            <a:rect l="l" t="t" r="r" b="b"/>
            <a:pathLst>
              <a:path w="714375" h="261937">
                <a:moveTo>
                  <a:pt x="31749" y="0"/>
                </a:moveTo>
                <a:lnTo>
                  <a:pt x="682626" y="0"/>
                </a:lnTo>
                <a:cubicBezTo>
                  <a:pt x="700160" y="0"/>
                  <a:pt x="714375" y="14215"/>
                  <a:pt x="714375" y="31749"/>
                </a:cubicBezTo>
                <a:lnTo>
                  <a:pt x="714375" y="230188"/>
                </a:lnTo>
                <a:cubicBezTo>
                  <a:pt x="714375" y="247723"/>
                  <a:pt x="700160" y="261937"/>
                  <a:pt x="682626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57038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Rasmlarni O'lchash va Transformatsiya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5691188" cy="2627313"/>
          </a:xfrm>
          <a:custGeom>
            <a:avLst/>
            <a:gdLst/>
            <a:ahLst/>
            <a:cxnLst/>
            <a:rect l="l" t="t" r="r" b="b"/>
            <a:pathLst>
              <a:path w="5691188" h="2627313">
                <a:moveTo>
                  <a:pt x="95240" y="0"/>
                </a:moveTo>
                <a:lnTo>
                  <a:pt x="5595947" y="0"/>
                </a:lnTo>
                <a:cubicBezTo>
                  <a:pt x="5648547" y="0"/>
                  <a:pt x="5691188" y="42640"/>
                  <a:pt x="5691188" y="95240"/>
                </a:cubicBezTo>
                <a:lnTo>
                  <a:pt x="5691188" y="2532072"/>
                </a:lnTo>
                <a:cubicBezTo>
                  <a:pt x="5691188" y="2584672"/>
                  <a:pt x="5648547" y="2627313"/>
                  <a:pt x="5595947" y="2627313"/>
                </a:cubicBezTo>
                <a:lnTo>
                  <a:pt x="95240" y="2627313"/>
                </a:lnTo>
                <a:cubicBezTo>
                  <a:pt x="42640" y="2627313"/>
                  <a:pt x="0" y="2584672"/>
                  <a:pt x="0" y="2532072"/>
                </a:cubicBezTo>
                <a:lnTo>
                  <a:pt x="0" y="95240"/>
                </a:lnTo>
                <a:cubicBezTo>
                  <a:pt x="0" y="42676"/>
                  <a:pt x="42676" y="0"/>
                  <a:pt x="9524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O'lchash Metodlari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156" y="1805781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375" y="19050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scaled(width, height, aspectMode, mode)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375" y="2127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Berilgan o'lchamga o'lchash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156" y="2488406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375" y="25876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scaledToWidth(width)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375" y="28098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Eni bo'yicha o'lchash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156" y="3171031"/>
            <a:ext cx="5357813" cy="579438"/>
          </a:xfrm>
          <a:custGeom>
            <a:avLst/>
            <a:gdLst/>
            <a:ahLst/>
            <a:cxnLst/>
            <a:rect l="l" t="t" r="r" b="b"/>
            <a:pathLst>
              <a:path w="5357813" h="579438">
                <a:moveTo>
                  <a:pt x="63501" y="0"/>
                </a:moveTo>
                <a:lnTo>
                  <a:pt x="5294312" y="0"/>
                </a:lnTo>
                <a:cubicBezTo>
                  <a:pt x="5329382" y="0"/>
                  <a:pt x="5357812" y="28430"/>
                  <a:pt x="5357812" y="63501"/>
                </a:cubicBezTo>
                <a:lnTo>
                  <a:pt x="5357813" y="515937"/>
                </a:lnTo>
                <a:cubicBezTo>
                  <a:pt x="5357812" y="551007"/>
                  <a:pt x="5329382" y="579437"/>
                  <a:pt x="5294312" y="579438"/>
                </a:cubicBezTo>
                <a:lnTo>
                  <a:pt x="63501" y="579438"/>
                </a:lnTo>
                <a:cubicBezTo>
                  <a:pt x="28430" y="579438"/>
                  <a:pt x="0" y="551007"/>
                  <a:pt x="0" y="515937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375" y="3270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scaledToHeight(height)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375" y="34925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Bo'yi bo'yicha o'lchash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469" y="4052094"/>
            <a:ext cx="5691188" cy="1341438"/>
          </a:xfrm>
          <a:custGeom>
            <a:avLst/>
            <a:gdLst/>
            <a:ahLst/>
            <a:cxnLst/>
            <a:rect l="l" t="t" r="r" b="b"/>
            <a:pathLst>
              <a:path w="5691188" h="1341438">
                <a:moveTo>
                  <a:pt x="95255" y="0"/>
                </a:moveTo>
                <a:lnTo>
                  <a:pt x="5595932" y="0"/>
                </a:lnTo>
                <a:cubicBezTo>
                  <a:pt x="5648540" y="0"/>
                  <a:pt x="5691188" y="42647"/>
                  <a:pt x="5691188" y="95255"/>
                </a:cubicBezTo>
                <a:lnTo>
                  <a:pt x="5691188" y="1246182"/>
                </a:lnTo>
                <a:cubicBezTo>
                  <a:pt x="5691188" y="1298790"/>
                  <a:pt x="5648540" y="1341438"/>
                  <a:pt x="5595932" y="1341438"/>
                </a:cubicBezTo>
                <a:lnTo>
                  <a:pt x="95255" y="1341438"/>
                </a:lnTo>
                <a:cubicBezTo>
                  <a:pt x="42647" y="1341438"/>
                  <a:pt x="0" y="1298790"/>
                  <a:pt x="0" y="1246182"/>
                </a:cubicBezTo>
                <a:lnTo>
                  <a:pt x="0" y="95255"/>
                </a:lnTo>
                <a:cubicBezTo>
                  <a:pt x="0" y="42647"/>
                  <a:pt x="42647" y="0"/>
                  <a:pt x="9525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187" y="42148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AspectRatioMode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187" y="457993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674688" y="4532313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IgnoreAspectRatio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Nisbatni e'tiborsiz qoldirish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187" y="483393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74688" y="4786313"/>
            <a:ext cx="205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KeepAspectRatio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Nisbatni saqlash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187" y="508793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74688" y="5040313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KeepAspectRatioByExpanding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Kengaytirish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9344" y="1289844"/>
            <a:ext cx="5691188" cy="4087812"/>
          </a:xfrm>
          <a:custGeom>
            <a:avLst/>
            <a:gdLst/>
            <a:ahLst/>
            <a:cxnLst/>
            <a:rect l="l" t="t" r="r" b="b"/>
            <a:pathLst>
              <a:path w="5691188" h="4087812">
                <a:moveTo>
                  <a:pt x="95246" y="0"/>
                </a:moveTo>
                <a:lnTo>
                  <a:pt x="5595941" y="0"/>
                </a:lnTo>
                <a:cubicBezTo>
                  <a:pt x="5648544" y="0"/>
                  <a:pt x="5691188" y="42643"/>
                  <a:pt x="5691188" y="95246"/>
                </a:cubicBezTo>
                <a:lnTo>
                  <a:pt x="5691188" y="3992566"/>
                </a:lnTo>
                <a:cubicBezTo>
                  <a:pt x="5691188" y="4045169"/>
                  <a:pt x="5648544" y="4087812"/>
                  <a:pt x="5595941" y="4087812"/>
                </a:cubicBezTo>
                <a:lnTo>
                  <a:pt x="95246" y="4087812"/>
                </a:lnTo>
                <a:cubicBezTo>
                  <a:pt x="42643" y="4087812"/>
                  <a:pt x="0" y="4045169"/>
                  <a:pt x="0" y="3992566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2063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46031" y="1774031"/>
            <a:ext cx="5357813" cy="3436938"/>
          </a:xfrm>
          <a:custGeom>
            <a:avLst/>
            <a:gdLst/>
            <a:ahLst/>
            <a:cxnLst/>
            <a:rect l="l" t="t" r="r" b="b"/>
            <a:pathLst>
              <a:path w="5357813" h="3436938">
                <a:moveTo>
                  <a:pt x="63515" y="0"/>
                </a:moveTo>
                <a:lnTo>
                  <a:pt x="5294298" y="0"/>
                </a:lnTo>
                <a:cubicBezTo>
                  <a:pt x="5329376" y="0"/>
                  <a:pt x="5357812" y="28436"/>
                  <a:pt x="5357812" y="63515"/>
                </a:cubicBezTo>
                <a:lnTo>
                  <a:pt x="5357813" y="3373423"/>
                </a:lnTo>
                <a:cubicBezTo>
                  <a:pt x="5357812" y="3408501"/>
                  <a:pt x="5329376" y="3436938"/>
                  <a:pt x="5294298" y="3436937"/>
                </a:cubicBezTo>
                <a:lnTo>
                  <a:pt x="63515" y="3436938"/>
                </a:lnTo>
                <a:cubicBezTo>
                  <a:pt x="28436" y="3436937"/>
                  <a:pt x="0" y="3408501"/>
                  <a:pt x="0" y="3373423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7000" y="1905000"/>
            <a:ext cx="5151438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PyQt6.QtCore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Asl rasm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pixmap = QPixmap(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'katta_rasm.jpg'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300x200 o'lchamga o'lchash# Nisbatni saqlab, silliqlash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o'lchangan = pixmap.scaled(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Qt.AspectRatioMode.KeepAspectRatio,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Qt.TransformationMode.SmoothTransformation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Faqat eni bo'yicha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eni = pixmap.scaledToWidth(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Faqat bo'yi bo'yicha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bo'yi = pixmap.scaledToHeight(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label.setPixmap(o'lchangan)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9344" y="5512594"/>
            <a:ext cx="5691188" cy="1198563"/>
          </a:xfrm>
          <a:custGeom>
            <a:avLst/>
            <a:gdLst/>
            <a:ahLst/>
            <a:cxnLst/>
            <a:rect l="l" t="t" r="r" b="b"/>
            <a:pathLst>
              <a:path w="5691188" h="1198563">
                <a:moveTo>
                  <a:pt x="95250" y="0"/>
                </a:moveTo>
                <a:lnTo>
                  <a:pt x="5595938" y="0"/>
                </a:lnTo>
                <a:cubicBezTo>
                  <a:pt x="5648543" y="0"/>
                  <a:pt x="5691188" y="42645"/>
                  <a:pt x="5691188" y="95250"/>
                </a:cubicBezTo>
                <a:lnTo>
                  <a:pt x="5691188" y="1103313"/>
                </a:lnTo>
                <a:cubicBezTo>
                  <a:pt x="5691188" y="1155918"/>
                  <a:pt x="5648543" y="1198563"/>
                  <a:pt x="5595938" y="1198563"/>
                </a:cubicBezTo>
                <a:lnTo>
                  <a:pt x="95250" y="1198563"/>
                </a:lnTo>
                <a:cubicBezTo>
                  <a:pt x="42645" y="1198563"/>
                  <a:pt x="0" y="1155918"/>
                  <a:pt x="0" y="1103313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2063" y="56753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Transformatsiya Rejimi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6031" y="5996781"/>
            <a:ext cx="2627313" cy="547688"/>
          </a:xfrm>
          <a:custGeom>
            <a:avLst/>
            <a:gdLst/>
            <a:ahLst/>
            <a:cxnLst/>
            <a:rect l="l" t="t" r="r" b="b"/>
            <a:pathLst>
              <a:path w="2627313" h="547688">
                <a:moveTo>
                  <a:pt x="63499" y="0"/>
                </a:moveTo>
                <a:lnTo>
                  <a:pt x="2563814" y="0"/>
                </a:lnTo>
                <a:cubicBezTo>
                  <a:pt x="2598883" y="0"/>
                  <a:pt x="2627313" y="28429"/>
                  <a:pt x="2627313" y="63499"/>
                </a:cubicBezTo>
                <a:lnTo>
                  <a:pt x="2627313" y="484189"/>
                </a:lnTo>
                <a:cubicBezTo>
                  <a:pt x="2627313" y="519258"/>
                  <a:pt x="2598883" y="547688"/>
                  <a:pt x="25638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5250" y="609600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FastTransformation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5250" y="628650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Tez, ammo sifat past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76531" y="5996781"/>
            <a:ext cx="2627313" cy="547688"/>
          </a:xfrm>
          <a:custGeom>
            <a:avLst/>
            <a:gdLst/>
            <a:ahLst/>
            <a:cxnLst/>
            <a:rect l="l" t="t" r="r" b="b"/>
            <a:pathLst>
              <a:path w="2627313" h="547688">
                <a:moveTo>
                  <a:pt x="63499" y="0"/>
                </a:moveTo>
                <a:lnTo>
                  <a:pt x="2563814" y="0"/>
                </a:lnTo>
                <a:cubicBezTo>
                  <a:pt x="2598883" y="0"/>
                  <a:pt x="2627313" y="28429"/>
                  <a:pt x="2627313" y="63499"/>
                </a:cubicBezTo>
                <a:lnTo>
                  <a:pt x="2627313" y="484189"/>
                </a:lnTo>
                <a:cubicBezTo>
                  <a:pt x="2627313" y="519258"/>
                  <a:pt x="2598883" y="547688"/>
                  <a:pt x="25638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5750" y="609600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SmoothTransformation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75750" y="6286500"/>
            <a:ext cx="248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Silliq, yuqori sifat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freeimages.com/5e8a3ddfd94099f84cbce4d8b16f3443edeecbe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79" b="1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624013"/>
            <a:ext cx="1266825" cy="428625"/>
          </a:xfrm>
          <a:custGeom>
            <a:avLst/>
            <a:gdLst/>
            <a:ahLst/>
            <a:cxnLst/>
            <a:rect l="l" t="t" r="r" b="b"/>
            <a:pathLst>
              <a:path w="1266825" h="428625">
                <a:moveTo>
                  <a:pt x="76201" y="0"/>
                </a:moveTo>
                <a:lnTo>
                  <a:pt x="1190624" y="0"/>
                </a:lnTo>
                <a:cubicBezTo>
                  <a:pt x="1232709" y="0"/>
                  <a:pt x="1266825" y="34116"/>
                  <a:pt x="1266825" y="76201"/>
                </a:cubicBezTo>
                <a:lnTo>
                  <a:pt x="1266825" y="352424"/>
                </a:lnTo>
                <a:cubicBezTo>
                  <a:pt x="1266825" y="394509"/>
                  <a:pt x="1232709" y="428625"/>
                  <a:pt x="11906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714500"/>
            <a:ext cx="96529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BO'LIM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8600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Tizimlari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943350"/>
            <a:ext cx="651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PyQt da menyu yaratish va boshqarish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29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63166" y="47910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232172" y="35719"/>
                </a:lnTo>
                <a:cubicBezTo>
                  <a:pt x="242050" y="35719"/>
                  <a:pt x="250031" y="43700"/>
                  <a:pt x="250031" y="53578"/>
                </a:cubicBezTo>
                <a:cubicBezTo>
                  <a:pt x="250031" y="63457"/>
                  <a:pt x="242050" y="71438"/>
                  <a:pt x="232172" y="71438"/>
                </a:cubicBezTo>
                <a:lnTo>
                  <a:pt x="17859" y="71438"/>
                </a:lnTo>
                <a:cubicBezTo>
                  <a:pt x="7981" y="71438"/>
                  <a:pt x="0" y="63457"/>
                  <a:pt x="0" y="53578"/>
                </a:cubicBezTo>
                <a:close/>
                <a:moveTo>
                  <a:pt x="0" y="142875"/>
                </a:moveTo>
                <a:cubicBezTo>
                  <a:pt x="0" y="132997"/>
                  <a:pt x="7981" y="125016"/>
                  <a:pt x="17859" y="125016"/>
                </a:cubicBezTo>
                <a:lnTo>
                  <a:pt x="232172" y="125016"/>
                </a:lnTo>
                <a:cubicBezTo>
                  <a:pt x="242050" y="125016"/>
                  <a:pt x="250031" y="132997"/>
                  <a:pt x="250031" y="142875"/>
                </a:cubicBezTo>
                <a:cubicBezTo>
                  <a:pt x="250031" y="152753"/>
                  <a:pt x="242050" y="160734"/>
                  <a:pt x="232172" y="160734"/>
                </a:cubicBezTo>
                <a:lnTo>
                  <a:pt x="17859" y="160734"/>
                </a:lnTo>
                <a:cubicBezTo>
                  <a:pt x="7981" y="160734"/>
                  <a:pt x="0" y="152753"/>
                  <a:pt x="0" y="142875"/>
                </a:cubicBezTo>
                <a:close/>
                <a:moveTo>
                  <a:pt x="250031" y="232172"/>
                </a:moveTo>
                <a:cubicBezTo>
                  <a:pt x="250031" y="242050"/>
                  <a:pt x="242050" y="250031"/>
                  <a:pt x="232172" y="250031"/>
                </a:cubicBezTo>
                <a:lnTo>
                  <a:pt x="17859" y="250031"/>
                </a:lnTo>
                <a:cubicBezTo>
                  <a:pt x="7981" y="250031"/>
                  <a:pt x="0" y="242050"/>
                  <a:pt x="0" y="232172"/>
                </a:cubicBezTo>
                <a:cubicBezTo>
                  <a:pt x="0" y="222293"/>
                  <a:pt x="7981" y="214313"/>
                  <a:pt x="17859" y="214313"/>
                </a:cubicBezTo>
                <a:lnTo>
                  <a:pt x="232172" y="214313"/>
                </a:lnTo>
                <a:cubicBezTo>
                  <a:pt x="242050" y="214313"/>
                  <a:pt x="250031" y="222293"/>
                  <a:pt x="250031" y="2321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629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325166" y="47910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3142" y="1395"/>
                </a:moveTo>
                <a:cubicBezTo>
                  <a:pt x="47662" y="-893"/>
                  <a:pt x="53132" y="-391"/>
                  <a:pt x="57150" y="2679"/>
                </a:cubicBezTo>
                <a:lnTo>
                  <a:pt x="235744" y="136568"/>
                </a:lnTo>
                <a:cubicBezTo>
                  <a:pt x="240376" y="140029"/>
                  <a:pt x="242218" y="146056"/>
                  <a:pt x="240432" y="151526"/>
                </a:cubicBezTo>
                <a:cubicBezTo>
                  <a:pt x="238646" y="156995"/>
                  <a:pt x="233511" y="160679"/>
                  <a:pt x="227707" y="160679"/>
                </a:cubicBezTo>
                <a:lnTo>
                  <a:pt x="142708" y="160679"/>
                </a:lnTo>
                <a:lnTo>
                  <a:pt x="192323" y="259854"/>
                </a:lnTo>
                <a:cubicBezTo>
                  <a:pt x="196732" y="268672"/>
                  <a:pt x="193160" y="279388"/>
                  <a:pt x="184342" y="283797"/>
                </a:cubicBezTo>
                <a:cubicBezTo>
                  <a:pt x="175524" y="288206"/>
                  <a:pt x="164809" y="284634"/>
                  <a:pt x="160400" y="275816"/>
                </a:cubicBezTo>
                <a:lnTo>
                  <a:pt x="110784" y="176640"/>
                </a:lnTo>
                <a:lnTo>
                  <a:pt x="59829" y="244618"/>
                </a:lnTo>
                <a:cubicBezTo>
                  <a:pt x="56369" y="249250"/>
                  <a:pt x="50341" y="251092"/>
                  <a:pt x="44872" y="249306"/>
                </a:cubicBezTo>
                <a:cubicBezTo>
                  <a:pt x="39402" y="247520"/>
                  <a:pt x="35719" y="242385"/>
                  <a:pt x="35719" y="236637"/>
                </a:cubicBezTo>
                <a:lnTo>
                  <a:pt x="35719" y="13395"/>
                </a:lnTo>
                <a:cubicBezTo>
                  <a:pt x="35719" y="8316"/>
                  <a:pt x="38565" y="3683"/>
                  <a:pt x="43142" y="139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Shape 9"/>
          <p:cNvSpPr/>
          <p:nvPr/>
        </p:nvSpPr>
        <p:spPr>
          <a:xfrm>
            <a:off x="1905000" y="46291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051447" y="47910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85750" y="250031"/>
                </a:lnTo>
                <a:cubicBezTo>
                  <a:pt x="305451" y="250031"/>
                  <a:pt x="321469" y="234014"/>
                  <a:pt x="321469" y="214313"/>
                </a:cubicBezTo>
                <a:lnTo>
                  <a:pt x="321469" y="71438"/>
                </a:lnTo>
                <a:cubicBezTo>
                  <a:pt x="321469" y="51736"/>
                  <a:pt x="305451" y="35719"/>
                  <a:pt x="285750" y="35719"/>
                </a:cubicBezTo>
                <a:lnTo>
                  <a:pt x="35719" y="35719"/>
                </a:lnTo>
                <a:close/>
                <a:moveTo>
                  <a:pt x="44648" y="71438"/>
                </a:moveTo>
                <a:lnTo>
                  <a:pt x="62508" y="71438"/>
                </a:lnTo>
                <a:cubicBezTo>
                  <a:pt x="67419" y="71438"/>
                  <a:pt x="71438" y="75456"/>
                  <a:pt x="71438" y="80367"/>
                </a:cubicBezTo>
                <a:lnTo>
                  <a:pt x="71438" y="98227"/>
                </a:lnTo>
                <a:cubicBezTo>
                  <a:pt x="71438" y="103138"/>
                  <a:pt x="67419" y="107156"/>
                  <a:pt x="62508" y="107156"/>
                </a:cubicBezTo>
                <a:lnTo>
                  <a:pt x="44648" y="107156"/>
                </a:lnTo>
                <a:cubicBezTo>
                  <a:pt x="39737" y="107156"/>
                  <a:pt x="35719" y="103138"/>
                  <a:pt x="35719" y="98227"/>
                </a:cubicBezTo>
                <a:lnTo>
                  <a:pt x="35719" y="80367"/>
                </a:lnTo>
                <a:cubicBezTo>
                  <a:pt x="35719" y="75456"/>
                  <a:pt x="39737" y="71438"/>
                  <a:pt x="44648" y="71438"/>
                </a:cubicBezTo>
                <a:close/>
                <a:moveTo>
                  <a:pt x="35719" y="133945"/>
                </a:moveTo>
                <a:cubicBezTo>
                  <a:pt x="35719" y="129034"/>
                  <a:pt x="39737" y="125016"/>
                  <a:pt x="44648" y="125016"/>
                </a:cubicBezTo>
                <a:lnTo>
                  <a:pt x="62508" y="125016"/>
                </a:lnTo>
                <a:cubicBezTo>
                  <a:pt x="67419" y="125016"/>
                  <a:pt x="71438" y="129034"/>
                  <a:pt x="71438" y="133945"/>
                </a:cubicBezTo>
                <a:lnTo>
                  <a:pt x="71438" y="151805"/>
                </a:lnTo>
                <a:cubicBezTo>
                  <a:pt x="71438" y="156716"/>
                  <a:pt x="67419" y="160734"/>
                  <a:pt x="62508" y="160734"/>
                </a:cubicBezTo>
                <a:lnTo>
                  <a:pt x="44648" y="160734"/>
                </a:lnTo>
                <a:cubicBezTo>
                  <a:pt x="39737" y="160734"/>
                  <a:pt x="35719" y="156716"/>
                  <a:pt x="35719" y="151805"/>
                </a:cubicBezTo>
                <a:lnTo>
                  <a:pt x="35719" y="133945"/>
                </a:lnTo>
                <a:close/>
                <a:moveTo>
                  <a:pt x="98227" y="71438"/>
                </a:moveTo>
                <a:lnTo>
                  <a:pt x="116086" y="71438"/>
                </a:lnTo>
                <a:cubicBezTo>
                  <a:pt x="120997" y="71438"/>
                  <a:pt x="125016" y="75456"/>
                  <a:pt x="125016" y="80367"/>
                </a:cubicBezTo>
                <a:lnTo>
                  <a:pt x="125016" y="98227"/>
                </a:lnTo>
                <a:cubicBezTo>
                  <a:pt x="125016" y="103138"/>
                  <a:pt x="120997" y="107156"/>
                  <a:pt x="116086" y="107156"/>
                </a:cubicBezTo>
                <a:lnTo>
                  <a:pt x="98227" y="107156"/>
                </a:lnTo>
                <a:cubicBezTo>
                  <a:pt x="93315" y="107156"/>
                  <a:pt x="89297" y="103138"/>
                  <a:pt x="89297" y="98227"/>
                </a:cubicBezTo>
                <a:lnTo>
                  <a:pt x="89297" y="80367"/>
                </a:lnTo>
                <a:cubicBezTo>
                  <a:pt x="89297" y="75456"/>
                  <a:pt x="93315" y="71438"/>
                  <a:pt x="98227" y="71438"/>
                </a:cubicBezTo>
                <a:close/>
                <a:moveTo>
                  <a:pt x="89297" y="133945"/>
                </a:moveTo>
                <a:cubicBezTo>
                  <a:pt x="89297" y="129034"/>
                  <a:pt x="93315" y="125016"/>
                  <a:pt x="98227" y="125016"/>
                </a:cubicBezTo>
                <a:lnTo>
                  <a:pt x="116086" y="125016"/>
                </a:lnTo>
                <a:cubicBezTo>
                  <a:pt x="120997" y="125016"/>
                  <a:pt x="125016" y="129034"/>
                  <a:pt x="125016" y="133945"/>
                </a:cubicBezTo>
                <a:lnTo>
                  <a:pt x="125016" y="151805"/>
                </a:lnTo>
                <a:cubicBezTo>
                  <a:pt x="125016" y="156716"/>
                  <a:pt x="120997" y="160734"/>
                  <a:pt x="116086" y="160734"/>
                </a:cubicBezTo>
                <a:lnTo>
                  <a:pt x="98227" y="160734"/>
                </a:lnTo>
                <a:cubicBezTo>
                  <a:pt x="93315" y="160734"/>
                  <a:pt x="89297" y="156716"/>
                  <a:pt x="89297" y="151805"/>
                </a:cubicBezTo>
                <a:lnTo>
                  <a:pt x="89297" y="133945"/>
                </a:lnTo>
                <a:close/>
                <a:moveTo>
                  <a:pt x="98227" y="178594"/>
                </a:moveTo>
                <a:lnTo>
                  <a:pt x="223242" y="178594"/>
                </a:lnTo>
                <a:cubicBezTo>
                  <a:pt x="228154" y="178594"/>
                  <a:pt x="232172" y="182612"/>
                  <a:pt x="232172" y="187523"/>
                </a:cubicBezTo>
                <a:lnTo>
                  <a:pt x="232172" y="205383"/>
                </a:lnTo>
                <a:cubicBezTo>
                  <a:pt x="232172" y="210294"/>
                  <a:pt x="228154" y="214313"/>
                  <a:pt x="223242" y="214313"/>
                </a:cubicBezTo>
                <a:lnTo>
                  <a:pt x="98227" y="214313"/>
                </a:lnTo>
                <a:cubicBezTo>
                  <a:pt x="93315" y="214313"/>
                  <a:pt x="89297" y="210294"/>
                  <a:pt x="89297" y="205383"/>
                </a:cubicBezTo>
                <a:lnTo>
                  <a:pt x="89297" y="187523"/>
                </a:lnTo>
                <a:cubicBezTo>
                  <a:pt x="89297" y="182612"/>
                  <a:pt x="93315" y="178594"/>
                  <a:pt x="98227" y="178594"/>
                </a:cubicBezTo>
                <a:close/>
                <a:moveTo>
                  <a:pt x="142875" y="80367"/>
                </a:moveTo>
                <a:cubicBezTo>
                  <a:pt x="142875" y="75456"/>
                  <a:pt x="146893" y="71438"/>
                  <a:pt x="151805" y="71438"/>
                </a:cubicBezTo>
                <a:lnTo>
                  <a:pt x="169664" y="71438"/>
                </a:lnTo>
                <a:cubicBezTo>
                  <a:pt x="174575" y="71438"/>
                  <a:pt x="178594" y="75456"/>
                  <a:pt x="178594" y="80367"/>
                </a:cubicBezTo>
                <a:lnTo>
                  <a:pt x="178594" y="98227"/>
                </a:lnTo>
                <a:cubicBezTo>
                  <a:pt x="178594" y="103138"/>
                  <a:pt x="174575" y="107156"/>
                  <a:pt x="169664" y="107156"/>
                </a:cubicBezTo>
                <a:lnTo>
                  <a:pt x="151805" y="107156"/>
                </a:lnTo>
                <a:cubicBezTo>
                  <a:pt x="146893" y="107156"/>
                  <a:pt x="142875" y="103138"/>
                  <a:pt x="142875" y="98227"/>
                </a:cubicBezTo>
                <a:lnTo>
                  <a:pt x="142875" y="80367"/>
                </a:lnTo>
                <a:close/>
                <a:moveTo>
                  <a:pt x="151805" y="125016"/>
                </a:moveTo>
                <a:lnTo>
                  <a:pt x="169664" y="125016"/>
                </a:lnTo>
                <a:cubicBezTo>
                  <a:pt x="174575" y="125016"/>
                  <a:pt x="178594" y="129034"/>
                  <a:pt x="178594" y="133945"/>
                </a:cubicBezTo>
                <a:lnTo>
                  <a:pt x="178594" y="151805"/>
                </a:lnTo>
                <a:cubicBezTo>
                  <a:pt x="178594" y="156716"/>
                  <a:pt x="174575" y="160734"/>
                  <a:pt x="169664" y="160734"/>
                </a:cubicBezTo>
                <a:lnTo>
                  <a:pt x="151805" y="160734"/>
                </a:lnTo>
                <a:cubicBezTo>
                  <a:pt x="146893" y="160734"/>
                  <a:pt x="142875" y="156716"/>
                  <a:pt x="142875" y="151805"/>
                </a:cubicBezTo>
                <a:lnTo>
                  <a:pt x="142875" y="133945"/>
                </a:lnTo>
                <a:cubicBezTo>
                  <a:pt x="142875" y="129034"/>
                  <a:pt x="146893" y="125016"/>
                  <a:pt x="151805" y="125016"/>
                </a:cubicBezTo>
                <a:close/>
                <a:moveTo>
                  <a:pt x="196453" y="80367"/>
                </a:moveTo>
                <a:cubicBezTo>
                  <a:pt x="196453" y="75456"/>
                  <a:pt x="200471" y="71438"/>
                  <a:pt x="205383" y="71438"/>
                </a:cubicBezTo>
                <a:lnTo>
                  <a:pt x="223242" y="71438"/>
                </a:lnTo>
                <a:cubicBezTo>
                  <a:pt x="228154" y="71438"/>
                  <a:pt x="232172" y="75456"/>
                  <a:pt x="232172" y="80367"/>
                </a:cubicBezTo>
                <a:lnTo>
                  <a:pt x="232172" y="98227"/>
                </a:lnTo>
                <a:cubicBezTo>
                  <a:pt x="232172" y="103138"/>
                  <a:pt x="228154" y="107156"/>
                  <a:pt x="223242" y="107156"/>
                </a:cubicBezTo>
                <a:lnTo>
                  <a:pt x="205383" y="107156"/>
                </a:lnTo>
                <a:cubicBezTo>
                  <a:pt x="200471" y="107156"/>
                  <a:pt x="196453" y="103138"/>
                  <a:pt x="196453" y="98227"/>
                </a:cubicBezTo>
                <a:lnTo>
                  <a:pt x="196453" y="80367"/>
                </a:lnTo>
                <a:close/>
                <a:moveTo>
                  <a:pt x="205383" y="125016"/>
                </a:moveTo>
                <a:lnTo>
                  <a:pt x="223242" y="125016"/>
                </a:lnTo>
                <a:cubicBezTo>
                  <a:pt x="228154" y="125016"/>
                  <a:pt x="232172" y="129034"/>
                  <a:pt x="232172" y="133945"/>
                </a:cubicBezTo>
                <a:lnTo>
                  <a:pt x="232172" y="151805"/>
                </a:lnTo>
                <a:cubicBezTo>
                  <a:pt x="232172" y="156716"/>
                  <a:pt x="228154" y="160734"/>
                  <a:pt x="223242" y="160734"/>
                </a:cubicBezTo>
                <a:lnTo>
                  <a:pt x="205383" y="160734"/>
                </a:lnTo>
                <a:cubicBezTo>
                  <a:pt x="200471" y="160734"/>
                  <a:pt x="196453" y="156716"/>
                  <a:pt x="196453" y="151805"/>
                </a:cubicBezTo>
                <a:lnTo>
                  <a:pt x="196453" y="133945"/>
                </a:lnTo>
                <a:cubicBezTo>
                  <a:pt x="196453" y="129034"/>
                  <a:pt x="200471" y="125016"/>
                  <a:pt x="205383" y="125016"/>
                </a:cubicBezTo>
                <a:close/>
                <a:moveTo>
                  <a:pt x="250031" y="80367"/>
                </a:moveTo>
                <a:cubicBezTo>
                  <a:pt x="250031" y="75456"/>
                  <a:pt x="254050" y="71438"/>
                  <a:pt x="258961" y="71438"/>
                </a:cubicBezTo>
                <a:lnTo>
                  <a:pt x="276820" y="71438"/>
                </a:lnTo>
                <a:cubicBezTo>
                  <a:pt x="281732" y="71438"/>
                  <a:pt x="285750" y="75456"/>
                  <a:pt x="285750" y="80367"/>
                </a:cubicBezTo>
                <a:lnTo>
                  <a:pt x="285750" y="98227"/>
                </a:lnTo>
                <a:cubicBezTo>
                  <a:pt x="285750" y="103138"/>
                  <a:pt x="281732" y="107156"/>
                  <a:pt x="276820" y="107156"/>
                </a:cubicBezTo>
                <a:lnTo>
                  <a:pt x="258961" y="107156"/>
                </a:lnTo>
                <a:cubicBezTo>
                  <a:pt x="254050" y="107156"/>
                  <a:pt x="250031" y="103138"/>
                  <a:pt x="250031" y="98227"/>
                </a:cubicBezTo>
                <a:lnTo>
                  <a:pt x="250031" y="80367"/>
                </a:lnTo>
                <a:close/>
                <a:moveTo>
                  <a:pt x="258961" y="125016"/>
                </a:moveTo>
                <a:lnTo>
                  <a:pt x="276820" y="125016"/>
                </a:lnTo>
                <a:cubicBezTo>
                  <a:pt x="281732" y="125016"/>
                  <a:pt x="285750" y="129034"/>
                  <a:pt x="285750" y="133945"/>
                </a:cubicBezTo>
                <a:lnTo>
                  <a:pt x="285750" y="151805"/>
                </a:lnTo>
                <a:cubicBezTo>
                  <a:pt x="285750" y="156716"/>
                  <a:pt x="281732" y="160734"/>
                  <a:pt x="276820" y="160734"/>
                </a:cubicBezTo>
                <a:lnTo>
                  <a:pt x="258961" y="160734"/>
                </a:lnTo>
                <a:cubicBezTo>
                  <a:pt x="254050" y="160734"/>
                  <a:pt x="250031" y="156716"/>
                  <a:pt x="250031" y="151805"/>
                </a:cubicBezTo>
                <a:lnTo>
                  <a:pt x="250031" y="133945"/>
                </a:lnTo>
                <a:cubicBezTo>
                  <a:pt x="250031" y="129034"/>
                  <a:pt x="254050" y="125016"/>
                  <a:pt x="258961" y="125016"/>
                </a:cubicBez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71563" cy="261937"/>
          </a:xfrm>
          <a:custGeom>
            <a:avLst/>
            <a:gdLst/>
            <a:ahLst/>
            <a:cxnLst/>
            <a:rect l="l" t="t" r="r" b="b"/>
            <a:pathLst>
              <a:path w="1071563" h="261937">
                <a:moveTo>
                  <a:pt x="31749" y="0"/>
                </a:moveTo>
                <a:lnTo>
                  <a:pt x="1039813" y="0"/>
                </a:lnTo>
                <a:cubicBezTo>
                  <a:pt x="1057348" y="0"/>
                  <a:pt x="1071563" y="14215"/>
                  <a:pt x="1071563" y="31749"/>
                </a:cubicBezTo>
                <a:lnTo>
                  <a:pt x="1071563" y="230188"/>
                </a:lnTo>
                <a:cubicBezTo>
                  <a:pt x="1071563" y="247723"/>
                  <a:pt x="1057348" y="261937"/>
                  <a:pt x="1039813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92496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TIZIMLARI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 Tushunchasi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5691188" cy="1865312"/>
          </a:xfrm>
          <a:custGeom>
            <a:avLst/>
            <a:gdLst/>
            <a:ahLst/>
            <a:cxnLst/>
            <a:rect l="l" t="t" r="r" b="b"/>
            <a:pathLst>
              <a:path w="5691188" h="1865312">
                <a:moveTo>
                  <a:pt x="95243" y="0"/>
                </a:moveTo>
                <a:lnTo>
                  <a:pt x="5595945" y="0"/>
                </a:lnTo>
                <a:cubicBezTo>
                  <a:pt x="5648511" y="0"/>
                  <a:pt x="5691188" y="42677"/>
                  <a:pt x="5691188" y="95243"/>
                </a:cubicBezTo>
                <a:lnTo>
                  <a:pt x="5691188" y="1770070"/>
                </a:lnTo>
                <a:cubicBezTo>
                  <a:pt x="5691188" y="1822671"/>
                  <a:pt x="5648546" y="1865312"/>
                  <a:pt x="5595945" y="1865312"/>
                </a:cubicBezTo>
                <a:lnTo>
                  <a:pt x="95243" y="1865312"/>
                </a:lnTo>
                <a:cubicBezTo>
                  <a:pt x="42642" y="1865312"/>
                  <a:pt x="0" y="1822671"/>
                  <a:pt x="0" y="1770070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 nima?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187" y="1770063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abstrakt foydalanuvchi interfeysi elementidir. Menyu va toolbar elementlarini birlashtiradi.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156" y="2313781"/>
            <a:ext cx="5357813" cy="674688"/>
          </a:xfrm>
          <a:custGeom>
            <a:avLst/>
            <a:gdLst/>
            <a:ahLst/>
            <a:cxnLst/>
            <a:rect l="l" t="t" r="r" b="b"/>
            <a:pathLst>
              <a:path w="5357813" h="674688">
                <a:moveTo>
                  <a:pt x="63502" y="0"/>
                </a:moveTo>
                <a:lnTo>
                  <a:pt x="5294311" y="0"/>
                </a:lnTo>
                <a:cubicBezTo>
                  <a:pt x="5329382" y="0"/>
                  <a:pt x="5357813" y="28431"/>
                  <a:pt x="5357813" y="63502"/>
                </a:cubicBezTo>
                <a:lnTo>
                  <a:pt x="5357813" y="611186"/>
                </a:lnTo>
                <a:cubicBezTo>
                  <a:pt x="5357812" y="646257"/>
                  <a:pt x="5329382" y="674688"/>
                  <a:pt x="529431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2444750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Bitta QAction ni menyu va toolbar da birgalikda ishlatish mumkin. Bu kod takrorlanishini oldini oladi.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1469" y="3290094"/>
            <a:ext cx="5691188" cy="1595438"/>
          </a:xfrm>
          <a:custGeom>
            <a:avLst/>
            <a:gdLst/>
            <a:ahLst/>
            <a:cxnLst/>
            <a:rect l="l" t="t" r="r" b="b"/>
            <a:pathLst>
              <a:path w="5691188" h="1595438">
                <a:moveTo>
                  <a:pt x="95248" y="0"/>
                </a:moveTo>
                <a:lnTo>
                  <a:pt x="5595940" y="0"/>
                </a:lnTo>
                <a:cubicBezTo>
                  <a:pt x="5648544" y="0"/>
                  <a:pt x="5691188" y="42644"/>
                  <a:pt x="5691188" y="95248"/>
                </a:cubicBezTo>
                <a:lnTo>
                  <a:pt x="5691188" y="1500190"/>
                </a:lnTo>
                <a:cubicBezTo>
                  <a:pt x="5691188" y="1552794"/>
                  <a:pt x="5648544" y="1595438"/>
                  <a:pt x="5595940" y="1595438"/>
                </a:cubicBezTo>
                <a:lnTo>
                  <a:pt x="95248" y="1595438"/>
                </a:lnTo>
                <a:cubicBezTo>
                  <a:pt x="42644" y="1595438"/>
                  <a:pt x="0" y="1552794"/>
                  <a:pt x="0" y="1500190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187" y="34528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 Xususiyatlari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063" y="380206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062" y="23812"/>
                </a:moveTo>
                <a:lnTo>
                  <a:pt x="8062" y="60896"/>
                </a:lnTo>
                <a:cubicBezTo>
                  <a:pt x="8062" y="65112"/>
                  <a:pt x="9723" y="69155"/>
                  <a:pt x="12700" y="72132"/>
                </a:cubicBezTo>
                <a:lnTo>
                  <a:pt x="60325" y="119757"/>
                </a:lnTo>
                <a:cubicBezTo>
                  <a:pt x="66526" y="125958"/>
                  <a:pt x="76572" y="125958"/>
                  <a:pt x="82773" y="119757"/>
                </a:cubicBezTo>
                <a:lnTo>
                  <a:pt x="119856" y="82674"/>
                </a:lnTo>
                <a:cubicBezTo>
                  <a:pt x="126057" y="76473"/>
                  <a:pt x="126057" y="66427"/>
                  <a:pt x="119856" y="60226"/>
                </a:cubicBezTo>
                <a:lnTo>
                  <a:pt x="72231" y="12601"/>
                </a:lnTo>
                <a:cubicBezTo>
                  <a:pt x="69255" y="9599"/>
                  <a:pt x="65236" y="7938"/>
                  <a:pt x="61020" y="7938"/>
                </a:cubicBezTo>
                <a:lnTo>
                  <a:pt x="23937" y="7938"/>
                </a:lnTo>
                <a:cubicBezTo>
                  <a:pt x="15180" y="7938"/>
                  <a:pt x="8062" y="15056"/>
                  <a:pt x="8062" y="23812"/>
                </a:cubicBezTo>
                <a:close/>
                <a:moveTo>
                  <a:pt x="35843" y="27781"/>
                </a:moveTo>
                <a:cubicBezTo>
                  <a:pt x="40224" y="27781"/>
                  <a:pt x="43780" y="31338"/>
                  <a:pt x="43780" y="35719"/>
                </a:cubicBezTo>
                <a:cubicBezTo>
                  <a:pt x="43780" y="40100"/>
                  <a:pt x="40224" y="43656"/>
                  <a:pt x="35843" y="43656"/>
                </a:cubicBezTo>
                <a:cubicBezTo>
                  <a:pt x="31462" y="43656"/>
                  <a:pt x="27905" y="40100"/>
                  <a:pt x="27905" y="35719"/>
                </a:cubicBezTo>
                <a:cubicBezTo>
                  <a:pt x="27905" y="31338"/>
                  <a:pt x="31462" y="27781"/>
                  <a:pt x="35843" y="277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06438" y="3770313"/>
            <a:ext cx="21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Nom: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Foydalanuvchi ko'radigan matn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0063" y="4056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06438" y="4024313"/>
            <a:ext cx="2008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tip: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Status bar da ko'rsatiladi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43100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31750" y="27781"/>
                </a:moveTo>
                <a:cubicBezTo>
                  <a:pt x="38321" y="27781"/>
                  <a:pt x="43656" y="33116"/>
                  <a:pt x="43656" y="39688"/>
                </a:cubicBezTo>
                <a:cubicBezTo>
                  <a:pt x="43656" y="46259"/>
                  <a:pt x="38321" y="51594"/>
                  <a:pt x="31750" y="51594"/>
                </a:cubicBezTo>
                <a:cubicBezTo>
                  <a:pt x="25179" y="51594"/>
                  <a:pt x="19844" y="46259"/>
                  <a:pt x="19844" y="39688"/>
                </a:cubicBezTo>
                <a:cubicBezTo>
                  <a:pt x="19844" y="33116"/>
                  <a:pt x="25179" y="27781"/>
                  <a:pt x="31750" y="27781"/>
                </a:cubicBezTo>
                <a:close/>
                <a:moveTo>
                  <a:pt x="67469" y="55563"/>
                </a:moveTo>
                <a:cubicBezTo>
                  <a:pt x="69552" y="55563"/>
                  <a:pt x="71462" y="56654"/>
                  <a:pt x="72554" y="58415"/>
                </a:cubicBezTo>
                <a:lnTo>
                  <a:pt x="94382" y="94134"/>
                </a:lnTo>
                <a:cubicBezTo>
                  <a:pt x="95498" y="95969"/>
                  <a:pt x="95548" y="98276"/>
                  <a:pt x="94506" y="100161"/>
                </a:cubicBezTo>
                <a:cubicBezTo>
                  <a:pt x="93464" y="102046"/>
                  <a:pt x="91455" y="103188"/>
                  <a:pt x="89297" y="103188"/>
                </a:cubicBezTo>
                <a:lnTo>
                  <a:pt x="21828" y="103188"/>
                </a:lnTo>
                <a:cubicBezTo>
                  <a:pt x="19621" y="103188"/>
                  <a:pt x="17562" y="101947"/>
                  <a:pt x="16545" y="99988"/>
                </a:cubicBezTo>
                <a:cubicBezTo>
                  <a:pt x="15528" y="98028"/>
                  <a:pt x="15677" y="95647"/>
                  <a:pt x="16942" y="93836"/>
                </a:cubicBezTo>
                <a:lnTo>
                  <a:pt x="30832" y="73992"/>
                </a:lnTo>
                <a:cubicBezTo>
                  <a:pt x="31948" y="72405"/>
                  <a:pt x="33759" y="71462"/>
                  <a:pt x="35719" y="71462"/>
                </a:cubicBezTo>
                <a:cubicBezTo>
                  <a:pt x="37678" y="71462"/>
                  <a:pt x="39489" y="72405"/>
                  <a:pt x="40605" y="73992"/>
                </a:cubicBezTo>
                <a:lnTo>
                  <a:pt x="47154" y="83369"/>
                </a:lnTo>
                <a:lnTo>
                  <a:pt x="62384" y="58440"/>
                </a:lnTo>
                <a:cubicBezTo>
                  <a:pt x="63475" y="56679"/>
                  <a:pt x="65385" y="55587"/>
                  <a:pt x="67469" y="555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06438" y="4278313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Piktogramma: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Ikonka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45640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06438" y="4532313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triggered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9344" y="1289844"/>
            <a:ext cx="5691188" cy="5786438"/>
          </a:xfrm>
          <a:custGeom>
            <a:avLst/>
            <a:gdLst/>
            <a:ahLst/>
            <a:cxnLst/>
            <a:rect l="l" t="t" r="r" b="b"/>
            <a:pathLst>
              <a:path w="5691188" h="5786438">
                <a:moveTo>
                  <a:pt x="95270" y="0"/>
                </a:moveTo>
                <a:lnTo>
                  <a:pt x="5595917" y="0"/>
                </a:lnTo>
                <a:cubicBezTo>
                  <a:pt x="5648533" y="0"/>
                  <a:pt x="5691188" y="42654"/>
                  <a:pt x="5691188" y="95270"/>
                </a:cubicBezTo>
                <a:lnTo>
                  <a:pt x="5691188" y="5691167"/>
                </a:lnTo>
                <a:cubicBezTo>
                  <a:pt x="5691188" y="5743783"/>
                  <a:pt x="5648533" y="5786438"/>
                  <a:pt x="5595917" y="5786438"/>
                </a:cubicBezTo>
                <a:lnTo>
                  <a:pt x="95270" y="5786438"/>
                </a:lnTo>
                <a:cubicBezTo>
                  <a:pt x="42654" y="5786438"/>
                  <a:pt x="0" y="5743783"/>
                  <a:pt x="0" y="5691167"/>
                </a:cubicBezTo>
                <a:lnTo>
                  <a:pt x="0" y="95270"/>
                </a:lnTo>
                <a:cubicBezTo>
                  <a:pt x="0" y="42689"/>
                  <a:pt x="42689" y="0"/>
                  <a:pt x="952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2063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46031" y="1774031"/>
            <a:ext cx="5357813" cy="4071938"/>
          </a:xfrm>
          <a:custGeom>
            <a:avLst/>
            <a:gdLst/>
            <a:ahLst/>
            <a:cxnLst/>
            <a:rect l="l" t="t" r="r" b="b"/>
            <a:pathLst>
              <a:path w="5357813" h="4071938">
                <a:moveTo>
                  <a:pt x="63482" y="0"/>
                </a:moveTo>
                <a:lnTo>
                  <a:pt x="5294331" y="0"/>
                </a:lnTo>
                <a:cubicBezTo>
                  <a:pt x="5329391" y="0"/>
                  <a:pt x="5357813" y="28422"/>
                  <a:pt x="5357813" y="63482"/>
                </a:cubicBezTo>
                <a:lnTo>
                  <a:pt x="5357813" y="4008456"/>
                </a:lnTo>
                <a:cubicBezTo>
                  <a:pt x="5357813" y="4043516"/>
                  <a:pt x="5329391" y="4071938"/>
                  <a:pt x="5294331" y="4071938"/>
                </a:cubicBezTo>
                <a:lnTo>
                  <a:pt x="63482" y="4071938"/>
                </a:lnTo>
                <a:cubicBezTo>
                  <a:pt x="28422" y="4071938"/>
                  <a:pt x="0" y="4043516"/>
                  <a:pt x="0" y="4008456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7000" y="1905000"/>
            <a:ext cx="5151438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PyQt6.QtGui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QAction, QIcon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QAction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 = QAction(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QIcon(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"bug.png"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"&amp;Your button"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self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Status tip o'rnatish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button_action.setStatusTip(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"This is your button"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Signal ulanish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button_action.triggered.connect(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self.toolbar_button_clicked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Checkable qilish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button_action.setCheckable(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Toolbar ga qo'shish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toolbar.addAction(button_action)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46031" y="5980906"/>
            <a:ext cx="5357813" cy="928688"/>
          </a:xfrm>
          <a:custGeom>
            <a:avLst/>
            <a:gdLst/>
            <a:ahLst/>
            <a:cxnLst/>
            <a:rect l="l" t="t" r="r" b="b"/>
            <a:pathLst>
              <a:path w="5357813" h="928688">
                <a:moveTo>
                  <a:pt x="63504" y="0"/>
                </a:moveTo>
                <a:lnTo>
                  <a:pt x="5294309" y="0"/>
                </a:lnTo>
                <a:cubicBezTo>
                  <a:pt x="5329381" y="0"/>
                  <a:pt x="5357813" y="28432"/>
                  <a:pt x="5357813" y="63504"/>
                </a:cubicBezTo>
                <a:lnTo>
                  <a:pt x="5357813" y="865184"/>
                </a:lnTo>
                <a:cubicBezTo>
                  <a:pt x="5357813" y="900256"/>
                  <a:pt x="5329381" y="928688"/>
                  <a:pt x="5294309" y="928687"/>
                </a:cubicBezTo>
                <a:lnTo>
                  <a:pt x="63504" y="928688"/>
                </a:lnTo>
                <a:cubicBezTo>
                  <a:pt x="28432" y="928687"/>
                  <a:pt x="0" y="900256"/>
                  <a:pt x="0" y="86518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7000" y="6119813"/>
            <a:ext cx="107702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Checkable Action: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0" y="6365875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setCheckable(True) - tugma bosilganda yoqilgan/o'chirilgan holatda qoladi. Toggle tugmalar uchun ishlatiladi.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71563" cy="261937"/>
          </a:xfrm>
          <a:custGeom>
            <a:avLst/>
            <a:gdLst/>
            <a:ahLst/>
            <a:cxnLst/>
            <a:rect l="l" t="t" r="r" b="b"/>
            <a:pathLst>
              <a:path w="1071563" h="261937">
                <a:moveTo>
                  <a:pt x="31749" y="0"/>
                </a:moveTo>
                <a:lnTo>
                  <a:pt x="1039813" y="0"/>
                </a:lnTo>
                <a:cubicBezTo>
                  <a:pt x="1057348" y="0"/>
                  <a:pt x="1071563" y="14215"/>
                  <a:pt x="1071563" y="31749"/>
                </a:cubicBezTo>
                <a:lnTo>
                  <a:pt x="1071563" y="230188"/>
                </a:lnTo>
                <a:cubicBezTo>
                  <a:pt x="1071563" y="247723"/>
                  <a:pt x="1057348" y="261937"/>
                  <a:pt x="1039813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92496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TIZIMLARI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Bar Yaratish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4516438" cy="3182938"/>
          </a:xfrm>
          <a:custGeom>
            <a:avLst/>
            <a:gdLst/>
            <a:ahLst/>
            <a:cxnLst/>
            <a:rect l="l" t="t" r="r" b="b"/>
            <a:pathLst>
              <a:path w="4516438" h="3182938">
                <a:moveTo>
                  <a:pt x="95265" y="0"/>
                </a:moveTo>
                <a:lnTo>
                  <a:pt x="4421172" y="0"/>
                </a:lnTo>
                <a:cubicBezTo>
                  <a:pt x="4473786" y="0"/>
                  <a:pt x="4516438" y="42652"/>
                  <a:pt x="4516438" y="95265"/>
                </a:cubicBezTo>
                <a:lnTo>
                  <a:pt x="4516438" y="3087672"/>
                </a:lnTo>
                <a:cubicBezTo>
                  <a:pt x="4516437" y="3140286"/>
                  <a:pt x="4473786" y="3182938"/>
                  <a:pt x="4421172" y="3182938"/>
                </a:cubicBezTo>
                <a:lnTo>
                  <a:pt x="95265" y="3182938"/>
                </a:lnTo>
                <a:cubicBezTo>
                  <a:pt x="42652" y="3182938"/>
                  <a:pt x="0" y="3140286"/>
                  <a:pt x="0" y="3087672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52563"/>
            <a:ext cx="4270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Metodlar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156" y="1805781"/>
            <a:ext cx="4183063" cy="547688"/>
          </a:xfrm>
          <a:custGeom>
            <a:avLst/>
            <a:gdLst/>
            <a:ahLst/>
            <a:cxnLst/>
            <a:rect l="l" t="t" r="r" b="b"/>
            <a:pathLst>
              <a:path w="4183063" h="547688">
                <a:moveTo>
                  <a:pt x="63499" y="0"/>
                </a:moveTo>
                <a:lnTo>
                  <a:pt x="4119564" y="0"/>
                </a:lnTo>
                <a:cubicBezTo>
                  <a:pt x="4154633" y="0"/>
                  <a:pt x="4183063" y="28429"/>
                  <a:pt x="4183063" y="63499"/>
                </a:cubicBezTo>
                <a:lnTo>
                  <a:pt x="4183063" y="484189"/>
                </a:lnTo>
                <a:cubicBezTo>
                  <a:pt x="4183063" y="519258"/>
                  <a:pt x="4154633" y="547688"/>
                  <a:pt x="411956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375" y="1905000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menuBar()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375" y="2095500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Menyu panelini olish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156" y="2456656"/>
            <a:ext cx="4183063" cy="547688"/>
          </a:xfrm>
          <a:custGeom>
            <a:avLst/>
            <a:gdLst/>
            <a:ahLst/>
            <a:cxnLst/>
            <a:rect l="l" t="t" r="r" b="b"/>
            <a:pathLst>
              <a:path w="4183063" h="547688">
                <a:moveTo>
                  <a:pt x="63499" y="0"/>
                </a:moveTo>
                <a:lnTo>
                  <a:pt x="4119564" y="0"/>
                </a:lnTo>
                <a:cubicBezTo>
                  <a:pt x="4154633" y="0"/>
                  <a:pt x="4183063" y="28429"/>
                  <a:pt x="4183063" y="63499"/>
                </a:cubicBezTo>
                <a:lnTo>
                  <a:pt x="4183063" y="484189"/>
                </a:lnTo>
                <a:cubicBezTo>
                  <a:pt x="4183063" y="519258"/>
                  <a:pt x="4154633" y="547688"/>
                  <a:pt x="411956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375" y="2555875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addMenu("&amp;File")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375" y="2746375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Yangi menyu qo'shish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156" y="3107531"/>
            <a:ext cx="4183063" cy="547688"/>
          </a:xfrm>
          <a:custGeom>
            <a:avLst/>
            <a:gdLst/>
            <a:ahLst/>
            <a:cxnLst/>
            <a:rect l="l" t="t" r="r" b="b"/>
            <a:pathLst>
              <a:path w="4183063" h="547688">
                <a:moveTo>
                  <a:pt x="63499" y="0"/>
                </a:moveTo>
                <a:lnTo>
                  <a:pt x="4119564" y="0"/>
                </a:lnTo>
                <a:cubicBezTo>
                  <a:pt x="4154633" y="0"/>
                  <a:pt x="4183063" y="28429"/>
                  <a:pt x="4183063" y="63499"/>
                </a:cubicBezTo>
                <a:lnTo>
                  <a:pt x="4183063" y="484189"/>
                </a:lnTo>
                <a:cubicBezTo>
                  <a:pt x="4183063" y="519258"/>
                  <a:pt x="4154633" y="547688"/>
                  <a:pt x="411956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375" y="3206750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addAction(action)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375" y="3397250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 qo'shish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156" y="3758406"/>
            <a:ext cx="4183063" cy="547688"/>
          </a:xfrm>
          <a:custGeom>
            <a:avLst/>
            <a:gdLst/>
            <a:ahLst/>
            <a:cxnLst/>
            <a:rect l="l" t="t" r="r" b="b"/>
            <a:pathLst>
              <a:path w="4183063" h="547688">
                <a:moveTo>
                  <a:pt x="63499" y="0"/>
                </a:moveTo>
                <a:lnTo>
                  <a:pt x="4119564" y="0"/>
                </a:lnTo>
                <a:cubicBezTo>
                  <a:pt x="4154633" y="0"/>
                  <a:pt x="4183063" y="28429"/>
                  <a:pt x="4183063" y="63499"/>
                </a:cubicBezTo>
                <a:lnTo>
                  <a:pt x="4183063" y="484189"/>
                </a:lnTo>
                <a:cubicBezTo>
                  <a:pt x="4183063" y="519258"/>
                  <a:pt x="4154633" y="547688"/>
                  <a:pt x="411956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375" y="3857625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addSeparator()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375" y="4048125"/>
            <a:ext cx="404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Ajratuvchi chiziq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1469" y="4607719"/>
            <a:ext cx="4516438" cy="849313"/>
          </a:xfrm>
          <a:custGeom>
            <a:avLst/>
            <a:gdLst/>
            <a:ahLst/>
            <a:cxnLst/>
            <a:rect l="l" t="t" r="r" b="b"/>
            <a:pathLst>
              <a:path w="4516438" h="849313">
                <a:moveTo>
                  <a:pt x="95250" y="0"/>
                </a:moveTo>
                <a:lnTo>
                  <a:pt x="4421187" y="0"/>
                </a:lnTo>
                <a:cubicBezTo>
                  <a:pt x="4473792" y="0"/>
                  <a:pt x="4516438" y="42645"/>
                  <a:pt x="4516438" y="95250"/>
                </a:cubicBezTo>
                <a:lnTo>
                  <a:pt x="4516438" y="754062"/>
                </a:lnTo>
                <a:cubicBezTo>
                  <a:pt x="4516438" y="806667"/>
                  <a:pt x="4473792" y="849313"/>
                  <a:pt x="4421187" y="849313"/>
                </a:cubicBezTo>
                <a:lnTo>
                  <a:pt x="95250" y="849313"/>
                </a:lnTo>
                <a:cubicBezTo>
                  <a:pt x="42680" y="849313"/>
                  <a:pt x="0" y="806632"/>
                  <a:pt x="0" y="754062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187" y="4770438"/>
            <a:ext cx="426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Mnemonikalar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187" y="5087938"/>
            <a:ext cx="42545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belgisi mnemonikani yaratadi. Masalan,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&amp;File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Alt+F bilan ochiladi.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7694" y="1289844"/>
            <a:ext cx="6865938" cy="6834188"/>
          </a:xfrm>
          <a:custGeom>
            <a:avLst/>
            <a:gdLst/>
            <a:ahLst/>
            <a:cxnLst/>
            <a:rect l="l" t="t" r="r" b="b"/>
            <a:pathLst>
              <a:path w="6865938" h="6834188">
                <a:moveTo>
                  <a:pt x="95269" y="0"/>
                </a:moveTo>
                <a:lnTo>
                  <a:pt x="6770669" y="0"/>
                </a:lnTo>
                <a:cubicBezTo>
                  <a:pt x="6823284" y="0"/>
                  <a:pt x="6865938" y="42653"/>
                  <a:pt x="6865938" y="95269"/>
                </a:cubicBezTo>
                <a:lnTo>
                  <a:pt x="6865938" y="6738919"/>
                </a:lnTo>
                <a:cubicBezTo>
                  <a:pt x="6865938" y="6791534"/>
                  <a:pt x="6823284" y="6834188"/>
                  <a:pt x="6770669" y="6834188"/>
                </a:cubicBezTo>
                <a:lnTo>
                  <a:pt x="95269" y="6834188"/>
                </a:lnTo>
                <a:cubicBezTo>
                  <a:pt x="42653" y="6834188"/>
                  <a:pt x="0" y="6791534"/>
                  <a:pt x="0" y="6738919"/>
                </a:cubicBezTo>
                <a:lnTo>
                  <a:pt x="0" y="95269"/>
                </a:lnTo>
                <a:cubicBezTo>
                  <a:pt x="0" y="42653"/>
                  <a:pt x="42653" y="0"/>
                  <a:pt x="9526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0413" y="1452563"/>
            <a:ext cx="661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To'liq Kod Namunasi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74382" y="1774031"/>
            <a:ext cx="6532563" cy="5341938"/>
          </a:xfrm>
          <a:custGeom>
            <a:avLst/>
            <a:gdLst/>
            <a:ahLst/>
            <a:cxnLst/>
            <a:rect l="l" t="t" r="r" b="b"/>
            <a:pathLst>
              <a:path w="6532563" h="5341938">
                <a:moveTo>
                  <a:pt x="63516" y="0"/>
                </a:moveTo>
                <a:lnTo>
                  <a:pt x="6469047" y="0"/>
                </a:lnTo>
                <a:cubicBezTo>
                  <a:pt x="6504126" y="0"/>
                  <a:pt x="6532563" y="28437"/>
                  <a:pt x="6532563" y="63516"/>
                </a:cubicBezTo>
                <a:lnTo>
                  <a:pt x="6532563" y="5278422"/>
                </a:lnTo>
                <a:cubicBezTo>
                  <a:pt x="6532563" y="5313501"/>
                  <a:pt x="6504126" y="5341938"/>
                  <a:pt x="6469047" y="5341938"/>
                </a:cubicBezTo>
                <a:lnTo>
                  <a:pt x="63516" y="5341938"/>
                </a:lnTo>
                <a:cubicBezTo>
                  <a:pt x="28437" y="5341938"/>
                  <a:pt x="0" y="5313501"/>
                  <a:pt x="0" y="5278422"/>
                </a:cubicBezTo>
                <a:lnTo>
                  <a:pt x="0" y="63516"/>
                </a:lnTo>
                <a:cubicBezTo>
                  <a:pt x="0" y="28460"/>
                  <a:pt x="28460" y="0"/>
                  <a:pt x="63516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5351" y="1905000"/>
            <a:ext cx="6326188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MainWindow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(QMainWindow):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__init__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(self):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().__init__()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Menyu paneli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menu = self.menuBar()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File menyu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 = menu.addMenu(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"&amp;File"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Amallar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new_action = QAction(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"&amp;New"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open_action = QAction(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"&amp;Open..."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save_action = QAction(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"&amp;Save"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Signallar ulanish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new_action.triggered.connect(self.new_file)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open_action.triggered.connect(self.open_file)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save_action.triggered.connect(self.save_file)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Menyuga qo'shish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file_menu.addAction(new_action)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file_menu.addAction(open_action)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file_menu.addAction(save_action)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Ajratuvchi chiziq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file_menu.addSeparator()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Exit amali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exit_action = QAction(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"E&amp;xit"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exit_action.triggered.connect(self.close)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file_menu.addAction(exit_action)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74382" y="7250906"/>
            <a:ext cx="6532563" cy="706438"/>
          </a:xfrm>
          <a:custGeom>
            <a:avLst/>
            <a:gdLst/>
            <a:ahLst/>
            <a:cxnLst/>
            <a:rect l="l" t="t" r="r" b="b"/>
            <a:pathLst>
              <a:path w="6532563" h="706438">
                <a:moveTo>
                  <a:pt x="63502" y="0"/>
                </a:moveTo>
                <a:lnTo>
                  <a:pt x="6469061" y="0"/>
                </a:lnTo>
                <a:cubicBezTo>
                  <a:pt x="6504132" y="0"/>
                  <a:pt x="6532563" y="28431"/>
                  <a:pt x="6532563" y="63502"/>
                </a:cubicBezTo>
                <a:lnTo>
                  <a:pt x="6532563" y="642936"/>
                </a:lnTo>
                <a:cubicBezTo>
                  <a:pt x="6532563" y="678007"/>
                  <a:pt x="6504132" y="706437"/>
                  <a:pt x="646906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5351" y="7389812"/>
            <a:ext cx="1098600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Submenu yaratish: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5351" y="7635875"/>
            <a:ext cx="633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file_submenu = file_menu.addMenu("Submenu")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71563" cy="261937"/>
          </a:xfrm>
          <a:custGeom>
            <a:avLst/>
            <a:gdLst/>
            <a:ahLst/>
            <a:cxnLst/>
            <a:rect l="l" t="t" r="r" b="b"/>
            <a:pathLst>
              <a:path w="1071563" h="261937">
                <a:moveTo>
                  <a:pt x="31749" y="0"/>
                </a:moveTo>
                <a:lnTo>
                  <a:pt x="1039813" y="0"/>
                </a:lnTo>
                <a:cubicBezTo>
                  <a:pt x="1057348" y="0"/>
                  <a:pt x="1071563" y="14215"/>
                  <a:pt x="1071563" y="31749"/>
                </a:cubicBezTo>
                <a:lnTo>
                  <a:pt x="1071563" y="230188"/>
                </a:lnTo>
                <a:cubicBezTo>
                  <a:pt x="1071563" y="247723"/>
                  <a:pt x="1057348" y="261937"/>
                  <a:pt x="1039813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92496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TIZIMLARI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Toolbar bilan ishlash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5691188" cy="3182938"/>
          </a:xfrm>
          <a:custGeom>
            <a:avLst/>
            <a:gdLst/>
            <a:ahLst/>
            <a:cxnLst/>
            <a:rect l="l" t="t" r="r" b="b"/>
            <a:pathLst>
              <a:path w="5691188" h="3182938">
                <a:moveTo>
                  <a:pt x="95265" y="0"/>
                </a:moveTo>
                <a:lnTo>
                  <a:pt x="5595922" y="0"/>
                </a:lnTo>
                <a:cubicBezTo>
                  <a:pt x="5648536" y="0"/>
                  <a:pt x="5691188" y="42652"/>
                  <a:pt x="5691188" y="95265"/>
                </a:cubicBezTo>
                <a:lnTo>
                  <a:pt x="5691188" y="3087672"/>
                </a:lnTo>
                <a:cubicBezTo>
                  <a:pt x="5691187" y="3140286"/>
                  <a:pt x="5648536" y="3182938"/>
                  <a:pt x="5595922" y="3182938"/>
                </a:cubicBezTo>
                <a:lnTo>
                  <a:pt x="95265" y="3182938"/>
                </a:lnTo>
                <a:cubicBezTo>
                  <a:pt x="42652" y="3182938"/>
                  <a:pt x="0" y="3140286"/>
                  <a:pt x="0" y="3087672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Toolbar Metodlari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156" y="1805781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375" y="19050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QToolBar("name")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375" y="20955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Toolbar yaratish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156" y="2456656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375" y="25558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addToolBar(toolbar)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7375" y="27463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Oynaga qo'shish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156" y="3107531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375" y="32067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setIconSize(QSize)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375" y="339725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Ikon o'lchami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156" y="3758406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375" y="38576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addWidget(widget)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375" y="40481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Vidjet qo'shish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1469" y="4607719"/>
            <a:ext cx="5691188" cy="1595438"/>
          </a:xfrm>
          <a:custGeom>
            <a:avLst/>
            <a:gdLst/>
            <a:ahLst/>
            <a:cxnLst/>
            <a:rect l="l" t="t" r="r" b="b"/>
            <a:pathLst>
              <a:path w="5691188" h="1595438">
                <a:moveTo>
                  <a:pt x="95248" y="0"/>
                </a:moveTo>
                <a:lnTo>
                  <a:pt x="5595940" y="0"/>
                </a:lnTo>
                <a:cubicBezTo>
                  <a:pt x="5648544" y="0"/>
                  <a:pt x="5691188" y="42644"/>
                  <a:pt x="5691188" y="95248"/>
                </a:cubicBezTo>
                <a:lnTo>
                  <a:pt x="5691188" y="1500190"/>
                </a:lnTo>
                <a:cubicBezTo>
                  <a:pt x="5691188" y="1552794"/>
                  <a:pt x="5648544" y="1595438"/>
                  <a:pt x="5595940" y="1595438"/>
                </a:cubicBezTo>
                <a:lnTo>
                  <a:pt x="95248" y="1595438"/>
                </a:lnTo>
                <a:cubicBezTo>
                  <a:pt x="42644" y="1595438"/>
                  <a:pt x="0" y="1552794"/>
                  <a:pt x="0" y="1500190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187" y="4770438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Tugma Uslubi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187" y="508793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ToolButtonIconOnly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Faqat ikon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187" y="534193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ToolButtonTextOnly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Faqat matn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187" y="559593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ToolButtonTextBesideIcon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Matn ikon yonida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187" y="5849938"/>
            <a:ext cx="542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ToolButtonTextUnderIcon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Matn ikon ostida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9344" y="1289844"/>
            <a:ext cx="5691188" cy="6040438"/>
          </a:xfrm>
          <a:custGeom>
            <a:avLst/>
            <a:gdLst/>
            <a:ahLst/>
            <a:cxnLst/>
            <a:rect l="l" t="t" r="r" b="b"/>
            <a:pathLst>
              <a:path w="5691188" h="6040438">
                <a:moveTo>
                  <a:pt x="95270" y="0"/>
                </a:moveTo>
                <a:lnTo>
                  <a:pt x="5595917" y="0"/>
                </a:lnTo>
                <a:cubicBezTo>
                  <a:pt x="5648533" y="0"/>
                  <a:pt x="5691188" y="42654"/>
                  <a:pt x="5691188" y="95270"/>
                </a:cubicBezTo>
                <a:lnTo>
                  <a:pt x="5691188" y="5945167"/>
                </a:lnTo>
                <a:cubicBezTo>
                  <a:pt x="5691188" y="5997783"/>
                  <a:pt x="5648533" y="6040438"/>
                  <a:pt x="5595917" y="6040438"/>
                </a:cubicBezTo>
                <a:lnTo>
                  <a:pt x="95270" y="6040438"/>
                </a:lnTo>
                <a:cubicBezTo>
                  <a:pt x="42654" y="6040438"/>
                  <a:pt x="0" y="5997783"/>
                  <a:pt x="0" y="5945167"/>
                </a:cubicBezTo>
                <a:lnTo>
                  <a:pt x="0" y="95270"/>
                </a:lnTo>
                <a:cubicBezTo>
                  <a:pt x="0" y="42689"/>
                  <a:pt x="42689" y="0"/>
                  <a:pt x="952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063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6031" y="1774031"/>
            <a:ext cx="5357813" cy="4548188"/>
          </a:xfrm>
          <a:custGeom>
            <a:avLst/>
            <a:gdLst/>
            <a:ahLst/>
            <a:cxnLst/>
            <a:rect l="l" t="t" r="r" b="b"/>
            <a:pathLst>
              <a:path w="5357813" h="4548188">
                <a:moveTo>
                  <a:pt x="63493" y="0"/>
                </a:moveTo>
                <a:lnTo>
                  <a:pt x="5294320" y="0"/>
                </a:lnTo>
                <a:cubicBezTo>
                  <a:pt x="5329386" y="0"/>
                  <a:pt x="5357813" y="28427"/>
                  <a:pt x="5357813" y="63493"/>
                </a:cubicBezTo>
                <a:lnTo>
                  <a:pt x="5357813" y="4484695"/>
                </a:lnTo>
                <a:cubicBezTo>
                  <a:pt x="5357812" y="4519761"/>
                  <a:pt x="5329386" y="4548188"/>
                  <a:pt x="5294320" y="4548188"/>
                </a:cubicBezTo>
                <a:lnTo>
                  <a:pt x="63493" y="4548188"/>
                </a:lnTo>
                <a:cubicBezTo>
                  <a:pt x="28427" y="4548188"/>
                  <a:pt x="0" y="4519761"/>
                  <a:pt x="0" y="4484695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7000" y="1905000"/>
            <a:ext cx="5151438" cy="428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PyQt6.QtCore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QSize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PyQt6.QtGui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QAction, QIcon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Toolbar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 = QToolBar(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"My main toolbar"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toolbar.setIconSize(QSize(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self.addToolBar(toolbar)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Ikon bilan amal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 = QAction(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QIcon(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"bug.png"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"&amp;Your button"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self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button_action.setStatusTip(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"This is your button"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button_action.triggered.connect(self.on_click)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button_action.setCheckable(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Toolbar ga qo'shish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toolbar.addAction(button_action)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Ajratuvchi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toolbar.addSeparator()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Vidjet qo'shish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toolbar.addWidget(QLabel(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"Hello"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toolbar.addWidget(QCheckBox())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6031" y="6457156"/>
            <a:ext cx="5357813" cy="706438"/>
          </a:xfrm>
          <a:custGeom>
            <a:avLst/>
            <a:gdLst/>
            <a:ahLst/>
            <a:cxnLst/>
            <a:rect l="l" t="t" r="r" b="b"/>
            <a:pathLst>
              <a:path w="5357813" h="706438">
                <a:moveTo>
                  <a:pt x="63502" y="0"/>
                </a:moveTo>
                <a:lnTo>
                  <a:pt x="5294311" y="0"/>
                </a:lnTo>
                <a:cubicBezTo>
                  <a:pt x="5329382" y="0"/>
                  <a:pt x="5357813" y="28431"/>
                  <a:pt x="5357813" y="63502"/>
                </a:cubicBezTo>
                <a:lnTo>
                  <a:pt x="5357813" y="642936"/>
                </a:lnTo>
                <a:cubicBezTo>
                  <a:pt x="5357813" y="678007"/>
                  <a:pt x="5329382" y="706437"/>
                  <a:pt x="5294311" y="706438"/>
                </a:cubicBezTo>
                <a:lnTo>
                  <a:pt x="63502" y="706438"/>
                </a:lnTo>
                <a:cubicBezTo>
                  <a:pt x="28431" y="706438"/>
                  <a:pt x="0" y="678007"/>
                  <a:pt x="0" y="642936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7000" y="6596063"/>
            <a:ext cx="666998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Bar: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6842125"/>
            <a:ext cx="515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self.setStatusBar(QStatusBar(self))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71563" cy="261937"/>
          </a:xfrm>
          <a:custGeom>
            <a:avLst/>
            <a:gdLst/>
            <a:ahLst/>
            <a:cxnLst/>
            <a:rect l="l" t="t" r="r" b="b"/>
            <a:pathLst>
              <a:path w="1071563" h="261937">
                <a:moveTo>
                  <a:pt x="31749" y="0"/>
                </a:moveTo>
                <a:lnTo>
                  <a:pt x="1039813" y="0"/>
                </a:lnTo>
                <a:cubicBezTo>
                  <a:pt x="1057348" y="0"/>
                  <a:pt x="1071563" y="14215"/>
                  <a:pt x="1071563" y="31749"/>
                </a:cubicBezTo>
                <a:lnTo>
                  <a:pt x="1071563" y="230188"/>
                </a:lnTo>
                <a:cubicBezTo>
                  <a:pt x="1071563" y="247723"/>
                  <a:pt x="1057348" y="261937"/>
                  <a:pt x="1039813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92496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TIZIMLARI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Menu (O'ng Tugma Menyusi)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5691188" cy="1881187"/>
          </a:xfrm>
          <a:custGeom>
            <a:avLst/>
            <a:gdLst/>
            <a:ahLst/>
            <a:cxnLst/>
            <a:rect l="l" t="t" r="r" b="b"/>
            <a:pathLst>
              <a:path w="5691188" h="1881187">
                <a:moveTo>
                  <a:pt x="95245" y="0"/>
                </a:moveTo>
                <a:lnTo>
                  <a:pt x="5595943" y="0"/>
                </a:lnTo>
                <a:cubicBezTo>
                  <a:pt x="5648545" y="0"/>
                  <a:pt x="5691188" y="42642"/>
                  <a:pt x="5691188" y="95245"/>
                </a:cubicBezTo>
                <a:lnTo>
                  <a:pt x="5691188" y="1785943"/>
                </a:lnTo>
                <a:cubicBezTo>
                  <a:pt x="5691188" y="1838545"/>
                  <a:pt x="5648545" y="1881187"/>
                  <a:pt x="5595943" y="1881188"/>
                </a:cubicBezTo>
                <a:lnTo>
                  <a:pt x="95245" y="1881187"/>
                </a:lnTo>
                <a:cubicBezTo>
                  <a:pt x="42642" y="1881188"/>
                  <a:pt x="0" y="1838545"/>
                  <a:pt x="0" y="1785943"/>
                </a:cubicBezTo>
                <a:lnTo>
                  <a:pt x="0" y="95245"/>
                </a:lnTo>
                <a:cubicBezTo>
                  <a:pt x="0" y="42642"/>
                  <a:pt x="42642" y="0"/>
                  <a:pt x="9524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Menu nima?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187" y="1770063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Menu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o'ng tugma bosilganda paydo bo'ladigan menyudir. Foydalanuvchi interfeysining muhim qismi.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2341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9174" y="620"/>
                </a:moveTo>
                <a:cubicBezTo>
                  <a:pt x="21183" y="-397"/>
                  <a:pt x="23614" y="-174"/>
                  <a:pt x="25400" y="1191"/>
                </a:cubicBezTo>
                <a:lnTo>
                  <a:pt x="104775" y="60697"/>
                </a:lnTo>
                <a:cubicBezTo>
                  <a:pt x="106834" y="62235"/>
                  <a:pt x="107652" y="64914"/>
                  <a:pt x="106859" y="67345"/>
                </a:cubicBezTo>
                <a:cubicBezTo>
                  <a:pt x="106065" y="69776"/>
                  <a:pt x="103783" y="71413"/>
                  <a:pt x="101203" y="71413"/>
                </a:cubicBezTo>
                <a:lnTo>
                  <a:pt x="63426" y="71413"/>
                </a:lnTo>
                <a:lnTo>
                  <a:pt x="85477" y="115491"/>
                </a:lnTo>
                <a:cubicBezTo>
                  <a:pt x="87437" y="119410"/>
                  <a:pt x="85849" y="124172"/>
                  <a:pt x="81930" y="126132"/>
                </a:cubicBezTo>
                <a:cubicBezTo>
                  <a:pt x="78011" y="128091"/>
                  <a:pt x="73248" y="126504"/>
                  <a:pt x="71289" y="122585"/>
                </a:cubicBezTo>
                <a:lnTo>
                  <a:pt x="49237" y="78507"/>
                </a:lnTo>
                <a:lnTo>
                  <a:pt x="26591" y="108719"/>
                </a:lnTo>
                <a:cubicBezTo>
                  <a:pt x="25053" y="110778"/>
                  <a:pt x="22374" y="111596"/>
                  <a:pt x="19943" y="110803"/>
                </a:cubicBezTo>
                <a:cubicBezTo>
                  <a:pt x="17512" y="110009"/>
                  <a:pt x="15875" y="107727"/>
                  <a:pt x="15875" y="105172"/>
                </a:cubicBezTo>
                <a:lnTo>
                  <a:pt x="15875" y="5953"/>
                </a:lnTo>
                <a:cubicBezTo>
                  <a:pt x="15875" y="3696"/>
                  <a:pt x="17140" y="1637"/>
                  <a:pt x="19174" y="62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706438" y="2309813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O'ng tugma bosilganda ochiladi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0063" y="259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922" y="11906"/>
                </a:moveTo>
                <a:cubicBezTo>
                  <a:pt x="6623" y="11906"/>
                  <a:pt x="3969" y="14560"/>
                  <a:pt x="3969" y="17859"/>
                </a:cubicBezTo>
                <a:lnTo>
                  <a:pt x="3969" y="29766"/>
                </a:lnTo>
                <a:cubicBezTo>
                  <a:pt x="3969" y="33065"/>
                  <a:pt x="6623" y="35719"/>
                  <a:pt x="9922" y="35719"/>
                </a:cubicBezTo>
                <a:lnTo>
                  <a:pt x="21828" y="35719"/>
                </a:lnTo>
                <a:cubicBezTo>
                  <a:pt x="25127" y="35719"/>
                  <a:pt x="27781" y="33065"/>
                  <a:pt x="27781" y="29766"/>
                </a:cubicBezTo>
                <a:lnTo>
                  <a:pt x="27781" y="17859"/>
                </a:lnTo>
                <a:cubicBezTo>
                  <a:pt x="27781" y="14560"/>
                  <a:pt x="25127" y="11906"/>
                  <a:pt x="21828" y="11906"/>
                </a:cubicBezTo>
                <a:lnTo>
                  <a:pt x="9922" y="11906"/>
                </a:lnTo>
                <a:close/>
                <a:moveTo>
                  <a:pt x="47625" y="15875"/>
                </a:moveTo>
                <a:cubicBezTo>
                  <a:pt x="43235" y="15875"/>
                  <a:pt x="39688" y="19422"/>
                  <a:pt x="39688" y="23812"/>
                </a:cubicBezTo>
                <a:cubicBezTo>
                  <a:pt x="39688" y="28203"/>
                  <a:pt x="43235" y="31750"/>
                  <a:pt x="47625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47625" y="15875"/>
                </a:lnTo>
                <a:close/>
                <a:moveTo>
                  <a:pt x="47625" y="55563"/>
                </a:moveTo>
                <a:cubicBezTo>
                  <a:pt x="43235" y="55563"/>
                  <a:pt x="39688" y="59110"/>
                  <a:pt x="39688" y="63500"/>
                </a:cubicBezTo>
                <a:cubicBezTo>
                  <a:pt x="39688" y="67890"/>
                  <a:pt x="43235" y="71438"/>
                  <a:pt x="47625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47625" y="55563"/>
                </a:lnTo>
                <a:close/>
                <a:moveTo>
                  <a:pt x="47625" y="95250"/>
                </a:moveTo>
                <a:cubicBezTo>
                  <a:pt x="43235" y="95250"/>
                  <a:pt x="39688" y="98797"/>
                  <a:pt x="39688" y="103188"/>
                </a:cubicBezTo>
                <a:cubicBezTo>
                  <a:pt x="39688" y="107578"/>
                  <a:pt x="43235" y="111125"/>
                  <a:pt x="47625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47625" y="95250"/>
                </a:lnTo>
                <a:close/>
                <a:moveTo>
                  <a:pt x="3969" y="57547"/>
                </a:moveTo>
                <a:lnTo>
                  <a:pt x="3969" y="69453"/>
                </a:lnTo>
                <a:cubicBezTo>
                  <a:pt x="3969" y="72752"/>
                  <a:pt x="6623" y="75406"/>
                  <a:pt x="9922" y="75406"/>
                </a:cubicBezTo>
                <a:lnTo>
                  <a:pt x="21828" y="75406"/>
                </a:lnTo>
                <a:cubicBezTo>
                  <a:pt x="25127" y="75406"/>
                  <a:pt x="27781" y="72752"/>
                  <a:pt x="27781" y="69453"/>
                </a:cubicBezTo>
                <a:lnTo>
                  <a:pt x="27781" y="57547"/>
                </a:lnTo>
                <a:cubicBezTo>
                  <a:pt x="27781" y="54248"/>
                  <a:pt x="25127" y="51594"/>
                  <a:pt x="21828" y="51594"/>
                </a:cubicBezTo>
                <a:lnTo>
                  <a:pt x="9922" y="51594"/>
                </a:lnTo>
                <a:cubicBezTo>
                  <a:pt x="6623" y="51594"/>
                  <a:pt x="3969" y="54248"/>
                  <a:pt x="3969" y="57547"/>
                </a:cubicBezTo>
                <a:close/>
                <a:moveTo>
                  <a:pt x="9922" y="91281"/>
                </a:moveTo>
                <a:cubicBezTo>
                  <a:pt x="6623" y="91281"/>
                  <a:pt x="3969" y="93935"/>
                  <a:pt x="3969" y="97234"/>
                </a:cubicBezTo>
                <a:lnTo>
                  <a:pt x="3969" y="109141"/>
                </a:lnTo>
                <a:cubicBezTo>
                  <a:pt x="3969" y="112440"/>
                  <a:pt x="6623" y="115094"/>
                  <a:pt x="9922" y="115094"/>
                </a:cubicBezTo>
                <a:lnTo>
                  <a:pt x="21828" y="115094"/>
                </a:lnTo>
                <a:cubicBezTo>
                  <a:pt x="25127" y="115094"/>
                  <a:pt x="27781" y="112440"/>
                  <a:pt x="27781" y="109141"/>
                </a:cubicBezTo>
                <a:lnTo>
                  <a:pt x="27781" y="97234"/>
                </a:lnTo>
                <a:cubicBezTo>
                  <a:pt x="27781" y="93935"/>
                  <a:pt x="25127" y="91281"/>
                  <a:pt x="21828" y="91281"/>
                </a:cubicBezTo>
                <a:lnTo>
                  <a:pt x="9922" y="912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06438" y="2563813"/>
            <a:ext cx="139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Kontekstga mos amallar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849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06438" y="2817813"/>
            <a:ext cx="119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Tez kirish imkoniyati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1469" y="3305969"/>
            <a:ext cx="5691188" cy="2532063"/>
          </a:xfrm>
          <a:custGeom>
            <a:avLst/>
            <a:gdLst/>
            <a:ahLst/>
            <a:cxnLst/>
            <a:rect l="l" t="t" r="r" b="b"/>
            <a:pathLst>
              <a:path w="5691188" h="2532063">
                <a:moveTo>
                  <a:pt x="95256" y="0"/>
                </a:moveTo>
                <a:lnTo>
                  <a:pt x="5595931" y="0"/>
                </a:lnTo>
                <a:cubicBezTo>
                  <a:pt x="5648540" y="0"/>
                  <a:pt x="5691188" y="42648"/>
                  <a:pt x="5691188" y="95256"/>
                </a:cubicBezTo>
                <a:lnTo>
                  <a:pt x="5691188" y="2436806"/>
                </a:lnTo>
                <a:cubicBezTo>
                  <a:pt x="5691188" y="2489415"/>
                  <a:pt x="5648540" y="2532063"/>
                  <a:pt x="5595931" y="2532063"/>
                </a:cubicBezTo>
                <a:lnTo>
                  <a:pt x="95256" y="2532063"/>
                </a:lnTo>
                <a:cubicBezTo>
                  <a:pt x="42648" y="2532063"/>
                  <a:pt x="0" y="2489415"/>
                  <a:pt x="0" y="2436806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187" y="3468688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Metodlar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156" y="3821906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375" y="39211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QMenu(self)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375" y="411162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Menyu yaratish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8156" y="4472781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375" y="45720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addAction("Text")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7375" y="4762500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 qo'shish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8156" y="5123656"/>
            <a:ext cx="5357813" cy="547688"/>
          </a:xfrm>
          <a:custGeom>
            <a:avLst/>
            <a:gdLst/>
            <a:ahLst/>
            <a:cxnLst/>
            <a:rect l="l" t="t" r="r" b="b"/>
            <a:pathLst>
              <a:path w="5357813" h="547688">
                <a:moveTo>
                  <a:pt x="63499" y="0"/>
                </a:moveTo>
                <a:lnTo>
                  <a:pt x="5294314" y="0"/>
                </a:lnTo>
                <a:cubicBezTo>
                  <a:pt x="5329383" y="0"/>
                  <a:pt x="5357813" y="28429"/>
                  <a:pt x="5357813" y="63499"/>
                </a:cubicBezTo>
                <a:lnTo>
                  <a:pt x="5357813" y="484189"/>
                </a:lnTo>
                <a:cubicBezTo>
                  <a:pt x="5357813" y="519258"/>
                  <a:pt x="5329383" y="547688"/>
                  <a:pt x="5294314" y="547688"/>
                </a:cubicBezTo>
                <a:lnTo>
                  <a:pt x="63499" y="547688"/>
                </a:lnTo>
                <a:cubicBezTo>
                  <a:pt x="28429" y="547688"/>
                  <a:pt x="0" y="519258"/>
                  <a:pt x="0" y="48418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375" y="52228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exec(globalPos)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7375" y="5413375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Menyu ko'rsatish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9344" y="1289844"/>
            <a:ext cx="5691188" cy="6738938"/>
          </a:xfrm>
          <a:custGeom>
            <a:avLst/>
            <a:gdLst/>
            <a:ahLst/>
            <a:cxnLst/>
            <a:rect l="l" t="t" r="r" b="b"/>
            <a:pathLst>
              <a:path w="5691188" h="6738938">
                <a:moveTo>
                  <a:pt x="95270" y="0"/>
                </a:moveTo>
                <a:lnTo>
                  <a:pt x="5595917" y="0"/>
                </a:lnTo>
                <a:cubicBezTo>
                  <a:pt x="5648533" y="0"/>
                  <a:pt x="5691188" y="42654"/>
                  <a:pt x="5691188" y="95270"/>
                </a:cubicBezTo>
                <a:lnTo>
                  <a:pt x="5691188" y="6643667"/>
                </a:lnTo>
                <a:cubicBezTo>
                  <a:pt x="5691188" y="6696283"/>
                  <a:pt x="5648533" y="6738938"/>
                  <a:pt x="5595917" y="6738938"/>
                </a:cubicBezTo>
                <a:lnTo>
                  <a:pt x="95270" y="6738938"/>
                </a:lnTo>
                <a:cubicBezTo>
                  <a:pt x="42654" y="6738938"/>
                  <a:pt x="0" y="6696283"/>
                  <a:pt x="0" y="6643667"/>
                </a:cubicBezTo>
                <a:lnTo>
                  <a:pt x="0" y="95270"/>
                </a:lnTo>
                <a:cubicBezTo>
                  <a:pt x="0" y="42689"/>
                  <a:pt x="42689" y="0"/>
                  <a:pt x="952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063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46031" y="1774031"/>
            <a:ext cx="5357813" cy="5024438"/>
          </a:xfrm>
          <a:custGeom>
            <a:avLst/>
            <a:gdLst/>
            <a:ahLst/>
            <a:cxnLst/>
            <a:rect l="l" t="t" r="r" b="b"/>
            <a:pathLst>
              <a:path w="5357813" h="5024438">
                <a:moveTo>
                  <a:pt x="63509" y="0"/>
                </a:moveTo>
                <a:lnTo>
                  <a:pt x="5294304" y="0"/>
                </a:lnTo>
                <a:cubicBezTo>
                  <a:pt x="5329379" y="0"/>
                  <a:pt x="5357812" y="28434"/>
                  <a:pt x="5357812" y="63509"/>
                </a:cubicBezTo>
                <a:lnTo>
                  <a:pt x="5357813" y="4960929"/>
                </a:lnTo>
                <a:cubicBezTo>
                  <a:pt x="5357812" y="4996004"/>
                  <a:pt x="5329379" y="5024437"/>
                  <a:pt x="5294304" y="5024437"/>
                </a:cubicBezTo>
                <a:lnTo>
                  <a:pt x="63509" y="5024438"/>
                </a:lnTo>
                <a:cubicBezTo>
                  <a:pt x="28434" y="5024437"/>
                  <a:pt x="0" y="4996004"/>
                  <a:pt x="0" y="4960929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7000" y="1905000"/>
            <a:ext cx="5151438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PyQt6.QtWidgets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QWidget, QMenu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MyWindow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(QWidget):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__init__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(self):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().__init__()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Context menu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self.context_menu = QMenu(self)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Amallar qo'shish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action1 = self.context_menu.addAction(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"Kesish"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action2 = self.context_menu.addAction(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"Nusxa olish"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action3 = self.context_menu.addAction(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"Joylash"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Signallar ulanish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action1.triggered.connect(self.cut)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action2.triggered.connect(self.copy)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action3.triggered.connect(self.paste)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contextMenuEvent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(self, event):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Context menu ni ko'rsatish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self.context_menu.exec(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event.globalPos()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6031" y="6933406"/>
            <a:ext cx="5357813" cy="928688"/>
          </a:xfrm>
          <a:custGeom>
            <a:avLst/>
            <a:gdLst/>
            <a:ahLst/>
            <a:cxnLst/>
            <a:rect l="l" t="t" r="r" b="b"/>
            <a:pathLst>
              <a:path w="5357813" h="928688">
                <a:moveTo>
                  <a:pt x="63504" y="0"/>
                </a:moveTo>
                <a:lnTo>
                  <a:pt x="5294309" y="0"/>
                </a:lnTo>
                <a:cubicBezTo>
                  <a:pt x="5329381" y="0"/>
                  <a:pt x="5357813" y="28432"/>
                  <a:pt x="5357813" y="63504"/>
                </a:cubicBezTo>
                <a:lnTo>
                  <a:pt x="5357813" y="865184"/>
                </a:lnTo>
                <a:cubicBezTo>
                  <a:pt x="5357813" y="900256"/>
                  <a:pt x="5329381" y="928688"/>
                  <a:pt x="5294309" y="928687"/>
                </a:cubicBezTo>
                <a:lnTo>
                  <a:pt x="63504" y="928688"/>
                </a:lnTo>
                <a:cubicBezTo>
                  <a:pt x="28432" y="928687"/>
                  <a:pt x="0" y="900256"/>
                  <a:pt x="0" y="865184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7000" y="7072313"/>
            <a:ext cx="483443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Muhim: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7318375"/>
            <a:ext cx="5159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contextMenuEvent metodi nomini o'zgartirmang! Bu PyQt tomonidan chaqiriladigan maxsus metod.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071563" cy="261937"/>
          </a:xfrm>
          <a:custGeom>
            <a:avLst/>
            <a:gdLst/>
            <a:ahLst/>
            <a:cxnLst/>
            <a:rect l="l" t="t" r="r" b="b"/>
            <a:pathLst>
              <a:path w="1071563" h="261937">
                <a:moveTo>
                  <a:pt x="31749" y="0"/>
                </a:moveTo>
                <a:lnTo>
                  <a:pt x="1039813" y="0"/>
                </a:lnTo>
                <a:cubicBezTo>
                  <a:pt x="1057348" y="0"/>
                  <a:pt x="1071563" y="14215"/>
                  <a:pt x="1071563" y="31749"/>
                </a:cubicBezTo>
                <a:lnTo>
                  <a:pt x="1071563" y="230188"/>
                </a:lnTo>
                <a:cubicBezTo>
                  <a:pt x="1071563" y="247723"/>
                  <a:pt x="1057348" y="261937"/>
                  <a:pt x="1039813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92496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MENU TIZIMLARI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Klaviatura Yorliqlari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5691188" cy="1658938"/>
          </a:xfrm>
          <a:custGeom>
            <a:avLst/>
            <a:gdLst/>
            <a:ahLst/>
            <a:cxnLst/>
            <a:rect l="l" t="t" r="r" b="b"/>
            <a:pathLst>
              <a:path w="5691188" h="1658938">
                <a:moveTo>
                  <a:pt x="95256" y="0"/>
                </a:moveTo>
                <a:lnTo>
                  <a:pt x="5595931" y="0"/>
                </a:lnTo>
                <a:cubicBezTo>
                  <a:pt x="5648540" y="0"/>
                  <a:pt x="5691188" y="42648"/>
                  <a:pt x="5691188" y="95256"/>
                </a:cubicBezTo>
                <a:lnTo>
                  <a:pt x="5691188" y="1563681"/>
                </a:lnTo>
                <a:cubicBezTo>
                  <a:pt x="5691188" y="1616290"/>
                  <a:pt x="5648540" y="1658938"/>
                  <a:pt x="5595931" y="1658938"/>
                </a:cubicBezTo>
                <a:lnTo>
                  <a:pt x="95256" y="1658938"/>
                </a:lnTo>
                <a:cubicBezTo>
                  <a:pt x="42648" y="1658938"/>
                  <a:pt x="0" y="1616290"/>
                  <a:pt x="0" y="1563681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QKeySequence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187" y="1770063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QKeySequence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sinfi klaviatura yorliqlarini belgilash uchun ishlatiladi.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156" y="2107406"/>
            <a:ext cx="5357813" cy="674688"/>
          </a:xfrm>
          <a:custGeom>
            <a:avLst/>
            <a:gdLst/>
            <a:ahLst/>
            <a:cxnLst/>
            <a:rect l="l" t="t" r="r" b="b"/>
            <a:pathLst>
              <a:path w="5357813" h="674688">
                <a:moveTo>
                  <a:pt x="63502" y="0"/>
                </a:moveTo>
                <a:lnTo>
                  <a:pt x="5294311" y="0"/>
                </a:lnTo>
                <a:cubicBezTo>
                  <a:pt x="5329382" y="0"/>
                  <a:pt x="5357813" y="28431"/>
                  <a:pt x="5357813" y="63502"/>
                </a:cubicBezTo>
                <a:lnTo>
                  <a:pt x="5357813" y="611186"/>
                </a:lnTo>
                <a:cubicBezTo>
                  <a:pt x="5357812" y="646257"/>
                  <a:pt x="5329382" y="674688"/>
                  <a:pt x="5294311" y="674688"/>
                </a:cubicBezTo>
                <a:lnTo>
                  <a:pt x="63502" y="674688"/>
                </a:lnTo>
                <a:cubicBezTo>
                  <a:pt x="28431" y="674688"/>
                  <a:pt x="0" y="646257"/>
                  <a:pt x="0" y="61118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375" y="2206625"/>
            <a:ext cx="521493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action.setShortcut(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QKeySequence(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"Ctrl+O"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1469" y="3083719"/>
            <a:ext cx="5691188" cy="1960563"/>
          </a:xfrm>
          <a:custGeom>
            <a:avLst/>
            <a:gdLst/>
            <a:ahLst/>
            <a:cxnLst/>
            <a:rect l="l" t="t" r="r" b="b"/>
            <a:pathLst>
              <a:path w="5691188" h="1960563">
                <a:moveTo>
                  <a:pt x="95244" y="0"/>
                </a:moveTo>
                <a:lnTo>
                  <a:pt x="5595943" y="0"/>
                </a:lnTo>
                <a:cubicBezTo>
                  <a:pt x="5648545" y="0"/>
                  <a:pt x="5691188" y="42642"/>
                  <a:pt x="5691188" y="95244"/>
                </a:cubicBezTo>
                <a:lnTo>
                  <a:pt x="5691188" y="1865318"/>
                </a:lnTo>
                <a:cubicBezTo>
                  <a:pt x="5691188" y="1917920"/>
                  <a:pt x="5648545" y="1960563"/>
                  <a:pt x="5595943" y="1960563"/>
                </a:cubicBezTo>
                <a:lnTo>
                  <a:pt x="95244" y="1960563"/>
                </a:lnTo>
                <a:cubicBezTo>
                  <a:pt x="42642" y="1960563"/>
                  <a:pt x="0" y="1917920"/>
                  <a:pt x="0" y="1865318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187" y="3246438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Standart Yorliqlar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8156" y="3567906"/>
            <a:ext cx="2643188" cy="388938"/>
          </a:xfrm>
          <a:custGeom>
            <a:avLst/>
            <a:gdLst/>
            <a:ahLst/>
            <a:cxnLst/>
            <a:rect l="l" t="t" r="r" b="b"/>
            <a:pathLst>
              <a:path w="2643188" h="388938">
                <a:moveTo>
                  <a:pt x="31749" y="0"/>
                </a:moveTo>
                <a:lnTo>
                  <a:pt x="2611439" y="0"/>
                </a:lnTo>
                <a:cubicBezTo>
                  <a:pt x="2628973" y="0"/>
                  <a:pt x="2643188" y="14214"/>
                  <a:pt x="2643188" y="31749"/>
                </a:cubicBezTo>
                <a:lnTo>
                  <a:pt x="2643188" y="357189"/>
                </a:lnTo>
                <a:cubicBezTo>
                  <a:pt x="2643188" y="374723"/>
                  <a:pt x="2628973" y="388938"/>
                  <a:pt x="2611439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625" y="363537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5625" y="376237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2781" y="3567906"/>
            <a:ext cx="2643188" cy="388938"/>
          </a:xfrm>
          <a:custGeom>
            <a:avLst/>
            <a:gdLst/>
            <a:ahLst/>
            <a:cxnLst/>
            <a:rect l="l" t="t" r="r" b="b"/>
            <a:pathLst>
              <a:path w="2643188" h="388938">
                <a:moveTo>
                  <a:pt x="31749" y="0"/>
                </a:moveTo>
                <a:lnTo>
                  <a:pt x="2611439" y="0"/>
                </a:lnTo>
                <a:cubicBezTo>
                  <a:pt x="2628973" y="0"/>
                  <a:pt x="2643188" y="14214"/>
                  <a:pt x="2643188" y="31749"/>
                </a:cubicBezTo>
                <a:lnTo>
                  <a:pt x="2643188" y="357189"/>
                </a:lnTo>
                <a:cubicBezTo>
                  <a:pt x="2643188" y="374723"/>
                  <a:pt x="2628973" y="388938"/>
                  <a:pt x="2611439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0250" y="363537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70250" y="376237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8156" y="4028281"/>
            <a:ext cx="2643188" cy="388938"/>
          </a:xfrm>
          <a:custGeom>
            <a:avLst/>
            <a:gdLst/>
            <a:ahLst/>
            <a:cxnLst/>
            <a:rect l="l" t="t" r="r" b="b"/>
            <a:pathLst>
              <a:path w="2643188" h="388938">
                <a:moveTo>
                  <a:pt x="31749" y="0"/>
                </a:moveTo>
                <a:lnTo>
                  <a:pt x="2611439" y="0"/>
                </a:lnTo>
                <a:cubicBezTo>
                  <a:pt x="2628973" y="0"/>
                  <a:pt x="2643188" y="14214"/>
                  <a:pt x="2643188" y="31749"/>
                </a:cubicBezTo>
                <a:lnTo>
                  <a:pt x="2643188" y="357189"/>
                </a:lnTo>
                <a:cubicBezTo>
                  <a:pt x="2643188" y="374723"/>
                  <a:pt x="2628973" y="388938"/>
                  <a:pt x="2611439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625" y="4095750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5625" y="4222750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2781" y="4028281"/>
            <a:ext cx="2643188" cy="388938"/>
          </a:xfrm>
          <a:custGeom>
            <a:avLst/>
            <a:gdLst/>
            <a:ahLst/>
            <a:cxnLst/>
            <a:rect l="l" t="t" r="r" b="b"/>
            <a:pathLst>
              <a:path w="2643188" h="388938">
                <a:moveTo>
                  <a:pt x="31749" y="0"/>
                </a:moveTo>
                <a:lnTo>
                  <a:pt x="2611439" y="0"/>
                </a:lnTo>
                <a:cubicBezTo>
                  <a:pt x="2628973" y="0"/>
                  <a:pt x="2643188" y="14214"/>
                  <a:pt x="2643188" y="31749"/>
                </a:cubicBezTo>
                <a:lnTo>
                  <a:pt x="2643188" y="357189"/>
                </a:lnTo>
                <a:cubicBezTo>
                  <a:pt x="2643188" y="374723"/>
                  <a:pt x="2628973" y="388938"/>
                  <a:pt x="2611439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0250" y="4095750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70250" y="4222750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Ctrl+V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156" y="4488656"/>
            <a:ext cx="2643188" cy="388938"/>
          </a:xfrm>
          <a:custGeom>
            <a:avLst/>
            <a:gdLst/>
            <a:ahLst/>
            <a:cxnLst/>
            <a:rect l="l" t="t" r="r" b="b"/>
            <a:pathLst>
              <a:path w="2643188" h="388938">
                <a:moveTo>
                  <a:pt x="31749" y="0"/>
                </a:moveTo>
                <a:lnTo>
                  <a:pt x="2611439" y="0"/>
                </a:lnTo>
                <a:cubicBezTo>
                  <a:pt x="2628973" y="0"/>
                  <a:pt x="2643188" y="14214"/>
                  <a:pt x="2643188" y="31749"/>
                </a:cubicBezTo>
                <a:lnTo>
                  <a:pt x="2643188" y="357189"/>
                </a:lnTo>
                <a:cubicBezTo>
                  <a:pt x="2643188" y="374723"/>
                  <a:pt x="2628973" y="388938"/>
                  <a:pt x="2611439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625" y="455612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625" y="468312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Ctrl+Z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02781" y="4488656"/>
            <a:ext cx="2643188" cy="388938"/>
          </a:xfrm>
          <a:custGeom>
            <a:avLst/>
            <a:gdLst/>
            <a:ahLst/>
            <a:cxnLst/>
            <a:rect l="l" t="t" r="r" b="b"/>
            <a:pathLst>
              <a:path w="2643188" h="388938">
                <a:moveTo>
                  <a:pt x="31749" y="0"/>
                </a:moveTo>
                <a:lnTo>
                  <a:pt x="2611439" y="0"/>
                </a:lnTo>
                <a:cubicBezTo>
                  <a:pt x="2628973" y="0"/>
                  <a:pt x="2643188" y="14214"/>
                  <a:pt x="2643188" y="31749"/>
                </a:cubicBezTo>
                <a:lnTo>
                  <a:pt x="2643188" y="357189"/>
                </a:lnTo>
                <a:cubicBezTo>
                  <a:pt x="2643188" y="374723"/>
                  <a:pt x="2628973" y="388938"/>
                  <a:pt x="2611439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0250" y="455612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70250" y="4683125"/>
            <a:ext cx="2555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Ctrl+Y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9344" y="1289844"/>
            <a:ext cx="5691188" cy="4087812"/>
          </a:xfrm>
          <a:custGeom>
            <a:avLst/>
            <a:gdLst/>
            <a:ahLst/>
            <a:cxnLst/>
            <a:rect l="l" t="t" r="r" b="b"/>
            <a:pathLst>
              <a:path w="5691188" h="4087812">
                <a:moveTo>
                  <a:pt x="95246" y="0"/>
                </a:moveTo>
                <a:lnTo>
                  <a:pt x="5595941" y="0"/>
                </a:lnTo>
                <a:cubicBezTo>
                  <a:pt x="5648544" y="0"/>
                  <a:pt x="5691188" y="42643"/>
                  <a:pt x="5691188" y="95246"/>
                </a:cubicBezTo>
                <a:lnTo>
                  <a:pt x="5691188" y="3992566"/>
                </a:lnTo>
                <a:cubicBezTo>
                  <a:pt x="5691188" y="4045169"/>
                  <a:pt x="5648544" y="4087812"/>
                  <a:pt x="5595941" y="4087812"/>
                </a:cubicBezTo>
                <a:lnTo>
                  <a:pt x="95246" y="4087812"/>
                </a:lnTo>
                <a:cubicBezTo>
                  <a:pt x="42643" y="4087812"/>
                  <a:pt x="0" y="4045169"/>
                  <a:pt x="0" y="3992566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2063" y="145256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Kod Namunasi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6031" y="1774031"/>
            <a:ext cx="5357813" cy="3436938"/>
          </a:xfrm>
          <a:custGeom>
            <a:avLst/>
            <a:gdLst/>
            <a:ahLst/>
            <a:cxnLst/>
            <a:rect l="l" t="t" r="r" b="b"/>
            <a:pathLst>
              <a:path w="5357813" h="3436938">
                <a:moveTo>
                  <a:pt x="63515" y="0"/>
                </a:moveTo>
                <a:lnTo>
                  <a:pt x="5294298" y="0"/>
                </a:lnTo>
                <a:cubicBezTo>
                  <a:pt x="5329376" y="0"/>
                  <a:pt x="5357812" y="28436"/>
                  <a:pt x="5357812" y="63515"/>
                </a:cubicBezTo>
                <a:lnTo>
                  <a:pt x="5357813" y="3373423"/>
                </a:lnTo>
                <a:cubicBezTo>
                  <a:pt x="5357812" y="3408501"/>
                  <a:pt x="5329376" y="3436938"/>
                  <a:pt x="5294298" y="3436937"/>
                </a:cubicBezTo>
                <a:lnTo>
                  <a:pt x="63515" y="3436938"/>
                </a:lnTo>
                <a:cubicBezTo>
                  <a:pt x="28436" y="3436937"/>
                  <a:pt x="0" y="3408501"/>
                  <a:pt x="0" y="3373423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7000" y="1905000"/>
            <a:ext cx="5151438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PyQt6.QtGui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QKeySequence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Matn yorlig'i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open_action.setShortcut(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QKeySequence(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"Ctrl+O"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Standart yorliq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save_action.setShortcut(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QKeySequence.Save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Klaviatura modifikatori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exit_action.setShortcut(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QKeySequence(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"Alt+F4"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Mnemonika# &amp;File - Alt+F bilan ochiladi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file_menu = menu.addMenu(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"&amp;File"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9344" y="5512594"/>
            <a:ext cx="5691188" cy="2262188"/>
          </a:xfrm>
          <a:custGeom>
            <a:avLst/>
            <a:gdLst/>
            <a:ahLst/>
            <a:cxnLst/>
            <a:rect l="l" t="t" r="r" b="b"/>
            <a:pathLst>
              <a:path w="5691188" h="2262188">
                <a:moveTo>
                  <a:pt x="95261" y="0"/>
                </a:moveTo>
                <a:lnTo>
                  <a:pt x="5595927" y="0"/>
                </a:lnTo>
                <a:cubicBezTo>
                  <a:pt x="5648538" y="0"/>
                  <a:pt x="5691188" y="42650"/>
                  <a:pt x="5691188" y="95261"/>
                </a:cubicBezTo>
                <a:lnTo>
                  <a:pt x="5691188" y="2166927"/>
                </a:lnTo>
                <a:cubicBezTo>
                  <a:pt x="5691188" y="2219538"/>
                  <a:pt x="5648538" y="2262188"/>
                  <a:pt x="5595927" y="2262188"/>
                </a:cubicBezTo>
                <a:lnTo>
                  <a:pt x="95261" y="2262188"/>
                </a:lnTo>
                <a:cubicBezTo>
                  <a:pt x="42650" y="2262188"/>
                  <a:pt x="0" y="2219538"/>
                  <a:pt x="0" y="2166927"/>
                </a:cubicBezTo>
                <a:lnTo>
                  <a:pt x="0" y="95261"/>
                </a:lnTo>
                <a:cubicBezTo>
                  <a:pt x="0" y="42650"/>
                  <a:pt x="42650" y="0"/>
                  <a:pt x="9526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2063" y="567531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QShortcut Sinfi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42063" y="5992813"/>
            <a:ext cx="5429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Vidjetga bog'liq bo'lmagan yorliqlar uchun QShortcut ishlatiladi.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6031" y="6298406"/>
            <a:ext cx="5357813" cy="1309688"/>
          </a:xfrm>
          <a:custGeom>
            <a:avLst/>
            <a:gdLst/>
            <a:ahLst/>
            <a:cxnLst/>
            <a:rect l="l" t="t" r="r" b="b"/>
            <a:pathLst>
              <a:path w="5357813" h="1309688">
                <a:moveTo>
                  <a:pt x="63494" y="0"/>
                </a:moveTo>
                <a:lnTo>
                  <a:pt x="5294319" y="0"/>
                </a:lnTo>
                <a:cubicBezTo>
                  <a:pt x="5329385" y="0"/>
                  <a:pt x="5357813" y="28427"/>
                  <a:pt x="5357813" y="63494"/>
                </a:cubicBezTo>
                <a:lnTo>
                  <a:pt x="5357813" y="1246194"/>
                </a:lnTo>
                <a:cubicBezTo>
                  <a:pt x="5357812" y="1281260"/>
                  <a:pt x="5329385" y="1309688"/>
                  <a:pt x="5294319" y="1309687"/>
                </a:cubicBezTo>
                <a:lnTo>
                  <a:pt x="63494" y="1309688"/>
                </a:lnTo>
                <a:cubicBezTo>
                  <a:pt x="28427" y="1309687"/>
                  <a:pt x="0" y="1281260"/>
                  <a:pt x="0" y="1246194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5250" y="6397625"/>
            <a:ext cx="5214938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PyQt6.QtWidgets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QShortcut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shortcut = QShortcut(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QKeySequence(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"Ctrl+M"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),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self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shortcut.activated.connect(self.show_msg)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968375" cy="261937"/>
          </a:xfrm>
          <a:custGeom>
            <a:avLst/>
            <a:gdLst/>
            <a:ahLst/>
            <a:cxnLst/>
            <a:rect l="l" t="t" r="r" b="b"/>
            <a:pathLst>
              <a:path w="968375" h="261937">
                <a:moveTo>
                  <a:pt x="31749" y="0"/>
                </a:moveTo>
                <a:lnTo>
                  <a:pt x="936626" y="0"/>
                </a:lnTo>
                <a:cubicBezTo>
                  <a:pt x="954160" y="0"/>
                  <a:pt x="968375" y="14215"/>
                  <a:pt x="968375" y="31749"/>
                </a:cubicBezTo>
                <a:lnTo>
                  <a:pt x="968375" y="230188"/>
                </a:lnTo>
                <a:cubicBezTo>
                  <a:pt x="968375" y="247723"/>
                  <a:pt x="954160" y="261937"/>
                  <a:pt x="936626" y="261938"/>
                </a:cubicBezTo>
                <a:lnTo>
                  <a:pt x="31749" y="261937"/>
                </a:lnTo>
                <a:cubicBezTo>
                  <a:pt x="14215" y="261938"/>
                  <a:pt x="0" y="247723"/>
                  <a:pt x="0" y="230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88" y="381000"/>
            <a:ext cx="823516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AMALIY MISOL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Matn Muharriri Ilovasi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3762375" cy="1309688"/>
          </a:xfrm>
          <a:custGeom>
            <a:avLst/>
            <a:gdLst/>
            <a:ahLst/>
            <a:cxnLst/>
            <a:rect l="l" t="t" r="r" b="b"/>
            <a:pathLst>
              <a:path w="3762375" h="1309688">
                <a:moveTo>
                  <a:pt x="95254" y="0"/>
                </a:moveTo>
                <a:lnTo>
                  <a:pt x="3667121" y="0"/>
                </a:lnTo>
                <a:cubicBezTo>
                  <a:pt x="3719693" y="0"/>
                  <a:pt x="3762375" y="42682"/>
                  <a:pt x="3762375" y="95254"/>
                </a:cubicBezTo>
                <a:lnTo>
                  <a:pt x="3762375" y="1214434"/>
                </a:lnTo>
                <a:cubicBezTo>
                  <a:pt x="3762375" y="1267041"/>
                  <a:pt x="3719729" y="1309688"/>
                  <a:pt x="3667121" y="1309688"/>
                </a:cubicBezTo>
                <a:lnTo>
                  <a:pt x="95254" y="1309688"/>
                </a:lnTo>
                <a:cubicBezTo>
                  <a:pt x="42682" y="1309688"/>
                  <a:pt x="0" y="1267006"/>
                  <a:pt x="0" y="1214434"/>
                </a:cubicBezTo>
                <a:lnTo>
                  <a:pt x="0" y="95254"/>
                </a:lnTo>
                <a:cubicBezTo>
                  <a:pt x="0" y="42682"/>
                  <a:pt x="42682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0141" y="146050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17859" y="0"/>
                </a:moveTo>
                <a:cubicBezTo>
                  <a:pt x="8009" y="0"/>
                  <a:pt x="0" y="8009"/>
                  <a:pt x="0" y="17859"/>
                </a:cubicBezTo>
                <a:lnTo>
                  <a:pt x="0" y="125016"/>
                </a:lnTo>
                <a:cubicBezTo>
                  <a:pt x="0" y="134866"/>
                  <a:pt x="8009" y="142875"/>
                  <a:pt x="17859" y="142875"/>
                </a:cubicBezTo>
                <a:lnTo>
                  <a:pt x="89297" y="142875"/>
                </a:lnTo>
                <a:cubicBezTo>
                  <a:pt x="99147" y="142875"/>
                  <a:pt x="107156" y="134866"/>
                  <a:pt x="107156" y="125016"/>
                </a:cubicBezTo>
                <a:lnTo>
                  <a:pt x="107156" y="47578"/>
                </a:lnTo>
                <a:cubicBezTo>
                  <a:pt x="107156" y="42835"/>
                  <a:pt x="105287" y="38286"/>
                  <a:pt x="101938" y="34937"/>
                </a:cubicBezTo>
                <a:lnTo>
                  <a:pt x="72191" y="5218"/>
                </a:lnTo>
                <a:cubicBezTo>
                  <a:pt x="68842" y="1870"/>
                  <a:pt x="64322" y="0"/>
                  <a:pt x="59578" y="0"/>
                </a:cubicBezTo>
                <a:lnTo>
                  <a:pt x="17859" y="0"/>
                </a:lnTo>
                <a:close/>
                <a:moveTo>
                  <a:pt x="90832" y="49113"/>
                </a:moveTo>
                <a:lnTo>
                  <a:pt x="64740" y="49113"/>
                </a:lnTo>
                <a:cubicBezTo>
                  <a:pt x="61029" y="49113"/>
                  <a:pt x="58043" y="46127"/>
                  <a:pt x="58043" y="42416"/>
                </a:cubicBezTo>
                <a:lnTo>
                  <a:pt x="58043" y="16325"/>
                </a:lnTo>
                <a:lnTo>
                  <a:pt x="90832" y="491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420813"/>
            <a:ext cx="338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Menyu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438" y="173831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438" y="192881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438" y="211931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438" y="2309813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Alt+F4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1469" y="2702719"/>
            <a:ext cx="3762375" cy="1500188"/>
          </a:xfrm>
          <a:custGeom>
            <a:avLst/>
            <a:gdLst/>
            <a:ahLst/>
            <a:cxnLst/>
            <a:rect l="l" t="t" r="r" b="b"/>
            <a:pathLst>
              <a:path w="3762375" h="1500188">
                <a:moveTo>
                  <a:pt x="95247" y="0"/>
                </a:moveTo>
                <a:lnTo>
                  <a:pt x="3667128" y="0"/>
                </a:lnTo>
                <a:cubicBezTo>
                  <a:pt x="3719732" y="0"/>
                  <a:pt x="3762375" y="42643"/>
                  <a:pt x="3762375" y="95247"/>
                </a:cubicBezTo>
                <a:lnTo>
                  <a:pt x="3762375" y="1404941"/>
                </a:lnTo>
                <a:cubicBezTo>
                  <a:pt x="3762375" y="1457544"/>
                  <a:pt x="3719732" y="1500188"/>
                  <a:pt x="3667128" y="1500188"/>
                </a:cubicBezTo>
                <a:lnTo>
                  <a:pt x="95247" y="1500188"/>
                </a:lnTo>
                <a:cubicBezTo>
                  <a:pt x="42643" y="1500188"/>
                  <a:pt x="0" y="1457544"/>
                  <a:pt x="0" y="1404941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281" y="28733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1601" y="6055"/>
                </a:moveTo>
                <a:cubicBezTo>
                  <a:pt x="125490" y="-56"/>
                  <a:pt x="115612" y="-56"/>
                  <a:pt x="109500" y="6055"/>
                </a:cubicBezTo>
                <a:lnTo>
                  <a:pt x="102691" y="12864"/>
                </a:lnTo>
                <a:lnTo>
                  <a:pt x="130011" y="40184"/>
                </a:lnTo>
                <a:lnTo>
                  <a:pt x="136820" y="33375"/>
                </a:lnTo>
                <a:cubicBezTo>
                  <a:pt x="142931" y="27263"/>
                  <a:pt x="142931" y="17385"/>
                  <a:pt x="136820" y="11274"/>
                </a:cubicBezTo>
                <a:lnTo>
                  <a:pt x="131601" y="6055"/>
                </a:lnTo>
                <a:close/>
                <a:moveTo>
                  <a:pt x="48109" y="67447"/>
                </a:moveTo>
                <a:cubicBezTo>
                  <a:pt x="46406" y="69149"/>
                  <a:pt x="45095" y="71242"/>
                  <a:pt x="44341" y="73558"/>
                </a:cubicBezTo>
                <a:lnTo>
                  <a:pt x="36082" y="98338"/>
                </a:lnTo>
                <a:cubicBezTo>
                  <a:pt x="35272" y="100738"/>
                  <a:pt x="35914" y="103389"/>
                  <a:pt x="37700" y="105203"/>
                </a:cubicBezTo>
                <a:cubicBezTo>
                  <a:pt x="39486" y="107017"/>
                  <a:pt x="42137" y="107631"/>
                  <a:pt x="44565" y="106821"/>
                </a:cubicBezTo>
                <a:lnTo>
                  <a:pt x="69345" y="98561"/>
                </a:lnTo>
                <a:cubicBezTo>
                  <a:pt x="71633" y="97808"/>
                  <a:pt x="73726" y="96496"/>
                  <a:pt x="75456" y="94794"/>
                </a:cubicBezTo>
                <a:lnTo>
                  <a:pt x="120551" y="49643"/>
                </a:lnTo>
                <a:lnTo>
                  <a:pt x="93232" y="22324"/>
                </a:lnTo>
                <a:lnTo>
                  <a:pt x="48109" y="67447"/>
                </a:lnTo>
                <a:close/>
                <a:moveTo>
                  <a:pt x="26789" y="17859"/>
                </a:moveTo>
                <a:cubicBezTo>
                  <a:pt x="11999" y="17859"/>
                  <a:pt x="0" y="29859"/>
                  <a:pt x="0" y="44648"/>
                </a:cubicBezTo>
                <a:lnTo>
                  <a:pt x="0" y="116086"/>
                </a:lnTo>
                <a:cubicBezTo>
                  <a:pt x="0" y="130876"/>
                  <a:pt x="11999" y="142875"/>
                  <a:pt x="26789" y="142875"/>
                </a:cubicBezTo>
                <a:lnTo>
                  <a:pt x="98227" y="142875"/>
                </a:lnTo>
                <a:cubicBezTo>
                  <a:pt x="113016" y="142875"/>
                  <a:pt x="125016" y="130876"/>
                  <a:pt x="125016" y="116086"/>
                </a:cubicBezTo>
                <a:lnTo>
                  <a:pt x="125016" y="89297"/>
                </a:lnTo>
                <a:cubicBezTo>
                  <a:pt x="125016" y="84358"/>
                  <a:pt x="121025" y="80367"/>
                  <a:pt x="116086" y="80367"/>
                </a:cubicBezTo>
                <a:cubicBezTo>
                  <a:pt x="111147" y="80367"/>
                  <a:pt x="107156" y="84358"/>
                  <a:pt x="107156" y="89297"/>
                </a:cubicBezTo>
                <a:lnTo>
                  <a:pt x="107156" y="116086"/>
                </a:lnTo>
                <a:cubicBezTo>
                  <a:pt x="107156" y="121025"/>
                  <a:pt x="103166" y="125016"/>
                  <a:pt x="98227" y="125016"/>
                </a:cubicBezTo>
                <a:lnTo>
                  <a:pt x="26789" y="125016"/>
                </a:lnTo>
                <a:cubicBezTo>
                  <a:pt x="21850" y="125016"/>
                  <a:pt x="17859" y="121025"/>
                  <a:pt x="17859" y="116086"/>
                </a:cubicBezTo>
                <a:lnTo>
                  <a:pt x="17859" y="44648"/>
                </a:lnTo>
                <a:cubicBezTo>
                  <a:pt x="17859" y="39709"/>
                  <a:pt x="21850" y="35719"/>
                  <a:pt x="26789" y="35719"/>
                </a:cubicBezTo>
                <a:lnTo>
                  <a:pt x="53578" y="35719"/>
                </a:lnTo>
                <a:cubicBezTo>
                  <a:pt x="58517" y="35719"/>
                  <a:pt x="62508" y="31728"/>
                  <a:pt x="62508" y="26789"/>
                </a:cubicBezTo>
                <a:cubicBezTo>
                  <a:pt x="62508" y="21850"/>
                  <a:pt x="58517" y="17859"/>
                  <a:pt x="53578" y="17859"/>
                </a:cubicBezTo>
                <a:lnTo>
                  <a:pt x="26789" y="1785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" y="2833688"/>
            <a:ext cx="338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Edit Menyu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438" y="31511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Undo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Ctrl+Z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438" y="33416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Redo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438" y="35321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438" y="37226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438" y="3913188"/>
            <a:ext cx="355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Paste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Ctrl+V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16053" y="1289844"/>
            <a:ext cx="7651750" cy="6627813"/>
          </a:xfrm>
          <a:custGeom>
            <a:avLst/>
            <a:gdLst/>
            <a:ahLst/>
            <a:cxnLst/>
            <a:rect l="l" t="t" r="r" b="b"/>
            <a:pathLst>
              <a:path w="7651750" h="6627813">
                <a:moveTo>
                  <a:pt x="95242" y="0"/>
                </a:moveTo>
                <a:lnTo>
                  <a:pt x="7556508" y="0"/>
                </a:lnTo>
                <a:cubicBezTo>
                  <a:pt x="7609109" y="0"/>
                  <a:pt x="7651750" y="42641"/>
                  <a:pt x="7651750" y="95242"/>
                </a:cubicBezTo>
                <a:lnTo>
                  <a:pt x="7651750" y="6532571"/>
                </a:lnTo>
                <a:cubicBezTo>
                  <a:pt x="7651750" y="6585171"/>
                  <a:pt x="7609109" y="6627813"/>
                  <a:pt x="7556508" y="6627813"/>
                </a:cubicBezTo>
                <a:lnTo>
                  <a:pt x="95242" y="6627813"/>
                </a:lnTo>
                <a:cubicBezTo>
                  <a:pt x="42641" y="6627813"/>
                  <a:pt x="0" y="6585171"/>
                  <a:pt x="0" y="6532571"/>
                </a:cubicBezTo>
                <a:lnTo>
                  <a:pt x="0" y="95242"/>
                </a:lnTo>
                <a:cubicBezTo>
                  <a:pt x="0" y="42641"/>
                  <a:pt x="42641" y="0"/>
                  <a:pt x="9524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8771" y="1452563"/>
            <a:ext cx="740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Kod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2740" y="1774031"/>
            <a:ext cx="7318375" cy="5976938"/>
          </a:xfrm>
          <a:custGeom>
            <a:avLst/>
            <a:gdLst/>
            <a:ahLst/>
            <a:cxnLst/>
            <a:rect l="l" t="t" r="r" b="b"/>
            <a:pathLst>
              <a:path w="7318375" h="5976938">
                <a:moveTo>
                  <a:pt x="63475" y="0"/>
                </a:moveTo>
                <a:lnTo>
                  <a:pt x="7254900" y="0"/>
                </a:lnTo>
                <a:cubicBezTo>
                  <a:pt x="7289956" y="0"/>
                  <a:pt x="7318375" y="28419"/>
                  <a:pt x="7318375" y="63475"/>
                </a:cubicBezTo>
                <a:lnTo>
                  <a:pt x="7318375" y="5913462"/>
                </a:lnTo>
                <a:cubicBezTo>
                  <a:pt x="7318375" y="5948519"/>
                  <a:pt x="7289956" y="5976938"/>
                  <a:pt x="7254900" y="5976938"/>
                </a:cubicBezTo>
                <a:lnTo>
                  <a:pt x="63475" y="5976938"/>
                </a:lnTo>
                <a:cubicBezTo>
                  <a:pt x="28419" y="5976938"/>
                  <a:pt x="0" y="5948519"/>
                  <a:pt x="0" y="5913462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3709" y="1905000"/>
            <a:ext cx="7112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TextEditor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(QMainWindow):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__init__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(self):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().__init__()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self.setWindowTitle(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"Matn Muharriri"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Markaziy vidjet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self.text_edit = QTextEdit(self)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self.setCentralWidget(self.text_edit)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Menyu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self.create_menu()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Toolbar yaratish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self.create_toolbar()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Status bar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self.setStatusBar(QStatusBar(self))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366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create_menu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(self):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menu = self.menuBar()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File menyu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 = menu.addMenu(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"&amp;File"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new_action = QAction(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"&amp;New"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new_action.setShortcut(QKeySequence(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"Ctrl+N"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new_action.triggered.connect(self.new_file)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file_menu.addAction(new_action)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Edit menyu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edit_menu = menu.addMenu(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"&amp;Edit"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undo_action = QAction(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"&amp;Undo"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self)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undo_action.setShortcut(QKeySequence(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"Ctrl+Z"</a:t>
            </a:r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undo_action.triggered.connect(self.text_edit.undo)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FEFE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edit_menu.addAction(undo_action)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61e6c9a6726633284cf3a83b8ad93ef37417a09d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36" r="3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0096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Xulosa va Maslahatlar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16192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Shape 3"/>
          <p:cNvSpPr/>
          <p:nvPr/>
        </p:nvSpPr>
        <p:spPr>
          <a:xfrm>
            <a:off x="385763" y="1966912"/>
            <a:ext cx="5610225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1025" y="2162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09613" y="2276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152525" y="2257425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Rasmlar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1025" y="27717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QPixmap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rasmlar uchun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30765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QLabel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ko'rsatish uchun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1025" y="33813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scaled()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o'lchash uchun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6013" y="1966912"/>
            <a:ext cx="5610225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91275" y="2162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519863" y="2276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0" y="114300"/>
                </a:moveTo>
                <a:cubicBezTo>
                  <a:pt x="0" y="106397"/>
                  <a:pt x="6385" y="100013"/>
                  <a:pt x="14288" y="100013"/>
                </a:cubicBezTo>
                <a:lnTo>
                  <a:pt x="185738" y="100013"/>
                </a:lnTo>
                <a:cubicBezTo>
                  <a:pt x="193640" y="100013"/>
                  <a:pt x="200025" y="106397"/>
                  <a:pt x="200025" y="114300"/>
                </a:cubicBezTo>
                <a:cubicBezTo>
                  <a:pt x="200025" y="122203"/>
                  <a:pt x="193640" y="128588"/>
                  <a:pt x="185738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2257425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Menyular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91275" y="27717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menyu va toolbar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91275" y="30765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QKeySequence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yorliqlar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91275" y="338137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Menu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o'ng tugma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85763" y="4119562"/>
            <a:ext cx="11420475" cy="1724025"/>
          </a:xfrm>
          <a:custGeom>
            <a:avLst/>
            <a:gdLst/>
            <a:ahLst/>
            <a:cxnLst/>
            <a:rect l="l" t="t" r="r" b="b"/>
            <a:pathLst>
              <a:path w="11420475" h="17240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1609722"/>
                </a:lnTo>
                <a:cubicBezTo>
                  <a:pt x="11420475" y="1672808"/>
                  <a:pt x="11369258" y="1724025"/>
                  <a:pt x="113061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275" y="43910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904875" y="4352925"/>
            <a:ext cx="1078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Asosiy Maslahatlar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125" y="4829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41015" y="486727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38225" y="4810125"/>
            <a:ext cx="4048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QAction larni qayta ishlating - kod takrorlanishini oldini oling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2200" y="4829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280249" y="486727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591300" y="4810125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Piktogrammalar va yorliqlardan foydalaning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9125" y="5305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26430" y="53435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38225" y="5286375"/>
            <a:ext cx="3057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Status bar dan foydalanuvchi xabarlari uchun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72200" y="5305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279654" y="53435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91300" y="5286375"/>
            <a:ext cx="3495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menu orqali tez kirish imkoniyatini qo'shing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PyQt da Rasmlar va Menyular</dc:title>
  <dc:subject>PyQt da Rasmlar va Menyular</dc:subject>
  <dc:creator>Kimi</dc:creator>
  <cp:lastModifiedBy>Kimi</cp:lastModifiedBy>
  <cp:revision>1</cp:revision>
  <dcterms:created xsi:type="dcterms:W3CDTF">2026-03-09T08:52:56Z</dcterms:created>
  <dcterms:modified xsi:type="dcterms:W3CDTF">2026-03-09T08:52:56Z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{"Label":"PyQt da Rasmlar va Menyular","ContentProducer":"001191110108MACG2KBH8F10000","ProduceID":"19cd1c90-0e02-808d-8000-00001d1aa907","ReservedCode1":"","ContentPropagator":"001191110108MACG2KBH8F20000","PropagateID":"19cd1c90-0e02-808d-8000-00001d1aa907","ReservedCode2":""}</vt:lpwstr>
  </property>
</Properties>
</file>