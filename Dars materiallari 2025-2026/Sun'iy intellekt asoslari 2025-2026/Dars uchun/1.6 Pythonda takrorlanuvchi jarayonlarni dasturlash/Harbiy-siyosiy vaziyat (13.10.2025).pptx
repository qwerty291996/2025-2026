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B6388-7CBF-4BA2-B9D3-46910B358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245E78-DB62-45B6-8E43-A52D07935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390261-96E3-46C8-98AE-E03AC93CF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2F1D2B-28E4-49DC-B6B7-AB93AE589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9912B2-9894-47CB-B1EF-0C6E64B4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463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D4280-1F61-47BD-A7B5-83C45ABC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C7AE4A-8A6D-472E-B2C9-A8BF2EBA1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77C2A-3B10-4055-AEA8-8FE7D217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885713-F72F-4203-AAC5-5E842F83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D2C46-AE0B-491F-B1A8-FF17519B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3149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628D9-75DB-4CE9-A7A5-A55A8F7F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4F6ED7-5673-41D9-86EE-93B3FE2BA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1E9BD0-74EC-4A1F-B6C6-1AFD2A31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35500B-D4B9-4CBB-B895-C779D5554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6071B-66F3-49FF-BFE9-5C5E3513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862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94591-8E41-40C8-85E2-7DA89DFD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56F482-6E71-4941-9A63-7F5CFE449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DC9AB8-86CF-4E7B-8404-6597F10B3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FE5863-5358-473C-8671-DAB54AE2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07647B-6497-42F8-90D6-47165D93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F29F76-9705-49F3-BAE3-85128306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374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C6BDC-7E7B-4A9B-BC10-12396FB4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04927B-5F34-40F3-AC7B-0AA88AC6C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9DC5E2-1F96-42F5-84D8-FC09F2AA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B90F58-C1BA-4A22-AE52-D736B59B3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54CF5F-4AC3-42B0-99FC-32568B437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1C0BAB-BC7E-49CB-9165-3653E337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503A4E-2543-4725-A7AE-FA1DF47E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C721DE-D8CF-4326-8B20-480CE995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19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124BD-A26D-4A3C-9804-103FEC9A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65D8C2-B11F-4AFD-850A-81AD8B8A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42FF45-3D7F-4AE2-B039-2E7EDC4A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7B7F237-242B-4812-90E6-7A47FF6E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397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C5439DD-FA64-4D64-8D61-DD7AB8C1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E4F4C8-30CF-4F24-A90F-6C74EF4D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46274E-2E13-4F50-B30A-B91FFD1A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269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04DE3-CDC5-43BA-9D9F-5D55254F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EF2E70-94D8-42C8-A0C0-4B420427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77A3D4-237F-4E58-AA16-8EDFCAD34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342C90-0C6E-4E6F-BB48-B0D281049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E0EA2F-3FC0-4547-8F5B-C3E8FB61B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5B8C2D-F0D7-477E-B44F-7F4FD3CF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481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54BFC-9FF6-451E-80DE-53F527B9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755E18-4D23-44AA-A49C-06DB2EA82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F85CB3-6E2C-4AEC-A97E-B2CC350A6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9D72AF-4334-47EC-96AA-33C725F5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60FA90-2BAC-44CE-8AAF-6E268CA4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86C3D2-B3D4-4B5B-AC48-5EA6FD4B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66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3C9F4-5C1B-41F9-A2EB-EC232564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CFE1FD-9713-46C9-BD5E-DAE8FF26F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F4F1B9-C472-4342-933B-517C286A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357014-109C-48F7-9341-1164A8A0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373BFE-4295-4C63-B9F3-EC600677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980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DD958C-3442-4CB5-BBF9-7CA6352F0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3EF98F-6837-4C43-B4D8-160CDE89E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975BD9-A268-48BD-9A6A-97FF25AE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4676DB-081F-4286-9F31-5089260F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6CA89-D223-43BC-890C-D48698C6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246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A161B-2E9B-48A7-81EA-CADD9204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64F83B-27D8-49BB-91B1-023184FD1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6825EE-DB5B-44BD-828D-AADD1CBDD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B6C6C-9B24-475A-8595-B6EEFB8C2A12}" type="datetimeFigureOut">
              <a:rPr lang="LID4096" smtClean="0"/>
              <a:t>10/13/2025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DD89A-3816-44DC-99B5-1FAEB7BC7D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1F2D11-7741-434B-ADAC-9944CE934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8CF5F-6A58-477D-9E31-099FD7F6C7D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405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36A88D4-9FBF-497B-8717-600372612DA9}"/>
              </a:ext>
            </a:extLst>
          </p:cNvPr>
          <p:cNvSpPr/>
          <p:nvPr/>
        </p:nvSpPr>
        <p:spPr>
          <a:xfrm>
            <a:off x="248193" y="1468720"/>
            <a:ext cx="11695613" cy="3920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o‘rtasida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to‘qnashuvi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(12-oktabr, 2025)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o‘ldirilganini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egallaganini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bildirdi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 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To‘qnashuvlar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hududiga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zarbasi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punktlari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(Torkham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Chaman)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yopilgan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qochqinlar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yo‘lda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terrorchilarni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panoh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ayblamoqda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Tushkunlik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Saudiya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Arabistoni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Qatar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tinchlikka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chaqirdi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Kobuldagi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elchixonasini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e’lon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Vaziyat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mintaqaviy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beqarorlik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kuchaytirmoqda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86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D17C26-157B-48EF-BFE7-CB21E65614CF}"/>
              </a:ext>
            </a:extLst>
          </p:cNvPr>
          <p:cNvSpPr/>
          <p:nvPr/>
        </p:nvSpPr>
        <p:spPr>
          <a:xfrm>
            <a:off x="531223" y="1422553"/>
            <a:ext cx="11129554" cy="4012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sabablari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Terrorchilik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faoliyati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hududida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Tehrik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-Taliban Pakistan (TTP)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jangarilari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joylashganini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da’vo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zarbasi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Kobul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rasmiylariga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avvalroq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sharqiy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viloyatlariga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Kobulga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uyushtirgan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noaniqligi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“Durand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chizig‘i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ataluvchi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hududi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taxminan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2 600 km)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ziddiyatli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hudud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siyosiy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bosim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mamlakatda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inqiroz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beqarorlik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kuchaygani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hukumatlar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mojarolar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e’tiborni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urinmoqda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830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144C5BA-A0CC-4B28-A8D5-9D188907BDB8}"/>
              </a:ext>
            </a:extLst>
          </p:cNvPr>
          <p:cNvSpPr/>
          <p:nvPr/>
        </p:nvSpPr>
        <p:spPr>
          <a:xfrm>
            <a:off x="418011" y="1884218"/>
            <a:ext cx="11355978" cy="3089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Oqibatlari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o‘nlab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askarlar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Torkham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chegara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yopildi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savdo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gumanitar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to‘xtatdi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qochqinlar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tiqilib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Hindiston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yaqinlashuvi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Saudiya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ittifoqi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tufayli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geosiyosiy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raqobat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kuchaygan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tashkilotlar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(BMT, Qatar,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Saudiya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Arabistoni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keskinlikni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chaqirdi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406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B5110A-86C4-4CD4-97D0-2B8136EF783B}"/>
              </a:ext>
            </a:extLst>
          </p:cNvPr>
          <p:cNvSpPr/>
          <p:nvPr/>
        </p:nvSpPr>
        <p:spPr>
          <a:xfrm>
            <a:off x="209005" y="222224"/>
            <a:ext cx="7027818" cy="6413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Osiyo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TTP,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Xuroson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(ISKP)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guruhlar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faollashsa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shimoli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Osiyoga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Qochqinlar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Mojaro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cho‘zilsa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qochqinlari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shimolga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Savdo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yo‘llariga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Pokiston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yo‘lagi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(UAP)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Energetika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loyihalari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Mintaqadagi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noaniqlik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CASA-1000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sekinlashtirishi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Diplomatik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Afg‘oniston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muloqotni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ettirib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tinchlik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tranzit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barqarorligini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tarafdori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30" name="Picture 6" descr="transafghanrailway #connectivity #trade #centralasia ...">
            <a:extLst>
              <a:ext uri="{FF2B5EF4-FFF2-40B4-BE49-F238E27FC236}">
                <a16:creationId xmlns:a16="http://schemas.microsoft.com/office/drawing/2014/main" id="{BB60A836-DB1C-4B42-A154-5BD53E8E5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024" y="1754776"/>
            <a:ext cx="4334558" cy="334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0370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432</Words>
  <Application>Microsoft Office PowerPoint</Application>
  <PresentationFormat>Широкоэкранный</PresentationFormat>
  <Paragraphs>25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14</cp:revision>
  <dcterms:created xsi:type="dcterms:W3CDTF">2025-10-13T02:51:05Z</dcterms:created>
  <dcterms:modified xsi:type="dcterms:W3CDTF">2025-10-13T03:44:36Z</dcterms:modified>
</cp:coreProperties>
</file>