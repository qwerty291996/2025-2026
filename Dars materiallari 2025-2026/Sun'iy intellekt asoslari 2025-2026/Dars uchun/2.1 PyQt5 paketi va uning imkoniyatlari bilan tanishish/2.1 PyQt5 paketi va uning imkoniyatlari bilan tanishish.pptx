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6" r:id="rId2"/>
    <p:sldId id="256" r:id="rId3"/>
    <p:sldId id="267" r:id="rId4"/>
    <p:sldId id="257" r:id="rId5"/>
    <p:sldId id="289" r:id="rId6"/>
    <p:sldId id="290" r:id="rId7"/>
    <p:sldId id="291" r:id="rId8"/>
    <p:sldId id="292" r:id="rId9"/>
    <p:sldId id="297" r:id="rId10"/>
    <p:sldId id="293" r:id="rId11"/>
    <p:sldId id="294" r:id="rId12"/>
    <p:sldId id="288" r:id="rId1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7C729-B4D1-457D-9919-0C2296B847EA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8A395-22C0-4286-B77D-205DCDE120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62841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E849CB-0979-40C0-88B3-022D36F2B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91C4E9-EE81-446A-883A-CA09C43C2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94A3E6-639D-4664-99C7-BA3ECB465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2FDF-A599-4A06-9706-B05B271C7415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99E1B0-D5D1-40BA-B291-A5CCB8897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76EE7C-F774-4D58-9F0E-C51D86E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DFD1C-50C9-42F7-AE4F-22C91BBEF1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385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ABF308-67EE-4911-B9FE-434317CE8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6A1B59-B65B-4077-890F-4E12DCC48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2B87D6-B492-4E5C-9E29-231DD51F0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2FDF-A599-4A06-9706-B05B271C7415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A22F31-201D-494C-9F8E-94264D7BC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B8193C-BC70-4C36-A53B-2DF5A718B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DFD1C-50C9-42F7-AE4F-22C91BBEF1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6790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74E4B0-5C5A-4AAB-8EFE-F1F0CEEB3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78EF55-6DC2-4665-8981-454573B1E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18D155-2F61-4B2E-A83E-42C409A7F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2FDF-A599-4A06-9706-B05B271C7415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066E50-0717-4BEF-BE76-D91261540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7A8DB3-F8A9-4F92-9B01-69016E4B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DFD1C-50C9-42F7-AE4F-22C91BBEF1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17991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626126-766B-4E05-AB4D-2B60F4711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7B0F6A-561D-41DB-9612-DB4D92756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262432-8403-4EA8-8CF4-7103C0FAA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81B016-D706-4D64-A30A-9FFF2E804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2FDF-A599-4A06-9706-B05B271C7415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E86BBD-4806-436E-A678-3A2F99CC1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21E1B5-D312-4062-97CA-537C24C8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DFD1C-50C9-42F7-AE4F-22C91BBEF1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202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78EF8-C49A-4559-85FC-FEA19FF52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6B24A5-3B34-45D3-8B26-B2AF6B5B3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7D772E-5650-449B-BA98-13D722966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83F93C-B6B8-400E-9A39-1323BFEAC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3C6A792-9917-44FD-978E-EC3A28BC31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0D7420-6E9C-4596-B1C1-2464AE8DA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2FDF-A599-4A06-9706-B05B271C7415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8CE16-411F-4417-9649-262DBADB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D7CAFE7-371F-42D0-AEC2-CF88038A9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DFD1C-50C9-42F7-AE4F-22C91BBEF1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1160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DCD8A-4C08-4D86-B294-9DA2C136D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CF59FFA-B563-43D9-8DA8-638754A38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2FDF-A599-4A06-9706-B05B271C7415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B7BE67-A663-4BBE-8A57-407903005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47C51F0-5CCE-4F40-A46A-A34324DD0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DFD1C-50C9-42F7-AE4F-22C91BBEF1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5951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DBDD6C4-AAE9-4851-ABA6-2102ABA26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2FDF-A599-4A06-9706-B05B271C7415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3A9654-7C54-4659-9F2C-D36F4E030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EF2F76-8893-4490-BEDA-A1D95E804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DFD1C-50C9-42F7-AE4F-22C91BBEF1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5073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4D463A-D26B-4898-ADFD-AED3E4EDB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5DEE03-9FAA-4105-A532-CAEB34C40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BAB770-F58D-40FD-B518-3CAFD0292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A76719-BFE5-407F-A89C-57F297ACF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2FDF-A599-4A06-9706-B05B271C7415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972B27-19BE-42D7-AC43-D361B1612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926C3D-05A9-4A19-BA55-A6C3285E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DFD1C-50C9-42F7-AE4F-22C91BBEF1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82289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65A56-7CA2-4E40-8F4B-65E7A821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AC44441-C9D7-4AD6-951B-057B388AF5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285A5F-7286-480E-9FCE-323F4901D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D03AEA-513C-42A9-B142-3DCF4C295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2FDF-A599-4A06-9706-B05B271C7415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A31BD3-77FF-4B2F-9593-E5E27AC59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D03188-8F07-4901-A842-0A94E8791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DFD1C-50C9-42F7-AE4F-22C91BBEF1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94834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DE2F7F-4BD3-4B21-AE7F-DD4E12D72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D5AD71-DFDE-40E5-A29F-A4AB23BD2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CFD4B9-ED66-45FF-9B17-2E14C725B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2FDF-A599-4A06-9706-B05B271C7415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A552BF-CE07-4AE0-AA2B-0AAF28156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108F85-00BC-43A0-8000-32D45309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DFD1C-50C9-42F7-AE4F-22C91BBEF1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12964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0DDBB1-005C-4417-B732-8A9E67795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6D1681-7808-41C5-885D-76EC68225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FFC3F2-5E62-4256-A6C9-1FE8F67E3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2FDF-A599-4A06-9706-B05B271C7415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3D3490-ACA8-4EC7-9D7C-0706F1C22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71E1F4-A945-4F5B-9B76-4D8E9BCD0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DFD1C-50C9-42F7-AE4F-22C91BBEF1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7811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8630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B7DA9-6EFD-45EB-B558-DB80D9697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3D74A0-FA1E-4124-A3CF-43D8E5290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04A37E-2F67-4FEF-AE63-74A593E895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02FDF-A599-4A06-9706-B05B271C7415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2B0A0A-9846-493C-82DF-B79E510822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501605-7551-4211-B06F-00D00D37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DFD1C-50C9-42F7-AE4F-22C91BBEF1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55961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build-system.fman.io/qt-designer-download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2-MAVZU: PyQt5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paketi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QtDesigner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dasturi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yordamida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GUI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dasturlarini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yaratish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0" y="2628113"/>
            <a:ext cx="12192000" cy="1601774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2-mavzu. 1-mashg‘ulot (</a:t>
            </a:r>
            <a:r>
              <a:rPr lang="en-US" sz="4450" dirty="0" err="1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Ma’ruza</a:t>
            </a: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):</a:t>
            </a:r>
          </a:p>
          <a:p>
            <a:pPr algn="ctr">
              <a:lnSpc>
                <a:spcPts val="5550"/>
              </a:lnSpc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PyQt5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paketi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va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uning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imkoniyatlari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bilan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tanishish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4" y="1610856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D0AB8B-D69B-410C-97FC-AAAF3047ADBE}"/>
              </a:ext>
            </a:extLst>
          </p:cNvPr>
          <p:cNvSpPr/>
          <p:nvPr/>
        </p:nvSpPr>
        <p:spPr>
          <a:xfrm>
            <a:off x="1407856" y="2546425"/>
            <a:ext cx="9376285" cy="1765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PyQt5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paketining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PyQt5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paketini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o‘rnatish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QtDesigner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o‘rnatish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tanishish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1407856" y="-123053"/>
            <a:ext cx="9376285" cy="7271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PyQt5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paketi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va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uning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imkoniyatlari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bilan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tanishish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3B73B8F-F4E1-4444-94F1-884870BC4540}"/>
              </a:ext>
            </a:extLst>
          </p:cNvPr>
          <p:cNvCxnSpPr/>
          <p:nvPr/>
        </p:nvCxnSpPr>
        <p:spPr>
          <a:xfrm>
            <a:off x="0" y="5826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2905863" y="-17086"/>
            <a:ext cx="63802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PyQt5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paketining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imkoniyatlari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091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6FA3B98-2DF9-4D9B-9D73-E1981D9C9579}"/>
              </a:ext>
            </a:extLst>
          </p:cNvPr>
          <p:cNvSpPr/>
          <p:nvPr/>
        </p:nvSpPr>
        <p:spPr>
          <a:xfrm>
            <a:off x="574764" y="749163"/>
            <a:ext cx="11042470" cy="1704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PyQt5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Python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Qt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frameworkining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qismi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grafik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interfeyslari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(GUI)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imkon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Qt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C++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tilida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ta'minot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kutubxonasi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zamonaviy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platformali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imkonini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PyQt5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kutubxonaning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Python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versiyasidir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pic>
        <p:nvPicPr>
          <p:cNvPr id="1026" name="Picture 2" descr="PyQt - วิกิพีเดีย">
            <a:extLst>
              <a:ext uri="{FF2B5EF4-FFF2-40B4-BE49-F238E27FC236}">
                <a16:creationId xmlns:a16="http://schemas.microsoft.com/office/drawing/2014/main" id="{CC19742E-DD10-4DC5-B7E2-31F264095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281" y="2743199"/>
            <a:ext cx="2955436" cy="3095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24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76984B3-EC19-4B49-A179-A496D390D650}"/>
              </a:ext>
            </a:extLst>
          </p:cNvPr>
          <p:cNvSpPr/>
          <p:nvPr/>
        </p:nvSpPr>
        <p:spPr>
          <a:xfrm>
            <a:off x="931817" y="126333"/>
            <a:ext cx="10328366" cy="3424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PyQt5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ning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imkoniyatlari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quyidagilardan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iborat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1.1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Widgetlar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Layoutlar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PyQt5,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grafik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interfeysi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(GUI)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ko‘plab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widgetlar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elementlar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ta'minlaydi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2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QPushButton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tugma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2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QLabel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yozuv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2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QLineEdit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maydoni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2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QComboBox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tanlov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ro‘yxati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2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QTextEdit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muharriri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2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QListView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QTableView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ro‘yxatlar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jadvallar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4E03307-6EA5-4587-BACD-0AD037BC90A3}"/>
              </a:ext>
            </a:extLst>
          </p:cNvPr>
          <p:cNvSpPr/>
          <p:nvPr/>
        </p:nvSpPr>
        <p:spPr>
          <a:xfrm>
            <a:off x="931817" y="3946322"/>
            <a:ext cx="9962606" cy="1392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Shuningdek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layoutlar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elementlarni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tartibga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solishingiz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2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QVBoxLayout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vertikal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2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QHBoxLayout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gorizontal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2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QGridLayout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(grid)</a:t>
            </a:r>
          </a:p>
        </p:txBody>
      </p:sp>
    </p:spTree>
    <p:extLst>
      <p:ext uri="{BB962C8B-B14F-4D97-AF65-F5344CB8AC3E}">
        <p14:creationId xmlns:p14="http://schemas.microsoft.com/office/powerpoint/2010/main" val="3067712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4D0CF40-FD38-4621-A5C8-6ADB917A7708}"/>
              </a:ext>
            </a:extLst>
          </p:cNvPr>
          <p:cNvSpPr/>
          <p:nvPr/>
        </p:nvSpPr>
        <p:spPr>
          <a:xfrm>
            <a:off x="923109" y="444031"/>
            <a:ext cx="10345782" cy="5444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1.2 Signal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Slot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mexanizmi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PyQt5 da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interaktivlikni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signal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slot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mexanizmi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Signal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PyQt5dagi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voqea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masalan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tugma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bosilishi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), slot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signalga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masalan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xabar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chiqarish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 Bu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mexanizmni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tushunish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PyQt5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dasturlashining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asosidir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1.3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Rasmiy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Qt Designer dasturi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integratsiya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PyQt5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grafik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interfeysni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beradigan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Qt Designer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dasturi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integratsiyalashgan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Qt Designer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GUI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interfeysini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drag-and-drop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usulida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keyin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PyQt5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birlashtirib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aylantirish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1.4 Multiplatform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ishlash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PyQt5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vaqtning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Windows, Linux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macOS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operatsion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tizimlarida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ishlaydi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kengaytirilgan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juda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1414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2227792" y="43543"/>
            <a:ext cx="77364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it-IT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PyQt5 paketini pip yordamida o‘rnatish.</a:t>
            </a:r>
            <a:endParaRPr lang="en-US" sz="3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091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B7A77DD-24E3-483C-A655-D57F0BCCB0F0}"/>
              </a:ext>
            </a:extLst>
          </p:cNvPr>
          <p:cNvSpPr/>
          <p:nvPr/>
        </p:nvSpPr>
        <p:spPr>
          <a:xfrm>
            <a:off x="461552" y="787616"/>
            <a:ext cx="11268892" cy="2242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2.1 PyQt5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o‘rnatish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(pip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Quyidagi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buyruqni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terminal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komanda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qatorida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PyQt5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o‘rnatishingiz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pip install pyqt5</a:t>
            </a:r>
            <a:endParaRPr lang="en-US" dirty="0">
              <a:highlight>
                <a:srgbClr val="FFFF00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PyQt5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yangilangan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versiyasini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o‘rnatmoqchi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bo‘lsangiz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quyidagi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buyruqni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pip install </a:t>
            </a:r>
            <a:r>
              <a:rPr lang="en-US" sz="1400" dirty="0">
                <a:solidFill>
                  <a:srgbClr val="66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--</a:t>
            </a:r>
            <a:r>
              <a:rPr lang="en-US" sz="1400" dirty="0">
                <a:solidFill>
                  <a:srgbClr val="333333"/>
                </a:solidFill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upgrade pyqt5</a:t>
            </a:r>
            <a:endParaRPr lang="en-US" dirty="0">
              <a:highlight>
                <a:srgbClr val="FFFF00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komanda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PyQt5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o‘rnatib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barcha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kutubxonalarni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tizimingizga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yuklaydi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O‘rnatish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jarayoni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tugagach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PyQt5 dan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foydalanishga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tayyor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bo‘lasiz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F4B28C-26E4-4E23-A923-2F2FC24B4E92}"/>
              </a:ext>
            </a:extLst>
          </p:cNvPr>
          <p:cNvPicPr/>
          <p:nvPr/>
        </p:nvPicPr>
        <p:blipFill rotWithShape="1">
          <a:blip r:embed="rId2"/>
          <a:srcRect b="32955"/>
          <a:stretch/>
        </p:blipFill>
        <p:spPr bwMode="auto">
          <a:xfrm>
            <a:off x="1992593" y="3495578"/>
            <a:ext cx="8206810" cy="28908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79297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1D73AF6-37F4-4CE9-93BD-4EF17B7F05A5}"/>
              </a:ext>
            </a:extLst>
          </p:cNvPr>
          <p:cNvSpPr/>
          <p:nvPr/>
        </p:nvSpPr>
        <p:spPr>
          <a:xfrm>
            <a:off x="687977" y="241383"/>
            <a:ext cx="10816046" cy="1651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2.2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O‘rnatishni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tekshirish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Agar PyQt5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o‘rnatgan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bo‘lsangiz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versiyasini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terminalda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komanda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qatorida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quyidagi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buyruq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ham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tekshirishingiz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pip show PyQt5</a:t>
            </a:r>
            <a:endParaRPr lang="en-US" dirty="0">
              <a:highlight>
                <a:srgbClr val="FFFF00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buyruq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PyQt5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haqida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batafsil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ma'lumot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jumladan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versiyasini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ham.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169DB8-CB40-4188-99AB-C4C0D4D56ABA}"/>
              </a:ext>
            </a:extLst>
          </p:cNvPr>
          <p:cNvPicPr/>
          <p:nvPr/>
        </p:nvPicPr>
        <p:blipFill rotWithShape="1">
          <a:blip r:embed="rId2"/>
          <a:srcRect b="40191"/>
          <a:stretch/>
        </p:blipFill>
        <p:spPr bwMode="auto">
          <a:xfrm>
            <a:off x="2316480" y="1989909"/>
            <a:ext cx="7559040" cy="28781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54517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99E45D2-6605-4817-BE18-319D966D5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196448"/>
              </p:ext>
            </p:extLst>
          </p:nvPr>
        </p:nvGraphicFramePr>
        <p:xfrm>
          <a:off x="658586" y="1645626"/>
          <a:ext cx="10874828" cy="27609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11334">
                  <a:extLst>
                    <a:ext uri="{9D8B030D-6E8A-4147-A177-3AD203B41FA5}">
                      <a16:colId xmlns:a16="http://schemas.microsoft.com/office/drawing/2014/main" val="2440042581"/>
                    </a:ext>
                  </a:extLst>
                </a:gridCol>
                <a:gridCol w="5207726">
                  <a:extLst>
                    <a:ext uri="{9D8B030D-6E8A-4147-A177-3AD203B41FA5}">
                      <a16:colId xmlns:a16="http://schemas.microsoft.com/office/drawing/2014/main" val="3131351760"/>
                    </a:ext>
                  </a:extLst>
                </a:gridCol>
                <a:gridCol w="3155768">
                  <a:extLst>
                    <a:ext uri="{9D8B030D-6E8A-4147-A177-3AD203B41FA5}">
                      <a16:colId xmlns:a16="http://schemas.microsoft.com/office/drawing/2014/main" val="3553035027"/>
                    </a:ext>
                  </a:extLst>
                </a:gridCol>
              </a:tblGrid>
              <a:tr h="4601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Tavsif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Qachon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ishlatiladi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2223326"/>
                  </a:ext>
                </a:extLst>
              </a:tr>
              <a:tr h="9203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 (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umumiy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o‘rnatish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pip install PyQt5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bitta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marta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kompyuterga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o‘rnatiladi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hamma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loyihalarda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ishlaydi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Tajriba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test,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shaxsiy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ishlarda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56004045"/>
                  </a:ext>
                </a:extLst>
              </a:tr>
              <a:tr h="13804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muhit (har loyiha uchun alohida)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python -m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venv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venv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yaratiladi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keyin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ichida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pip install PyQt5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qilinadi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Har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bir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loyiha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o‘z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muhitida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ishlaydi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Pycharmda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avtomatik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tarzda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shunday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virtual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muhit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yaratish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mumkin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Tavsiya</a:t>
                      </a:r>
                      <a:r>
                        <a:rPr lang="en-US" sz="1600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etiladi</a:t>
                      </a:r>
                      <a:r>
                        <a:rPr lang="en-US" sz="1600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Ishonchli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professional,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loyiha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mustaqil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bo‘ladi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6008079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2CC9B55A-F70A-4978-A00E-2C19443B2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586" y="1079265"/>
            <a:ext cx="5374228" cy="302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PyQt5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kompyuterga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ikkita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o‘rnatish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847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3101139" y="24408"/>
            <a:ext cx="59897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it-IT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QtDesigner dasturini o‘rnatish</a:t>
            </a:r>
            <a:endParaRPr lang="en-US" sz="3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091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3460482-B53C-4238-B6D8-C68F3D6D8F0B}"/>
              </a:ext>
            </a:extLst>
          </p:cNvPr>
          <p:cNvSpPr/>
          <p:nvPr/>
        </p:nvSpPr>
        <p:spPr>
          <a:xfrm>
            <a:off x="809897" y="738915"/>
            <a:ext cx="10572206" cy="1060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QtDesigner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PyQt5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ishlashda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beradigan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grafik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ta'minotdir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grafik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interfeyslarni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foydalidir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chunki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interfeysi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elementlarini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sudralab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 (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drag and drop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joylashtirish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imkonini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5ADE65A-92FF-4FD2-8786-BA4E4B9C0DD9}"/>
              </a:ext>
            </a:extLst>
          </p:cNvPr>
          <p:cNvSpPr/>
          <p:nvPr/>
        </p:nvSpPr>
        <p:spPr>
          <a:xfrm>
            <a:off x="2256133" y="1698405"/>
            <a:ext cx="7679731" cy="8735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u="sng" dirty="0">
                <a:solidFill>
                  <a:srgbClr val="0563C1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https://build-system.fman.io/qt-designer-download</a:t>
            </a:r>
            <a:r>
              <a:rPr lang="en-US" u="sng" dirty="0">
                <a:solidFill>
                  <a:srgbClr val="0563C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mana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havola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Windows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Qt Designer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yuklab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olinadi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o‘rnatiladi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5E921F8-0796-4EA2-9E02-C119A663104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17226" y="2688522"/>
            <a:ext cx="9757542" cy="37813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66002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66B2423-ECD8-4674-A7F9-E351A870C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35" y="431426"/>
            <a:ext cx="11295530" cy="63537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02FD203-B77E-4079-A0BB-0B8B62BE8972}"/>
              </a:ext>
            </a:extLst>
          </p:cNvPr>
          <p:cNvSpPr/>
          <p:nvPr/>
        </p:nvSpPr>
        <p:spPr>
          <a:xfrm>
            <a:off x="4781056" y="44165"/>
            <a:ext cx="2629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QtDesigner ishchi oynasi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05167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8" cy="4032448"/>
          </a:xfrm>
          <a:prstGeom prst="rect">
            <a:avLst/>
          </a:prstGeom>
        </p:spPr>
      </p:pic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0E19030-F19A-442D-919A-C77C65A8E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680</Words>
  <Application>Microsoft Office PowerPoint</Application>
  <PresentationFormat>Широкоэкранный</PresentationFormat>
  <Paragraphs>63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41</cp:revision>
  <dcterms:created xsi:type="dcterms:W3CDTF">2025-10-09T18:23:36Z</dcterms:created>
  <dcterms:modified xsi:type="dcterms:W3CDTF">2025-10-10T11:08:08Z</dcterms:modified>
</cp:coreProperties>
</file>