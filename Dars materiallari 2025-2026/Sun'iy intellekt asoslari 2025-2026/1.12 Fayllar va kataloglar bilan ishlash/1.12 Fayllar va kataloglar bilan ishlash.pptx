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8" r:id="rId2"/>
    <p:sldId id="256" r:id="rId3"/>
    <p:sldId id="267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90" r:id="rId14"/>
    <p:sldId id="291" r:id="rId15"/>
    <p:sldId id="292" r:id="rId16"/>
    <p:sldId id="293" r:id="rId17"/>
    <p:sldId id="294" r:id="rId18"/>
    <p:sldId id="296" r:id="rId19"/>
    <p:sldId id="297" r:id="rId20"/>
    <p:sldId id="298" r:id="rId21"/>
    <p:sldId id="299" r:id="rId22"/>
    <p:sldId id="300" r:id="rId23"/>
    <p:sldId id="301" r:id="rId24"/>
    <p:sldId id="279" r:id="rId2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AAE26-E3C2-4F24-AF55-745CC0A7744C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43711-E8ED-4547-9568-7985080714E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915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D201F-7B90-46D3-83AE-B4372096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0232D-66AB-4F1D-A029-A7107022B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1733F7-21B8-4129-9BE0-B23D402A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4BD43E-B803-4C98-800C-16C5A3C6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88BAF-65EF-4319-A081-E4413643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364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1B395-842F-4402-9A04-D92AB6DB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828AA1-A293-4C77-9A6F-6C1EF2F6D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790BF-FA23-4439-8BAA-03D269FAC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A2844-7072-4FA6-916D-8E060AE8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35B883-1104-4950-997E-460B19D8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962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FD1AA-A79D-45E3-9FD2-17D52EE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F48011-CDFF-4FD2-B078-C3637F7B2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482466-A28A-4A01-B405-DDD4C20A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B2639D-908C-421E-A2F9-A9CDAFB4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1E3F9D-7C1F-4F32-B320-D2D91775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5992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AD727-1945-493E-8530-F081A92B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210622-F745-4B30-BECB-A0DC3A531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CB81D2-948F-46F3-BCC0-60010FE99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A6C57E-74B6-45F9-8E2E-18B54C4C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E13305-DA32-4DEA-82CE-A9F6EE26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47D1E0-6AE1-4E11-BC52-3745AEBD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022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1988E-FF99-48B4-8F48-F14167B28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CF06BB-5274-40D2-B055-5FDFE1237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7A2A27-DDA3-44CA-B9E6-ABDCA06AA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152C04-D564-4BAF-BC01-2CDB43160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934B261-46DE-4FBE-B3D2-A03D50C98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61CCC1A-C384-49B7-8E0E-07DDC28C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3604F6-12BF-4788-BFC4-10B9A89F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925B855-CE6A-4FAC-8E31-55726B33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755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DEE9A-22D6-42C2-9F30-532432C1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C72426F-37B4-427E-80E4-43BE0C25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88D65F-CFF3-4178-949B-542D45A4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E667E0-1E9A-4159-8F16-09D66981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842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54908A-9A44-43B6-BEB2-A665B9F7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316E67-3AF8-452A-9C6E-A2D9DCFD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06EC7F-4049-4E20-803D-CFF0D855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873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166EF-B3FD-49EE-9E5D-71FA6518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8BE1B-C336-4C14-91C5-4832816C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361764-F9B2-4672-BFD1-8267025DF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591F49-624F-4A99-A92B-1C6A7AFC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C5BC12-E19C-4CD3-B3CE-A1D3ACB8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586F5A-10A5-4B02-8C77-C9183142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1235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03EB7-666D-49C5-8693-84A75E64B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44EAB9-246D-4B0E-ADA1-CD058B74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58C284-1D65-4CB2-9DEE-D3FF61A63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5B922C-2CEA-4859-AFF6-130DBDF4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BB3219-A374-4D01-8CCF-B99C6609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230C61-5CEA-4523-AB38-2ECDA5CB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650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99561-5CB7-428E-B017-7F7BFB3A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B579CA-C433-4E45-9C16-D57B7A1AA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67203-A75A-4C61-95B1-4B4411074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82FBC4-40B0-467F-AF97-C749B367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33E22-3478-4487-B5EA-9450E304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605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7942745-33B4-4FD0-B2E0-BAE5BA97B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34EAF-C044-41A1-BEE4-CA92568FE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822C50-7386-439B-B846-30210274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932885-FA62-4886-A40E-F8712A3B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3CCA5-CFF5-4088-ABB0-4D018AD8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8303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99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60F4BC-45C3-4D63-B908-5A5C4F83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31DB2E-8E30-48D6-8599-76F8BF810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394E13-581A-4262-918A-23FB29CA1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556AC-64A7-4FFA-B35B-88245C0DA323}" type="datetimeFigureOut">
              <a:rPr lang="LID4096" smtClean="0"/>
              <a:t>10/02/2025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600562-5CE5-4B7E-85AE-5C8A46750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64C79C-9703-4912-9E37-46AB9DD8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FB584-928D-4CD1-8EE0-886A30D343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34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12-mashg‘ulot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amaliy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sv-SE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Fayllar va kataloglar bilan ishlash.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Fayllar va kataloglar bilan ishlash.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3429000"/>
            <a:ext cx="11286310" cy="104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os</a:t>
            </a:r>
            <a:r>
              <a:rPr lang="en-US" sz="2400" dirty="0"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katalog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yo‘lini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Katalog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EE1BD2-6377-402D-B8A7-8BDE1B13FF8E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1-o‘quv savoli. Faylni ochish. Fayllar bilan ishlovchi metodlar. 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E78F166-E3B2-41A3-8BFC-13408F5B9496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E0B382-DB31-401C-B6F4-E476D6F6F38E}"/>
              </a:ext>
            </a:extLst>
          </p:cNvPr>
          <p:cNvSpPr/>
          <p:nvPr/>
        </p:nvSpPr>
        <p:spPr>
          <a:xfrm>
            <a:off x="548640" y="1440292"/>
            <a:ext cx="11094720" cy="342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ko‘plab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qo‘llab-quvvatlaydi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shartli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ravishda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ajratish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Matnli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(text)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csv</a:t>
            </a:r>
            <a:r>
              <a:rPr lang="en-US" sz="2000" dirty="0"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txt</a:t>
            </a:r>
            <a:r>
              <a:rPr lang="en-US" sz="2000" dirty="0"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html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ko‘rinishida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saqlanadigan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Ikkilik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(binary)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rasmlar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audio, video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h.k.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usuliga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ta’sir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open()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ochish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write()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close()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yopish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37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EB86A7-D40E-47F8-B007-E9F17919C96E}"/>
              </a:ext>
            </a:extLst>
          </p:cNvPr>
          <p:cNvSpPr/>
          <p:nvPr/>
        </p:nvSpPr>
        <p:spPr>
          <a:xfrm>
            <a:off x="531223" y="532937"/>
            <a:ext cx="11129554" cy="494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open(file, mode)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ochish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(path). U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absolyut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C://somedir/somefile.txt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nisbiy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somedir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/somefile.txt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bo‘lishi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Nisbiy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yo‘lda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qidiruv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joriy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ishchi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katalogga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nisbatan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bajariladi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ochish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rejimi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(Read)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topilmasa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FileNotFoundError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(Write)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eski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o‘chib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yangidan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(Append)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oxiriga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(Binary)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ikkilik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rejim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rb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wb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r+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FileNotFoundError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w+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to‘liq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yangilanadi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a+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oxiriga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01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4AC8AE-AC7D-45D1-A281-9018172901B9}"/>
              </a:ext>
            </a:extLst>
          </p:cNvPr>
          <p:cNvSpPr/>
          <p:nvPr/>
        </p:nvSpPr>
        <p:spPr>
          <a:xfrm>
            <a:off x="3048000" y="1267621"/>
            <a:ext cx="6096000" cy="29142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misollar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Matnli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faylni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ochish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20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hello.txt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0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Ikkilik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faylni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o‘qish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uchun</a:t>
            </a:r>
            <a:r>
              <a:rPr lang="en-US" sz="20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ochish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20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image.png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20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0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rb</a:t>
            </a:r>
            <a:r>
              <a:rPr lang="en-US" sz="20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0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23AD44-C0D3-42C4-8CAE-675958DE2FF4}"/>
              </a:ext>
            </a:extLst>
          </p:cNvPr>
          <p:cNvSpPr/>
          <p:nvPr/>
        </p:nvSpPr>
        <p:spPr>
          <a:xfrm>
            <a:off x="3048000" y="1904452"/>
            <a:ext cx="6096000" cy="2555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close()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resurslarni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bo‘shatish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tugagach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albatta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yopilishi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20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hello.txt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0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...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amallar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...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sz="2000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20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close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87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4F1B19-0913-417E-9D76-1D9E7FE92EDD}"/>
              </a:ext>
            </a:extLst>
          </p:cNvPr>
          <p:cNvSpPr/>
          <p:nvPr/>
        </p:nvSpPr>
        <p:spPr>
          <a:xfrm>
            <a:off x="3048000" y="121920"/>
            <a:ext cx="6096000" cy="62535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try/finally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ochish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vaqtida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close()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chaqirilmay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qolishi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oldini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try/finally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try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hello.txt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try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ishlash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...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yerda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o‘qish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amallari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...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finally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close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yopiladi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except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Exception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ex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27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61C362-3E0C-4233-8438-34323527301D}"/>
              </a:ext>
            </a:extLst>
          </p:cNvPr>
          <p:cNvSpPr/>
          <p:nvPr/>
        </p:nvSpPr>
        <p:spPr>
          <a:xfrm>
            <a:off x="923109" y="770598"/>
            <a:ext cx="10345782" cy="4401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qulay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with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kontekst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menejeri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with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ochilgan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blok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tugashi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avtomatik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yopiladi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hatto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xatoda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ham):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20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hello.txt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20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20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2000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myfile</a:t>
            </a:r>
            <a:r>
              <a:rPr lang="en-US" sz="20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lang="en-US" sz="20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ishlayapmiz</a:t>
            </a:r>
            <a:r>
              <a:rPr lang="en-US" sz="20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...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yerda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/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o‘qish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amallari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...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bu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yerga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kelganda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yopilgan</a:t>
            </a:r>
            <a:r>
              <a:rPr lang="en-US" sz="20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bo‘ladi</a:t>
            </a:r>
            <a:endParaRPr lang="en-US" sz="2000" i="1" dirty="0">
              <a:solidFill>
                <a:srgbClr val="AAAAAA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Eslatma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Matnli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har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doim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encoding='utf-8'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etiladi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fayllarda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rejimidan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rb</a:t>
            </a:r>
            <a:r>
              <a:rPr lang="en-US" sz="2000" dirty="0">
                <a:latin typeface="Consolas" panose="020B0609020204030204" pitchFamily="49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7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A8DBB3-CFFF-4850-B6E7-81FAD477701E}"/>
              </a:ext>
            </a:extLst>
          </p:cNvPr>
          <p:cNvSpPr/>
          <p:nvPr/>
        </p:nvSpPr>
        <p:spPr>
          <a:xfrm>
            <a:off x="966651" y="1152396"/>
            <a:ext cx="10258698" cy="3427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butun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mazmunini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ko‘rinishida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readline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bitta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o‘qiydi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readlines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qatorlarni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write(string)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writelines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list_of_strings</a:t>
            </a: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ro‘yxatdagi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seek(offset)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kursorni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kerakli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baytga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o‘tkazadi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tell()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kursorning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hozirgi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pozitsiyasini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482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765E1B-D4CF-47B5-A064-247DC80D7A18}"/>
              </a:ext>
            </a:extLst>
          </p:cNvPr>
          <p:cNvSpPr/>
          <p:nvPr/>
        </p:nvSpPr>
        <p:spPr>
          <a:xfrm>
            <a:off x="1193074" y="846850"/>
            <a:ext cx="9805852" cy="5164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Misollar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1.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yozish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encoding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utf-8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write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darslari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\n")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write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Fayllar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ishlash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2.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Fayldan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o‘qish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encoding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utf-8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read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mazmuni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\n",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content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3.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qatorma-qator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o‘qish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encoding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utf-8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for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line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Qator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line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strip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16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D1D460-24D6-4EF6-A3C2-D23B5399A0E1}"/>
              </a:ext>
            </a:extLst>
          </p:cNvPr>
          <p:cNvSpPr/>
          <p:nvPr/>
        </p:nvSpPr>
        <p:spPr>
          <a:xfrm>
            <a:off x="357051" y="203421"/>
            <a:ext cx="6096000" cy="1391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Fayldan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qatordagi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demo.txt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encoding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utf-8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line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readline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line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862E93-E411-4A6C-B262-50A310AA16FA}"/>
              </a:ext>
            </a:extLst>
          </p:cNvPr>
          <p:cNvSpPr/>
          <p:nvPr/>
        </p:nvSpPr>
        <p:spPr>
          <a:xfrm>
            <a:off x="357051" y="2512946"/>
            <a:ext cx="6096000" cy="14258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Faylga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qatorni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yozish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lines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["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Birinci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qator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\n",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Ikkinchi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qator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\n"]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multi.txt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encoding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utf-8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writelines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lines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9A024B-1AD5-49D9-950C-9EDB0A1EC671}"/>
              </a:ext>
            </a:extLst>
          </p:cNvPr>
          <p:cNvSpPr/>
          <p:nvPr/>
        </p:nvSpPr>
        <p:spPr>
          <a:xfrm>
            <a:off x="357051" y="4815326"/>
            <a:ext cx="6096000" cy="13916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Fayldan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100-baytdan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keyingi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with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open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demo.txt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encoding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utf-8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as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seek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100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read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B45BDF5-B159-4E35-8DF5-0E714D17C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639" y="548754"/>
            <a:ext cx="5022812" cy="5354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open()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funksiyasining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default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rejimi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'r'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o‘qish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rejimi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bo‘lishi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aks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FileNotFoundError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xatosi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yuz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1: Default ('r')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rejim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demo.txt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mode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bermasdan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ochamiz</a:t>
            </a:r>
            <a:endParaRPr kumimoji="0" lang="en-US" altLang="LID4096" sz="1400" b="0" i="1" u="none" strike="noStrike" cap="none" normalizeH="0" baseline="0" dirty="0">
              <a:ln>
                <a:noFill/>
              </a:ln>
              <a:solidFill>
                <a:srgbClr val="AAAAAA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demo.txt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aslida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open("demo.txt", "r")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LID4096" sz="1400" b="0" i="0" u="none" strike="noStrike" cap="none" normalizeH="0" baseline="0" dirty="0" err="1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400" b="1" i="0" u="none" strike="noStrike" cap="none" normalizeH="0" baseline="0" dirty="0" err="1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kumimoji="0" lang="en-US" altLang="LID4096" sz="1400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kumimoji="0" lang="en-US" altLang="LID4096" sz="1400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Bu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ochadi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    open("demo.txt")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open("demo.txt", "r")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Agar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mazmuni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Agar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bo‘lmasa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FileNotFoundError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xatosi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400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kumimoji="0" lang="en-US" altLang="LID4096" sz="1400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851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EE1BD2-6377-402D-B8A7-8BDE1B13FF8E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2-o‘quv savoli: os modulining imkoniyatlari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E78F166-E3B2-41A3-8BFC-13408F5B9496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5FC641D0-9747-4E36-96DB-BB80C326F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28" y="708061"/>
            <a:ext cx="11649343" cy="2123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Katalog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fayllar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tayyor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asosiylari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papka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yaratadi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rmdir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papkani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o‘chiradi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rename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faylning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nomini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o‘zgartiradi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ru-RU" altLang="LID4096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kumimoji="0" lang="ru-RU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faylni</a:t>
            </a:r>
            <a:r>
              <a:rPr kumimoji="0" lang="ru-RU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o‘chiradi</a:t>
            </a:r>
            <a:endParaRPr kumimoji="0" lang="ru-RU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71834A-8CA4-4246-9470-34AA14D89061}"/>
              </a:ext>
            </a:extLst>
          </p:cNvPr>
          <p:cNvSpPr/>
          <p:nvPr/>
        </p:nvSpPr>
        <p:spPr>
          <a:xfrm>
            <a:off x="1158239" y="3213051"/>
            <a:ext cx="9875520" cy="3272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Papka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mkdir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Papkani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shu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joriy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joyda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yaratadi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mkdir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Mutlaq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yo‘l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orqali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yaratish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mkdir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somedir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mkdir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somedir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42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995C59-4594-4955-B177-1A0718A8BF2E}"/>
              </a:ext>
            </a:extLst>
          </p:cNvPr>
          <p:cNvSpPr/>
          <p:nvPr/>
        </p:nvSpPr>
        <p:spPr>
          <a:xfrm>
            <a:off x="2464526" y="1784771"/>
            <a:ext cx="7262948" cy="2275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Papkani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o‘chirish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rmdir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Papkani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o‘chirish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(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faqat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bo‘sh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bo‘lsa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ishlaydi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rmdir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rmdir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somedir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858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D1B05AC-21F8-4999-B146-FFD749DFF1C2}"/>
              </a:ext>
            </a:extLst>
          </p:cNvPr>
          <p:cNvSpPr/>
          <p:nvPr/>
        </p:nvSpPr>
        <p:spPr>
          <a:xfrm>
            <a:off x="2011680" y="2038587"/>
            <a:ext cx="8168640" cy="2780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nomini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o‘zgartirish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rename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Faylning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nomini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o‘zgartirish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somefile.txt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     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30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E4053C-64AB-4D66-9BFF-F39B988B026D}"/>
              </a:ext>
            </a:extLst>
          </p:cNvPr>
          <p:cNvSpPr/>
          <p:nvPr/>
        </p:nvSpPr>
        <p:spPr>
          <a:xfrm>
            <a:off x="2569029" y="2246336"/>
            <a:ext cx="7053942" cy="2365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Faylni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o‘chirish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remove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o‘chirish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remove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hello.txt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884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7382772-E0F1-4371-9F04-F0A6C8B43E3C}"/>
              </a:ext>
            </a:extLst>
          </p:cNvPr>
          <p:cNvSpPr/>
          <p:nvPr/>
        </p:nvSpPr>
        <p:spPr>
          <a:xfrm>
            <a:off x="2325189" y="1623088"/>
            <a:ext cx="7541622" cy="3611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mavjudligini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tekshirish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os.path.exists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filename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manzilini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kiriting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path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exists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filename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):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mavjud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else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topilmadi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98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EE1BD2-6377-402D-B8A7-8BDE1B13FF8E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3-o‘quv savoli: Fayl va katalog yo‘lini o‘zgartirish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E78F166-E3B2-41A3-8BFC-13408F5B9496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84FC81-AB7A-4CEB-99E2-13A5AD83BC54}"/>
              </a:ext>
            </a:extLst>
          </p:cNvPr>
          <p:cNvSpPr/>
          <p:nvPr/>
        </p:nvSpPr>
        <p:spPr>
          <a:xfrm>
            <a:off x="740229" y="753428"/>
            <a:ext cx="10711542" cy="1053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Kompyuterda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katalog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to‘liq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(absolute path)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nisbiy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(relative path)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ko‘rsatiladi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Ba’zi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katalogni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(working directory)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o‘zgartirish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talab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Python’da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bajarish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os.path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modullari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qo‘llaniladi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0D3E91F-C7C3-4621-B047-565FF2B52357}"/>
              </a:ext>
            </a:extLst>
          </p:cNvPr>
          <p:cNvSpPr/>
          <p:nvPr/>
        </p:nvSpPr>
        <p:spPr>
          <a:xfrm>
            <a:off x="844731" y="2231572"/>
            <a:ext cx="10502538" cy="3709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Ishchi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katalogni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o‘zgartirish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Joriy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katalog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getcwd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hozirgi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ishchi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joy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chdir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# Windows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misoli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Yangi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katalog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getcwd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())</a:t>
            </a:r>
          </a:p>
          <a:p>
            <a:pPr marL="228600">
              <a:lnSpc>
                <a:spcPct val="120000"/>
              </a:lnSpc>
              <a:spcAft>
                <a:spcPts val="0"/>
              </a:spcAft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os.getcwd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joriy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ishchi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katalogni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qaytaradi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os.chdir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(path)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ishchi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katalogni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path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o‘zgartiradi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376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29C357-7802-479F-80F1-66AB906638AF}"/>
              </a:ext>
            </a:extLst>
          </p:cNvPr>
          <p:cNvSpPr/>
          <p:nvPr/>
        </p:nvSpPr>
        <p:spPr>
          <a:xfrm>
            <a:off x="1950720" y="1848791"/>
            <a:ext cx="8290560" cy="3160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Yo‘llarni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to‘g‘ri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Muammo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Windows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Linux’da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belgilar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turlicha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Yechim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os.path.join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path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path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join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C: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\\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Users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User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Desktop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data.txt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path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Windows’da</a:t>
            </a:r>
            <a:r>
              <a:rPr lang="en-US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: C:\Users\User\Desktop\data.txt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460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0FCD24C-F9A1-4887-8ACF-02E205591EEF}"/>
              </a:ext>
            </a:extLst>
          </p:cNvPr>
          <p:cNvSpPr/>
          <p:nvPr/>
        </p:nvSpPr>
        <p:spPr>
          <a:xfrm>
            <a:off x="3048000" y="2055963"/>
            <a:ext cx="6096000" cy="27460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mutlaq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import</a:t>
            </a: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os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path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abspath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demo.txt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"))</a:t>
            </a:r>
          </a:p>
          <a:p>
            <a:pPr marL="228600">
              <a:lnSpc>
                <a:spcPct val="150000"/>
              </a:lnSpc>
              <a:spcAft>
                <a:spcPts val="0"/>
              </a:spcAft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Nisbiy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mutlaq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yo‘lga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aylantirib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13719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EE1BD2-6377-402D-B8A7-8BDE1B13FF8E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4-o‘quv savoli: Katalog va fayl bilan ishlovchi funksiya va metodlar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E78F166-E3B2-41A3-8BFC-13408F5B9496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BA70F3-E998-44DE-917D-24D44B3D4D71}"/>
              </a:ext>
            </a:extLst>
          </p:cNvPr>
          <p:cNvSpPr/>
          <p:nvPr/>
        </p:nvSpPr>
        <p:spPr>
          <a:xfrm>
            <a:off x="4112123" y="698587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Python’da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fayl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modullari</a:t>
            </a:r>
            <a:endParaRPr lang="LID4096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FC8D00B-671A-45C2-8495-F884696BA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982249"/>
              </p:ext>
            </p:extLst>
          </p:nvPr>
        </p:nvGraphicFramePr>
        <p:xfrm>
          <a:off x="496387" y="1221805"/>
          <a:ext cx="11199224" cy="52241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7967">
                  <a:extLst>
                    <a:ext uri="{9D8B030D-6E8A-4147-A177-3AD203B41FA5}">
                      <a16:colId xmlns:a16="http://schemas.microsoft.com/office/drawing/2014/main" val="3100719630"/>
                    </a:ext>
                  </a:extLst>
                </a:gridCol>
                <a:gridCol w="7881257">
                  <a:extLst>
                    <a:ext uri="{9D8B030D-6E8A-4147-A177-3AD203B41FA5}">
                      <a16:colId xmlns:a16="http://schemas.microsoft.com/office/drawing/2014/main" val="2397787626"/>
                    </a:ext>
                  </a:extLst>
                </a:gridCol>
              </a:tblGrid>
              <a:tr h="2578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Vazifasi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1431450040"/>
                  </a:ext>
                </a:extLst>
              </a:tr>
              <a:tr h="513656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os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kataloglarni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o‘chirish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o‘zgartirish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mavjudligini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tekshirish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1283016507"/>
                  </a:ext>
                </a:extLst>
              </a:tr>
              <a:tr h="406199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shutil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kataloglarni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nusxalash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ko‘chirish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o‘chirish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1796772559"/>
                  </a:ext>
                </a:extLst>
              </a:tr>
              <a:tr h="401372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pathlib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Ob’yektga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yo‘naltirilgan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uslubda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yo‘llari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50232385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tempfile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Vaqtinchalik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katalog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4276456128"/>
                  </a:ext>
                </a:extLst>
              </a:tr>
              <a:tr h="257878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glob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Maskalar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qidirish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masalan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*.txt)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793486551"/>
                  </a:ext>
                </a:extLst>
              </a:tr>
              <a:tr h="510505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fnmatch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nomlarini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pattern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filtrlash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3966710094"/>
                  </a:ext>
                </a:extLst>
              </a:tr>
              <a:tr h="510505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csv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2003572927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json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3939510377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pickle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obyektlarini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binary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faylga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saqlash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814644840"/>
                  </a:ext>
                </a:extLst>
              </a:tr>
              <a:tr h="401372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shelve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Faylga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lug‘atga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o‘xshash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ko‘rinishda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obyektlarni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saqlash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2918461437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zipfile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ZIP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3061930893"/>
                  </a:ext>
                </a:extLst>
              </a:tr>
              <a:tr h="510505"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tarfile</a:t>
                      </a:r>
                      <a:endParaRPr lang="en-US" sz="18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tc>
                  <a:txBody>
                    <a:bodyPr/>
                    <a:lstStyle/>
                    <a:p>
                      <a:pPr marL="360000"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sv-SE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TAR, GZ arxiv fayllar bilan ishlash</a:t>
                      </a:r>
                      <a:endParaRPr lang="sv-SE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589" marR="8589" marT="8589" marB="8589" anchor="ctr"/>
                </a:tc>
                <a:extLst>
                  <a:ext uri="{0D108BD9-81ED-4DB2-BD59-A6C34878D82A}">
                    <a16:rowId xmlns:a16="http://schemas.microsoft.com/office/drawing/2014/main" val="1634231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6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ED5BAFD-48C3-41BA-A0CB-E383DFD55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864" y="0"/>
            <a:ext cx="8530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53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2699318-ABE1-4F7F-AA74-7E56E8DC5E48}"/>
              </a:ext>
            </a:extLst>
          </p:cNvPr>
          <p:cNvSpPr/>
          <p:nvPr/>
        </p:nvSpPr>
        <p:spPr>
          <a:xfrm>
            <a:off x="1079863" y="1028343"/>
            <a:ext cx="10032274" cy="4722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# input.txt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fayldan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o‘qiymiz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with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open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</a:rPr>
              <a:t>input.txt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</a:rPr>
              <a:t>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readline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strip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     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massiv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elementlari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soni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map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readline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split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massiv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elementlari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b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Massivni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tartiblash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arr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sort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b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Ikkinchi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eng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katta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element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second_max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]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b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# output.txt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faylga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yozamiz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with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</a:rPr>
              <a:t>open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</a:rPr>
              <a:t>output.txt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</a:rPr>
              <a:t>w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: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write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</a:rPr>
              <a:t>str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</a:rPr>
              <a:t>second_max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7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2028</Words>
  <Application>Microsoft Office PowerPoint</Application>
  <PresentationFormat>Широкоэкранный</PresentationFormat>
  <Paragraphs>215</Paragraphs>
  <Slides>24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55</cp:revision>
  <dcterms:created xsi:type="dcterms:W3CDTF">2025-10-02T03:25:27Z</dcterms:created>
  <dcterms:modified xsi:type="dcterms:W3CDTF">2025-10-02T06:48:23Z</dcterms:modified>
</cp:coreProperties>
</file>