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D33B5-D691-4832-8A72-86F1A52B2A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D020C6-71A0-47EA-AAD7-A3E06A2AB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7FF4CB-4835-4734-8840-150CE6C52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E42B-3627-481A-880C-2D8A39EF028B}" type="datetimeFigureOut">
              <a:rPr lang="LID4096" smtClean="0"/>
              <a:t>09/27/2025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737348-5783-4106-AA64-835C43AF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214AC5-A255-43AF-B6B4-4FD524A2A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63EA-2901-43F4-A912-90D309A5928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27412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F7C4CC-F253-4976-BCD2-4E0972099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CB7A58-EC4F-4DA8-A570-0BBBDB331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1F3E04-CA75-4368-8C3A-90AABABF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E42B-3627-481A-880C-2D8A39EF028B}" type="datetimeFigureOut">
              <a:rPr lang="LID4096" smtClean="0"/>
              <a:t>09/27/2025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EE951A-FC86-4549-A081-808EF6D63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32FB0A1-BA4B-4B3C-8BFC-BCBD755C0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63EA-2901-43F4-A912-90D309A5928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66431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52B1F4-5548-4C88-BE2D-A692F2908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E31605-9385-47F9-BE31-CCACE37AF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5DB8E1-37D2-4E91-9FE4-357593362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E42B-3627-481A-880C-2D8A39EF028B}" type="datetimeFigureOut">
              <a:rPr lang="LID4096" smtClean="0"/>
              <a:t>09/27/2025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A689F3-6BED-40DF-9DF2-4EAD6C0C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8761AC-02BE-4B77-B191-60004B0AA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63EA-2901-43F4-A912-90D309A5928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98762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97E6F7-962B-4215-8DF3-6973A7C1E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2D3D0E-1898-4853-ABBA-9B8A32012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27F26E-1A88-4854-B3CC-AE4D93D29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5C37A8-4A67-43EE-A7E1-23C6E1D28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E42B-3627-481A-880C-2D8A39EF028B}" type="datetimeFigureOut">
              <a:rPr lang="LID4096" smtClean="0"/>
              <a:t>09/27/2025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6B06BF-CB3F-4F41-AA62-44A1A262E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296105-C394-4560-A420-20749CE97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63EA-2901-43F4-A912-90D309A5928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8241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0202A-C540-4D7B-B536-FA257DDD4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89D2C1A-793C-4F4C-99A3-F31C1FB72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093F9F-6325-4918-B37F-51A12A0BC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3CF41B-44E2-4378-9D2E-BB3B37BEE1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70D40DE-C9BC-477D-8455-502FAC4A67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3D74566-B676-4459-942D-8EF4397DD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E42B-3627-481A-880C-2D8A39EF028B}" type="datetimeFigureOut">
              <a:rPr lang="LID4096" smtClean="0"/>
              <a:t>09/27/2025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A94A7BE-24BF-4F62-9486-B351782B1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C571AC9-3C49-462C-83F8-BBF2FEF1E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63EA-2901-43F4-A912-90D309A5928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5910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9054A2-1F61-4C2D-8424-F6F035BC4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0E815B5-3DA1-4076-A280-E8358BB85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E42B-3627-481A-880C-2D8A39EF028B}" type="datetimeFigureOut">
              <a:rPr lang="LID4096" smtClean="0"/>
              <a:t>09/27/2025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37410C5-C18F-4C61-8F08-CFB3F8081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5EB069-1005-489E-8A6D-69E7F3C37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63EA-2901-43F4-A912-90D309A5928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6432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00F9B65-3417-4C01-861C-6EC479633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E42B-3627-481A-880C-2D8A39EF028B}" type="datetimeFigureOut">
              <a:rPr lang="LID4096" smtClean="0"/>
              <a:t>09/27/2025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9DBE5C0-522E-4F18-A020-EDE8720C4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37998C-912C-413E-830E-6D271267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63EA-2901-43F4-A912-90D309A5928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46358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28E627-CFD6-4C1A-A6CE-09330E38C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BF4EC3-9191-4AA8-B444-A69CD19C4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E958062-A8E3-427F-9B88-EFB408713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4624B5-08AF-44B4-9FF4-792E5EF9F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E42B-3627-481A-880C-2D8A39EF028B}" type="datetimeFigureOut">
              <a:rPr lang="LID4096" smtClean="0"/>
              <a:t>09/27/2025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77CFC47-B696-44E5-B576-D358AE86C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D93618-9BA6-49A9-9602-DB14284C7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63EA-2901-43F4-A912-90D309A5928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53965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2B5FE-399C-4D26-BD48-ECA341489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40BF2CB-B914-4CE4-88DD-EE5834677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CDD91B4-D7A1-41B2-BCFE-03C379409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5C4A48-6F99-43D2-8C63-FF536BFAA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E42B-3627-481A-880C-2D8A39EF028B}" type="datetimeFigureOut">
              <a:rPr lang="LID4096" smtClean="0"/>
              <a:t>09/27/2025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109F57-5018-4766-B3E4-6686ACFC5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5A753C6-6691-48F8-A2B6-0571EDE07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63EA-2901-43F4-A912-90D309A5928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5220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1CDD53-BF67-497F-BCEF-8B9207CAA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54A11B6-C367-4182-AB4F-CF8DFBA504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140462-EF76-44DB-B620-3A9A96847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E42B-3627-481A-880C-2D8A39EF028B}" type="datetimeFigureOut">
              <a:rPr lang="LID4096" smtClean="0"/>
              <a:t>09/27/2025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EA45B1-17ED-46C5-B947-91E62953F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9970F9C-97A8-44B2-B227-ED0F5163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63EA-2901-43F4-A912-90D309A5928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856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FE9E13E-716B-4C8F-9315-836982211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1C5DBE-76E3-4A7E-B8AA-ABC5352B8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B3179B-24B4-44AF-835D-D0DAC5699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DCE42B-3627-481A-880C-2D8A39EF028B}" type="datetimeFigureOut">
              <a:rPr lang="LID4096" smtClean="0"/>
              <a:t>09/27/2025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3BA676-1A67-4683-93FB-5E8B67EED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F5E4CB-7AED-4E54-834B-EFBA7DB25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463EA-2901-43F4-A912-90D309A5928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4668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AE217-BE26-4A41-9C61-8208777DC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525826-0D66-49EF-B722-F44F0E3E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7101B5-B401-412B-B2C9-00561B3ACB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CE42B-3627-481A-880C-2D8A39EF028B}" type="datetimeFigureOut">
              <a:rPr lang="LID4096" smtClean="0"/>
              <a:t>09/27/2025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1CB628-27F4-4C9D-B1CC-2ACCA6020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E0D9C6-453B-48A3-93A0-99E6CBA42F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3463EA-2901-43F4-A912-90D309A5928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1117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6D0DF36-EFDA-4C63-B5C7-CF9A3CAF8618}"/>
              </a:ext>
            </a:extLst>
          </p:cNvPr>
          <p:cNvSpPr/>
          <p:nvPr/>
        </p:nvSpPr>
        <p:spPr>
          <a:xfrm>
            <a:off x="261256" y="585144"/>
            <a:ext cx="6113417" cy="56877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2025-yil 26-sentabr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Washington </a:t>
            </a:r>
            <a:r>
              <a:rPr 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’da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chop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mazmuni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Hujjatlar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Rossiya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Xitoy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o‘rtasida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chuqurlashayotgan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hamkorlikdan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Rossiya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Xitoyning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havo-desant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batalyonini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qurollantirish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o‘qitishga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rozi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Bitimlar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Xitoy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BMD-4M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amfibiya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texnikalari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Sprut-SDM1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o‘ziyurar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tankga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qarshi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qurollar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BTR-MDM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zirhli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transportyorlar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parashyut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Rossiya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mutaxassislari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Xitoy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desantchilarini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jangovar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qo‘llash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qo‘mondonlik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nazorat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tizimlaridan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foydalanishga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o‘rgatishi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rejalashtirilgan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Maqsad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Xitoyning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Tayvanga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qarshi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tezkor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havo-desant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operatsiyalarini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qobiliyatini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09A591-1F98-4261-9990-060307CE6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29" y="1632857"/>
            <a:ext cx="5526594" cy="3592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217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FD747CA-5061-446F-8636-9FC3CA5590BF}"/>
              </a:ext>
            </a:extLst>
          </p:cNvPr>
          <p:cNvSpPr/>
          <p:nvPr/>
        </p:nvSpPr>
        <p:spPr>
          <a:xfrm>
            <a:off x="3048000" y="1582341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ahamiyati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kelishuvlar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Rossiya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Xitoy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o‘rtasidagi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hamkorlikni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ramziy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haqiqiy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texnologiya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tajriba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almashish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darajasiga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chiqqanini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Pentagon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Ukraina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Yevropaga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e’tiborni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qaratish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vaqtda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Osiyo-Tinch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okean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mintaqasida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Xitoyni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jilovlashni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qiyinlashtiradigan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Xitoy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Rossiya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tajribasi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ayniqsa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Ukraina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Suriya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urushlarida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sinovdan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o‘tgan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havo-desant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taktikasi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Tayvanga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bostirib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rejalari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deb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qaralmoqda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Xullas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yangilik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Rossiya–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Xitoy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harbiy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ittifoqi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chuqurlashib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borayotganini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Tayvan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atrofidagi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geosiyosiy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vaziyatni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keskinlashtirishi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mumkinligini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ko‘rsatadi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0831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6553E5CB-147B-4F17-BD78-FE3CF566FB1B}"/>
              </a:ext>
            </a:extLst>
          </p:cNvPr>
          <p:cNvSpPr/>
          <p:nvPr/>
        </p:nvSpPr>
        <p:spPr>
          <a:xfrm>
            <a:off x="687977" y="24490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M" b="1" dirty="0"/>
              <a:t>🌍 </a:t>
            </a:r>
            <a:r>
              <a:rPr lang="en-US" b="1" dirty="0" err="1"/>
              <a:t>Geosiyosiy</a:t>
            </a:r>
            <a:r>
              <a:rPr lang="en-US" b="1" dirty="0"/>
              <a:t> </a:t>
            </a:r>
            <a:r>
              <a:rPr lang="en-US" b="1" dirty="0" err="1"/>
              <a:t>kontekst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Rossiya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Xitoyning</a:t>
            </a:r>
            <a:r>
              <a:rPr lang="en-US" dirty="0"/>
              <a:t> </a:t>
            </a:r>
            <a:r>
              <a:rPr lang="en-US" dirty="0" err="1"/>
              <a:t>harbiy</a:t>
            </a:r>
            <a:r>
              <a:rPr lang="en-US" dirty="0"/>
              <a:t> </a:t>
            </a:r>
            <a:r>
              <a:rPr lang="en-US" dirty="0" err="1"/>
              <a:t>ittifoqi</a:t>
            </a:r>
            <a:r>
              <a:rPr lang="en-US" dirty="0"/>
              <a:t> </a:t>
            </a:r>
            <a:r>
              <a:rPr lang="en-US" dirty="0" err="1"/>
              <a:t>chuqurlashayotgani</a:t>
            </a:r>
            <a:r>
              <a:rPr lang="en-US" dirty="0"/>
              <a:t> </a:t>
            </a:r>
            <a:r>
              <a:rPr lang="en-US" dirty="0" err="1"/>
              <a:t>ularning</a:t>
            </a:r>
            <a:r>
              <a:rPr lang="en-US" dirty="0"/>
              <a:t> </a:t>
            </a:r>
            <a:r>
              <a:rPr lang="en-US" b="1" dirty="0" err="1"/>
              <a:t>G‘arbga</a:t>
            </a:r>
            <a:r>
              <a:rPr lang="en-US" b="1" dirty="0"/>
              <a:t> </a:t>
            </a:r>
            <a:r>
              <a:rPr lang="en-US" b="1" dirty="0" err="1"/>
              <a:t>qarshi</a:t>
            </a:r>
            <a:r>
              <a:rPr lang="en-US" b="1" dirty="0"/>
              <a:t> global </a:t>
            </a:r>
            <a:r>
              <a:rPr lang="en-US" b="1" dirty="0" err="1"/>
              <a:t>muvozanat</a:t>
            </a:r>
            <a:r>
              <a:rPr lang="en-US" b="1" dirty="0"/>
              <a:t> </a:t>
            </a:r>
            <a:r>
              <a:rPr lang="en-US" b="1" dirty="0" err="1"/>
              <a:t>o‘rnatish</a:t>
            </a:r>
            <a:r>
              <a:rPr lang="en-US" dirty="0"/>
              <a:t> </a:t>
            </a:r>
            <a:r>
              <a:rPr lang="en-US" dirty="0" err="1"/>
              <a:t>niyatini</a:t>
            </a:r>
            <a:r>
              <a:rPr lang="en-US" dirty="0"/>
              <a:t> </a:t>
            </a:r>
            <a:r>
              <a:rPr lang="en-US" dirty="0" err="1"/>
              <a:t>ko‘rsatadi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 </a:t>
            </a:r>
            <a:r>
              <a:rPr lang="en-US" dirty="0" err="1"/>
              <a:t>jarayon</a:t>
            </a:r>
            <a:r>
              <a:rPr lang="en-US" dirty="0"/>
              <a:t> </a:t>
            </a:r>
            <a:r>
              <a:rPr lang="en-US" dirty="0" err="1"/>
              <a:t>Tayvan</a:t>
            </a:r>
            <a:r>
              <a:rPr lang="en-US" dirty="0"/>
              <a:t> </a:t>
            </a:r>
            <a:r>
              <a:rPr lang="en-US" dirty="0" err="1"/>
              <a:t>masalasi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bevosita</a:t>
            </a:r>
            <a:r>
              <a:rPr lang="en-US" dirty="0"/>
              <a:t> </a:t>
            </a:r>
            <a:r>
              <a:rPr lang="en-US" dirty="0" err="1"/>
              <a:t>bog‘liq</a:t>
            </a:r>
            <a:r>
              <a:rPr lang="en-US" dirty="0"/>
              <a:t> </a:t>
            </a:r>
            <a:r>
              <a:rPr lang="en-US" dirty="0" err="1"/>
              <a:t>bo‘lsa</a:t>
            </a:r>
            <a:r>
              <a:rPr lang="en-US" dirty="0"/>
              <a:t>-da, </a:t>
            </a:r>
            <a:r>
              <a:rPr lang="en-US" dirty="0" err="1"/>
              <a:t>butun</a:t>
            </a:r>
            <a:r>
              <a:rPr lang="en-US" dirty="0"/>
              <a:t> </a:t>
            </a:r>
            <a:r>
              <a:rPr lang="en-US" dirty="0" err="1"/>
              <a:t>mintaqa</a:t>
            </a:r>
            <a:r>
              <a:rPr lang="en-US" dirty="0"/>
              <a:t>, </a:t>
            </a:r>
            <a:r>
              <a:rPr lang="en-US" dirty="0" err="1"/>
              <a:t>jumladan</a:t>
            </a:r>
            <a:r>
              <a:rPr lang="en-US" dirty="0"/>
              <a:t> </a:t>
            </a:r>
            <a:r>
              <a:rPr lang="en-US" b="1" dirty="0" err="1"/>
              <a:t>Markaziy</a:t>
            </a:r>
            <a:r>
              <a:rPr lang="en-US" b="1" dirty="0"/>
              <a:t> </a:t>
            </a:r>
            <a:r>
              <a:rPr lang="en-US" b="1" dirty="0" err="1"/>
              <a:t>Osiyo</a:t>
            </a:r>
            <a:r>
              <a:rPr lang="en-US" dirty="0"/>
              <a:t> ham </a:t>
            </a:r>
            <a:r>
              <a:rPr lang="en-US" dirty="0" err="1"/>
              <a:t>bundan</a:t>
            </a:r>
            <a:r>
              <a:rPr lang="en-US" dirty="0"/>
              <a:t> </a:t>
            </a:r>
            <a:r>
              <a:rPr lang="en-US" dirty="0" err="1"/>
              <a:t>ta’sirlanadi</a:t>
            </a:r>
            <a:r>
              <a:rPr lang="en-US" dirty="0"/>
              <a:t>.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6D0E3A4-DE44-42A7-A6BE-B060A476D012}"/>
              </a:ext>
            </a:extLst>
          </p:cNvPr>
          <p:cNvSpPr/>
          <p:nvPr/>
        </p:nvSpPr>
        <p:spPr>
          <a:xfrm>
            <a:off x="687977" y="3012111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M" b="1" dirty="0"/>
              <a:t>🇷🇺 </a:t>
            </a:r>
            <a:r>
              <a:rPr lang="en-US" b="1" dirty="0"/>
              <a:t>Rossiya </a:t>
            </a:r>
            <a:r>
              <a:rPr lang="en-US" b="1" dirty="0" err="1"/>
              <a:t>faktori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Rossiya </a:t>
            </a:r>
            <a:r>
              <a:rPr lang="en-US" dirty="0" err="1"/>
              <a:t>Ukraina</a:t>
            </a:r>
            <a:r>
              <a:rPr lang="en-US" dirty="0"/>
              <a:t> </a:t>
            </a:r>
            <a:r>
              <a:rPr lang="en-US" dirty="0" err="1"/>
              <a:t>urushi</a:t>
            </a:r>
            <a:r>
              <a:rPr lang="en-US" dirty="0"/>
              <a:t> </a:t>
            </a:r>
            <a:r>
              <a:rPr lang="en-US" dirty="0" err="1"/>
              <a:t>tufayli</a:t>
            </a:r>
            <a:r>
              <a:rPr lang="en-US" dirty="0"/>
              <a:t> </a:t>
            </a:r>
            <a:r>
              <a:rPr lang="en-US" dirty="0" err="1"/>
              <a:t>iqtisodiy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harbiy</a:t>
            </a:r>
            <a:r>
              <a:rPr lang="en-US" dirty="0"/>
              <a:t> </a:t>
            </a:r>
            <a:r>
              <a:rPr lang="en-US" dirty="0" err="1"/>
              <a:t>jihatdan</a:t>
            </a:r>
            <a:r>
              <a:rPr lang="en-US" dirty="0"/>
              <a:t> </a:t>
            </a:r>
            <a:r>
              <a:rPr lang="en-US" dirty="0" err="1"/>
              <a:t>qiyin</a:t>
            </a:r>
            <a:r>
              <a:rPr lang="en-US" dirty="0"/>
              <a:t> </a:t>
            </a:r>
            <a:r>
              <a:rPr lang="en-US" dirty="0" err="1"/>
              <a:t>ahvolda</a:t>
            </a:r>
            <a:r>
              <a:rPr lang="en-US" dirty="0"/>
              <a:t>. Shu </a:t>
            </a:r>
            <a:r>
              <a:rPr lang="en-US" dirty="0" err="1"/>
              <a:t>sababdan</a:t>
            </a:r>
            <a:r>
              <a:rPr lang="en-US" dirty="0"/>
              <a:t> u </a:t>
            </a:r>
            <a:r>
              <a:rPr lang="en-US" b="1" dirty="0" err="1"/>
              <a:t>Xitoyga</a:t>
            </a:r>
            <a:r>
              <a:rPr lang="en-US" b="1" dirty="0"/>
              <a:t> </a:t>
            </a:r>
            <a:r>
              <a:rPr lang="en-US" b="1" dirty="0" err="1"/>
              <a:t>yanada</a:t>
            </a:r>
            <a:r>
              <a:rPr lang="en-US" b="1" dirty="0"/>
              <a:t> </a:t>
            </a:r>
            <a:r>
              <a:rPr lang="en-US" b="1" dirty="0" err="1"/>
              <a:t>qaram</a:t>
            </a:r>
            <a:r>
              <a:rPr lang="en-US" b="1" dirty="0"/>
              <a:t> </a:t>
            </a:r>
            <a:r>
              <a:rPr lang="en-US" b="1" dirty="0" err="1"/>
              <a:t>bo‘lib</a:t>
            </a:r>
            <a:r>
              <a:rPr lang="en-US" b="1" dirty="0"/>
              <a:t> </a:t>
            </a:r>
            <a:r>
              <a:rPr lang="en-US" b="1" dirty="0" err="1"/>
              <a:t>bormoqda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Markaziy</a:t>
            </a:r>
            <a:r>
              <a:rPr lang="en-US" dirty="0"/>
              <a:t> </a:t>
            </a:r>
            <a:r>
              <a:rPr lang="en-US" dirty="0" err="1"/>
              <a:t>Osiyo</a:t>
            </a:r>
            <a:r>
              <a:rPr lang="en-US" dirty="0"/>
              <a:t> </a:t>
            </a:r>
            <a:r>
              <a:rPr lang="en-US" dirty="0" err="1"/>
              <a:t>davlatlari</a:t>
            </a:r>
            <a:r>
              <a:rPr lang="en-US" dirty="0"/>
              <a:t>, </a:t>
            </a:r>
            <a:r>
              <a:rPr lang="en-US" dirty="0" err="1"/>
              <a:t>jumladan</a:t>
            </a:r>
            <a:r>
              <a:rPr lang="en-US" dirty="0"/>
              <a:t> </a:t>
            </a:r>
            <a:r>
              <a:rPr lang="en-US" dirty="0" err="1"/>
              <a:t>O‘zbekiston</a:t>
            </a:r>
            <a:r>
              <a:rPr lang="en-US" dirty="0"/>
              <a:t>, Rossiya </a:t>
            </a:r>
            <a:r>
              <a:rPr lang="en-US" dirty="0" err="1"/>
              <a:t>bilan</a:t>
            </a:r>
            <a:r>
              <a:rPr lang="en-US" dirty="0"/>
              <a:t> ham </a:t>
            </a:r>
            <a:r>
              <a:rPr lang="en-US" dirty="0" err="1"/>
              <a:t>iqtisodiy</a:t>
            </a:r>
            <a:r>
              <a:rPr lang="en-US" dirty="0"/>
              <a:t>, ham </a:t>
            </a:r>
            <a:r>
              <a:rPr lang="en-US" dirty="0" err="1"/>
              <a:t>xavfsizlik</a:t>
            </a:r>
            <a:r>
              <a:rPr lang="en-US" dirty="0"/>
              <a:t> </a:t>
            </a:r>
            <a:r>
              <a:rPr lang="en-US" dirty="0" err="1"/>
              <a:t>jihatdan</a:t>
            </a:r>
            <a:r>
              <a:rPr lang="en-US" dirty="0"/>
              <a:t> </a:t>
            </a:r>
            <a:r>
              <a:rPr lang="en-US" dirty="0" err="1"/>
              <a:t>bog‘liq</a:t>
            </a:r>
            <a:r>
              <a:rPr lang="en-US" dirty="0"/>
              <a:t>. Shu </a:t>
            </a:r>
            <a:r>
              <a:rPr lang="en-US" dirty="0" err="1"/>
              <a:t>sababli</a:t>
            </a:r>
            <a:r>
              <a:rPr lang="en-US" dirty="0"/>
              <a:t> </a:t>
            </a:r>
            <a:r>
              <a:rPr lang="en-US" dirty="0" err="1"/>
              <a:t>Rossiyaning</a:t>
            </a:r>
            <a:r>
              <a:rPr lang="en-US" dirty="0"/>
              <a:t> </a:t>
            </a:r>
            <a:r>
              <a:rPr lang="en-US" dirty="0" err="1"/>
              <a:t>Xitoy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yaqinlashuvi</a:t>
            </a:r>
            <a:r>
              <a:rPr lang="en-US" dirty="0"/>
              <a:t> </a:t>
            </a:r>
            <a:r>
              <a:rPr lang="en-US" b="1" dirty="0" err="1"/>
              <a:t>mintaqada</a:t>
            </a:r>
            <a:r>
              <a:rPr lang="en-US" b="1" dirty="0"/>
              <a:t> </a:t>
            </a:r>
            <a:r>
              <a:rPr lang="en-US" b="1" dirty="0" err="1"/>
              <a:t>muvozanatni</a:t>
            </a:r>
            <a:r>
              <a:rPr lang="en-US" b="1" dirty="0"/>
              <a:t> </a:t>
            </a:r>
            <a:r>
              <a:rPr lang="en-US" b="1" dirty="0" err="1"/>
              <a:t>o‘zgartirishi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Rossiya </a:t>
            </a:r>
            <a:r>
              <a:rPr lang="en-US" dirty="0" err="1"/>
              <a:t>Xitoy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birgalikda</a:t>
            </a:r>
            <a:r>
              <a:rPr lang="en-US" dirty="0"/>
              <a:t> </a:t>
            </a:r>
            <a:r>
              <a:rPr lang="en-US" dirty="0" err="1"/>
              <a:t>harbiy</a:t>
            </a:r>
            <a:r>
              <a:rPr lang="en-US" dirty="0"/>
              <a:t> </a:t>
            </a:r>
            <a:r>
              <a:rPr lang="en-US" dirty="0" err="1"/>
              <a:t>mashg‘ulotlar</a:t>
            </a:r>
            <a:r>
              <a:rPr lang="en-US" dirty="0"/>
              <a:t> </a:t>
            </a:r>
            <a:r>
              <a:rPr lang="en-US" dirty="0" err="1"/>
              <a:t>o‘tkazsa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b="1" dirty="0" err="1"/>
              <a:t>Kollektiv</a:t>
            </a:r>
            <a:r>
              <a:rPr lang="en-US" b="1" dirty="0"/>
              <a:t> </a:t>
            </a:r>
            <a:r>
              <a:rPr lang="en-US" b="1" dirty="0" err="1"/>
              <a:t>Xavfsizlik</a:t>
            </a:r>
            <a:r>
              <a:rPr lang="en-US" b="1" dirty="0"/>
              <a:t> </a:t>
            </a:r>
            <a:r>
              <a:rPr lang="en-US" b="1" dirty="0" err="1"/>
              <a:t>Shartnomasi</a:t>
            </a:r>
            <a:r>
              <a:rPr lang="en-US" b="1" dirty="0"/>
              <a:t> </a:t>
            </a:r>
            <a:r>
              <a:rPr lang="en-US" b="1" dirty="0" err="1"/>
              <a:t>Tashkiloti</a:t>
            </a:r>
            <a:r>
              <a:rPr lang="en-US" b="1" dirty="0"/>
              <a:t> (KXSHT)</a:t>
            </a:r>
            <a:r>
              <a:rPr lang="en-US" dirty="0"/>
              <a:t> </a:t>
            </a:r>
            <a:r>
              <a:rPr lang="en-US" dirty="0" err="1"/>
              <a:t>yoki</a:t>
            </a:r>
            <a:r>
              <a:rPr lang="en-US" dirty="0"/>
              <a:t> </a:t>
            </a:r>
            <a:r>
              <a:rPr lang="en-US" dirty="0" err="1"/>
              <a:t>boshqa</a:t>
            </a:r>
            <a:r>
              <a:rPr lang="en-US" dirty="0"/>
              <a:t> </a:t>
            </a:r>
            <a:r>
              <a:rPr lang="en-US" dirty="0" err="1"/>
              <a:t>hamkorlik</a:t>
            </a:r>
            <a:r>
              <a:rPr lang="en-US" dirty="0"/>
              <a:t> </a:t>
            </a:r>
            <a:r>
              <a:rPr lang="en-US" dirty="0" err="1"/>
              <a:t>mexanizmlariga</a:t>
            </a:r>
            <a:r>
              <a:rPr lang="en-US" dirty="0"/>
              <a:t> </a:t>
            </a:r>
            <a:r>
              <a:rPr lang="en-US" dirty="0" err="1"/>
              <a:t>ta’sir</a:t>
            </a:r>
            <a:r>
              <a:rPr lang="en-US" dirty="0"/>
              <a:t> </a:t>
            </a:r>
            <a:r>
              <a:rPr lang="en-US" dirty="0" err="1"/>
              <a:t>qilishi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845FF562-B10F-4F82-BBBD-BF9F37305A17}"/>
              </a:ext>
            </a:extLst>
          </p:cNvPr>
          <p:cNvSpPr/>
          <p:nvPr/>
        </p:nvSpPr>
        <p:spPr>
          <a:xfrm>
            <a:off x="6557554" y="244904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M" b="1" dirty="0"/>
              <a:t>🇨🇳 </a:t>
            </a:r>
            <a:r>
              <a:rPr lang="en-US" b="1" dirty="0" err="1"/>
              <a:t>Xitoy</a:t>
            </a:r>
            <a:r>
              <a:rPr lang="en-US" b="1" dirty="0"/>
              <a:t> </a:t>
            </a:r>
            <a:r>
              <a:rPr lang="en-US" b="1" dirty="0" err="1"/>
              <a:t>faktori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Xitoy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Markaziy</a:t>
            </a:r>
            <a:r>
              <a:rPr lang="en-US" dirty="0"/>
              <a:t> </a:t>
            </a:r>
            <a:r>
              <a:rPr lang="en-US" dirty="0" err="1"/>
              <a:t>Osiyo</a:t>
            </a:r>
            <a:r>
              <a:rPr lang="en-US" dirty="0"/>
              <a:t> — “Bir </a:t>
            </a:r>
            <a:r>
              <a:rPr lang="en-US" dirty="0" err="1"/>
              <a:t>kamar</a:t>
            </a:r>
            <a:r>
              <a:rPr lang="en-US" dirty="0"/>
              <a:t>,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yo‘l</a:t>
            </a:r>
            <a:r>
              <a:rPr lang="en-US" dirty="0"/>
              <a:t>” </a:t>
            </a:r>
            <a:r>
              <a:rPr lang="en-US" dirty="0" err="1"/>
              <a:t>loyihasi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energiya</a:t>
            </a:r>
            <a:r>
              <a:rPr lang="en-US" dirty="0"/>
              <a:t> </a:t>
            </a:r>
            <a:r>
              <a:rPr lang="en-US" dirty="0" err="1"/>
              <a:t>manbalari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b="1" dirty="0" err="1"/>
              <a:t>strategik</a:t>
            </a:r>
            <a:r>
              <a:rPr lang="en-US" b="1" dirty="0"/>
              <a:t> hudud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Agar </a:t>
            </a:r>
            <a:r>
              <a:rPr lang="en-US" dirty="0" err="1"/>
              <a:t>Xitoy</a:t>
            </a:r>
            <a:r>
              <a:rPr lang="en-US" dirty="0"/>
              <a:t> </a:t>
            </a:r>
            <a:r>
              <a:rPr lang="en-US" dirty="0" err="1"/>
              <a:t>Tayvanga</a:t>
            </a:r>
            <a:r>
              <a:rPr lang="en-US" dirty="0"/>
              <a:t> </a:t>
            </a:r>
            <a:r>
              <a:rPr lang="en-US" dirty="0" err="1"/>
              <a:t>qarshi</a:t>
            </a:r>
            <a:r>
              <a:rPr lang="en-US" dirty="0"/>
              <a:t> </a:t>
            </a:r>
            <a:r>
              <a:rPr lang="en-US" dirty="0" err="1"/>
              <a:t>agressiv</a:t>
            </a:r>
            <a:r>
              <a:rPr lang="en-US" dirty="0"/>
              <a:t> </a:t>
            </a:r>
            <a:r>
              <a:rPr lang="en-US" dirty="0" err="1"/>
              <a:t>siyosatni</a:t>
            </a:r>
            <a:r>
              <a:rPr lang="en-US" dirty="0"/>
              <a:t> </a:t>
            </a:r>
            <a:r>
              <a:rPr lang="en-US" dirty="0" err="1"/>
              <a:t>kuchaytirsa</a:t>
            </a:r>
            <a:r>
              <a:rPr lang="en-US" dirty="0"/>
              <a:t>, </a:t>
            </a:r>
            <a:r>
              <a:rPr lang="en-US" dirty="0" err="1"/>
              <a:t>G‘arb</a:t>
            </a:r>
            <a:r>
              <a:rPr lang="en-US" dirty="0"/>
              <a:t> </a:t>
            </a:r>
            <a:r>
              <a:rPr lang="en-US" dirty="0" err="1"/>
              <a:t>davlatlari</a:t>
            </a:r>
            <a:r>
              <a:rPr lang="en-US" dirty="0"/>
              <a:t> </a:t>
            </a:r>
            <a:r>
              <a:rPr lang="en-US" dirty="0" err="1"/>
              <a:t>Pekinga</a:t>
            </a:r>
            <a:r>
              <a:rPr lang="en-US" dirty="0"/>
              <a:t> </a:t>
            </a:r>
            <a:r>
              <a:rPr lang="en-US" dirty="0" err="1"/>
              <a:t>qarshi</a:t>
            </a:r>
            <a:r>
              <a:rPr lang="en-US" dirty="0"/>
              <a:t> </a:t>
            </a:r>
            <a:r>
              <a:rPr lang="en-US" dirty="0" err="1"/>
              <a:t>sanksiyalar</a:t>
            </a:r>
            <a:r>
              <a:rPr lang="en-US" dirty="0"/>
              <a:t> </a:t>
            </a:r>
            <a:r>
              <a:rPr lang="en-US" dirty="0" err="1"/>
              <a:t>joriy</a:t>
            </a:r>
            <a:r>
              <a:rPr lang="en-US" dirty="0"/>
              <a:t> </a:t>
            </a:r>
            <a:r>
              <a:rPr lang="en-US" dirty="0" err="1"/>
              <a:t>qilishi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 Bu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b="1" dirty="0" err="1"/>
              <a:t>Markaziy</a:t>
            </a:r>
            <a:r>
              <a:rPr lang="en-US" b="1" dirty="0"/>
              <a:t> </a:t>
            </a:r>
            <a:r>
              <a:rPr lang="en-US" b="1" dirty="0" err="1"/>
              <a:t>Osiyodagi</a:t>
            </a:r>
            <a:r>
              <a:rPr lang="en-US" b="1" dirty="0"/>
              <a:t> </a:t>
            </a:r>
            <a:r>
              <a:rPr lang="en-US" b="1" dirty="0" err="1"/>
              <a:t>xitoy</a:t>
            </a:r>
            <a:r>
              <a:rPr lang="en-US" b="1" dirty="0"/>
              <a:t> </a:t>
            </a:r>
            <a:r>
              <a:rPr lang="en-US" b="1" dirty="0" err="1"/>
              <a:t>investitsiyalariga</a:t>
            </a:r>
            <a:r>
              <a:rPr lang="en-US" b="1" dirty="0"/>
              <a:t> ham </a:t>
            </a:r>
            <a:r>
              <a:rPr lang="en-US" b="1" dirty="0" err="1"/>
              <a:t>ta’sir</a:t>
            </a:r>
            <a:r>
              <a:rPr lang="en-US" b="1" dirty="0"/>
              <a:t> </a:t>
            </a:r>
            <a:r>
              <a:rPr lang="en-US" b="1" dirty="0" err="1"/>
              <a:t>qiladi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O‘zbekiston</a:t>
            </a:r>
            <a:r>
              <a:rPr lang="en-US" dirty="0"/>
              <a:t> </a:t>
            </a:r>
            <a:r>
              <a:rPr lang="en-US" dirty="0" err="1"/>
              <a:t>Xitoy</a:t>
            </a:r>
            <a:r>
              <a:rPr lang="en-US" dirty="0"/>
              <a:t>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keng</a:t>
            </a:r>
            <a:r>
              <a:rPr lang="en-US" dirty="0"/>
              <a:t> </a:t>
            </a:r>
            <a:r>
              <a:rPr lang="en-US" dirty="0" err="1"/>
              <a:t>iqtisodiy</a:t>
            </a:r>
            <a:r>
              <a:rPr lang="en-US" dirty="0"/>
              <a:t> </a:t>
            </a:r>
            <a:r>
              <a:rPr lang="en-US" dirty="0" err="1"/>
              <a:t>hamkorlik</a:t>
            </a:r>
            <a:r>
              <a:rPr lang="en-US" dirty="0"/>
              <a:t> </a:t>
            </a:r>
            <a:r>
              <a:rPr lang="en-US" dirty="0" err="1"/>
              <a:t>qiladi</a:t>
            </a:r>
            <a:r>
              <a:rPr lang="en-US" dirty="0"/>
              <a:t>, </a:t>
            </a:r>
            <a:r>
              <a:rPr lang="en-US" dirty="0" err="1"/>
              <a:t>shu</a:t>
            </a:r>
            <a:r>
              <a:rPr lang="en-US" dirty="0"/>
              <a:t> </a:t>
            </a:r>
            <a:r>
              <a:rPr lang="en-US" dirty="0" err="1"/>
              <a:t>bois</a:t>
            </a:r>
            <a:r>
              <a:rPr lang="en-US" dirty="0"/>
              <a:t> </a:t>
            </a:r>
            <a:r>
              <a:rPr lang="en-US" dirty="0" err="1"/>
              <a:t>Pekinning</a:t>
            </a:r>
            <a:r>
              <a:rPr lang="en-US" dirty="0"/>
              <a:t> </a:t>
            </a:r>
            <a:r>
              <a:rPr lang="en-US" dirty="0" err="1"/>
              <a:t>geosiyosiy</a:t>
            </a:r>
            <a:r>
              <a:rPr lang="en-US" dirty="0"/>
              <a:t> </a:t>
            </a:r>
            <a:r>
              <a:rPr lang="en-US" dirty="0" err="1"/>
              <a:t>mojarolarga</a:t>
            </a:r>
            <a:r>
              <a:rPr lang="en-US" dirty="0"/>
              <a:t> </a:t>
            </a:r>
            <a:r>
              <a:rPr lang="en-US" dirty="0" err="1"/>
              <a:t>chuqur</a:t>
            </a:r>
            <a:r>
              <a:rPr lang="en-US" dirty="0"/>
              <a:t> </a:t>
            </a:r>
            <a:r>
              <a:rPr lang="en-US" dirty="0" err="1"/>
              <a:t>kirishi</a:t>
            </a:r>
            <a:r>
              <a:rPr lang="en-US" dirty="0"/>
              <a:t> Toshkent </a:t>
            </a:r>
            <a:r>
              <a:rPr lang="en-US" dirty="0" err="1"/>
              <a:t>uchun</a:t>
            </a:r>
            <a:r>
              <a:rPr lang="en-US" dirty="0"/>
              <a:t> ham </a:t>
            </a:r>
            <a:r>
              <a:rPr lang="en-US" b="1" dirty="0" err="1"/>
              <a:t>tashqi</a:t>
            </a:r>
            <a:r>
              <a:rPr lang="en-US" b="1" dirty="0"/>
              <a:t> </a:t>
            </a:r>
            <a:r>
              <a:rPr lang="en-US" b="1" dirty="0" err="1"/>
              <a:t>siyosatni</a:t>
            </a:r>
            <a:r>
              <a:rPr lang="en-US" b="1" dirty="0"/>
              <a:t> </a:t>
            </a:r>
            <a:r>
              <a:rPr lang="en-US" b="1" dirty="0" err="1"/>
              <a:t>muvozanatlashtirishni</a:t>
            </a:r>
            <a:r>
              <a:rPr lang="en-US" b="1" dirty="0"/>
              <a:t> </a:t>
            </a:r>
            <a:r>
              <a:rPr lang="en-US" b="1" dirty="0" err="1"/>
              <a:t>qiyinlashtiradi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223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D2AB94-4776-4362-BCD5-F255C3697D84}"/>
              </a:ext>
            </a:extLst>
          </p:cNvPr>
          <p:cNvSpPr/>
          <p:nvPr/>
        </p:nvSpPr>
        <p:spPr>
          <a:xfrm>
            <a:off x="931817" y="575828"/>
            <a:ext cx="1032836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⚖️ </a:t>
            </a:r>
            <a:r>
              <a:rPr lang="en-US" b="1" dirty="0" err="1"/>
              <a:t>O‘zbekiston</a:t>
            </a:r>
            <a:r>
              <a:rPr lang="en-US" b="1" dirty="0"/>
              <a:t> </a:t>
            </a:r>
            <a:r>
              <a:rPr lang="en-US" b="1" dirty="0" err="1"/>
              <a:t>uchun</a:t>
            </a:r>
            <a:r>
              <a:rPr lang="en-US" b="1" dirty="0"/>
              <a:t> </a:t>
            </a:r>
            <a:r>
              <a:rPr lang="en-US" b="1" dirty="0" err="1"/>
              <a:t>xavf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imkoniyatlar</a:t>
            </a:r>
            <a:endParaRPr lang="en-US" b="1" dirty="0"/>
          </a:p>
          <a:p>
            <a:r>
              <a:rPr lang="en-US" b="1" dirty="0" err="1"/>
              <a:t>Xavflar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b="1" dirty="0"/>
              <a:t>“</a:t>
            </a:r>
            <a:r>
              <a:rPr lang="en-US" b="1" dirty="0" err="1"/>
              <a:t>katta</a:t>
            </a:r>
            <a:r>
              <a:rPr lang="en-US" b="1" dirty="0"/>
              <a:t> </a:t>
            </a:r>
            <a:r>
              <a:rPr lang="en-US" b="1" dirty="0" err="1"/>
              <a:t>davlatlar</a:t>
            </a:r>
            <a:r>
              <a:rPr lang="en-US" b="1" dirty="0"/>
              <a:t> </a:t>
            </a:r>
            <a:r>
              <a:rPr lang="en-US" b="1" dirty="0" err="1"/>
              <a:t>raqobati</a:t>
            </a:r>
            <a:r>
              <a:rPr lang="en-US" b="1" dirty="0"/>
              <a:t>”</a:t>
            </a:r>
            <a:r>
              <a:rPr lang="en-US" dirty="0"/>
              <a:t> </a:t>
            </a:r>
            <a:r>
              <a:rPr lang="en-US" dirty="0" err="1"/>
              <a:t>Markaziy</a:t>
            </a:r>
            <a:r>
              <a:rPr lang="en-US" dirty="0"/>
              <a:t> </a:t>
            </a:r>
            <a:r>
              <a:rPr lang="en-US" dirty="0" err="1"/>
              <a:t>Osiyoda</a:t>
            </a:r>
            <a:r>
              <a:rPr lang="en-US" dirty="0"/>
              <a:t> </a:t>
            </a:r>
            <a:r>
              <a:rPr lang="en-US" dirty="0" err="1"/>
              <a:t>bosimni</a:t>
            </a:r>
            <a:r>
              <a:rPr lang="en-US" dirty="0"/>
              <a:t> </a:t>
            </a:r>
            <a:r>
              <a:rPr lang="en-US" dirty="0" err="1"/>
              <a:t>oshirishi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Rossiya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Xitoyning</a:t>
            </a:r>
            <a:r>
              <a:rPr lang="en-US" dirty="0"/>
              <a:t> </a:t>
            </a:r>
            <a:r>
              <a:rPr lang="en-US" dirty="0" err="1"/>
              <a:t>harbiy</a:t>
            </a:r>
            <a:r>
              <a:rPr lang="en-US" dirty="0"/>
              <a:t> </a:t>
            </a:r>
            <a:r>
              <a:rPr lang="en-US" dirty="0" err="1"/>
              <a:t>hamkorligi</a:t>
            </a:r>
            <a:r>
              <a:rPr lang="en-US" dirty="0"/>
              <a:t> </a:t>
            </a:r>
            <a:r>
              <a:rPr lang="en-US" dirty="0" err="1"/>
              <a:t>kuchaysa</a:t>
            </a:r>
            <a:r>
              <a:rPr lang="en-US" dirty="0"/>
              <a:t>, </a:t>
            </a:r>
            <a:r>
              <a:rPr lang="en-US" dirty="0" err="1"/>
              <a:t>G‘arb</a:t>
            </a:r>
            <a:r>
              <a:rPr lang="en-US" dirty="0"/>
              <a:t> (</a:t>
            </a:r>
            <a:r>
              <a:rPr lang="en-US" dirty="0" err="1"/>
              <a:t>AQSh</a:t>
            </a:r>
            <a:r>
              <a:rPr lang="en-US" dirty="0"/>
              <a:t>, </a:t>
            </a:r>
            <a:r>
              <a:rPr lang="en-US" dirty="0" err="1"/>
              <a:t>Yevropa</a:t>
            </a:r>
            <a:r>
              <a:rPr lang="en-US" dirty="0"/>
              <a:t> </a:t>
            </a:r>
            <a:r>
              <a:rPr lang="en-US" dirty="0" err="1"/>
              <a:t>Ittifoqi</a:t>
            </a:r>
            <a:r>
              <a:rPr lang="en-US" dirty="0"/>
              <a:t>) </a:t>
            </a:r>
            <a:r>
              <a:rPr lang="en-US" dirty="0" err="1"/>
              <a:t>mintaqada</a:t>
            </a:r>
            <a:r>
              <a:rPr lang="en-US" dirty="0"/>
              <a:t> </a:t>
            </a:r>
            <a:r>
              <a:rPr lang="en-US" dirty="0" err="1"/>
              <a:t>o‘z</a:t>
            </a:r>
            <a:r>
              <a:rPr lang="en-US" dirty="0"/>
              <a:t> </a:t>
            </a:r>
            <a:r>
              <a:rPr lang="en-US" dirty="0" err="1"/>
              <a:t>ta’sirini</a:t>
            </a:r>
            <a:r>
              <a:rPr lang="en-US" dirty="0"/>
              <a:t> </a:t>
            </a:r>
            <a:r>
              <a:rPr lang="en-US" dirty="0" err="1"/>
              <a:t>oshirishga</a:t>
            </a:r>
            <a:r>
              <a:rPr lang="en-US" dirty="0"/>
              <a:t> </a:t>
            </a:r>
            <a:r>
              <a:rPr lang="en-US" dirty="0" err="1"/>
              <a:t>urinadi</a:t>
            </a:r>
            <a:r>
              <a:rPr lang="en-US" dirty="0"/>
              <a:t>. Bu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dirty="0" err="1"/>
              <a:t>O‘zbekistonni</a:t>
            </a:r>
            <a:r>
              <a:rPr lang="en-US" dirty="0"/>
              <a:t> </a:t>
            </a:r>
            <a:r>
              <a:rPr lang="en-US" b="1" dirty="0" err="1"/>
              <a:t>murakkab</a:t>
            </a:r>
            <a:r>
              <a:rPr lang="en-US" b="1" dirty="0"/>
              <a:t> </a:t>
            </a:r>
            <a:r>
              <a:rPr lang="en-US" b="1" dirty="0" err="1"/>
              <a:t>diplomatik</a:t>
            </a:r>
            <a:r>
              <a:rPr lang="en-US" b="1" dirty="0"/>
              <a:t> </a:t>
            </a:r>
            <a:r>
              <a:rPr lang="en-US" b="1" dirty="0" err="1"/>
              <a:t>muvozanatda</a:t>
            </a:r>
            <a:r>
              <a:rPr lang="en-US" dirty="0"/>
              <a:t> </a:t>
            </a:r>
            <a:r>
              <a:rPr lang="en-US" dirty="0" err="1"/>
              <a:t>qoldiradi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Agar </a:t>
            </a:r>
            <a:r>
              <a:rPr lang="en-US" dirty="0" err="1"/>
              <a:t>Tayvan</a:t>
            </a:r>
            <a:r>
              <a:rPr lang="en-US" dirty="0"/>
              <a:t> </a:t>
            </a:r>
            <a:r>
              <a:rPr lang="en-US" dirty="0" err="1"/>
              <a:t>atrofida</a:t>
            </a:r>
            <a:r>
              <a:rPr lang="en-US" dirty="0"/>
              <a:t> </a:t>
            </a:r>
            <a:r>
              <a:rPr lang="en-US" dirty="0" err="1"/>
              <a:t>mojaro</a:t>
            </a:r>
            <a:r>
              <a:rPr lang="en-US" dirty="0"/>
              <a:t> </a:t>
            </a:r>
            <a:r>
              <a:rPr lang="en-US" dirty="0" err="1"/>
              <a:t>kuchaysa</a:t>
            </a:r>
            <a:r>
              <a:rPr lang="en-US" dirty="0"/>
              <a:t>, global </a:t>
            </a:r>
            <a:r>
              <a:rPr lang="en-US" dirty="0" err="1"/>
              <a:t>savdo</a:t>
            </a:r>
            <a:r>
              <a:rPr lang="en-US" dirty="0"/>
              <a:t> </a:t>
            </a:r>
            <a:r>
              <a:rPr lang="en-US" dirty="0" err="1"/>
              <a:t>yo‘llari</a:t>
            </a:r>
            <a:r>
              <a:rPr lang="en-US" dirty="0"/>
              <a:t> </a:t>
            </a:r>
            <a:r>
              <a:rPr lang="en-US" dirty="0" err="1"/>
              <a:t>izdan</a:t>
            </a:r>
            <a:r>
              <a:rPr lang="en-US" dirty="0"/>
              <a:t> </a:t>
            </a:r>
            <a:r>
              <a:rPr lang="en-US" dirty="0" err="1"/>
              <a:t>chiqadi</a:t>
            </a:r>
            <a:r>
              <a:rPr lang="en-US" dirty="0"/>
              <a:t>,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esa</a:t>
            </a:r>
            <a:r>
              <a:rPr lang="en-US" dirty="0"/>
              <a:t> </a:t>
            </a:r>
            <a:r>
              <a:rPr lang="en-US" b="1" dirty="0" err="1"/>
              <a:t>O‘zbekiston</a:t>
            </a:r>
            <a:r>
              <a:rPr lang="en-US" b="1" dirty="0"/>
              <a:t> </a:t>
            </a:r>
            <a:r>
              <a:rPr lang="en-US" b="1" dirty="0" err="1"/>
              <a:t>iqtisodiyotiga</a:t>
            </a:r>
            <a:r>
              <a:rPr lang="en-US" b="1" dirty="0"/>
              <a:t> </a:t>
            </a:r>
            <a:r>
              <a:rPr lang="en-US" b="1" dirty="0" err="1"/>
              <a:t>bevosita</a:t>
            </a:r>
            <a:r>
              <a:rPr lang="en-US" b="1" dirty="0"/>
              <a:t> </a:t>
            </a:r>
            <a:r>
              <a:rPr lang="en-US" b="1" dirty="0" err="1"/>
              <a:t>zarba</a:t>
            </a:r>
            <a:r>
              <a:rPr lang="en-US" dirty="0"/>
              <a:t> </a:t>
            </a:r>
            <a:r>
              <a:rPr lang="en-US" dirty="0" err="1"/>
              <a:t>bo‘lishi</a:t>
            </a:r>
            <a:r>
              <a:rPr lang="en-US" dirty="0"/>
              <a:t> </a:t>
            </a:r>
            <a:r>
              <a:rPr lang="en-US" dirty="0" err="1"/>
              <a:t>mumkin</a:t>
            </a:r>
            <a:r>
              <a:rPr lang="en-US" dirty="0"/>
              <a:t>.</a:t>
            </a:r>
          </a:p>
          <a:p>
            <a:r>
              <a:rPr lang="en-US" b="1" dirty="0" err="1"/>
              <a:t>Imkoniyatlar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O‘zbekiston</a:t>
            </a:r>
            <a:r>
              <a:rPr lang="en-US" dirty="0"/>
              <a:t> </a:t>
            </a:r>
            <a:r>
              <a:rPr lang="en-US" dirty="0" err="1"/>
              <a:t>neytral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muvozanatli</a:t>
            </a:r>
            <a:r>
              <a:rPr lang="en-US" dirty="0"/>
              <a:t> </a:t>
            </a:r>
            <a:r>
              <a:rPr lang="en-US" dirty="0" err="1"/>
              <a:t>siyosatini</a:t>
            </a:r>
            <a:r>
              <a:rPr lang="en-US" dirty="0"/>
              <a:t> </a:t>
            </a:r>
            <a:r>
              <a:rPr lang="en-US" dirty="0" err="1"/>
              <a:t>davom</a:t>
            </a:r>
            <a:r>
              <a:rPr lang="en-US" dirty="0"/>
              <a:t> </a:t>
            </a:r>
            <a:r>
              <a:rPr lang="en-US" dirty="0" err="1"/>
              <a:t>ettirsa</a:t>
            </a:r>
            <a:r>
              <a:rPr lang="en-US" dirty="0"/>
              <a:t>, Rossiya–</a:t>
            </a:r>
            <a:r>
              <a:rPr lang="en-US" dirty="0" err="1"/>
              <a:t>Xitoy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G‘arb</a:t>
            </a:r>
            <a:r>
              <a:rPr lang="en-US" dirty="0"/>
              <a:t> </a:t>
            </a:r>
            <a:r>
              <a:rPr lang="en-US" dirty="0" err="1"/>
              <a:t>o‘rtasidagi</a:t>
            </a:r>
            <a:r>
              <a:rPr lang="en-US" dirty="0"/>
              <a:t> </a:t>
            </a:r>
            <a:r>
              <a:rPr lang="en-US" dirty="0" err="1"/>
              <a:t>o‘yinlarda</a:t>
            </a:r>
            <a:r>
              <a:rPr lang="en-US" dirty="0"/>
              <a:t> </a:t>
            </a:r>
            <a:r>
              <a:rPr lang="en-US" b="1" dirty="0" err="1"/>
              <a:t>muloqot</a:t>
            </a:r>
            <a:r>
              <a:rPr lang="en-US" b="1" dirty="0"/>
              <a:t> </a:t>
            </a:r>
            <a:r>
              <a:rPr lang="en-US" b="1" dirty="0" err="1"/>
              <a:t>maydonchasi</a:t>
            </a:r>
            <a:r>
              <a:rPr lang="en-US" b="1" dirty="0"/>
              <a:t> </a:t>
            </a:r>
            <a:r>
              <a:rPr lang="en-US" b="1" dirty="0" err="1"/>
              <a:t>sifatida</a:t>
            </a:r>
            <a:r>
              <a:rPr lang="en-US" b="1" dirty="0"/>
              <a:t> </a:t>
            </a:r>
            <a:r>
              <a:rPr lang="en-US" b="1" dirty="0" err="1"/>
              <a:t>rolini</a:t>
            </a:r>
            <a:r>
              <a:rPr lang="en-US" b="1" dirty="0"/>
              <a:t> </a:t>
            </a:r>
            <a:r>
              <a:rPr lang="en-US" b="1" dirty="0" err="1"/>
              <a:t>kuchaytirishi</a:t>
            </a:r>
            <a:r>
              <a:rPr lang="en-US" b="1" dirty="0"/>
              <a:t> </a:t>
            </a:r>
            <a:r>
              <a:rPr lang="en-US" b="1" dirty="0" err="1"/>
              <a:t>mumkin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Xitoy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Rossiyaning</a:t>
            </a:r>
            <a:r>
              <a:rPr lang="en-US" dirty="0"/>
              <a:t> </a:t>
            </a:r>
            <a:r>
              <a:rPr lang="en-US" dirty="0" err="1"/>
              <a:t>yaqinlashuvi</a:t>
            </a:r>
            <a:r>
              <a:rPr lang="en-US" dirty="0"/>
              <a:t> </a:t>
            </a:r>
            <a:r>
              <a:rPr lang="en-US" dirty="0" err="1"/>
              <a:t>G‘arbni</a:t>
            </a:r>
            <a:r>
              <a:rPr lang="en-US" dirty="0"/>
              <a:t> </a:t>
            </a:r>
            <a:r>
              <a:rPr lang="en-US" dirty="0" err="1"/>
              <a:t>Markaziy</a:t>
            </a:r>
            <a:r>
              <a:rPr lang="en-US" dirty="0"/>
              <a:t> </a:t>
            </a:r>
            <a:r>
              <a:rPr lang="en-US" dirty="0" err="1"/>
              <a:t>Osiyoga</a:t>
            </a:r>
            <a:r>
              <a:rPr lang="en-US" dirty="0"/>
              <a:t> </a:t>
            </a:r>
            <a:r>
              <a:rPr lang="en-US" dirty="0" err="1"/>
              <a:t>ko‘proq</a:t>
            </a:r>
            <a:r>
              <a:rPr lang="en-US" dirty="0"/>
              <a:t> </a:t>
            </a:r>
            <a:r>
              <a:rPr lang="en-US" dirty="0" err="1"/>
              <a:t>e’tibor</a:t>
            </a:r>
            <a:r>
              <a:rPr lang="en-US" dirty="0"/>
              <a:t> </a:t>
            </a:r>
            <a:r>
              <a:rPr lang="en-US" dirty="0" err="1"/>
              <a:t>qaratishga</a:t>
            </a:r>
            <a:r>
              <a:rPr lang="en-US" dirty="0"/>
              <a:t> </a:t>
            </a:r>
            <a:r>
              <a:rPr lang="en-US" dirty="0" err="1"/>
              <a:t>majbur</a:t>
            </a:r>
            <a:r>
              <a:rPr lang="en-US" dirty="0"/>
              <a:t> </a:t>
            </a:r>
            <a:r>
              <a:rPr lang="en-US" dirty="0" err="1"/>
              <a:t>qiladi</a:t>
            </a:r>
            <a:r>
              <a:rPr lang="en-US" dirty="0"/>
              <a:t>. Bu </a:t>
            </a:r>
            <a:r>
              <a:rPr lang="en-US" dirty="0" err="1"/>
              <a:t>esa</a:t>
            </a:r>
            <a:r>
              <a:rPr lang="en-US" dirty="0"/>
              <a:t> Toshkent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b="1" dirty="0" err="1"/>
              <a:t>investitsiya</a:t>
            </a:r>
            <a:r>
              <a:rPr lang="en-US" b="1" dirty="0"/>
              <a:t> </a:t>
            </a:r>
            <a:r>
              <a:rPr lang="en-US" b="1" dirty="0" err="1"/>
              <a:t>va</a:t>
            </a:r>
            <a:r>
              <a:rPr lang="en-US" b="1" dirty="0"/>
              <a:t> </a:t>
            </a:r>
            <a:r>
              <a:rPr lang="en-US" b="1" dirty="0" err="1"/>
              <a:t>xavfsizlik</a:t>
            </a:r>
            <a:r>
              <a:rPr lang="en-US" b="1" dirty="0"/>
              <a:t> </a:t>
            </a:r>
            <a:r>
              <a:rPr lang="en-US" b="1" dirty="0" err="1"/>
              <a:t>bo‘yicha</a:t>
            </a:r>
            <a:r>
              <a:rPr lang="en-US" b="1" dirty="0"/>
              <a:t> </a:t>
            </a:r>
            <a:r>
              <a:rPr lang="en-US" b="1" dirty="0" err="1"/>
              <a:t>yangi</a:t>
            </a:r>
            <a:r>
              <a:rPr lang="en-US" b="1" dirty="0"/>
              <a:t> </a:t>
            </a:r>
            <a:r>
              <a:rPr lang="en-US" b="1" dirty="0" err="1"/>
              <a:t>imkoniyatlar</a:t>
            </a:r>
            <a:r>
              <a:rPr lang="en-US" dirty="0"/>
              <a:t> </a:t>
            </a:r>
            <a:r>
              <a:rPr lang="en-US" dirty="0" err="1"/>
              <a:t>ochadi</a:t>
            </a:r>
            <a:r>
              <a:rPr lang="en-US" dirty="0"/>
              <a:t>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21CB3B9-66AF-49C0-AC27-DC924B8FE42D}"/>
              </a:ext>
            </a:extLst>
          </p:cNvPr>
          <p:cNvSpPr/>
          <p:nvPr/>
        </p:nvSpPr>
        <p:spPr>
          <a:xfrm>
            <a:off x="931817" y="4250847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M" b="1" dirty="0"/>
              <a:t>🔑 </a:t>
            </a:r>
            <a:r>
              <a:rPr lang="en-US" b="1" dirty="0" err="1"/>
              <a:t>Xulosa</a:t>
            </a:r>
            <a:endParaRPr lang="en-US" b="1" dirty="0"/>
          </a:p>
          <a:p>
            <a:r>
              <a:rPr lang="en-US" dirty="0"/>
              <a:t>Rossiya–</a:t>
            </a:r>
            <a:r>
              <a:rPr lang="en-US" dirty="0" err="1"/>
              <a:t>Xitoy</a:t>
            </a:r>
            <a:r>
              <a:rPr lang="en-US" dirty="0"/>
              <a:t> </a:t>
            </a:r>
            <a:r>
              <a:rPr lang="en-US" dirty="0" err="1"/>
              <a:t>harbiy</a:t>
            </a:r>
            <a:r>
              <a:rPr lang="en-US" dirty="0"/>
              <a:t> </a:t>
            </a:r>
            <a:r>
              <a:rPr lang="en-US" dirty="0" err="1"/>
              <a:t>ittifoqining</a:t>
            </a:r>
            <a:r>
              <a:rPr lang="en-US" dirty="0"/>
              <a:t> </a:t>
            </a:r>
            <a:r>
              <a:rPr lang="en-US" dirty="0" err="1"/>
              <a:t>chuqurlashuvi</a:t>
            </a:r>
            <a:r>
              <a:rPr lang="en-US" dirty="0"/>
              <a:t> </a:t>
            </a:r>
            <a:r>
              <a:rPr lang="en-US" b="1" dirty="0" err="1"/>
              <a:t>faqat</a:t>
            </a:r>
            <a:r>
              <a:rPr lang="en-US" b="1" dirty="0"/>
              <a:t> </a:t>
            </a:r>
            <a:r>
              <a:rPr lang="en-US" b="1" dirty="0" err="1"/>
              <a:t>Tayvanga</a:t>
            </a:r>
            <a:r>
              <a:rPr lang="en-US" b="1" dirty="0"/>
              <a:t> </a:t>
            </a:r>
            <a:r>
              <a:rPr lang="en-US" b="1" dirty="0" err="1"/>
              <a:t>tahdid</a:t>
            </a:r>
            <a:r>
              <a:rPr lang="en-US" b="1" dirty="0"/>
              <a:t> </a:t>
            </a:r>
            <a:r>
              <a:rPr lang="en-US" b="1" dirty="0" err="1"/>
              <a:t>emas</a:t>
            </a:r>
            <a:r>
              <a:rPr lang="en-US" dirty="0"/>
              <a:t>, </a:t>
            </a:r>
            <a:r>
              <a:rPr lang="en-US" dirty="0" err="1"/>
              <a:t>balki</a:t>
            </a:r>
            <a:r>
              <a:rPr lang="en-US" dirty="0"/>
              <a:t> global </a:t>
            </a:r>
            <a:r>
              <a:rPr lang="en-US" dirty="0" err="1"/>
              <a:t>qudratlar</a:t>
            </a:r>
            <a:r>
              <a:rPr lang="en-US" dirty="0"/>
              <a:t> </a:t>
            </a:r>
            <a:r>
              <a:rPr lang="en-US" dirty="0" err="1"/>
              <a:t>o‘rtasidagi</a:t>
            </a:r>
            <a:r>
              <a:rPr lang="en-US" dirty="0"/>
              <a:t> </a:t>
            </a:r>
            <a:r>
              <a:rPr lang="en-US" dirty="0" err="1"/>
              <a:t>yangi</a:t>
            </a:r>
            <a:r>
              <a:rPr lang="en-US" dirty="0"/>
              <a:t> </a:t>
            </a:r>
            <a:r>
              <a:rPr lang="en-US" dirty="0" err="1"/>
              <a:t>kuch</a:t>
            </a:r>
            <a:r>
              <a:rPr lang="en-US" dirty="0"/>
              <a:t> </a:t>
            </a:r>
            <a:r>
              <a:rPr lang="en-US" dirty="0" err="1"/>
              <a:t>muvozanatini</a:t>
            </a:r>
            <a:r>
              <a:rPr lang="en-US" dirty="0"/>
              <a:t> </a:t>
            </a:r>
            <a:r>
              <a:rPr lang="en-US" dirty="0" err="1"/>
              <a:t>bildiradi</a:t>
            </a:r>
            <a:r>
              <a:rPr lang="en-US" dirty="0"/>
              <a:t>. </a:t>
            </a:r>
            <a:r>
              <a:rPr lang="en-US" dirty="0" err="1"/>
              <a:t>O‘zbekiston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asosiy</a:t>
            </a:r>
            <a:r>
              <a:rPr lang="en-US" dirty="0"/>
              <a:t> </a:t>
            </a:r>
            <a:r>
              <a:rPr lang="en-US" dirty="0" err="1"/>
              <a:t>vazifa</a:t>
            </a:r>
            <a:r>
              <a:rPr lang="en-US" dirty="0"/>
              <a:t> — </a:t>
            </a:r>
            <a:r>
              <a:rPr lang="en-US" b="1" dirty="0" err="1"/>
              <a:t>neytral</a:t>
            </a:r>
            <a:r>
              <a:rPr lang="en-US" b="1" dirty="0"/>
              <a:t> </a:t>
            </a:r>
            <a:r>
              <a:rPr lang="en-US" b="1" dirty="0" err="1"/>
              <a:t>tashqi</a:t>
            </a:r>
            <a:r>
              <a:rPr lang="en-US" b="1" dirty="0"/>
              <a:t> </a:t>
            </a:r>
            <a:r>
              <a:rPr lang="en-US" b="1" dirty="0" err="1"/>
              <a:t>siyosatni</a:t>
            </a:r>
            <a:r>
              <a:rPr lang="en-US" b="1" dirty="0"/>
              <a:t> </a:t>
            </a:r>
            <a:r>
              <a:rPr lang="en-US" b="1" dirty="0" err="1"/>
              <a:t>saqlash</a:t>
            </a:r>
            <a:r>
              <a:rPr lang="en-US" dirty="0"/>
              <a:t>, </a:t>
            </a:r>
            <a:r>
              <a:rPr lang="en-US" dirty="0" err="1"/>
              <a:t>iqtisodiy</a:t>
            </a:r>
            <a:r>
              <a:rPr lang="en-US" dirty="0"/>
              <a:t> </a:t>
            </a:r>
            <a:r>
              <a:rPr lang="en-US" dirty="0" err="1"/>
              <a:t>diversifikatsiyani</a:t>
            </a:r>
            <a:r>
              <a:rPr lang="en-US" dirty="0"/>
              <a:t> </a:t>
            </a:r>
            <a:r>
              <a:rPr lang="en-US" dirty="0" err="1"/>
              <a:t>kuchaytirish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xavfsizlik</a:t>
            </a:r>
            <a:r>
              <a:rPr lang="en-US" dirty="0"/>
              <a:t> </a:t>
            </a:r>
            <a:r>
              <a:rPr lang="en-US" dirty="0" err="1"/>
              <a:t>masalalarida</a:t>
            </a:r>
            <a:r>
              <a:rPr lang="en-US" dirty="0"/>
              <a:t> </a:t>
            </a:r>
            <a:r>
              <a:rPr lang="en-US" b="1" dirty="0" err="1"/>
              <a:t>mintaqaviy</a:t>
            </a:r>
            <a:r>
              <a:rPr lang="en-US" b="1" dirty="0"/>
              <a:t> </a:t>
            </a:r>
            <a:r>
              <a:rPr lang="en-US" b="1" dirty="0" err="1"/>
              <a:t>hamkorlikni</a:t>
            </a:r>
            <a:r>
              <a:rPr lang="en-US" b="1" dirty="0"/>
              <a:t> </a:t>
            </a:r>
            <a:r>
              <a:rPr lang="en-US" b="1" dirty="0" err="1"/>
              <a:t>mustahkamlash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705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3410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607</Words>
  <Application>Microsoft Office PowerPoint</Application>
  <PresentationFormat>Широкоэкранный</PresentationFormat>
  <Paragraphs>33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11</cp:revision>
  <dcterms:created xsi:type="dcterms:W3CDTF">2025-09-27T03:10:08Z</dcterms:created>
  <dcterms:modified xsi:type="dcterms:W3CDTF">2025-09-27T03:29:19Z</dcterms:modified>
</cp:coreProperties>
</file>