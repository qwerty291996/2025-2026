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51414-02F9-4D40-8728-B576B1D2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F3D80A-CE42-472E-A4B9-8D5D4F828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4" indent="0" algn="ctr">
              <a:buNone/>
              <a:defRPr sz="2000"/>
            </a:lvl2pPr>
            <a:lvl3pPr marL="914428" indent="0" algn="ctr">
              <a:buNone/>
              <a:defRPr sz="1800"/>
            </a:lvl3pPr>
            <a:lvl4pPr marL="1371643" indent="0" algn="ctr">
              <a:buNone/>
              <a:defRPr sz="1600"/>
            </a:lvl4pPr>
            <a:lvl5pPr marL="1828857" indent="0" algn="ctr">
              <a:buNone/>
              <a:defRPr sz="1600"/>
            </a:lvl5pPr>
            <a:lvl6pPr marL="2286071" indent="0" algn="ctr">
              <a:buNone/>
              <a:defRPr sz="1600"/>
            </a:lvl6pPr>
            <a:lvl7pPr marL="2743285" indent="0" algn="ctr">
              <a:buNone/>
              <a:defRPr sz="1600"/>
            </a:lvl7pPr>
            <a:lvl8pPr marL="3200500" indent="0" algn="ctr">
              <a:buNone/>
              <a:defRPr sz="1600"/>
            </a:lvl8pPr>
            <a:lvl9pPr marL="3657714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C5AFF-BAD8-4C66-841F-CDB99F17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75B096-1555-45FB-85F3-0EAEBBA9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072628-CC4C-48E5-937C-77B812D6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895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D6F6C-4424-4D78-B87D-31A660B6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194CF8-C7AF-4C64-92AF-EC57757E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D1E25B-E5E6-48E2-9F7A-9606DA1C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3C50D-E570-4A11-9923-70AA3AA7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A5DA9-4950-41B8-9065-FF2B3C50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147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CBF7C-5FB0-4B44-9A06-58F75FEC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3B5F6D-6ACC-414A-9A8E-241BA025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107BAD-D4BC-4989-8601-5DA867F4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8F98A-9C47-4FD4-AA59-7733D088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1C092-F299-41D6-BCB7-BB8FBAAB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02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FE05-BDAB-4B12-92D6-FC2CCCAD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55CD-B291-4FFC-B9E1-96166AF9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DE3F6C-4EAB-4B82-8BDC-861D9EA3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7D8C33-C286-4B81-9C77-265D647C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F2C444-E4BA-4B50-87EC-9D6D0C4E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F0EE1D-ADDF-4BB2-97C8-819FA18A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48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D51D4-3652-4CEF-982C-B27E328A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B8C160-46C8-44FD-BD53-017D2FC05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90A926-97A4-4F20-BC51-8799DE972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020FD9-796B-4AA9-A7A8-1B5ED173F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CA2D9E-0967-41CF-96F6-FE180D79E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1EE05C-5CD8-43EA-9007-15D6F055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A1B440-BCA9-4BDD-889D-8A36CEDF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AD5C55-4454-49FF-911B-6E22022C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214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12406-3486-41F2-98A0-4D6145A4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ECE294-C614-473F-A4AE-D67414AF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78299F-E94D-4B77-9050-B320C2EB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13245B-FA96-4C57-A500-0E3E38CF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01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606636-3909-45CC-B023-44CB17C2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1C2D08-FDE9-410C-A1EE-B55D9F60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5CC35C-111C-40A3-8E7E-AE2E257E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464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3C70D-F12C-4856-90EF-CDB41E5B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1E47F-20ED-4E4C-A2F4-364001AC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1B7889-66C5-4FBE-A598-03F415940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0398D-106F-47F4-9B98-6346595D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09E405-8370-440E-BCF8-B7DFDEFD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D117E0-F27A-4A27-9308-EC5A8E4A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458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178C1-6409-4D8A-B767-B2F4EA3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89828A-F1B6-4F32-8A80-6A27090FF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4" indent="0">
              <a:buNone/>
              <a:defRPr sz="2800"/>
            </a:lvl2pPr>
            <a:lvl3pPr marL="914428" indent="0">
              <a:buNone/>
              <a:defRPr sz="2400"/>
            </a:lvl3pPr>
            <a:lvl4pPr marL="1371643" indent="0">
              <a:buNone/>
              <a:defRPr sz="2000"/>
            </a:lvl4pPr>
            <a:lvl5pPr marL="1828857" indent="0">
              <a:buNone/>
              <a:defRPr sz="2000"/>
            </a:lvl5pPr>
            <a:lvl6pPr marL="2286071" indent="0">
              <a:buNone/>
              <a:defRPr sz="2000"/>
            </a:lvl6pPr>
            <a:lvl7pPr marL="2743285" indent="0">
              <a:buNone/>
              <a:defRPr sz="2000"/>
            </a:lvl7pPr>
            <a:lvl8pPr marL="3200500" indent="0">
              <a:buNone/>
              <a:defRPr sz="2000"/>
            </a:lvl8pPr>
            <a:lvl9pPr marL="3657714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94203E-D348-4956-8D77-C4E5E5075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C6335C-F245-4DBF-AB87-CF52425B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8E10BA-FC32-41A7-9FF3-063C6D92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BC50EA-C08B-4A5A-9F35-80C2615B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59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795BF-CC46-4475-A45C-7CB491DB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15863D-4BF9-42A2-8BFF-BB85D458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1F1E8F-264F-4CE4-A688-EECF1338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39968-2D48-4270-971C-FF6F01A2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B174BD-7ED2-4B56-BCAF-691B62F1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690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B5B286-4626-4BE2-9201-F68526A05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8E7DEF-557D-4E6E-B883-2CB9A5379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05ED10-6D48-4B8B-AD0A-9A052253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639A6-A8EA-40F7-9D8B-70AC9489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CC51A-DCAD-44BA-ACF2-B7AC3886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298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6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43A0D-AE51-48B8-942C-5F67A526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07E06E-920B-48CB-8DB4-84794A30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29D85-A1BA-451C-A408-20F105A66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0179D6-1475-4BAE-BAF1-1751EB7D5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79240-C05E-43D6-976C-9ED409A01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81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2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2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6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0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5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9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3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7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3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1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5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13-mashg‘ulot:</a:t>
            </a:r>
          </a:p>
          <a:p>
            <a:pPr algn="ctr">
              <a:lnSpc>
                <a:spcPts val="5550"/>
              </a:lnSpc>
            </a:pP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4210954" y="2632671"/>
            <a:ext cx="3770091" cy="287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40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2286302" y="0"/>
            <a:ext cx="7619394" cy="682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endParaRPr lang="en-US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2BE474-6F1F-4105-B360-9624092E8C00}"/>
              </a:ext>
            </a:extLst>
          </p:cNvPr>
          <p:cNvSpPr/>
          <p:nvPr/>
        </p:nvSpPr>
        <p:spPr>
          <a:xfrm>
            <a:off x="457200" y="905246"/>
            <a:ext cx="11277600" cy="5677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(subclass, child)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ota-klass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(superclass, parent)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bola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M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hayotdagi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ierarxiyalarni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 -&gt; Employee)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(overriding)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3600765" y="-56985"/>
            <a:ext cx="4990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lang="en-US" sz="36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5891AA-6D91-4A66-8FD5-4A9F5AEF9F31}"/>
              </a:ext>
            </a:extLst>
          </p:cNvPr>
          <p:cNvSpPr/>
          <p:nvPr/>
        </p:nvSpPr>
        <p:spPr>
          <a:xfrm>
            <a:off x="523875" y="592275"/>
            <a:ext cx="11144250" cy="520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"Name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works"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Name: Tom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works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11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35574"/>
            <a:ext cx="56864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ovoz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(override)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"Woof!"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generic animal 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Woof!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Woof!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040254"/>
            <a:ext cx="58388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ifodalashtirsin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 am studying"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studying"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is studying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0"/>
            <a:ext cx="56864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odamning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7" y="0"/>
            <a:ext cx="583882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ierarxiyasini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So‘ngra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3555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834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Zafar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Zafar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2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71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351" y="721399"/>
            <a:ext cx="11635674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Python’dagi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 — double underscore methods)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xatti-harakatlarni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boshlanib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tugaydi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konstruktor, obyekt yaratilganda ishga tushadi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__str__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matn ko‘rinishida qaytaradi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print()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__repr__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obyektning texnik ko‘rinishi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debug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uchun)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__len__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len(obj)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 ishlaydi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__getitem__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obyekt elementini olish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obj[0]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qiymatni o‘zgartirish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obj[1] = x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__delitem__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elementni o‘chirish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del obj[2]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__next__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iterator qilish (for siklda ishlatish)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__contains__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operatorini ishlatish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__eq__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__lt__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__gt__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taqqoslash operatorlari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==, &lt;, &gt;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__add__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__sub__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__mul__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__truediv__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arifmetik operatorlar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__call__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funksiya kabi chaqirish imkoniyati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__enter__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__exit__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konteks menejer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with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operatori)</a:t>
            </a:r>
          </a:p>
        </p:txBody>
      </p:sp>
    </p:spTree>
    <p:extLst>
      <p:ext uri="{BB962C8B-B14F-4D97-AF65-F5344CB8AC3E}">
        <p14:creationId xmlns:p14="http://schemas.microsoft.com/office/powerpoint/2010/main" val="154625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D52F5A-7F4D-4878-9D18-627C2AC5EC33}"/>
              </a:ext>
            </a:extLst>
          </p:cNvPr>
          <p:cNvSpPr/>
          <p:nvPr/>
        </p:nvSpPr>
        <p:spPr>
          <a:xfrm>
            <a:off x="561975" y="843766"/>
            <a:ext cx="1106805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Vazifasi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obyektlariga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ta’minlaymiz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+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==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__eq__()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8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E2403B-9AFA-43CE-9EC8-3A750C543860}"/>
              </a:ext>
            </a:extLst>
          </p:cNvPr>
          <p:cNvSpPr/>
          <p:nvPr/>
        </p:nvSpPr>
        <p:spPr>
          <a:xfrm>
            <a:off x="885824" y="151179"/>
            <a:ext cx="10420352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M" sz="2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__del__(self)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o‘chirayotganda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__str__(self)</a:t>
            </a:r>
            <a:r>
              <a:rPr lang="en-US" sz="12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– print(obj)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repr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(debug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elementlarga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len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index, value)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 = value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delitem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__add__(self,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__sub__(self,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mul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truediv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__eq__(self,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__call__(self,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0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194A83-9112-4E9F-AFDE-F26BD302DE51}"/>
              </a:ext>
            </a:extLst>
          </p:cNvPr>
          <p:cNvSpPr/>
          <p:nvPr/>
        </p:nvSpPr>
        <p:spPr>
          <a:xfrm>
            <a:off x="742950" y="0"/>
            <a:ext cx="10706100" cy="5925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Vector(2, 3)  -&gt; __str__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             -&gt; __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Vector(6, 8)  -&gt; __add__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05E2FD-8D0D-4DE0-823B-9EDEE8311601}"/>
              </a:ext>
            </a:extLst>
          </p:cNvPr>
          <p:cNvSpPr/>
          <p:nvPr/>
        </p:nvSpPr>
        <p:spPr>
          <a:xfrm>
            <a:off x="285750" y="6286970"/>
            <a:ext cx="1162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Xullas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10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30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"Book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Book: Python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jamoa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a’zolari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4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0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 + v2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0"/>
            <a:ext cx="58388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obj[0]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obj[1] = 95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39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Vector(7, 10)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2069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7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969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(Class Attributes)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99" y="882233"/>
            <a:ext cx="116356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altLang="LID4096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yaratilmasin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__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self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43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A58C0B-D4F2-4C79-BCAA-D2211C5C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7" y="1077882"/>
            <a:ext cx="11303726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xususiyatini o‘zgartirish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DeepMind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➡ Klass xususiyatini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nomi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o‘zgartirsak, barcha obyektlarga ta’sir qiladi.</a:t>
            </a:r>
            <a:endParaRPr kumimoji="0" lang="en-US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irsak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shiladi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Test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➡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o‘zgarmaydi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93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 =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mashinalarda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803932"/>
            <a:ext cx="5467350" cy="3493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Mercedes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BMW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Mercedes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"National Bank"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462715" y="2585923"/>
            <a:ext cx="5838824" cy="4170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Bank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1000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Vali 500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5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1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LID4096" sz="1600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kuzating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1"/>
            <a:ext cx="58388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14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Test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Alice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38853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Har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Jami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studentlar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5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3163146" y="0"/>
            <a:ext cx="5865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(Decorators)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36" y="738953"/>
            <a:ext cx="11894127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Dekorator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xatti-harakatini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o‘zgartiruvchi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yozuvdir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dekoratorlar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@property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Odatda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classmethod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staticmethod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aloqador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bog‘liq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bo‘lmagan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080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17089"/>
            <a:ext cx="56864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property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020160"/>
            <a:ext cx="5467350" cy="374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7" y="717089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hisoblagich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7" y="2020160"/>
            <a:ext cx="5838824" cy="398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class attribute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369332"/>
            <a:ext cx="5686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add(a, b)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yaratmasdan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4142878"/>
            <a:ext cx="5838823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(property)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"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Ism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Familiya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(age)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True/False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152398" y="1323507"/>
            <a:ext cx="5686425" cy="1898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536058" y="369332"/>
            <a:ext cx="6096000" cy="64017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class attribute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emp_str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emp_str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odatdagi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usulda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Smith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Kompaniya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 Johnson 17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Yoshi: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kattami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kattami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8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544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14" y="1750562"/>
            <a:ext cx="116041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munosabatlarni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moslashtiradi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qulayroq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736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Vazifa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D231A2E5-A835-40EC-906F-28F6F0B8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12" y="967842"/>
            <a:ext cx="11700831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Transport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ota klass va undan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Car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Bike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kabi voris klasslar yarating. Har birida umumiy metod (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move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va voris klasslarga xos metodlar (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honk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pedal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bo‘lsin. Ularni obyektlar orqali chaqirib, vorislik qanday ishlashini ko‘rsating.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Maxsus metodlar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Vector nomli klass yarating. Unda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__str__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__add__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metodlarini yozing. Ikki vektor obyektini qo‘shib natijani ekranga chiqarishni sinab ko‘ring.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Klass xususiyatlari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klass yarating. Umumiy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 atributi orqali nechta obyekt yaratilganini hisoblang. Har safar yangi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yaratilganda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birga oshib borishini ta’minlang.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Circle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klassi yarating. Unda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radius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atributi bo‘lsin.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@property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area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(yuzasi) va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perimet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(aylana uzunligi) ni oddiy atribut kabi chaqirish mumkin bo‘lsin.</a:t>
            </a:r>
          </a:p>
        </p:txBody>
      </p:sp>
    </p:spTree>
    <p:extLst>
      <p:ext uri="{BB962C8B-B14F-4D97-AF65-F5344CB8AC3E}">
        <p14:creationId xmlns:p14="http://schemas.microsoft.com/office/powerpoint/2010/main" val="358954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469</TotalTime>
  <Words>4250</Words>
  <Application>Microsoft Office PowerPoint</Application>
  <PresentationFormat>Широкоэкранный</PresentationFormat>
  <Paragraphs>435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Arial</vt:lpstr>
      <vt:lpstr>Arial Unicode MS</vt:lpstr>
      <vt:lpstr>Calibri</vt:lpstr>
      <vt:lpstr>Calibri Light</vt:lpstr>
      <vt:lpstr>Consolas</vt:lpstr>
      <vt:lpstr>Courier New</vt:lpstr>
      <vt:lpstr>Segoe UI Emoji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121</cp:revision>
  <dcterms:created xsi:type="dcterms:W3CDTF">2025-09-05T05:49:43Z</dcterms:created>
  <dcterms:modified xsi:type="dcterms:W3CDTF">2025-09-08T09:15:42Z</dcterms:modified>
</cp:coreProperties>
</file>