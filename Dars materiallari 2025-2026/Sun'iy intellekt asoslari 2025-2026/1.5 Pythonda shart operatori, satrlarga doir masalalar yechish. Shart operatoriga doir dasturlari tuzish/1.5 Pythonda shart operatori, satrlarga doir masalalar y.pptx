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89" r:id="rId3"/>
    <p:sldId id="305" r:id="rId4"/>
    <p:sldId id="256" r:id="rId5"/>
    <p:sldId id="267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9" r:id="rId15"/>
    <p:sldId id="300" r:id="rId16"/>
    <p:sldId id="301" r:id="rId17"/>
    <p:sldId id="302" r:id="rId18"/>
    <p:sldId id="303" r:id="rId19"/>
    <p:sldId id="304" r:id="rId20"/>
    <p:sldId id="279" r:id="rId2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DBA31-EFBE-46A7-A26B-AB54B46410B2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5C61E-F37B-4EB6-AAD9-1F9D5F927E0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3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6F64B-5070-4FEF-8727-9CA63F1FC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DBBE1-FEC5-4BD0-BB6A-BD5B7136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B650B-87A2-4A19-B95F-6A70B4A3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D4C5E-8226-4C7E-81BA-67DC674C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026E90-4C81-4462-8FEF-601D532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412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2370-23D8-4007-9FFF-3E193066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FBC1C-1163-4F2A-98F8-8593F41A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CB415-9F28-46E9-ABCE-2EC27EE5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E5028-7992-4B01-AF33-BE57E87C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07E95-6D79-4FA5-8F7F-8A9E17A6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35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59A3C-4122-4805-8208-6E7DC40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CB4227-F23B-44BC-85E7-123F1F0F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56487-5DFD-4D02-9E56-7C2B04D0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C56E5-21C7-4E5B-A6F3-EE44760B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8AC02-3D64-4A49-92FA-4F7EB15E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362E-85BA-42CE-857F-3C5AE85C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56400-416A-4930-B62C-0A0DF9606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1A69D-6A3F-4325-8178-C99B3678A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AC6171-CB68-4BE7-83F3-A609B854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8B553E-1D79-4F65-B2D0-537B0BD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839820-2ABD-4CE8-A6F8-21F7BEE9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34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5F188-A03A-40BF-A609-C5BA5C1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67483F-07DE-457C-A294-EF09B0710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C9E88F-396E-45CE-A84A-CA8A6476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9518B-4723-436A-9D33-31317D53C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45B5F7-B40A-49AA-8411-55992866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640E1D-6D81-4544-A05B-01FA0F62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1D74B3-3831-4155-BD61-AB3FF6CE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888E3F-697F-42E4-8E8E-206E067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95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0891-2B7B-49FA-9338-DE737ECA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B512C-4089-4266-8528-4332F9B1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A021DC-392B-4681-9F80-78B7E677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CAD60A-745F-44F7-8931-F0A5154B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564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CAE210-860B-41AB-B8F7-1616363C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B344DD-42E5-420D-86DB-35FB48E1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D02B6-9699-402F-A043-45B0356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293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05F5C-44D5-402B-87EC-ABF35F93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7A975-2BC6-4E20-97E4-0D3E4BDE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E4A92-68AA-4BEB-96F0-CFEAE9701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465BF4-EBDA-42E4-8B24-92657E68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0EA0CC-A27E-4326-8BE8-A0C1F648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3D0590-5C52-49FE-AADE-368C4D69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75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2B4C0-A199-4110-BF2A-2B6CBD0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012EB1-B061-4A33-8706-2D5D4BF99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A4D4A-388B-4C77-A416-ECA59273E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C0E61-255D-482E-870D-4C041F71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784C5A-AA03-4729-B637-B7EC4D9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47EDC-7EC6-4079-A73F-6E407EF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4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68DC4-F156-4376-8AAB-50AF7A9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35025-FEEE-408F-AD44-517704B14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D2D774-8A2B-4CE6-BDA7-0D9C24AA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B1DCB0-8B23-4C64-AFA7-A5F4D8C7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A7194-66BF-4F03-92F3-621D5246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226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66C1EB-C809-472A-B4D6-7AD0374C9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5CCA3B-3550-42A1-9352-CED4511F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2A5C3-6B0C-44D9-84E4-3A425241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052B0-7090-4451-924E-36894D3D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3E752-514B-43B3-8CAB-53163C56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50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3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62AE3-BDA2-417D-B7BA-69C8A3AB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8DB66-8FF1-4418-B89E-BBD5CF2B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B5B86-2333-460C-BC47-66108D01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041C-2690-4083-809D-2EECBE4E588E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EBDFB-1CC8-45B3-93C1-C5CC2D9DC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F07F-EFEC-4CF9-BDCE-CBA743133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50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business/media-telecom/taiwan-launches-new-civil-defence-guide-says-not-aiming-cause-panic-2025-09-16/?utm_source=chatgpt.com" TargetMode="External"/><Relationship Id="rId2" Type="http://schemas.openxmlformats.org/officeDocument/2006/relationships/hyperlink" Target="https://akipress.com/news%3A850458%3AForeign_Ministers_of_Uzbekistan_and_Tajikistan_discuss_coopera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world/europe/russian-attack-ukraines-kirovohrad-region-cuts-power-governor-says-2025-09-17/?utm_source=chatgpt.com" TargetMode="External"/><Relationship Id="rId2" Type="http://schemas.openxmlformats.org/officeDocument/2006/relationships/hyperlink" Target="https://www.reuters.com/world/ukrainian-drone-attack-kills-one-injures-another-russian-border-region-says-2025-09-17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uters.com/world/china/chinas-defence-minister-urges-greater-unity-avoid-law-jungle-2025-09-18/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BC6CAF-04A1-4BA6-8E67-BFA89A1E7DC4}"/>
              </a:ext>
            </a:extLst>
          </p:cNvPr>
          <p:cNvSpPr/>
          <p:nvPr/>
        </p:nvSpPr>
        <p:spPr>
          <a:xfrm>
            <a:off x="609600" y="4436240"/>
            <a:ext cx="1074057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Osiyo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Tojikiston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TIV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uchrashuvi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(Doha,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Baktiyor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Saidov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Sirojiddin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Muhriddin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mintaqaviy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hamkorlik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qo‘shnichilikni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mustahkamlash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muhokama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akipress.com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79462B-9B71-456D-B9DE-79BF78765832}"/>
              </a:ext>
            </a:extLst>
          </p:cNvPr>
          <p:cNvSpPr/>
          <p:nvPr/>
        </p:nvSpPr>
        <p:spPr>
          <a:xfrm>
            <a:off x="609601" y="128407"/>
            <a:ext cx="10740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Pekin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taranglik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fuqarolar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fuqaro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mudofaasi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qo‘llanmasi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uzilganda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radio/landline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dezinformatsiyani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ko‘rsatmalar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Reuters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China | Events, People, Dates, Flag, Map, &amp; Facts | Britannica">
            <a:extLst>
              <a:ext uri="{FF2B5EF4-FFF2-40B4-BE49-F238E27FC236}">
                <a16:creationId xmlns:a16="http://schemas.microsoft.com/office/drawing/2014/main" id="{F0BEEF78-6D65-4493-8F96-8DCC54FA1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260" y="1328736"/>
            <a:ext cx="3976912" cy="258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9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D63E0D-3705-4CCD-A1BE-B61E152D1116}"/>
              </a:ext>
            </a:extLst>
          </p:cNvPr>
          <p:cNvSpPr/>
          <p:nvPr/>
        </p:nvSpPr>
        <p:spPr>
          <a:xfrm>
            <a:off x="339213" y="685401"/>
            <a:ext cx="11513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–Rossiya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chegarasida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18, 20254:40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Belgorod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Shebekino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o‘ldirdi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birovni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jarohatladı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hudud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taranglikda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A7E39D-5614-4BAE-AF25-96707021EE34}"/>
              </a:ext>
            </a:extLst>
          </p:cNvPr>
          <p:cNvSpPr/>
          <p:nvPr/>
        </p:nvSpPr>
        <p:spPr>
          <a:xfrm>
            <a:off x="339213" y="2162729"/>
            <a:ext cx="11513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Kirovohrad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viloyatidagi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rossiyaliklar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17, 202510:36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kechasi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Kirovohrad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temiryo‘l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A63266C-A777-414E-9985-1ED5CCDDA2BD}"/>
              </a:ext>
            </a:extLst>
          </p:cNvPr>
          <p:cNvSpPr/>
          <p:nvPr/>
        </p:nvSpPr>
        <p:spPr>
          <a:xfrm>
            <a:off x="339213" y="3968135"/>
            <a:ext cx="115135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Dong Jun (“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Xiangshan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forumida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18, 20257:38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birdamlik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zaruriyatini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ta’kidladi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jungl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kuch-asosida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bo‘linmalarni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tanqid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ogohlantirish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aralashuvga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7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951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5-mashg‘ulot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satrlarga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masalalar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yechish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Shart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operatoriga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111439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6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IF, 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IF-ELIF-ELSE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191589" y="20511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Kinochipta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if/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/else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tanlov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Kinoteatr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chipta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0–6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(6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bepul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7–17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10 000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20 000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130),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xatolik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(0…120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oralig‘ida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Chipta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&lt;summa&gt;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so'm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Noto'g'ri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618514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9579F2-1FA1-488E-B2B8-D8D4D7295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514" y="759113"/>
            <a:ext cx="2988319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16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10000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Chipta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narxi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-2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Noto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ri yosh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8B336C-C36B-45BB-8FF2-1F800D786880}"/>
              </a:ext>
            </a:extLst>
          </p:cNvPr>
          <p:cNvSpPr/>
          <p:nvPr/>
        </p:nvSpPr>
        <p:spPr>
          <a:xfrm>
            <a:off x="6435634" y="3120624"/>
            <a:ext cx="556477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Yoshingizni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10000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Chipta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narxi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20000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9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181602" y="689189"/>
            <a:ext cx="6096000" cy="48628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Ob-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tavsiya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-else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oraliqlarni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harorat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(°C)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&lt; 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sovuq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≤ t &lt; 20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Sovuqroq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≤ t ≤ 30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Yoqimli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&gt; 30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Issiq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haqiqiy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son —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harorat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toifalardan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618514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574C27C-B66C-4C36-AB7A-08FD6EA1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599" y="728335"/>
            <a:ext cx="2002971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-3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Juda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sovuq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18.5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Sovuqroq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Yoqimli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Issiq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DE4EB8-20FA-47A4-B67B-A921EDE649F8}"/>
              </a:ext>
            </a:extLst>
          </p:cNvPr>
          <p:cNvSpPr/>
          <p:nvPr/>
        </p:nvSpPr>
        <p:spPr>
          <a:xfrm>
            <a:off x="6618514" y="3120624"/>
            <a:ext cx="6096000" cy="30623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Haroratni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(°C):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Juda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sovuq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Sovuqroq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Yoqimli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Issiq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4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Do‘kondagi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-else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100 000 – 299 999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300 000 – 999 999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1 000 000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xarid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chegirma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foizi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1A367-F2C4-4310-BC68-6B4F70AFF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33" y="728335"/>
            <a:ext cx="4007828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80000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80000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150000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142500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350000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315000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1200000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Chegirma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% |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'lov: 1020000 so'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54854"/>
            <a:ext cx="6096000" cy="37394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Xarid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summasi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1_000_000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15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300_000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100_000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5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pay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amount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"Chegirma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disc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% |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To'lov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pay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26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Taksi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kechki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tarif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masofa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har 1 km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22:00 dan 06:00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masofa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(km,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(0–23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693597"/>
            <a:ext cx="6096000" cy="25083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km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Masofa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(km):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Soat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(0-23):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5000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km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2000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hour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"Narx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narx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so'm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F19380-710C-48EF-B1DE-AB76D328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036" y="825931"/>
            <a:ext cx="2308645" cy="1015663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Narx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11000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Narx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13200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9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09003" y="904632"/>
            <a:ext cx="554736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yilini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 4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bo‘linmasa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Kabisa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37437"/>
            <a:ext cx="6096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400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Kabisa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Oddiy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Kabisa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Oddiy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yil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D13E5-F71E-4969-91C8-39483C0F3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649137"/>
            <a:ext cx="2211977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Kabisa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1900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Oddiy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2024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Kabisa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2023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Oddiy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yil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93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269962" y="649137"/>
            <a:ext cx="5547363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&gt;c,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a+c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&gt;b,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&gt;a)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Uchalasini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tomonli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Uchburchak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bo'lmaydi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2EAB87-C741-4D20-8B5D-6460E697E161}"/>
              </a:ext>
            </a:extLst>
          </p:cNvPr>
          <p:cNvSpPr/>
          <p:nvPr/>
        </p:nvSpPr>
        <p:spPr>
          <a:xfrm>
            <a:off x="6035033" y="2937437"/>
            <a:ext cx="6096000" cy="37394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b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c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Teng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Teng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Turli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tomonli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Uchburchak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hosil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bo'lmaydi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DD16B08-E29C-4A94-9D72-3F7263AA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28335"/>
            <a:ext cx="3158237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3 3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Teng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tomonli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4 7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Teng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yonli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4 5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Turli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tomonli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5 9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Uchburchak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hosil bo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'lmaydi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92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A0A21C-15D9-43D9-8310-E554E7C2B011}"/>
              </a:ext>
            </a:extLst>
          </p:cNvPr>
          <p:cNvSpPr/>
          <p:nvPr/>
        </p:nvSpPr>
        <p:spPr>
          <a:xfrm>
            <a:off x="313505" y="243512"/>
            <a:ext cx="554736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hafta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tanaffus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vaqtini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kunduz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mantiğini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if/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/else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modellashtirish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Ofis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rejimi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(0–4):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09:00–18:00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13:00–14:00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(5):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qisqartirilgan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10:00–16:00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13:00–13:30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Yakshanba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(6):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hafta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(0–6)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(0–23)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(0–59)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quyidagilardan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Tushlik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vaqtidan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Bugun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dam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072AE-ECB2-4F37-B783-06119C972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36716"/>
            <a:ext cx="2733441" cy="3231654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10 15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13 20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Tushlik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15 10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13 20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Tushlik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11 00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Bugun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dam olish kuni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18 01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Ish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vaqtidan tashqari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9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F792A6-48D7-4909-B288-1171959AA572}"/>
              </a:ext>
            </a:extLst>
          </p:cNvPr>
          <p:cNvSpPr/>
          <p:nvPr/>
        </p:nvSpPr>
        <p:spPr>
          <a:xfrm>
            <a:off x="3048000" y="161582"/>
            <a:ext cx="6096000" cy="64479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Hafta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kuni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(0=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dushanba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... 6=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yakshanba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(0-23):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Daqiqa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(0-59):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not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23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and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59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Vaqtni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minutlarga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o'tkazamiz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masalan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, 13:20 -&gt; 13*60+20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soat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daq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Bugun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dam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olish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kuni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kun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4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9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18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14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Tushlik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vaqtidan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tashqari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kun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 == 5 (</a:t>
            </a:r>
            <a:r>
              <a:rPr lang="en-US" sz="105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shanba</a:t>
            </a:r>
            <a:r>
              <a:rPr lang="en-US" sz="1050" i="1" dirty="0">
                <a:solidFill>
                  <a:srgbClr val="AAAAAA"/>
                </a:solidFill>
                <a:latin typeface="Consolas" panose="020B0609020204030204" pitchFamily="49" charset="0"/>
              </a:rPr>
              <a:t>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16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13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60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ish_tugash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tush_boshlash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&lt;=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A3E9D"/>
                </a:solidFill>
                <a:latin typeface="Consolas" panose="020B0609020204030204" pitchFamily="49" charset="0"/>
              </a:rPr>
              <a:t>t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7A3E9D"/>
                </a:solidFill>
                <a:latin typeface="Consolas" panose="020B0609020204030204" pitchFamily="49" charset="0"/>
              </a:rPr>
              <a:t>tush_tugash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Tushlik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5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Ish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vaqtidan</a:t>
            </a:r>
            <a:r>
              <a:rPr lang="en-US" sz="105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48C27"/>
                </a:solidFill>
                <a:latin typeface="Consolas" panose="020B0609020204030204" pitchFamily="49" charset="0"/>
              </a:rPr>
              <a:t>tashqari</a:t>
            </a:r>
            <a:r>
              <a:rPr lang="en-US" sz="105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05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5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F917C6-1A45-4427-B943-BC6006983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06" y="1122962"/>
            <a:ext cx="5024845" cy="199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Unlilar sonini sanash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Matndagi unlilar sonini hisoblang (lotin: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e i o u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katta-kichik farqsiz).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 satr.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Unlilar: &lt;son&gt;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6CFCAB-06B6-4765-B057-3FE37577E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859917"/>
            <a:ext cx="2223686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Assalomu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alaykum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Unlilar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7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2810860"/>
            <a:ext cx="5529943" cy="2649465"/>
            <a:chOff x="6096000" y="2810860"/>
            <a:chExt cx="5529943" cy="264946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Matn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vowels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aeiou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0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vowels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Unlilar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",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2810860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568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3059668"/>
            <a:ext cx="5529943" cy="2954655"/>
            <a:chOff x="6096000" y="3059668"/>
            <a:chExt cx="5529943" cy="295465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So'z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yoki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ibora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isalnum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[::-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]: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Palindrom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else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Palindrom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emas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FD6E2112-B785-4222-9770-F8BEA3C08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7" y="1497415"/>
            <a:ext cx="5529943" cy="281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Palindrom (bo‘sh joy va belgilarni inkor etib)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Satr orqa-oldiga bir xil o‘qilsa palindrom. Bo‘sh joylar va harf/raqam bo‘lmagan belgilar e’tiborsiz.</a:t>
            </a:r>
            <a:b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Palindrom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yoki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Palindrom emas.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605C61-94B9-480F-B9BD-69DF686A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68030"/>
            <a:ext cx="1713931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"NUR  RUN"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Palindrom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3059668"/>
            <a:ext cx="5529943" cy="2954655"/>
            <a:chOff x="6096000" y="3059668"/>
            <a:chExt cx="5529943" cy="2954655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full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Ism </a:t>
              </a:r>
              <a:r>
                <a:rPr lang="en-US" dirty="0" err="1">
                  <a:solidFill>
                    <a:srgbClr val="448C27"/>
                  </a:solidFill>
                  <a:latin typeface="Consolas" panose="020B0609020204030204" pitchFamily="49" charset="0"/>
                </a:rPr>
                <a:t>familiya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: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[]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full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split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!=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"":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first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0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].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upper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rest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len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&gt;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9C5D27"/>
                  </a:solidFill>
                  <a:latin typeface="Consolas" panose="020B0609020204030204" pitchFamily="49" charset="0"/>
                </a:rPr>
                <a:t>1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4B69C6"/>
                  </a:solidFill>
                  <a:latin typeface="Consolas" panose="020B0609020204030204" pitchFamily="49" charset="0"/>
                </a:rPr>
                <a:t>else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append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first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+</a:t>
              </a:r>
              <a:r>
                <a:rPr lang="en-US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rest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dirty="0">
                  <a:solidFill>
                    <a:srgbClr val="448C27"/>
                  </a:solidFill>
                  <a:latin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".</a:t>
              </a:r>
              <a:r>
                <a:rPr lang="en-US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join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7A3E9D"/>
                  </a:solidFill>
                  <a:latin typeface="Consolas" panose="020B0609020204030204" pitchFamily="49" charset="0"/>
                </a:rPr>
                <a:t>parts</a:t>
              </a:r>
              <a:r>
                <a:rPr lang="en-US" dirty="0">
                  <a:solidFill>
                    <a:srgbClr val="777777"/>
                  </a:solidFill>
                  <a:latin typeface="Consolas" panose="020B0609020204030204" pitchFamily="49" charset="0"/>
                </a:rPr>
                <a:t>))</a:t>
              </a:r>
              <a:endParaRPr lang="en-US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BFE1DF-2192-4B86-A7D1-A9BBFA38F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98" y="1710325"/>
            <a:ext cx="4841966" cy="2021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Ism-familiyani tozalash va bosh harf qilish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Ortiqcha bo‘sh joylarni olib tashlab, har so‘zni Bosh harf + qolganlari kichik shaklida chiqaring.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satr (masalan: "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 vaLIEv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 Valiev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3880-0BE5-44BA-BFD4-0F92BBB3A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90712"/>
            <a:ext cx="2818400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"AbDuLlA  QODIR  NoSiR"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"Abdulla Qodir Nasir"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9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035033" y="205115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01893F1-D429-4FEF-A402-C8E7A0CA6CA6}"/>
              </a:ext>
            </a:extLst>
          </p:cNvPr>
          <p:cNvGrpSpPr/>
          <p:nvPr/>
        </p:nvGrpSpPr>
        <p:grpSpPr>
          <a:xfrm>
            <a:off x="6096000" y="1561793"/>
            <a:ext cx="5529943" cy="4985980"/>
            <a:chOff x="6096000" y="3059668"/>
            <a:chExt cx="5529943" cy="4985980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21CF6BA-556E-4CAF-99A9-C2DE5FB49293}"/>
                </a:ext>
              </a:extLst>
            </p:cNvPr>
            <p:cNvSpPr/>
            <p:nvPr/>
          </p:nvSpPr>
          <p:spPr>
            <a:xfrm>
              <a:off x="6096000" y="3429000"/>
              <a:ext cx="5529943" cy="4616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url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input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URL: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").</a:t>
              </a: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strip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url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strip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lower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http://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7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7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 err="1">
                  <a:solidFill>
                    <a:srgbClr val="4B69C6"/>
                  </a:solidFill>
                  <a:latin typeface="Consolas" panose="020B0609020204030204" pitchFamily="49" charset="0"/>
                </a:rPr>
                <a:t>elif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https://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8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8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u_low</a:t>
              </a:r>
              <a:r>
                <a:rPr lang="en-US" sz="1400" dirty="0" err="1">
                  <a:solidFill>
                    <a:srgbClr val="777777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1400" b="1" dirty="0" err="1">
                  <a:solidFill>
                    <a:srgbClr val="AA3731"/>
                  </a:solidFill>
                  <a:latin typeface="Consolas" panose="020B0609020204030204" pitchFamily="49" charset="0"/>
                </a:rPr>
                <a:t>startswith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www.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"):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[</a:t>
              </a:r>
              <a:r>
                <a:rPr lang="en-US" sz="1400" dirty="0">
                  <a:solidFill>
                    <a:srgbClr val="9C5D27"/>
                  </a:solidFill>
                  <a:latin typeface="Consolas" panose="020B0609020204030204" pitchFamily="49" charset="0"/>
                </a:rPr>
                <a:t>4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:]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""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in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A3E9D"/>
                  </a:solidFill>
                  <a:latin typeface="Consolas" panose="020B0609020204030204" pitchFamily="49" charset="0"/>
                </a:rPr>
                <a:t>u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in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448C27"/>
                  </a:solidFill>
                  <a:latin typeface="Consolas" panose="020B0609020204030204" pitchFamily="49" charset="0"/>
                </a:rPr>
                <a:t>/?#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":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4B69C6"/>
                  </a:solidFill>
                  <a:latin typeface="Consolas" panose="020B0609020204030204" pitchFamily="49" charset="0"/>
                </a:rPr>
                <a:t>break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+=</a:t>
              </a:r>
              <a: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ch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br>
                <a:rPr lang="en-US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</a:br>
              <a:r>
                <a:rPr lang="en-US" sz="1400" b="1" dirty="0">
                  <a:solidFill>
                    <a:srgbClr val="AA3731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 err="1">
                  <a:solidFill>
                    <a:srgbClr val="7A3E9D"/>
                  </a:solidFill>
                  <a:latin typeface="Consolas" panose="020B0609020204030204" pitchFamily="49" charset="0"/>
                </a:rPr>
                <a:t>dom</a:t>
              </a:r>
              <a:r>
                <a:rPr lang="en-US" sz="1400" dirty="0">
                  <a:solidFill>
                    <a:srgbClr val="777777"/>
                  </a:solidFill>
                  <a:latin typeface="Consolas" panose="020B0609020204030204" pitchFamily="49" charset="0"/>
                </a:rPr>
                <a:t>)</a:t>
              </a:r>
              <a:endParaRPr lang="en-US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F51AD89-F997-4893-A24F-7EBE67D0D489}"/>
                </a:ext>
              </a:extLst>
            </p:cNvPr>
            <p:cNvSpPr/>
            <p:nvPr/>
          </p:nvSpPr>
          <p:spPr>
            <a:xfrm>
              <a:off x="6096000" y="3059668"/>
              <a:ext cx="9926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Yechim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1ECFDCA7-C427-4353-843A-CB834357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3" y="1922197"/>
            <a:ext cx="5486400" cy="202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URLdan domenni ajratish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http://, https://, www.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prefikslari bo‘lsa olib tashlang;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/, ?, #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oldingi qism —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domen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508617-8FFD-4883-86BB-A9130643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87770"/>
            <a:ext cx="3583032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https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www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path?a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example.com 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80344-FA1A-4288-B1DB-357B4B148A77}"/>
              </a:ext>
            </a:extLst>
          </p:cNvPr>
          <p:cNvSpPr/>
          <p:nvPr/>
        </p:nvSpPr>
        <p:spPr>
          <a:xfrm>
            <a:off x="6442887" y="1619852"/>
            <a:ext cx="24906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46067-E07E-4250-A194-01ED76E6E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54" y="1619852"/>
            <a:ext cx="5747657" cy="2356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snake_case ↔ camelCase konvertori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Rejim tanlang: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s2c — snake_case → camelCase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c2s — camelCase → snake_case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 bo‘laklar (ketma-ket _) e’tiborsiz; harflarning yuqori/pastki holatini moslang.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C330A-5ED3-4002-B9C7-FEE666BA3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370" y="2367171"/>
            <a:ext cx="2429686" cy="2123658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s2c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hello_world_python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helloWorldPython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c2s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helloWorld2You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hello_world2_you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25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69BEC7-12D2-4601-BD69-87F90B6A7986}"/>
              </a:ext>
            </a:extLst>
          </p:cNvPr>
          <p:cNvSpPr/>
          <p:nvPr/>
        </p:nvSpPr>
        <p:spPr>
          <a:xfrm>
            <a:off x="3722914" y="58846"/>
            <a:ext cx="474617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Rejim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(s2c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yoki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c2s):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").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strip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Identifikator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").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strip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snake_to_camel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split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!=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append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parts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continue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upper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:].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rest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camel_to_snake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]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isupper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!=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</a:rPr>
              <a:t>lower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+=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c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res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s2c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snake_to_camel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 err="1">
                <a:solidFill>
                  <a:srgbClr val="4B69C6"/>
                </a:solidFill>
                <a:latin typeface="Consolas" panose="020B0609020204030204" pitchFamily="49" charset="0"/>
              </a:rPr>
              <a:t>elif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mode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==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c2s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camel_to_snake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))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Noto'g'ri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</a:rPr>
              <a:t>rejim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0F2FD9-8231-46BD-B405-C6A2034D8696}"/>
              </a:ext>
            </a:extLst>
          </p:cNvPr>
          <p:cNvSpPr/>
          <p:nvPr/>
        </p:nvSpPr>
        <p:spPr>
          <a:xfrm>
            <a:off x="1188713" y="58846"/>
            <a:ext cx="99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Yechim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6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20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3537</Words>
  <Application>Microsoft Office PowerPoint</Application>
  <PresentationFormat>Широкоэкранный</PresentationFormat>
  <Paragraphs>308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168</cp:revision>
  <dcterms:created xsi:type="dcterms:W3CDTF">2025-09-12T13:04:48Z</dcterms:created>
  <dcterms:modified xsi:type="dcterms:W3CDTF">2025-09-18T03:52:08Z</dcterms:modified>
</cp:coreProperties>
</file>