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8" r:id="rId2"/>
    <p:sldId id="269" r:id="rId3"/>
    <p:sldId id="267" r:id="rId4"/>
    <p:sldId id="280" r:id="rId5"/>
    <p:sldId id="281" r:id="rId6"/>
    <p:sldId id="282" r:id="rId7"/>
    <p:sldId id="283" r:id="rId8"/>
    <p:sldId id="284" r:id="rId9"/>
    <p:sldId id="285" r:id="rId10"/>
    <p:sldId id="287" r:id="rId11"/>
    <p:sldId id="288" r:id="rId12"/>
    <p:sldId id="286" r:id="rId13"/>
    <p:sldId id="289" r:id="rId14"/>
    <p:sldId id="290" r:id="rId15"/>
    <p:sldId id="291" r:id="rId16"/>
    <p:sldId id="27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5D7F7-D9CA-44E5-ABC6-84F8C5C4FA47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4AA31-A1AB-4405-AC96-7E2DECA241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04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95BB4-292F-4C30-B8CC-FE3649E9D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BDE92A-E7E5-4756-A961-28A81923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0B0C95-1929-4E10-9371-E8268CC6E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48BC08-DDD0-442D-90BA-01CF4B17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55B860-0606-4022-B058-E4E00AA4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22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92A13-F185-47E0-ACCD-ACED408D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5475BD-9728-4E58-86FA-7956CB6F4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4A8669-5BF8-4DB4-A9EC-5E0B6EBD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27C8F-39F8-48BD-AD6C-DB478EF9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147E40-50B8-4C16-88BB-FF8A0D52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15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D5777-97CF-4D0A-AF1B-AD750D91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E211AE-3DA1-4658-9577-1C161925A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0D6DDB-3111-4A2F-98C7-53A88F422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570DF4-6526-4578-B77B-7F43C4FC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4ED94B-FE1F-4582-A9B3-1880B64D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69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3896EB-DCA9-4BD2-BF0F-2A35D96E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5D906-06D6-41E6-B46A-B64D6648D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8BC70E-8698-4689-851F-7CFB34F59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141C0F-383C-42FD-9D1A-9ACE5661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05B8FF-5F5A-499D-8D73-5EBC2BEA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071C4A-FBA2-4AC6-B2C5-A4A7FD25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54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A2F16-0358-44BC-AECB-4E5335FD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FE0ED7-0DB1-4C79-8ABF-E3E1346A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612D4E-D902-4CBC-B436-C9CEA708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E225366-6AA2-4829-BF8C-2DAA4C946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F3A032-964E-4BF6-8A2F-DC1B7F796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23145A-42A2-442F-A6E4-CACC5245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15CCF6-AA45-48DF-8D15-0C0EF4DE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341B90-7311-42DF-A691-A2DD068E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46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EE658-4F86-411F-8A25-E18AC330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CF8734-FD1B-4E0D-88CF-37A41494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35413B-1E27-4D82-AD70-02D47A15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07CF99-FEC8-4E61-8D49-AE72F5DD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26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0E7F1B-904A-4729-9A3D-290ED6D8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2279F-256D-4B5B-AA54-AC9F0964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4188AE-9570-48BF-B6C1-68B28B2C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69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E065D-CED1-4CE5-82A5-09C070C5D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C09973-E623-4E29-A067-13B79469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6E0AA6-7260-4BB5-A5A7-3968ADB01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E60636-5845-43FA-B294-0231D5D7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558D83-FD17-4DDB-BEAE-485DF431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0DDDA3-8EA4-4162-B274-2585A11C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22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C9B71-63A5-44AF-8826-75DFC847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155527-0FD2-449E-9B8E-AF6EC2825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8A1F8B-DC86-42D5-BE3D-A3C4E4786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11FDED-DC83-4E98-88E3-945E6615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87454C-68BA-4309-A97E-D7FC261DD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1989DA-3501-4B4F-AE3C-2A5CC527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89943-F728-4264-ACD4-8C609AC6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D88357-1AE3-4DA9-A4EE-466AC640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CC44A7-8A31-49EF-8877-17304AD1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84498-5F5A-4D33-9587-6C569EC2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8B27E3-7805-41E5-923A-0B5D9C82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84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0100414-B6D5-4F09-8C7D-E4AA17126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7F0FFD-D5CF-4404-8D97-AD139C8D5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FABAD7-15A9-4CAA-8782-7A8B5AD2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144F84-DD7A-4DDB-851C-C51C6429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6C5331-E362-438A-B8A9-E6C7C14B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963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438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D72F8-97F5-4828-A9A7-504FE2C5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A1F871-DEFB-4D6C-98CA-E7092F437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71C290-EDA7-44CF-8DD3-8E5446BB0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02E3D-3DDE-49AF-A20B-871A3F715E0E}" type="datetimeFigureOut">
              <a:rPr lang="ru-RU" smtClean="0"/>
              <a:t>19.10.2025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6FAE7-C64E-4505-B992-7A7A793E0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16953A-302C-44A3-98F7-3AA685534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01CB4-61D7-438E-A718-BAF4F64FF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767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420564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3-MAVZU: PYTHONDA TARMOQ DASTURLASHGA KIRISH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20951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3-mavzu. 1-mashg‘ulot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ma’ruza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sv-SE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Tarmoqda ma’lumot almashuvchi klient-server dasturini tuzish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1664205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Tarmoqda ma’lumot almashuvchi klient-server dasturini tuzish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2175940"/>
            <a:ext cx="11286310" cy="221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Socket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tanishish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TCP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-server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ulanishini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xatoliklarni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bartaraf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02ACD0-E2E8-48E3-8DF5-480C237556BF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Socket modulining asosiy metodlari bilan tanishish.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FA63DB7-8CE1-4F33-B82F-2F20D66A9BC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18B9984-F67D-4AD2-86CD-70E08B4FF018}"/>
              </a:ext>
            </a:extLst>
          </p:cNvPr>
          <p:cNvSpPr/>
          <p:nvPr/>
        </p:nvSpPr>
        <p:spPr>
          <a:xfrm>
            <a:off x="563418" y="1074510"/>
            <a:ext cx="110651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Ta’rif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Socket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almashishni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tashkil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o‘rtasidagi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eshik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vazifasini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maktub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yuborayotgan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bo‘lsangiz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klient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bo‘lasiz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qiluvchi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server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manzili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raqami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 manzil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port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Konvertni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yuboradigan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joy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socket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Ya’ni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socket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xabarni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jo‘natasiz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”, server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tomondagi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socket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969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BB6FC0-C958-415B-BEB2-59527A4CD221}"/>
              </a:ext>
            </a:extLst>
          </p:cNvPr>
          <p:cNvSpPr/>
          <p:nvPr/>
        </p:nvSpPr>
        <p:spPr>
          <a:xfrm>
            <a:off x="609600" y="1819280"/>
            <a:ext cx="109728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Socket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komponent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Python, C++, Java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yaratasiz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kompyuterning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adapteri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(NIC)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hamkorlikda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temir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qurilma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socket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 manzil + port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raqami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taniladi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 manzil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kompyuterning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manzili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Port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raqami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aynan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kompyuterda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xizmat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o‘rnatilayotganini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bildiradi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30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47FB0C7-533F-4287-8CFE-959C78270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7" y="226752"/>
            <a:ext cx="11911005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9875"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39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192.168.1.10:8080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degan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yozuvda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39750" algn="l"/>
              </a:tabLst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192.168.1.10 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kompyuterning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manzili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8080 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kompyuterdagi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tarmoq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xizmatining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har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socket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manzili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(IP + port)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tarmoqdagi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soket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to‘g‘ridan-to‘g‘ri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qatlamidagi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protokollarga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TCP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UDP)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Dasturchi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qaysi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protokolidan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tanlaydi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tanlansa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soket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ishonchli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oqimli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(stream-based)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muloqotni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tanlansa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soket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ishonchsiz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(datagram-based)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Demak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socket 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protokollarini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interfeysda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beruvchi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abstrakt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nuqtasi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39750" algn="l"/>
              </a:tabLst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klient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o‘rtasida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ulanish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baytlar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uzatiladi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39750" algn="l"/>
              </a:tabLst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ishlanadi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78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BD6C6A-84A6-47A0-B560-1386A2E7F334}"/>
              </a:ext>
            </a:extLst>
          </p:cNvPr>
          <p:cNvSpPr/>
          <p:nvPr/>
        </p:nvSpPr>
        <p:spPr>
          <a:xfrm>
            <a:off x="314036" y="231499"/>
            <a:ext cx="11563928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Socketning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tarixiy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rivojlanishi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tushunchasi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birinchi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marta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1983-yilda Berkeley Unix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tizimida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joriy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etilgan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Hozirgi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kunda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socket API de-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fakto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standart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zamonaviy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tizimlarda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qo'llaniladi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turlari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farqlari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Python socket moduli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ikki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socket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turini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qo'llab-quvvatlaydi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TCP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Socketlar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(SOCK_STREAM)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Ishonchli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yo'qolmasligi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kafolatlanadi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Ketma-ketlik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yuborilgan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tartibda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qilinadi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Oqim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oriyentirlangan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uzluksiz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oqim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Ikki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tomonlama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muloqot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Ham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ham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UDP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Socketlar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(SOCK_DGRAM)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Ishonchsiz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yo'qolishi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Paket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oriyentirlangan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Har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alohida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paket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Tezkor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TCP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nisbatan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kamroq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overhead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tomonlama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muloqot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Asosan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yo'nalishi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ustun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27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86F552B-AF55-418D-9426-A30B0CF24EDB}"/>
              </a:ext>
            </a:extLst>
          </p:cNvPr>
          <p:cNvSpPr/>
          <p:nvPr/>
        </p:nvSpPr>
        <p:spPr>
          <a:xfrm>
            <a:off x="2863272" y="874454"/>
            <a:ext cx="6465456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metodlarining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klassifikatsiyasi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konfiguratsiya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socket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obyektini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yaratadi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setsockopt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parametrlarini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sozlaydi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getsockopt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parametrlarini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o'qiydi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Server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tomondagi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metodlar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bind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lokal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manzilga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bog'laydi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listen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kiruvchi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ulanishlarni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kutish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rejimi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accept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klient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ulanishini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Klient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tomondagi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metodlar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connect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masofaviy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serverga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connect_ex</a:t>
            </a:r>
            <a:r>
              <a:rPr lang="en-US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xatolarni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batafsilroq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ko'rsatadigan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55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D4C13A-DE3C-480F-B4ED-04F08870DD79}"/>
              </a:ext>
            </a:extLst>
          </p:cNvPr>
          <p:cNvSpPr/>
          <p:nvPr/>
        </p:nvSpPr>
        <p:spPr>
          <a:xfrm>
            <a:off x="3048000" y="1520785"/>
            <a:ext cx="6096000" cy="38164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almashish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send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recv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sendall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sendto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UDP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recvfrom</a:t>
            </a:r>
            <a:r>
              <a:rPr lang="en-US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UDP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Yopish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close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yopadi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shutdown</a:t>
            </a:r>
            <a:r>
              <a:rPr lang="ru-RU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ulanishning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yo'nalishini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yopadi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534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02ACD0-E2E8-48E3-8DF5-480C237556BF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TCP protokoli asosida klient-server ulanishini tashkil qilish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FA63DB7-8CE1-4F33-B82F-2F20D66A9BC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E7B255-DDB6-4CDD-8834-EEF029123BAA}"/>
              </a:ext>
            </a:extLst>
          </p:cNvPr>
          <p:cNvSpPr/>
          <p:nvPr/>
        </p:nvSpPr>
        <p:spPr>
          <a:xfrm>
            <a:off x="508000" y="779314"/>
            <a:ext cx="111760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TCP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protokoli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arxitekturasi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TCP (Transmission Control Protocol) -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transport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qatlamidagi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ishonchli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ulanishga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asoslangan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protokol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bo'lib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OSI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modelining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4-qatlamida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joylashgan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TCP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ning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xususiyatlari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Ishonchli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Akkumulativ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ACK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qiluvchi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har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paket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tasdiq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Yo'qolgan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paketlar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avtomatik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ravishda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Cheksum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Ma'lumotlarning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buzilishini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Oqimni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Sliding Window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Yuboruvchi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qiluvchi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o'rtasidagi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oqimni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optimallashtirish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Congestion Control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Tarmoq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tiqilishlarini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oldini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Ulanishni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Three-Way Handshake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o'rnatish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jarayoni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Graceful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Close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Ulanishni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to'g'ri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yopish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28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0C9312-A180-451B-BBCC-40DF31CAD288}"/>
              </a:ext>
            </a:extLst>
          </p:cNvPr>
          <p:cNvSpPr/>
          <p:nvPr/>
        </p:nvSpPr>
        <p:spPr>
          <a:xfrm>
            <a:off x="3860800" y="239509"/>
            <a:ext cx="44704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TCP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bosqichlari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Aloqa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o'rnatish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(Three-Way Handshake)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 descr="TCP 3-Way Handshake Process | Concept - YouTube">
            <a:extLst>
              <a:ext uri="{FF2B5EF4-FFF2-40B4-BE49-F238E27FC236}">
                <a16:creationId xmlns:a16="http://schemas.microsoft.com/office/drawing/2014/main" id="{FE547439-58BD-43FF-8F22-3AB70753F8C2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" r="2184"/>
          <a:stretch/>
        </p:blipFill>
        <p:spPr bwMode="auto">
          <a:xfrm>
            <a:off x="2365610" y="1233055"/>
            <a:ext cx="7460780" cy="43918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7513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8ED3C3-F98D-4856-BB3A-DF843BE6123C}"/>
              </a:ext>
            </a:extLst>
          </p:cNvPr>
          <p:cNvSpPr/>
          <p:nvPr/>
        </p:nvSpPr>
        <p:spPr>
          <a:xfrm>
            <a:off x="3893127" y="165834"/>
            <a:ext cx="440574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almashinuvi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segmentlarga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bo'linadi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Har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segment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ketma-ket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raqamga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ega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qiluvchi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ACK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yopilishi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 descr="The FIN probe - Practical Network Scanning [Book]">
            <a:extLst>
              <a:ext uri="{FF2B5EF4-FFF2-40B4-BE49-F238E27FC236}">
                <a16:creationId xmlns:a16="http://schemas.microsoft.com/office/drawing/2014/main" id="{CEFB4CBA-E07D-4A23-9661-849BE26EB2C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890" y="2421123"/>
            <a:ext cx="4932218" cy="40662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8384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A629FB-DF38-4FFC-8B42-C0F1D9FD46E9}"/>
              </a:ext>
            </a:extLst>
          </p:cNvPr>
          <p:cNvSpPr/>
          <p:nvPr/>
        </p:nvSpPr>
        <p:spPr>
          <a:xfrm>
            <a:off x="2133600" y="1982450"/>
            <a:ext cx="79248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Port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manzil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tushuncha</a:t>
            </a:r>
            <a:r>
              <a:rPr lang="en-US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Port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-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mantiqiy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nuqtasi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bo'lib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0 dan 65535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gacha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bo'lgan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raqam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ifodalanadi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Port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turlari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0-1023: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Tizim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portlari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(well-known ports)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1024-49151: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Ro'yxatdan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o'tgan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portlar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49152-65535: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Dinamik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portlar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032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02ACD0-E2E8-48E3-8DF5-480C237556BF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3. Ma'lumotlarni uzatish va qabul qilish jarayonini amalda bajarish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FA63DB7-8CE1-4F33-B82F-2F20D66A9BC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B6EA042-6001-4604-884B-AD374A5BE4F6}"/>
              </a:ext>
            </a:extLst>
          </p:cNvPr>
          <p:cNvSpPr/>
          <p:nvPr/>
        </p:nvSpPr>
        <p:spPr>
          <a:xfrm>
            <a:off x="1514764" y="659011"/>
            <a:ext cx="9162472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uzatish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protokollari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to'g'ridan-to'g'ri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Hech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formatlash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talab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qilinmaydi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vazifalar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Formatalangan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strukturada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JSON, XML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maxsus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formatlar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qo'llaniladi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Murakkab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Binar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uzatish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Fayllar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binar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ma'lumotlar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uzatiladi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Maxsus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kodlash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talab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qilmaydi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Samaradorlik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yuqori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990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02ACD0-E2E8-48E3-8DF5-480C237556BF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4. Klient va server dasturlarida xatoliklarni aniqlash va bartaraf etish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FA63DB7-8CE1-4F33-B82F-2F20D66A9BC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738A39-8463-49F1-94D2-4C1477133231}"/>
              </a:ext>
            </a:extLst>
          </p:cNvPr>
          <p:cNvSpPr/>
          <p:nvPr/>
        </p:nvSpPr>
        <p:spPr>
          <a:xfrm>
            <a:off x="1736436" y="812899"/>
            <a:ext cx="8719128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Socket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dasturlashdagi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xato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turlari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xatolari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ConnectionRefusedError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Server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mavjud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rad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etdi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ConnectionResetError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kutilmaganda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uzildi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TimeoutError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vaqti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tugadi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uzatish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xatolari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BrokenPipeError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yopilgan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ma'lumot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yuborib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bo'lmadi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ConnectionAbortedError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Ulanish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bekor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qilindi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Tizim</a:t>
            </a:r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xatolari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OSError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Tizim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darajasidagi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xatolar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PermissionError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Portga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bog'lash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ruxsat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yo'q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968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16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861</Words>
  <Application>Microsoft Office PowerPoint</Application>
  <PresentationFormat>Широкоэкранный</PresentationFormat>
  <Paragraphs>131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Isakov Muxriddin</dc:creator>
  <cp:lastModifiedBy>Isakov Muxriddin</cp:lastModifiedBy>
  <cp:revision>25</cp:revision>
  <dcterms:created xsi:type="dcterms:W3CDTF">2025-10-19T16:00:25Z</dcterms:created>
  <dcterms:modified xsi:type="dcterms:W3CDTF">2025-10-19T16:51:49Z</dcterms:modified>
</cp:coreProperties>
</file>