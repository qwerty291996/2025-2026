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8" r:id="rId2"/>
    <p:sldId id="267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279" r:id="rId16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58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EA978F-F74F-4798-AA49-72C8C461BA93}" type="datetimeFigureOut">
              <a:rPr lang="LID4096" smtClean="0"/>
              <a:t>03/22/2026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0B5608-1A82-4AE5-8B6A-2C6A3BDEC84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76354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4B77C4-3FBC-4E95-AC04-E9856704040F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A6A8FA-5FD5-4D38-B82F-89CA91278A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18C3BBB-BF25-484D-A11B-084CF6AF94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B44501-AE6D-44BB-9F46-83AE0EC0F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7A81B-DCC6-4A44-9424-A81744E3671E}" type="datetimeFigureOut">
              <a:rPr lang="LID4096" smtClean="0"/>
              <a:t>03/22/2026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7F3EC5-C689-42A9-9B5F-DE4F1FB92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DBD698-C6B1-46AB-83F7-12067F749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7076-5998-42A8-8880-88563491AD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2689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059B97-D663-4D55-9FE2-B599A03ED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1AC0DE-2BE2-4F2A-9371-473BA9928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EB7D7F-131B-4804-B797-7F85126D4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7A81B-DCC6-4A44-9424-A81744E3671E}" type="datetimeFigureOut">
              <a:rPr lang="LID4096" smtClean="0"/>
              <a:t>03/22/2026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C3F1A0-48C2-4269-BA20-B7F6CED71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D89435-3B8B-4FE8-98F3-20C9ECAF5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7076-5998-42A8-8880-88563491AD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55904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B2C82F-BD7B-48C3-8CF4-71595A304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E6B08C-238A-49B9-A5FC-A0E96BF60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D73D9A-2BB8-44C0-A707-B3D1F658F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7A81B-DCC6-4A44-9424-A81744E3671E}" type="datetimeFigureOut">
              <a:rPr lang="LID4096" smtClean="0"/>
              <a:t>03/22/2026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4E885-E111-4DA3-BB97-1C63CF7AB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F576BB-1A2A-419D-9F80-3F1C31924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7076-5998-42A8-8880-88563491AD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37007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F5A839-1378-4BD0-BE8D-65A1A284D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6EA9DD-2FFC-4F1A-9FE7-3181D858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F1B73D4-7328-4CBA-917D-DF1B6730A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575C55-F64F-47DF-9730-C1F1D98C0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7A81B-DCC6-4A44-9424-A81744E3671E}" type="datetimeFigureOut">
              <a:rPr lang="LID4096" smtClean="0"/>
              <a:t>03/22/2026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964D718-EE0D-4FA7-ACA6-D4DC16921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BF993C-5446-49AC-8744-5CBC3D76B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7076-5998-42A8-8880-88563491AD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59182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D02B2F-79E0-4781-9AA0-EAE33B0CA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2AA9D3-56EA-4601-95E1-9FFD535F5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4E30AFF-AC0F-4C47-9B62-F79A0C2C69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356A52A-DE4A-40AA-949A-85F582785F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DE47D78-ADA2-40E3-841C-B6A25A8E76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0C237E0-3780-4A01-BE4E-5F41445DA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7A81B-DCC6-4A44-9424-A81744E3671E}" type="datetimeFigureOut">
              <a:rPr lang="LID4096" smtClean="0"/>
              <a:t>03/22/2026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7D3F80F-45D9-4CA4-9CBE-A6A8FB00F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2E3F0AF-DDA2-4CA5-B4C8-C02A9159F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7076-5998-42A8-8880-88563491AD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17249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FFEA7F-8196-4B24-AA38-E69A4E20A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D070A06-6D13-48FC-9E81-FD54BBA5B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7A81B-DCC6-4A44-9424-A81744E3671E}" type="datetimeFigureOut">
              <a:rPr lang="LID4096" smtClean="0"/>
              <a:t>03/22/2026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4E33D2-CF3D-4486-AB49-7054EB48A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F350ADF-F8C4-4541-BDE1-DC1491F66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7076-5998-42A8-8880-88563491AD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7792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DE863E5-9A1E-4693-8317-634AFC133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7A81B-DCC6-4A44-9424-A81744E3671E}" type="datetimeFigureOut">
              <a:rPr lang="LID4096" smtClean="0"/>
              <a:t>03/22/2026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ACAFA82-DE29-46B4-A26F-2CEB851B0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7EB962-525D-4F3D-93C8-0C047ED51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7076-5998-42A8-8880-88563491AD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64858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B14B71-0CD8-4C3A-B424-9E22C4A1F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0F2758-6C98-4123-8AE2-E688B824C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4FD5B93-3875-4B7B-8B1F-095106A41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2237ADF-BE43-46AE-9DD5-6BCC1D3C8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7A81B-DCC6-4A44-9424-A81744E3671E}" type="datetimeFigureOut">
              <a:rPr lang="LID4096" smtClean="0"/>
              <a:t>03/22/2026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96283F-E263-4B12-B2C9-D5EE8C204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5EDAADF-BB42-4A2F-A651-E2F31FA12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7076-5998-42A8-8880-88563491AD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70337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95054B-FBD5-444A-A146-0143471A0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9C98DB1-5998-4B08-9D3A-4C05A2A136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490D716-64F1-4511-B916-CAF75E583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3AA5188-7102-442A-A9D4-B37EFEBB9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7A81B-DCC6-4A44-9424-A81744E3671E}" type="datetimeFigureOut">
              <a:rPr lang="LID4096" smtClean="0"/>
              <a:t>03/22/2026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6C50E7F-DDF6-4B14-B148-7C41525FF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47A8B32-6810-463A-9366-A2077A30A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7076-5998-42A8-8880-88563491AD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79029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025F84-C792-4B92-B101-3381C9E23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9304AE4-BD13-4211-B5D9-B69ECE2973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639DE7-92AF-48CF-977C-A27A1FC0A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7A81B-DCC6-4A44-9424-A81744E3671E}" type="datetimeFigureOut">
              <a:rPr lang="LID4096" smtClean="0"/>
              <a:t>03/22/2026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BB462F-A5AA-41A7-8528-93BE0E85F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1D806D-F41B-456D-9652-A94E8AC85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7076-5998-42A8-8880-88563491AD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17536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5E93A4C-177F-4703-924A-2EA5F4A004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52AA139-E1C7-4C41-8873-904FCC0EE4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777716-34CB-4BBC-8328-C6429C1C7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7A81B-DCC6-4A44-9424-A81744E3671E}" type="datetimeFigureOut">
              <a:rPr lang="LID4096" smtClean="0"/>
              <a:t>03/22/2026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4A6ECE-95C9-47B6-823F-D96948936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02EEB7-0789-46B8-B9D4-7A2609572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7076-5998-42A8-8880-88563491AD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0117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3097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E6A89F-6057-4DD6-981E-C89E33510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E86854-8EAD-4043-9867-77375C74A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F7340E-EA0E-4883-9188-83A578A21D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E7A81B-DCC6-4A44-9424-A81744E3671E}" type="datetimeFigureOut">
              <a:rPr lang="LID4096" smtClean="0"/>
              <a:t>03/22/2026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3D30DF-8C65-4862-B5A0-4626872916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5749B7-DB1F-4EAE-9D7B-F831DAF995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BC7076-5998-42A8-8880-88563491AD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32298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 flipV="1">
            <a:off x="1643182" y="4136127"/>
            <a:ext cx="9137268" cy="60959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Прямоугольник 10"/>
          <p:cNvSpPr/>
          <p:nvPr/>
        </p:nvSpPr>
        <p:spPr>
          <a:xfrm>
            <a:off x="5139796" y="6307447"/>
            <a:ext cx="1661480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67" b="1" dirty="0">
                <a:latin typeface="Times New Roman" pitchFamily="18" charset="0"/>
                <a:cs typeface="Times New Roman" pitchFamily="18" charset="0"/>
              </a:rPr>
              <a:t>Toshkent 2026</a:t>
            </a:r>
            <a:endParaRPr lang="ru-RU" sz="1867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83360" y="306896"/>
            <a:ext cx="11617291" cy="748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HARBIY XAVFSIZLIK VA MUDOFAA UNIVERSITETINING</a:t>
            </a:r>
          </a:p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AXBOROT-KOMMUNIKATSIYA TEXNOLOGIYALARI VA HARBIY ALOQA INSTITUTI</a:t>
            </a:r>
            <a:endParaRPr lang="ru-RU" sz="2133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99451" y="2642960"/>
            <a:ext cx="9985109" cy="523220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VPN (Virtual Private Network)</a:t>
            </a:r>
            <a:endParaRPr lang="ru-RU" sz="2800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57E156E-2862-45AA-B671-E1C5EDE84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011" y="4801068"/>
            <a:ext cx="5999989" cy="995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O‘qituvchi</a:t>
            </a: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texnologiyalari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kafedrasi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sikli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boshlig‘i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133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kapitan</a:t>
            </a:r>
            <a:r>
              <a:rPr lang="en-US" sz="2133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Isakov M.M. </a:t>
            </a:r>
            <a:endParaRPr lang="en-US" sz="1867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C05110-FBAF-4E5C-8D69-806EC9F87D1F}"/>
              </a:ext>
            </a:extLst>
          </p:cNvPr>
          <p:cNvSpPr/>
          <p:nvPr/>
        </p:nvSpPr>
        <p:spPr>
          <a:xfrm>
            <a:off x="4210953" y="1029854"/>
            <a:ext cx="377009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O‘quv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savollari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VPN (Virtual Private Network)</a:t>
            </a:r>
            <a:endParaRPr lang="ru-RU" sz="2800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1">
            <a:extLst>
              <a:ext uri="{FF2B5EF4-FFF2-40B4-BE49-F238E27FC236}">
                <a16:creationId xmlns:a16="http://schemas.microsoft.com/office/drawing/2014/main" id="{7AABC1BB-28A2-417B-BDFA-3C28B11067A8}"/>
              </a:ext>
            </a:extLst>
          </p:cNvPr>
          <p:cNvSpPr/>
          <p:nvPr/>
        </p:nvSpPr>
        <p:spPr>
          <a:xfrm>
            <a:off x="452844" y="1811215"/>
            <a:ext cx="11286310" cy="216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	VPN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tushunchalar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tamoyili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	VPN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arxitektura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Ishlatiladigan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protokollar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loyiha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9230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605951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1180699-CBB9-4812-AF70-A948C22EEA9A}"/>
              </a:ext>
            </a:extLst>
          </p:cNvPr>
          <p:cNvSpPr/>
          <p:nvPr/>
        </p:nvSpPr>
        <p:spPr>
          <a:xfrm>
            <a:off x="1240440" y="75357"/>
            <a:ext cx="9711120" cy="5305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>
              <a:lnSpc>
                <a:spcPct val="107000"/>
              </a:lnSpc>
              <a:spcAft>
                <a:spcPts val="0"/>
              </a:spcAft>
            </a:pPr>
            <a:r>
              <a:rPr lang="es-E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VPN nima? (Asosiy tushunchalar va ishlash tamoyili).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108FBC-B4F1-4B36-AF7E-220681132C35}"/>
              </a:ext>
            </a:extLst>
          </p:cNvPr>
          <p:cNvSpPr txBox="1"/>
          <p:nvPr/>
        </p:nvSpPr>
        <p:spPr>
          <a:xfrm>
            <a:off x="445477" y="810709"/>
            <a:ext cx="11301046" cy="1027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VPN (</a:t>
            </a:r>
            <a:r>
              <a:rPr lang="en-US" sz="1800" b="1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Virtual Private Network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—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ochiq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xavfsiz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bo‘lmagan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tarmoq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odatda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Internet)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ustida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yaratilgan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mantiqiy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«virtual»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tarmoqdir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Uni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oddiygina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foydalanishdagi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katta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magistral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yo‘l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o‘rtasida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sizning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mashinangiz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yura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oladigan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yopiq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tunnelga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o‘xshatish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7BA021-65F8-4AA9-AF41-C0A399E03F57}"/>
              </a:ext>
            </a:extLst>
          </p:cNvPr>
          <p:cNvSpPr txBox="1"/>
          <p:nvPr/>
        </p:nvSpPr>
        <p:spPr>
          <a:xfrm>
            <a:off x="457199" y="2467516"/>
            <a:ext cx="11289324" cy="3005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60363" algn="just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800" b="1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VPN-</a:t>
            </a:r>
            <a:r>
              <a:rPr lang="en-US" sz="1800" b="1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ning</a:t>
            </a:r>
            <a:r>
              <a:rPr lang="en-US" sz="1800" b="1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 ta </a:t>
            </a:r>
            <a:r>
              <a:rPr lang="en-US" sz="1800" b="1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1800" b="1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ustuni</a:t>
            </a:r>
            <a:r>
              <a:rPr lang="en-US" sz="1800" b="1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(CIA Triad)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60363" algn="just">
              <a:lnSpc>
                <a:spcPct val="115000"/>
              </a:lnSpc>
              <a:spcAft>
                <a:spcPts val="600"/>
              </a:spcAft>
            </a:pP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NIST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standartlariga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ko‘ra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professional VPN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quyidagi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uchta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narsani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kafolatlashi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360363" algn="just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800" b="1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Konfidensiallik</a:t>
            </a:r>
            <a:r>
              <a:rPr lang="en-US" sz="1800" b="1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(Confidentiality):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Bu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ma’lumotni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shifrlash</a:t>
            </a:r>
            <a:r>
              <a:rPr lang="en-US" sz="1800" b="1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(Encryption)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amalga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oshiriladi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Agar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xaker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ma’lumotni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tutib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olsa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ham, u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shunchaki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tushunarsiz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belgilar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to‘plamini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ko‘radi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360363" algn="just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800" b="1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Yaxlitlik</a:t>
            </a:r>
            <a:r>
              <a:rPr lang="en-US" sz="1800" b="1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(Integrity):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yo‘lda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o‘zgartirilmaganiga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ishonch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hosil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Buning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Hashing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SHA-256)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ishlatiladi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Agar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biror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bit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o‘zgarsa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qabul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qiluvchi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tomon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buni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darhol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aniqlaydi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360363" algn="just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800" b="1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Autentifikatsiya</a:t>
            </a:r>
            <a:r>
              <a:rPr lang="en-US" sz="1800" b="1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(Authentication):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Tunnelning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uchidagi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qurilmalar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haqiqatan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kimligini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tasdiqlashi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parollar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raqamli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sertifikatlar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faktorli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autentifikatsiya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bo‘ladi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214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80C0B3A-BF7F-434F-9DF3-3F9D3A47F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436"/>
            <a:ext cx="12192000" cy="6655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64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AC1589-DE68-40B9-AC75-F2AD0CB33BCD}"/>
              </a:ext>
            </a:extLst>
          </p:cNvPr>
          <p:cNvSpPr txBox="1"/>
          <p:nvPr/>
        </p:nvSpPr>
        <p:spPr>
          <a:xfrm>
            <a:off x="277091" y="183760"/>
            <a:ext cx="11637818" cy="2814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800" b="1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1.2. </a:t>
            </a:r>
            <a:r>
              <a:rPr lang="en-US" sz="1800" b="1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sz="1800" b="1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tamoyili</a:t>
            </a:r>
            <a:r>
              <a:rPr lang="en-US" sz="1800" b="1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b="1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Inkapsulyatsiya</a:t>
            </a:r>
            <a:r>
              <a:rPr lang="en-US" sz="1800" b="1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(Encapsulation)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VPN-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ning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muhim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tushuncha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Inkapsulyatsiya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Asl </a:t>
            </a:r>
            <a:r>
              <a:rPr lang="en-US" sz="1800" b="1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paket</a:t>
            </a:r>
            <a:r>
              <a:rPr lang="en-US" sz="1800" b="1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Sizning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ichki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tarmog‘ingizdagi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IP manzil (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192.168.1.1). Bu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paket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internetda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yura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olmaydi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4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VPN </a:t>
            </a:r>
            <a:r>
              <a:rPr lang="en-US" sz="1800" b="1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sarlavhasi</a:t>
            </a:r>
            <a:r>
              <a:rPr lang="en-US" sz="1800" b="1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(Header):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VPN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protokoli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asl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paketni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oladi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konvert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ichiga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soladi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4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Tashqi</a:t>
            </a:r>
            <a:r>
              <a:rPr lang="en-US" sz="1800" b="1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paket</a:t>
            </a:r>
            <a:r>
              <a:rPr lang="en-US" sz="1800" b="1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Konvertning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ustiga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internetda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yura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oladigan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ommaviy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(Public) IP manzil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yoziladi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4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  <a:spcAft>
                <a:spcPts val="1200"/>
              </a:spcAft>
            </a:pP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natijasida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paket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internet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xuddi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trafikdek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harakatlanadi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lekin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ichidagi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yashirin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qoladi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DEAC75C-74AE-4D58-A415-5FE3AF9339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0" y="2725513"/>
            <a:ext cx="7112000" cy="38823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05742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F7BCAAD-DAB0-49CF-9894-76377F316B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3" y="106218"/>
            <a:ext cx="12174834" cy="66455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50832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605951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1180699-CBB9-4812-AF70-A948C22EEA9A}"/>
              </a:ext>
            </a:extLst>
          </p:cNvPr>
          <p:cNvSpPr/>
          <p:nvPr/>
        </p:nvSpPr>
        <p:spPr>
          <a:xfrm>
            <a:off x="3549531" y="83692"/>
            <a:ext cx="4689041" cy="5222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algn="ctr">
              <a:lnSpc>
                <a:spcPct val="107000"/>
              </a:lnSpc>
              <a:spcAft>
                <a:spcPts val="0"/>
              </a:spcAft>
            </a:pPr>
            <a:r>
              <a:rPr lang="es-E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VPN arxitektura turlari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DBDBEB-37E7-47DA-9FFC-F72349934E9F}"/>
              </a:ext>
            </a:extLst>
          </p:cNvPr>
          <p:cNvSpPr txBox="1"/>
          <p:nvPr/>
        </p:nvSpPr>
        <p:spPr>
          <a:xfrm>
            <a:off x="277091" y="795717"/>
            <a:ext cx="11637818" cy="1659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NIST SP 800-77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hujjatida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xalqaro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tarmoq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standartlarida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VPN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arxitekturasining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4 ta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asosiy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turi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keltirilgan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buAutoNum type="arabicPeriod"/>
            </a:pPr>
            <a:r>
              <a:rPr lang="en-US" sz="1800" b="1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Gateway-to-Gateway (Site-to-Site) VPN</a:t>
            </a:r>
          </a:p>
          <a:p>
            <a:pPr marL="342900" indent="-342900" algn="just">
              <a:lnSpc>
                <a:spcPct val="115000"/>
              </a:lnSpc>
              <a:buFontTx/>
              <a:buAutoNum type="arabicPeriod"/>
            </a:pPr>
            <a:r>
              <a:rPr lang="en-US" sz="1800" b="1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Host-to-Gateway (Remote Access) VPN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buAutoNum type="arabicPeriod"/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Host-to-Host VPN</a:t>
            </a:r>
          </a:p>
          <a:p>
            <a:pPr marL="342900" indent="-342900" algn="just">
              <a:lnSpc>
                <a:spcPct val="115000"/>
              </a:lnSpc>
              <a:buAutoNum type="arabicPeriod"/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Mesh VPN </a:t>
            </a:r>
            <a:endParaRPr lang="ru-RU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0D50308-6B6D-446C-86B3-3A4E31C42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018" y="2568579"/>
            <a:ext cx="8533964" cy="3683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228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2DC7CC5-4BB3-4A1B-808A-F8F5E36BAE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53"/>
          <a:stretch/>
        </p:blipFill>
        <p:spPr bwMode="auto">
          <a:xfrm>
            <a:off x="105817" y="688109"/>
            <a:ext cx="11980366" cy="548178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29532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DFB0B41-7814-4140-8A67-7BE3871ED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85" y="318655"/>
            <a:ext cx="11389630" cy="622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200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BB60E51-F189-4A34-8C52-D2177DCDDF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3" y="124691"/>
            <a:ext cx="12105614" cy="660861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33143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605951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1180699-CBB9-4812-AF70-A948C22EEA9A}"/>
              </a:ext>
            </a:extLst>
          </p:cNvPr>
          <p:cNvSpPr/>
          <p:nvPr/>
        </p:nvSpPr>
        <p:spPr>
          <a:xfrm>
            <a:off x="2137318" y="83692"/>
            <a:ext cx="7513467" cy="5222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algn="ctr">
              <a:lnSpc>
                <a:spcPct val="107000"/>
              </a:lnSpc>
              <a:spcAft>
                <a:spcPts val="0"/>
              </a:spcAft>
            </a:pPr>
            <a:r>
              <a:rPr lang="it-IT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VPN Protokollari va shifrlash algoritmlari</a:t>
            </a:r>
            <a:endParaRPr lang="es-ES" sz="28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FE13C94-7F8E-465A-BF96-09351D63A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73" y="668304"/>
            <a:ext cx="11342254" cy="619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87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985060-E6A7-4771-AE0F-9F788F4AE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25" y="124690"/>
            <a:ext cx="12105950" cy="660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878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605951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1180699-CBB9-4812-AF70-A948C22EEA9A}"/>
              </a:ext>
            </a:extLst>
          </p:cNvPr>
          <p:cNvSpPr/>
          <p:nvPr/>
        </p:nvSpPr>
        <p:spPr>
          <a:xfrm>
            <a:off x="4823207" y="56549"/>
            <a:ext cx="2545585" cy="52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it-IT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Loyiha</a:t>
            </a:r>
            <a:endParaRPr lang="es-ES" sz="28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7D0B05-579D-44C7-8752-930EE8A89C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889" y="781659"/>
            <a:ext cx="11028220" cy="60197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35910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8D9399A-4DE3-47DC-8D24-4CB14C53F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734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15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59" y="1508787"/>
            <a:ext cx="5376597" cy="4032448"/>
          </a:xfrm>
          <a:prstGeom prst="rect">
            <a:avLst/>
          </a:prstGeom>
        </p:spPr>
      </p:pic>
      <p:pic>
        <p:nvPicPr>
          <p:cNvPr id="6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502" y="95846"/>
            <a:ext cx="1388613" cy="112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428</Words>
  <Application>Microsoft Office PowerPoint</Application>
  <PresentationFormat>Широкоэкранный</PresentationFormat>
  <Paragraphs>34</Paragraphs>
  <Slides>15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Isakov Muxriddin</cp:lastModifiedBy>
  <cp:revision>82</cp:revision>
  <dcterms:created xsi:type="dcterms:W3CDTF">2025-09-19T02:57:10Z</dcterms:created>
  <dcterms:modified xsi:type="dcterms:W3CDTF">2026-03-22T18:28:26Z</dcterms:modified>
</cp:coreProperties>
</file>