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60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18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36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60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74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3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4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15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56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01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3540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207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544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570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040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8992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C68A8-696B-4D7B-BA98-C8599C63CCF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37BF9A2-43A3-40BC-9D04-E9456F9DA6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58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robocontest.uz/syste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936B1-8CA7-0BDC-F56A-6A7384269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1353" y="1212815"/>
            <a:ext cx="8773275" cy="2054167"/>
          </a:xfrm>
        </p:spPr>
        <p:txBody>
          <a:bodyPr/>
          <a:lstStyle/>
          <a:p>
            <a:pPr algn="ctr"/>
            <a:r>
              <a:rPr lang="en-US" sz="4800" dirty="0" err="1">
                <a:solidFill>
                  <a:schemeClr val="accent4"/>
                </a:solidFill>
              </a:rPr>
              <a:t>Mavzu</a:t>
            </a:r>
            <a:r>
              <a:rPr lang="en-US" sz="4800" dirty="0"/>
              <a:t>=str(“</a:t>
            </a:r>
            <a:r>
              <a:rPr lang="en-US" sz="4800" b="1" dirty="0" err="1">
                <a:solidFill>
                  <a:schemeClr val="tx1"/>
                </a:solidFill>
              </a:rPr>
              <a:t>RoboContest</a:t>
            </a:r>
            <a:r>
              <a:rPr lang="en-US" sz="4800" b="1" dirty="0">
                <a:solidFill>
                  <a:schemeClr val="tx1"/>
                </a:solidFill>
              </a:rPr>
              <a:t> </a:t>
            </a:r>
            <a:r>
              <a:rPr lang="en-US" sz="4800" b="1" dirty="0" err="1">
                <a:solidFill>
                  <a:schemeClr val="tx1"/>
                </a:solidFill>
              </a:rPr>
              <a:t>tizimidagi</a:t>
            </a:r>
            <a:r>
              <a:rPr lang="en-US" sz="4800" b="1" dirty="0">
                <a:solidFill>
                  <a:schemeClr val="tx1"/>
                </a:solidFill>
              </a:rPr>
              <a:t> </a:t>
            </a:r>
            <a:r>
              <a:rPr lang="en-US" sz="4800" b="1" dirty="0" err="1">
                <a:solidFill>
                  <a:schemeClr val="tx1"/>
                </a:solidFill>
              </a:rPr>
              <a:t>holatlar</a:t>
            </a:r>
            <a:r>
              <a:rPr lang="en-US" sz="4800" dirty="0"/>
              <a:t>”)</a:t>
            </a:r>
            <a:endParaRPr lang="ru-RU" sz="48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830D52D-8B4E-B03A-EAE6-270CE08E4189}"/>
              </a:ext>
            </a:extLst>
          </p:cNvPr>
          <p:cNvSpPr txBox="1">
            <a:spLocks/>
          </p:cNvSpPr>
          <p:nvPr/>
        </p:nvSpPr>
        <p:spPr>
          <a:xfrm>
            <a:off x="4757773" y="4891596"/>
            <a:ext cx="5957576" cy="13153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 err="1">
                <a:solidFill>
                  <a:schemeClr val="tx1"/>
                </a:solidFill>
              </a:rPr>
              <a:t>Taqdimotchilar</a:t>
            </a:r>
            <a:r>
              <a:rPr lang="en-US" sz="3200" dirty="0">
                <a:solidFill>
                  <a:schemeClr val="tx1"/>
                </a:solidFill>
              </a:rPr>
              <a:t>: Tursunov S</a:t>
            </a:r>
          </a:p>
          <a:p>
            <a:pPr algn="ctr"/>
            <a:r>
              <a:rPr lang="en-US" sz="3200" dirty="0"/>
              <a:t>   							</a:t>
            </a:r>
            <a:r>
              <a:rPr lang="en-US" sz="3200" dirty="0">
                <a:solidFill>
                  <a:schemeClr val="tx1"/>
                </a:solidFill>
              </a:rPr>
              <a:t>Rustamov D</a:t>
            </a:r>
            <a:endParaRPr lang="ru-RU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83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26B27-6EEF-16FC-3008-848C1AC8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868" y="1186648"/>
            <a:ext cx="4577715" cy="90848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Reja: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9ABCCC-1E84-FAF1-79C3-230DFD77D4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77375" y="2143678"/>
            <a:ext cx="5563542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RoboContest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ma’lumot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Holat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ma’nosi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Foydalanuvchilarning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tarqalgan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xatolari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Holatlarni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bartaraf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tavsiyalar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540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B279C-DB74-CDE7-50EB-3B0C8FAD6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375" y="816638"/>
            <a:ext cx="5660790" cy="739806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RoboContest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4C12E-D39A-CB97-B971-59929497D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735" y="1858749"/>
            <a:ext cx="7374181" cy="3880773"/>
          </a:xfrm>
        </p:spPr>
        <p:txBody>
          <a:bodyPr/>
          <a:lstStyle/>
          <a:p>
            <a:r>
              <a:rPr lang="en-US" dirty="0"/>
              <a:t>	</a:t>
            </a:r>
            <a:r>
              <a:rPr lang="en-US" b="1" dirty="0" err="1"/>
              <a:t>RoboContest</a:t>
            </a:r>
            <a:r>
              <a:rPr lang="en-US" dirty="0"/>
              <a:t> —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O‘zbekistonda</a:t>
            </a:r>
            <a:r>
              <a:rPr lang="en-US" dirty="0"/>
              <a:t>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chiqilgan</a:t>
            </a:r>
            <a:r>
              <a:rPr lang="en-US" dirty="0"/>
              <a:t> </a:t>
            </a:r>
            <a:r>
              <a:rPr lang="en-US" b="1" dirty="0" err="1"/>
              <a:t>onlayn</a:t>
            </a:r>
            <a:r>
              <a:rPr lang="en-US" b="1" dirty="0"/>
              <a:t> </a:t>
            </a:r>
            <a:r>
              <a:rPr lang="en-US" b="1" dirty="0" err="1"/>
              <a:t>dasturlash</a:t>
            </a:r>
            <a:r>
              <a:rPr lang="en-US" b="1" dirty="0"/>
              <a:t> </a:t>
            </a:r>
            <a:r>
              <a:rPr lang="en-US" b="1" dirty="0" err="1"/>
              <a:t>musobaqalari</a:t>
            </a:r>
            <a:r>
              <a:rPr lang="en-US" b="1" dirty="0"/>
              <a:t> </a:t>
            </a:r>
            <a:r>
              <a:rPr lang="en-US" b="1" dirty="0" err="1"/>
              <a:t>tizimi</a:t>
            </a:r>
            <a:r>
              <a:rPr lang="en-US" dirty="0"/>
              <a:t> </a:t>
            </a:r>
            <a:r>
              <a:rPr lang="en-US" dirty="0" err="1"/>
              <a:t>bo‘lib</a:t>
            </a:r>
            <a:r>
              <a:rPr lang="en-US" dirty="0"/>
              <a:t>, u:</a:t>
            </a:r>
          </a:p>
          <a:p>
            <a:r>
              <a:rPr lang="en-US" b="1" dirty="0"/>
              <a:t>2008-yilda</a:t>
            </a:r>
            <a:r>
              <a:rPr lang="en-US" dirty="0"/>
              <a:t> </a:t>
            </a:r>
            <a:r>
              <a:rPr lang="en-US" dirty="0" err="1"/>
              <a:t>ishga</a:t>
            </a:r>
            <a:r>
              <a:rPr lang="en-US" dirty="0"/>
              <a:t> </a:t>
            </a:r>
            <a:r>
              <a:rPr lang="en-US" dirty="0" err="1"/>
              <a:t>tushirilgan</a:t>
            </a:r>
            <a:r>
              <a:rPr lang="en-US" dirty="0"/>
              <a:t>.</a:t>
            </a:r>
          </a:p>
          <a:p>
            <a:r>
              <a:rPr lang="en-US" b="1" dirty="0"/>
              <a:t>Toshkent </a:t>
            </a:r>
            <a:r>
              <a:rPr lang="en-US" b="1" dirty="0" err="1"/>
              <a:t>axborot</a:t>
            </a:r>
            <a:r>
              <a:rPr lang="en-US" b="1" dirty="0"/>
              <a:t> </a:t>
            </a:r>
            <a:r>
              <a:rPr lang="en-US" b="1" dirty="0" err="1"/>
              <a:t>texnologiyalari</a:t>
            </a:r>
            <a:r>
              <a:rPr lang="en-US" b="1" dirty="0"/>
              <a:t> </a:t>
            </a:r>
            <a:r>
              <a:rPr lang="en-US" b="1" dirty="0" err="1"/>
              <a:t>universiteti</a:t>
            </a:r>
            <a:r>
              <a:rPr lang="en-US" b="1" dirty="0"/>
              <a:t> (TATU)</a:t>
            </a:r>
            <a:r>
              <a:rPr lang="en-US" dirty="0"/>
              <a:t> </a:t>
            </a:r>
            <a:r>
              <a:rPr lang="en-US" dirty="0" err="1"/>
              <a:t>o‘qituvchilari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mutaxassislari</a:t>
            </a:r>
            <a:r>
              <a:rPr lang="en-US" dirty="0"/>
              <a:t> </a:t>
            </a:r>
            <a:r>
              <a:rPr lang="en-US" dirty="0" err="1"/>
              <a:t>tomonidan</a:t>
            </a:r>
            <a:r>
              <a:rPr lang="en-US" dirty="0"/>
              <a:t>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chiqilgan</a:t>
            </a:r>
            <a:r>
              <a:rPr lang="en-US" dirty="0"/>
              <a:t>.</a:t>
            </a:r>
          </a:p>
          <a:p>
            <a:r>
              <a:rPr lang="en-US" dirty="0" err="1"/>
              <a:t>Tizimning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maqsadi</a:t>
            </a:r>
            <a:r>
              <a:rPr lang="en-US" dirty="0"/>
              <a:t> — </a:t>
            </a:r>
            <a:r>
              <a:rPr lang="en-US" dirty="0" err="1"/>
              <a:t>talabalar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yosh</a:t>
            </a:r>
            <a:r>
              <a:rPr lang="en-US" dirty="0"/>
              <a:t> </a:t>
            </a:r>
            <a:r>
              <a:rPr lang="en-US" dirty="0" err="1"/>
              <a:t>dasturchilarni</a:t>
            </a:r>
            <a:r>
              <a:rPr lang="en-US" dirty="0"/>
              <a:t> </a:t>
            </a:r>
            <a:r>
              <a:rPr lang="en-US" dirty="0" err="1"/>
              <a:t>algoritmik</a:t>
            </a:r>
            <a:r>
              <a:rPr lang="en-US" dirty="0"/>
              <a:t> </a:t>
            </a:r>
            <a:r>
              <a:rPr lang="en-US" dirty="0" err="1"/>
              <a:t>fikrlashga</a:t>
            </a:r>
            <a:r>
              <a:rPr lang="en-US" dirty="0"/>
              <a:t>, </a:t>
            </a:r>
            <a:r>
              <a:rPr lang="en-US" dirty="0" err="1"/>
              <a:t>muammolarni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yechishga</a:t>
            </a:r>
            <a:r>
              <a:rPr lang="en-US" dirty="0"/>
              <a:t> </a:t>
            </a:r>
            <a:r>
              <a:rPr lang="en-US" dirty="0" err="1"/>
              <a:t>o‘rgatish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ularni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bosqichli</a:t>
            </a:r>
            <a:r>
              <a:rPr lang="en-US" dirty="0"/>
              <a:t> </a:t>
            </a:r>
            <a:r>
              <a:rPr lang="en-US" b="1" dirty="0" err="1"/>
              <a:t>oliy</a:t>
            </a:r>
            <a:r>
              <a:rPr lang="en-US" b="1" dirty="0"/>
              <a:t> </a:t>
            </a:r>
            <a:r>
              <a:rPr lang="en-US" b="1" dirty="0" err="1"/>
              <a:t>darajadagi</a:t>
            </a:r>
            <a:r>
              <a:rPr lang="en-US" b="1" dirty="0"/>
              <a:t> </a:t>
            </a:r>
            <a:r>
              <a:rPr lang="en-US" b="1" dirty="0" err="1"/>
              <a:t>musobaqalarga</a:t>
            </a:r>
            <a:r>
              <a:rPr lang="en-US" b="1" dirty="0"/>
              <a:t> </a:t>
            </a:r>
            <a:r>
              <a:rPr lang="en-US" b="1" dirty="0" err="1"/>
              <a:t>tayyorlash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https</a:t>
            </a:r>
            <a:r>
              <a:rPr lang="en-US" dirty="0">
                <a:hlinkClick r:id="rId2"/>
              </a:rPr>
              <a:t>://robocontest.uz/system</a:t>
            </a:r>
            <a:r>
              <a:rPr lang="en-US" dirty="0"/>
              <a:t> </a:t>
            </a:r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sayt</a:t>
            </a:r>
            <a:r>
              <a:rPr lang="en-US" dirty="0"/>
              <a:t> </a:t>
            </a:r>
            <a:r>
              <a:rPr lang="en-US" dirty="0" err="1"/>
              <a:t>roboContest</a:t>
            </a:r>
            <a:r>
              <a:rPr lang="en-US" dirty="0"/>
              <a:t> </a:t>
            </a:r>
            <a:r>
              <a:rPr lang="en-US" dirty="0" err="1"/>
              <a:t>manzili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739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E9E20-157F-1F61-58CF-186EF6C1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299" y="459144"/>
            <a:ext cx="3814234" cy="588885"/>
          </a:xfrm>
        </p:spPr>
        <p:txBody>
          <a:bodyPr>
            <a:normAutofit fontScale="90000"/>
          </a:bodyPr>
          <a:lstStyle/>
          <a:p>
            <a:pPr algn="ctr"/>
            <a:r>
              <a:rPr lang="ru-RU" altLang="ru-RU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Holat</a:t>
            </a:r>
            <a:r>
              <a:rPr lang="ru-RU" altLang="ru-RU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ru-RU" altLang="ru-RU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altLang="ru-RU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ru-RU" altLang="ru-RU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ma’nosi</a:t>
            </a:r>
            <a:br>
              <a:rPr lang="ru-RU" alt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E199F0-5740-D227-C962-D318A6A6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499" y="1769972"/>
            <a:ext cx="4436204" cy="442664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Accepted </a:t>
            </a:r>
            <a:r>
              <a:rPr lang="en-US" dirty="0"/>
              <a:t>(Qabul </a:t>
            </a:r>
            <a:r>
              <a:rPr lang="en-US" dirty="0" err="1"/>
              <a:t>qilindi</a:t>
            </a:r>
            <a:r>
              <a:rPr lang="en-US" dirty="0"/>
              <a:t>)</a:t>
            </a:r>
          </a:p>
          <a:p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testlardan</a:t>
            </a:r>
            <a:r>
              <a:rPr lang="en-US" dirty="0"/>
              <a:t> </a:t>
            </a:r>
            <a:r>
              <a:rPr lang="en-US" dirty="0" err="1"/>
              <a:t>muvaffaqiyatli</a:t>
            </a:r>
            <a:r>
              <a:rPr lang="en-US" dirty="0"/>
              <a:t> </a:t>
            </a:r>
            <a:r>
              <a:rPr lang="en-US" dirty="0" err="1"/>
              <a:t>o‘tdi</a:t>
            </a:r>
            <a:r>
              <a:rPr lang="en-US" dirty="0"/>
              <a:t>.</a:t>
            </a:r>
          </a:p>
          <a:p>
            <a:r>
              <a:rPr lang="en-US" dirty="0" err="1"/>
              <a:t>Yechim</a:t>
            </a:r>
            <a:r>
              <a:rPr lang="en-US" dirty="0"/>
              <a:t> </a:t>
            </a:r>
            <a:r>
              <a:rPr lang="en-US" dirty="0" err="1"/>
              <a:t>to‘g‘ri</a:t>
            </a:r>
            <a:r>
              <a:rPr lang="en-US" dirty="0"/>
              <a:t>. Ball </a:t>
            </a:r>
            <a:r>
              <a:rPr lang="en-US" dirty="0" err="1"/>
              <a:t>beriladi</a:t>
            </a:r>
            <a:r>
              <a:rPr lang="en-US" dirty="0"/>
              <a:t>.</a:t>
            </a:r>
          </a:p>
          <a:p>
            <a:r>
              <a:rPr lang="en-US" dirty="0"/>
              <a:t>Dastur </a:t>
            </a:r>
            <a:r>
              <a:rPr lang="en-US" dirty="0" err="1"/>
              <a:t>to'g'ri</a:t>
            </a:r>
            <a:r>
              <a:rPr lang="en-US" dirty="0"/>
              <a:t> </a:t>
            </a:r>
            <a:r>
              <a:rPr lang="en-US" dirty="0" err="1"/>
              <a:t>ishaydi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cheklovlarga</a:t>
            </a:r>
            <a:r>
              <a:rPr lang="en-US" dirty="0"/>
              <a:t> </a:t>
            </a:r>
            <a:r>
              <a:rPr lang="en-US" dirty="0" err="1"/>
              <a:t>muvofiq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sinovlardan</a:t>
            </a:r>
            <a:r>
              <a:rPr lang="en-US" dirty="0"/>
              <a:t> </a:t>
            </a:r>
            <a:r>
              <a:rPr lang="en-US" dirty="0" err="1"/>
              <a:t>o'tdi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97DD55-64AF-6F47-839E-E3A8A799A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598" y="119849"/>
            <a:ext cx="6758402" cy="647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6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C4CF7-4240-E400-4BF1-860CF5669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1"/>
            <a:ext cx="3965687" cy="61551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Wrong answer </a:t>
            </a:r>
            <a:r>
              <a:rPr lang="en-US" sz="2800" b="1" dirty="0" err="1">
                <a:solidFill>
                  <a:schemeClr val="tx1"/>
                </a:solidFill>
              </a:rPr>
              <a:t>holati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EFD375-2903-28A8-088C-3BC560665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3116" y="1349298"/>
            <a:ext cx="4413682" cy="452328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Javob</a:t>
            </a:r>
            <a:r>
              <a:rPr lang="en-US" dirty="0"/>
              <a:t> </a:t>
            </a:r>
            <a:r>
              <a:rPr lang="en-US" dirty="0" err="1"/>
              <a:t>noto‘g‘ri</a:t>
            </a:r>
            <a:r>
              <a:rPr lang="en-US" dirty="0"/>
              <a:t>. Dastur </a:t>
            </a:r>
            <a:r>
              <a:rPr lang="en-US" dirty="0" err="1"/>
              <a:t>bergan</a:t>
            </a:r>
            <a:r>
              <a:rPr lang="en-US" dirty="0"/>
              <a:t> </a:t>
            </a:r>
            <a:r>
              <a:rPr lang="en-US" dirty="0" err="1"/>
              <a:t>natijalar</a:t>
            </a:r>
            <a:r>
              <a:rPr lang="en-US" dirty="0"/>
              <a:t> </a:t>
            </a:r>
            <a:r>
              <a:rPr lang="en-US" dirty="0" err="1"/>
              <a:t>hakamlar</a:t>
            </a:r>
            <a:r>
              <a:rPr lang="en-US" dirty="0"/>
              <a:t> </a:t>
            </a:r>
            <a:r>
              <a:rPr lang="en-US" dirty="0" err="1"/>
              <a:t>hay'ati</a:t>
            </a:r>
            <a:r>
              <a:rPr lang="en-US" dirty="0"/>
              <a:t> </a:t>
            </a:r>
            <a:r>
              <a:rPr lang="en-US" dirty="0" err="1"/>
              <a:t>javoblariga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kelmaydi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Noto'g'ri</a:t>
            </a:r>
            <a:r>
              <a:rPr lang="en-US" dirty="0"/>
              <a:t> </a:t>
            </a:r>
            <a:r>
              <a:rPr lang="en-US" dirty="0" err="1"/>
              <a:t>chiqish</a:t>
            </a:r>
            <a:r>
              <a:rPr lang="en-US" dirty="0"/>
              <a:t> </a:t>
            </a:r>
            <a:r>
              <a:rPr lang="en-US" dirty="0" err="1"/>
              <a:t>formati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dasturdagi</a:t>
            </a:r>
            <a:r>
              <a:rPr lang="en-US" dirty="0"/>
              <a:t> </a:t>
            </a:r>
            <a:r>
              <a:rPr lang="en-US" dirty="0" err="1"/>
              <a:t>algoritmik</a:t>
            </a:r>
            <a:r>
              <a:rPr lang="en-US" dirty="0"/>
              <a:t> xató.</a:t>
            </a:r>
          </a:p>
          <a:p>
            <a:r>
              <a:rPr lang="ru-RU" dirty="0"/>
              <a:t>❌ </a:t>
            </a:r>
            <a:r>
              <a:rPr lang="en-US" b="1" dirty="0" err="1"/>
              <a:t>Natija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Masala </a:t>
            </a:r>
            <a:r>
              <a:rPr lang="en-US" dirty="0" err="1"/>
              <a:t>faqat</a:t>
            </a:r>
            <a:r>
              <a:rPr lang="en-US" dirty="0"/>
              <a:t> </a:t>
            </a:r>
            <a:r>
              <a:rPr lang="en-US" dirty="0" err="1"/>
              <a:t>sonni</a:t>
            </a:r>
            <a:r>
              <a:rPr lang="en-US" dirty="0"/>
              <a:t> </a:t>
            </a:r>
            <a:r>
              <a:rPr lang="en-US" dirty="0" err="1"/>
              <a:t>chiqishini</a:t>
            </a:r>
            <a:r>
              <a:rPr lang="en-US" dirty="0"/>
              <a:t> talab </a:t>
            </a:r>
            <a:r>
              <a:rPr lang="en-US" dirty="0" err="1"/>
              <a:t>qiladi</a:t>
            </a:r>
            <a:r>
              <a:rPr lang="en-US" dirty="0"/>
              <a:t>,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"</a:t>
            </a:r>
            <a:r>
              <a:rPr lang="en-US" dirty="0" err="1"/>
              <a:t>Yig'indi</a:t>
            </a:r>
            <a:r>
              <a:rPr lang="en-US" dirty="0"/>
              <a:t>: 8" deb </a:t>
            </a:r>
            <a:r>
              <a:rPr lang="en-US" dirty="0" err="1"/>
              <a:t>chiqaradi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Shuning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RoboContest</a:t>
            </a:r>
            <a:r>
              <a:rPr lang="en-US" dirty="0"/>
              <a:t> </a:t>
            </a:r>
            <a:r>
              <a:rPr lang="en-US" dirty="0" err="1"/>
              <a:t>tizimi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natijani</a:t>
            </a:r>
            <a:r>
              <a:rPr lang="en-US" dirty="0"/>
              <a:t> </a:t>
            </a:r>
            <a:r>
              <a:rPr lang="en-US" b="1" dirty="0"/>
              <a:t>Wrong Answer</a:t>
            </a:r>
            <a:r>
              <a:rPr lang="en-US" dirty="0"/>
              <a:t> deb </a:t>
            </a:r>
            <a:r>
              <a:rPr lang="en-US" dirty="0" err="1"/>
              <a:t>baholaydi</a:t>
            </a:r>
            <a:r>
              <a:rPr lang="en-US" dirty="0"/>
              <a:t>.</a:t>
            </a:r>
          </a:p>
          <a:p>
            <a:r>
              <a:rPr lang="ru-RU" b="1" dirty="0"/>
              <a:t>📝 </a:t>
            </a:r>
            <a:r>
              <a:rPr lang="en-US" b="1" dirty="0" err="1"/>
              <a:t>Xulosa</a:t>
            </a:r>
            <a:r>
              <a:rPr lang="en-US" b="1" dirty="0"/>
              <a:t>:</a:t>
            </a:r>
          </a:p>
          <a:p>
            <a:r>
              <a:rPr lang="en-US" dirty="0"/>
              <a:t>Wrong Answer </a:t>
            </a:r>
            <a:r>
              <a:rPr lang="en-US" dirty="0" err="1"/>
              <a:t>holati</a:t>
            </a:r>
            <a:r>
              <a:rPr lang="en-US" dirty="0"/>
              <a:t> </a:t>
            </a:r>
            <a:r>
              <a:rPr lang="en-US" dirty="0" err="1"/>
              <a:t>ko‘pincha</a:t>
            </a:r>
            <a:r>
              <a:rPr lang="en-US" dirty="0"/>
              <a:t> </a:t>
            </a:r>
            <a:r>
              <a:rPr lang="en-US" dirty="0" err="1"/>
              <a:t>chiqish</a:t>
            </a:r>
            <a:r>
              <a:rPr lang="en-US" dirty="0"/>
              <a:t> </a:t>
            </a:r>
            <a:r>
              <a:rPr lang="en-US" dirty="0" err="1"/>
              <a:t>formati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/>
              <a:t>noto‘g‘ri</a:t>
            </a:r>
            <a:r>
              <a:rPr lang="en-US" dirty="0"/>
              <a:t> </a:t>
            </a:r>
            <a:r>
              <a:rPr lang="en-US" dirty="0" err="1"/>
              <a:t>bo‘lganda</a:t>
            </a:r>
            <a:r>
              <a:rPr lang="en-US" dirty="0"/>
              <a:t> </a:t>
            </a:r>
            <a:r>
              <a:rPr lang="en-US" dirty="0" err="1"/>
              <a:t>yuz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A5257798-E948-2FE0-7733-637AEAE985A0}"/>
              </a:ext>
            </a:extLst>
          </p:cNvPr>
          <p:cNvSpPr txBox="1">
            <a:spLocks/>
          </p:cNvSpPr>
          <p:nvPr/>
        </p:nvSpPr>
        <p:spPr>
          <a:xfrm>
            <a:off x="465750" y="1491450"/>
            <a:ext cx="5562188" cy="4523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❌ </a:t>
            </a:r>
            <a:r>
              <a:rPr lang="en-US" b="1" dirty="0"/>
              <a:t>Wrong Answer </a:t>
            </a:r>
            <a:r>
              <a:rPr lang="en-US" b="1" dirty="0" err="1"/>
              <a:t>holatiga</a:t>
            </a:r>
            <a:r>
              <a:rPr lang="en-US" b="1" dirty="0"/>
              <a:t> </a:t>
            </a:r>
            <a:r>
              <a:rPr lang="en-US" b="1" dirty="0" err="1"/>
              <a:t>misol</a:t>
            </a:r>
            <a:r>
              <a:rPr lang="en-US" b="1" dirty="0"/>
              <a:t> (Python)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ru-RU" b="1" dirty="0"/>
              <a:t>🔹 </a:t>
            </a:r>
            <a:r>
              <a:rPr lang="en-US" b="1" dirty="0"/>
              <a:t>Masala </a:t>
            </a:r>
            <a:r>
              <a:rPr lang="en-US" b="1" dirty="0" err="1"/>
              <a:t>tavsifi</a:t>
            </a:r>
            <a:r>
              <a:rPr lang="en-US" b="1" dirty="0"/>
              <a:t>:</a:t>
            </a:r>
          </a:p>
          <a:p>
            <a:r>
              <a:rPr lang="en-US" dirty="0"/>
              <a:t>Ikki son </a:t>
            </a:r>
            <a:r>
              <a:rPr lang="en-US" dirty="0" err="1"/>
              <a:t>berilgan</a:t>
            </a:r>
            <a:r>
              <a:rPr lang="en-US" dirty="0"/>
              <a:t>.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dirty="0" err="1"/>
              <a:t>yig'indisini</a:t>
            </a:r>
            <a:r>
              <a:rPr lang="en-US" dirty="0"/>
              <a:t> toping.</a:t>
            </a:r>
            <a:br>
              <a:rPr lang="en-US" dirty="0"/>
            </a:br>
            <a:r>
              <a:rPr lang="en-US" b="1" dirty="0"/>
              <a:t>Kirish:</a:t>
            </a:r>
            <a:r>
              <a:rPr lang="en-US" dirty="0"/>
              <a:t> 3 5</a:t>
            </a:r>
            <a:br>
              <a:rPr lang="en-US" dirty="0"/>
            </a:br>
            <a:r>
              <a:rPr lang="en-US" b="1" dirty="0" err="1"/>
              <a:t>Chiqish</a:t>
            </a:r>
            <a:r>
              <a:rPr lang="en-US" b="1" dirty="0"/>
              <a:t>:</a:t>
            </a:r>
            <a:r>
              <a:rPr lang="en-US" dirty="0"/>
              <a:t> 8</a:t>
            </a:r>
          </a:p>
          <a:p>
            <a:r>
              <a:rPr lang="ru-RU" dirty="0"/>
              <a:t>✅ </a:t>
            </a:r>
            <a:r>
              <a:rPr lang="en-US" b="1" dirty="0" err="1"/>
              <a:t>To‘g‘ri</a:t>
            </a:r>
            <a:r>
              <a:rPr lang="en-US" b="1" dirty="0"/>
              <a:t> </a:t>
            </a:r>
            <a:r>
              <a:rPr lang="en-US" b="1" dirty="0" err="1"/>
              <a:t>kod</a:t>
            </a:r>
            <a:r>
              <a:rPr lang="en-US" b="1" dirty="0"/>
              <a:t> (Accepted </a:t>
            </a:r>
            <a:r>
              <a:rPr lang="en-US" b="1" dirty="0" err="1"/>
              <a:t>bo‘ladi</a:t>
            </a:r>
            <a:r>
              <a:rPr lang="en-US" b="1" dirty="0"/>
              <a:t>):</a:t>
            </a:r>
            <a:endParaRPr lang="en-US" dirty="0"/>
          </a:p>
          <a:p>
            <a:r>
              <a:rPr lang="en-US" dirty="0"/>
              <a:t>a, b = map(int, input().split())</a:t>
            </a:r>
          </a:p>
          <a:p>
            <a:pPr marL="0" indent="0">
              <a:buNone/>
            </a:pPr>
            <a:r>
              <a:rPr lang="en-US" dirty="0"/>
              <a:t>	print(a + b)</a:t>
            </a:r>
          </a:p>
          <a:p>
            <a:r>
              <a:rPr lang="ru-RU" b="1" dirty="0"/>
              <a:t>❌ </a:t>
            </a:r>
            <a:r>
              <a:rPr lang="en-US" b="1" dirty="0" err="1"/>
              <a:t>Noto‘g‘ri</a:t>
            </a:r>
            <a:r>
              <a:rPr lang="en-US" b="1" dirty="0"/>
              <a:t> </a:t>
            </a:r>
            <a:r>
              <a:rPr lang="en-US" b="1" dirty="0" err="1"/>
              <a:t>kod</a:t>
            </a:r>
            <a:r>
              <a:rPr lang="en-US" b="1" dirty="0"/>
              <a:t> (Wrong Answer </a:t>
            </a:r>
            <a:r>
              <a:rPr lang="en-US" b="1" dirty="0" err="1"/>
              <a:t>bo‘ladi</a:t>
            </a:r>
            <a:r>
              <a:rPr lang="en-US" b="1" dirty="0"/>
              <a:t>):</a:t>
            </a:r>
          </a:p>
          <a:p>
            <a:r>
              <a:rPr lang="en-US" dirty="0"/>
              <a:t>a, b = map(int, input().split())</a:t>
            </a:r>
          </a:p>
          <a:p>
            <a:pPr marL="0" indent="0">
              <a:buNone/>
            </a:pPr>
            <a:r>
              <a:rPr lang="en-US" dirty="0"/>
              <a:t>	print("</a:t>
            </a:r>
            <a:r>
              <a:rPr lang="en-US" dirty="0" err="1"/>
              <a:t>Yig'indi</a:t>
            </a:r>
            <a:r>
              <a:rPr lang="en-US" dirty="0"/>
              <a:t>:", a + b)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971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89713-04B2-5F77-C45F-6EFE987B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805889" cy="890726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limit exceeded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2260EF-72AE-21E5-D3F1-9F0700CD6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27" y="1689517"/>
            <a:ext cx="4684779" cy="4363482"/>
          </a:xfrm>
        </p:spPr>
        <p:txBody>
          <a:bodyPr/>
          <a:lstStyle/>
          <a:p>
            <a:r>
              <a:rPr lang="en-US" dirty="0" err="1"/>
              <a:t>Masalada</a:t>
            </a:r>
            <a:r>
              <a:rPr lang="en-US" dirty="0"/>
              <a:t> </a:t>
            </a:r>
            <a:r>
              <a:rPr lang="en-US" dirty="0" err="1"/>
              <a:t>belgilangan</a:t>
            </a:r>
            <a:r>
              <a:rPr lang="en-US" dirty="0"/>
              <a:t> </a:t>
            </a:r>
            <a:r>
              <a:rPr lang="en-US" dirty="0" err="1"/>
              <a:t>vaqt</a:t>
            </a:r>
            <a:r>
              <a:rPr lang="en-US" dirty="0"/>
              <a:t> </a:t>
            </a:r>
            <a:r>
              <a:rPr lang="en-US" dirty="0" err="1"/>
              <a:t>cheklovidan</a:t>
            </a:r>
            <a:r>
              <a:rPr lang="en-US" dirty="0"/>
              <a:t> </a:t>
            </a:r>
            <a:r>
              <a:rPr lang="en-US" dirty="0" err="1"/>
              <a:t>o'tib</a:t>
            </a:r>
            <a:r>
              <a:rPr lang="en-US" dirty="0"/>
              <a:t> </a:t>
            </a:r>
            <a:r>
              <a:rPr lang="en-US" dirty="0" err="1"/>
              <a:t>ketdi</a:t>
            </a:r>
            <a:r>
              <a:rPr lang="en-US" dirty="0"/>
              <a:t>.</a:t>
            </a:r>
          </a:p>
          <a:p>
            <a:r>
              <a:rPr lang="en-US" dirty="0" err="1"/>
              <a:t>Dasturda</a:t>
            </a:r>
            <a:r>
              <a:rPr lang="en-US" dirty="0"/>
              <a:t> </a:t>
            </a:r>
            <a:r>
              <a:rPr lang="en-US" dirty="0" err="1"/>
              <a:t>samarasiz</a:t>
            </a:r>
            <a:r>
              <a:rPr lang="en-US" dirty="0"/>
              <a:t> </a:t>
            </a:r>
            <a:r>
              <a:rPr lang="en-US" dirty="0" err="1"/>
              <a:t>yechim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algoritmik</a:t>
            </a:r>
            <a:r>
              <a:rPr lang="en-US" dirty="0"/>
              <a:t> xató </a:t>
            </a:r>
            <a:r>
              <a:rPr lang="en-US" dirty="0" err="1"/>
              <a:t>bo’ladi</a:t>
            </a:r>
            <a:r>
              <a:rPr lang="en-US" dirty="0"/>
              <a:t>.</a:t>
            </a:r>
          </a:p>
          <a:p>
            <a:r>
              <a:rPr lang="en-US" dirty="0"/>
              <a:t>Misol:</a:t>
            </a:r>
          </a:p>
          <a:p>
            <a:r>
              <a:rPr lang="en-US" b="1" dirty="0"/>
              <a:t>⏰ Time Limit Exceeded </a:t>
            </a:r>
            <a:r>
              <a:rPr lang="en-US" b="1" dirty="0" err="1"/>
              <a:t>holatiga</a:t>
            </a:r>
            <a:r>
              <a:rPr lang="en-US" b="1" dirty="0"/>
              <a:t> </a:t>
            </a:r>
            <a:r>
              <a:rPr lang="en-US" b="1" dirty="0" err="1"/>
              <a:t>misol</a:t>
            </a:r>
            <a:endParaRPr lang="en-US" b="1" dirty="0"/>
          </a:p>
          <a:p>
            <a:r>
              <a:rPr lang="en-US" dirty="0"/>
              <a:t>1 dan N </a:t>
            </a:r>
            <a:r>
              <a:rPr lang="en-US" dirty="0" err="1"/>
              <a:t>gacha</a:t>
            </a:r>
            <a:r>
              <a:rPr lang="en-US" dirty="0"/>
              <a:t> </a:t>
            </a:r>
            <a:r>
              <a:rPr lang="en-US" dirty="0" err="1"/>
              <a:t>bo‘lgan</a:t>
            </a:r>
            <a:r>
              <a:rPr lang="en-US" dirty="0"/>
              <a:t> </a:t>
            </a:r>
            <a:r>
              <a:rPr lang="en-US" dirty="0" err="1"/>
              <a:t>sonlarning</a:t>
            </a:r>
            <a:r>
              <a:rPr lang="en-US" dirty="0"/>
              <a:t> </a:t>
            </a:r>
            <a:r>
              <a:rPr lang="en-US" dirty="0" err="1"/>
              <a:t>yig‘indisini</a:t>
            </a:r>
            <a:r>
              <a:rPr lang="en-US" dirty="0"/>
              <a:t> </a:t>
            </a:r>
            <a:r>
              <a:rPr lang="en-US" dirty="0" err="1"/>
              <a:t>hisoblang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Kirish:</a:t>
            </a:r>
            <a:r>
              <a:rPr lang="en-US" dirty="0"/>
              <a:t> 1000000000</a:t>
            </a:r>
            <a:br>
              <a:rPr lang="en-US" dirty="0"/>
            </a:br>
            <a:r>
              <a:rPr lang="en-US" b="1" dirty="0" err="1"/>
              <a:t>Chiqish</a:t>
            </a:r>
            <a:r>
              <a:rPr lang="en-US" b="1" dirty="0"/>
              <a:t>:</a:t>
            </a:r>
            <a:r>
              <a:rPr lang="en-US" dirty="0"/>
              <a:t> 500000000500000000</a:t>
            </a:r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77638FB-94F7-86CD-7DF5-FEF55654C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704" y="1710701"/>
            <a:ext cx="2647950" cy="1390650"/>
          </a:xfrm>
          <a:prstGeom prst="rect">
            <a:avLst/>
          </a:prstGeom>
        </p:spPr>
      </p:pic>
      <p:sp>
        <p:nvSpPr>
          <p:cNvPr id="11" name="Объект 2">
            <a:extLst>
              <a:ext uri="{FF2B5EF4-FFF2-40B4-BE49-F238E27FC236}">
                <a16:creationId xmlns:a16="http://schemas.microsoft.com/office/drawing/2014/main" id="{06EBC320-0E81-645E-7594-479DBF27D277}"/>
              </a:ext>
            </a:extLst>
          </p:cNvPr>
          <p:cNvSpPr txBox="1">
            <a:spLocks/>
          </p:cNvSpPr>
          <p:nvPr/>
        </p:nvSpPr>
        <p:spPr>
          <a:xfrm>
            <a:off x="5650309" y="2112885"/>
            <a:ext cx="4684779" cy="36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7842CF-5C4C-F59E-9202-EB37C9CC58F4}"/>
              </a:ext>
            </a:extLst>
          </p:cNvPr>
          <p:cNvSpPr txBox="1"/>
          <p:nvPr/>
        </p:nvSpPr>
        <p:spPr>
          <a:xfrm>
            <a:off x="5209549" y="3160735"/>
            <a:ext cx="49642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Sababi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katta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(</a:t>
            </a:r>
            <a:r>
              <a:rPr lang="en-US" dirty="0" err="1"/>
              <a:t>masalan</a:t>
            </a:r>
            <a:r>
              <a:rPr lang="en-US" dirty="0"/>
              <a:t>, 1 milliard)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ko‘p</a:t>
            </a:r>
            <a:r>
              <a:rPr lang="en-US" dirty="0"/>
              <a:t> </a:t>
            </a:r>
            <a:r>
              <a:rPr lang="en-US" dirty="0" err="1"/>
              <a:t>takrorlanadi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vaqt</a:t>
            </a:r>
            <a:r>
              <a:rPr lang="en-US" dirty="0"/>
              <a:t> </a:t>
            </a:r>
            <a:r>
              <a:rPr lang="en-US" dirty="0" err="1"/>
              <a:t>chegarasida</a:t>
            </a:r>
            <a:r>
              <a:rPr lang="en-US" dirty="0"/>
              <a:t> </a:t>
            </a:r>
            <a:r>
              <a:rPr lang="en-US" dirty="0" err="1"/>
              <a:t>ishlamaydi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Natijada</a:t>
            </a:r>
            <a:r>
              <a:rPr lang="en-US" dirty="0"/>
              <a:t>, </a:t>
            </a:r>
            <a:r>
              <a:rPr lang="en-US" dirty="0" err="1"/>
              <a:t>RoboContest</a:t>
            </a:r>
            <a:r>
              <a:rPr lang="en-US" dirty="0"/>
              <a:t> </a:t>
            </a:r>
            <a:r>
              <a:rPr lang="en-US" dirty="0" err="1"/>
              <a:t>tizimi</a:t>
            </a:r>
            <a:r>
              <a:rPr lang="en-US" dirty="0"/>
              <a:t> </a:t>
            </a:r>
            <a:r>
              <a:rPr lang="en-US" b="1" dirty="0"/>
              <a:t>Time Limit Exceeded</a:t>
            </a:r>
            <a:r>
              <a:rPr lang="en-US" dirty="0"/>
              <a:t> </a:t>
            </a:r>
            <a:r>
              <a:rPr lang="en-US" dirty="0" err="1"/>
              <a:t>holatini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5522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9620E-80B2-D46A-842F-52C323812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C8FAF-D060-13DF-C2C9-F39414D6D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362" y="805001"/>
            <a:ext cx="3805889" cy="6776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Presentation Error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995D89-BE07-4AD6-FB28-8EDA16D43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27" y="1689517"/>
            <a:ext cx="4371543" cy="3441776"/>
          </a:xfrm>
        </p:spPr>
        <p:txBody>
          <a:bodyPr/>
          <a:lstStyle/>
          <a:p>
            <a:r>
              <a:rPr lang="en-US" b="1" dirty="0"/>
              <a:t>Presentation Error </a:t>
            </a:r>
            <a:r>
              <a:rPr lang="en-US" dirty="0" err="1"/>
              <a:t>holati</a:t>
            </a:r>
            <a:r>
              <a:rPr lang="en-US" dirty="0"/>
              <a:t> — 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to‘g‘ri</a:t>
            </a:r>
            <a:r>
              <a:rPr lang="en-US" dirty="0"/>
              <a:t> </a:t>
            </a:r>
            <a:r>
              <a:rPr lang="en-US" dirty="0" err="1"/>
              <a:t>natija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,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chiqish</a:t>
            </a:r>
            <a:r>
              <a:rPr lang="en-US" dirty="0"/>
              <a:t> </a:t>
            </a:r>
            <a:r>
              <a:rPr lang="en-US" dirty="0" err="1"/>
              <a:t>formati</a:t>
            </a:r>
            <a:r>
              <a:rPr lang="en-US" dirty="0"/>
              <a:t> masala </a:t>
            </a:r>
            <a:r>
              <a:rPr lang="en-US" dirty="0" err="1"/>
              <a:t>talablariga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emas</a:t>
            </a:r>
            <a:r>
              <a:rPr lang="en-US" dirty="0"/>
              <a:t>.</a:t>
            </a:r>
          </a:p>
          <a:p>
            <a:r>
              <a:rPr lang="ru-RU" dirty="0"/>
              <a:t>❌ </a:t>
            </a:r>
            <a:r>
              <a:rPr lang="en-US" b="1" dirty="0"/>
              <a:t>Presentation Error </a:t>
            </a:r>
            <a:r>
              <a:rPr lang="en-US" b="1" dirty="0" err="1"/>
              <a:t>holatiga</a:t>
            </a:r>
            <a:r>
              <a:rPr lang="en-US" b="1" dirty="0"/>
              <a:t> </a:t>
            </a:r>
            <a:r>
              <a:rPr lang="en-US" b="1" dirty="0" err="1"/>
              <a:t>misol</a:t>
            </a:r>
            <a:endParaRPr lang="en-US" b="1" dirty="0"/>
          </a:p>
          <a:p>
            <a:r>
              <a:rPr lang="en-US" dirty="0"/>
              <a:t>Ikki son </a:t>
            </a:r>
            <a:r>
              <a:rPr lang="en-US" dirty="0" err="1"/>
              <a:t>berilgan</a:t>
            </a:r>
            <a:r>
              <a:rPr lang="en-US" dirty="0"/>
              <a:t>, </a:t>
            </a:r>
            <a:r>
              <a:rPr lang="en-US" dirty="0" err="1"/>
              <a:t>ularni</a:t>
            </a:r>
            <a:r>
              <a:rPr lang="en-US" dirty="0"/>
              <a:t> </a:t>
            </a:r>
            <a:r>
              <a:rPr lang="en-US" dirty="0" err="1"/>
              <a:t>qo‘shing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faqat</a:t>
            </a:r>
            <a:r>
              <a:rPr lang="en-US" dirty="0"/>
              <a:t> </a:t>
            </a:r>
            <a:r>
              <a:rPr lang="en-US" dirty="0" err="1"/>
              <a:t>natijani</a:t>
            </a:r>
            <a:r>
              <a:rPr lang="en-US" dirty="0"/>
              <a:t> </a:t>
            </a:r>
            <a:r>
              <a:rPr lang="en-US" dirty="0" err="1"/>
              <a:t>chiqaring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Kirish:</a:t>
            </a:r>
            <a:r>
              <a:rPr lang="en-US" dirty="0"/>
              <a:t> 2 3</a:t>
            </a:r>
            <a:br>
              <a:rPr lang="en-US" dirty="0"/>
            </a:br>
            <a:r>
              <a:rPr lang="en-US" b="1" dirty="0" err="1"/>
              <a:t>Chiqish</a:t>
            </a:r>
            <a:r>
              <a:rPr lang="en-US" b="1" dirty="0"/>
              <a:t>:</a:t>
            </a:r>
            <a:r>
              <a:rPr lang="en-US" dirty="0"/>
              <a:t> 5</a:t>
            </a:r>
            <a:endParaRPr lang="ru-RU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2F748400-16EC-AA05-C963-B7E5C1757AEE}"/>
              </a:ext>
            </a:extLst>
          </p:cNvPr>
          <p:cNvSpPr txBox="1">
            <a:spLocks/>
          </p:cNvSpPr>
          <p:nvPr/>
        </p:nvSpPr>
        <p:spPr>
          <a:xfrm>
            <a:off x="5650309" y="2112885"/>
            <a:ext cx="4684779" cy="36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C6E92A-EDC4-BEB9-2167-7D01F4FA58F1}"/>
              </a:ext>
            </a:extLst>
          </p:cNvPr>
          <p:cNvSpPr txBox="1"/>
          <p:nvPr/>
        </p:nvSpPr>
        <p:spPr>
          <a:xfrm>
            <a:off x="5209549" y="3160735"/>
            <a:ext cx="49642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b="1" dirty="0" err="1"/>
              <a:t>Xulosa</a:t>
            </a:r>
            <a:r>
              <a:rPr lang="en-US" b="1" dirty="0"/>
              <a:t>:</a:t>
            </a:r>
          </a:p>
          <a:p>
            <a:r>
              <a:rPr lang="en-US" dirty="0"/>
              <a:t>Presentation Error — </a:t>
            </a:r>
            <a:r>
              <a:rPr lang="en-US" b="1" dirty="0" err="1"/>
              <a:t>natija</a:t>
            </a:r>
            <a:r>
              <a:rPr lang="en-US" b="1" dirty="0"/>
              <a:t> </a:t>
            </a:r>
            <a:r>
              <a:rPr lang="en-US" b="1" dirty="0" err="1"/>
              <a:t>qiymati</a:t>
            </a:r>
            <a:r>
              <a:rPr lang="en-US" b="1" dirty="0"/>
              <a:t> </a:t>
            </a:r>
            <a:r>
              <a:rPr lang="en-US" b="1" dirty="0" err="1"/>
              <a:t>to‘g‘ri</a:t>
            </a:r>
            <a:r>
              <a:rPr lang="en-US" b="1" dirty="0"/>
              <a:t>, ammo </a:t>
            </a:r>
            <a:r>
              <a:rPr lang="en-US" b="1" dirty="0" err="1"/>
              <a:t>chiqish</a:t>
            </a:r>
            <a:r>
              <a:rPr lang="en-US" b="1" dirty="0"/>
              <a:t> </a:t>
            </a:r>
            <a:r>
              <a:rPr lang="en-US" b="1" dirty="0" err="1"/>
              <a:t>formati</a:t>
            </a:r>
            <a:r>
              <a:rPr lang="en-US" b="1" dirty="0"/>
              <a:t> </a:t>
            </a:r>
            <a:r>
              <a:rPr lang="en-US" b="1" dirty="0" err="1"/>
              <a:t>xato</a:t>
            </a:r>
            <a:r>
              <a:rPr lang="en-US" dirty="0"/>
              <a:t>.</a:t>
            </a:r>
          </a:p>
          <a:p>
            <a:pPr algn="just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4B16AB-F659-0544-121C-6E8025ACD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309" y="1927657"/>
            <a:ext cx="327660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58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C361D-C816-7FE6-5844-CC8B47BDF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F6B3B-1B55-533B-ABD7-7336585F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362" y="805001"/>
            <a:ext cx="3805889" cy="677662"/>
          </a:xfrm>
        </p:spPr>
        <p:txBody>
          <a:bodyPr>
            <a:normAutofit fontScale="90000"/>
          </a:bodyPr>
          <a:lstStyle/>
          <a:p>
            <a:r>
              <a:rPr lang="en-US" dirty="0"/>
              <a:t>Compilation error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CBEA13-B8AF-7FD0-D3C1-76C031760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27" y="1689516"/>
            <a:ext cx="4371544" cy="3805761"/>
          </a:xfrm>
        </p:spPr>
        <p:txBody>
          <a:bodyPr>
            <a:normAutofit/>
          </a:bodyPr>
          <a:lstStyle/>
          <a:p>
            <a:pPr algn="just"/>
            <a:r>
              <a:rPr lang="uz-Latn-UZ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Compilation error </a:t>
            </a:r>
            <a:r>
              <a:rPr lang="uz-Latn-UZ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holatati - Python-da ham sintaksis xatolar tufayli kod bajarilmaydi va Compilation Error (yoki </a:t>
            </a:r>
            <a:r>
              <a:rPr lang="uz-Latn-UZ" sz="2000" noProof="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error</a:t>
            </a:r>
            <a:r>
              <a:rPr lang="uz-Latn-UZ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yuz beradi.</a:t>
            </a:r>
          </a:p>
          <a:p>
            <a:pPr algn="just"/>
            <a:r>
              <a:rPr lang="uz-Latn-UZ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kod yozilishidagi sintaksis qoidalarining buzilishi, masalan, yopilmagan qavslar, noto‘g‘ri indentatsiya (bo‘sh joylar), yoki boshqa xatolardan kelib chiqadi.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03921469-55F8-CFC1-B7B6-E14E42AA9E26}"/>
              </a:ext>
            </a:extLst>
          </p:cNvPr>
          <p:cNvSpPr txBox="1">
            <a:spLocks/>
          </p:cNvSpPr>
          <p:nvPr/>
        </p:nvSpPr>
        <p:spPr>
          <a:xfrm>
            <a:off x="5650309" y="2112885"/>
            <a:ext cx="4684779" cy="36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71A03A-11E2-116B-0B6B-5A104F8226D4}"/>
              </a:ext>
            </a:extLst>
          </p:cNvPr>
          <p:cNvSpPr txBox="1"/>
          <p:nvPr/>
        </p:nvSpPr>
        <p:spPr>
          <a:xfrm>
            <a:off x="5209549" y="3160735"/>
            <a:ext cx="49642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b="1" dirty="0" err="1"/>
              <a:t>Xulosa</a:t>
            </a:r>
            <a:r>
              <a:rPr lang="en-US" b="1" dirty="0"/>
              <a:t>:</a:t>
            </a:r>
          </a:p>
          <a:p>
            <a:r>
              <a:rPr lang="en-US" dirty="0"/>
              <a:t>Compilation Error — 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dasturda</a:t>
            </a:r>
            <a:r>
              <a:rPr lang="en-US" dirty="0"/>
              <a:t> </a:t>
            </a:r>
            <a:r>
              <a:rPr lang="en-US" dirty="0" err="1"/>
              <a:t>sintaksis</a:t>
            </a:r>
            <a:r>
              <a:rPr lang="en-US" dirty="0"/>
              <a:t> xató </a:t>
            </a:r>
            <a:r>
              <a:rPr lang="en-US" dirty="0" err="1"/>
              <a:t>yani</a:t>
            </a:r>
            <a:r>
              <a:rPr lang="en-US" dirty="0"/>
              <a:t> split() </a:t>
            </a:r>
            <a:r>
              <a:rPr lang="en-US" dirty="0" err="1"/>
              <a:t>metodidan</a:t>
            </a:r>
            <a:r>
              <a:rPr lang="en-US" dirty="0"/>
              <a:t> </a:t>
            </a:r>
            <a:r>
              <a:rPr lang="en-US" dirty="0" err="1"/>
              <a:t>so’ng</a:t>
            </a:r>
            <a:r>
              <a:rPr lang="en-US" dirty="0"/>
              <a:t> </a:t>
            </a:r>
            <a:r>
              <a:rPr lang="en-US" dirty="0" err="1"/>
              <a:t>qavs</a:t>
            </a:r>
            <a:r>
              <a:rPr lang="en-US" dirty="0"/>
              <a:t> ) </a:t>
            </a:r>
            <a:r>
              <a:rPr lang="en-US" dirty="0" err="1"/>
              <a:t>yopilmay</a:t>
            </a:r>
            <a:r>
              <a:rPr lang="en-US" dirty="0"/>
              <a:t> </a:t>
            </a:r>
            <a:r>
              <a:rPr lang="en-US" dirty="0" err="1"/>
              <a:t>qolgan</a:t>
            </a:r>
            <a:r>
              <a:rPr lang="en-US" dirty="0"/>
              <a:t> </a:t>
            </a:r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holatda</a:t>
            </a:r>
            <a:r>
              <a:rPr lang="en-US" dirty="0"/>
              <a:t> </a:t>
            </a:r>
            <a:r>
              <a:rPr lang="en-US" dirty="0" err="1"/>
              <a:t>shu</a:t>
            </a:r>
            <a:r>
              <a:rPr lang="en-US" dirty="0"/>
              <a:t> </a:t>
            </a:r>
            <a:r>
              <a:rPr lang="en-US" dirty="0" err="1"/>
              <a:t>holat</a:t>
            </a:r>
            <a:r>
              <a:rPr lang="en-US" dirty="0"/>
              <a:t> </a:t>
            </a:r>
            <a:r>
              <a:rPr lang="en-US" dirty="0" err="1"/>
              <a:t>yuz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C3B85E1-85DE-2462-C085-61938DFCF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032" y="1946706"/>
            <a:ext cx="304800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75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72214-8822-1C8F-4729-C98B30A08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9F574-8F4A-6C98-FE3B-91780567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604880" cy="890726"/>
          </a:xfrm>
        </p:spPr>
        <p:txBody>
          <a:bodyPr>
            <a:normAutofit fontScale="90000"/>
          </a:bodyPr>
          <a:lstStyle/>
          <a:p>
            <a:r>
              <a:rPr lang="en-US" dirty="0"/>
              <a:t>Memory limit exceeded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901DD-6C55-1C10-F004-EE64CD603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27" y="1689517"/>
            <a:ext cx="4371543" cy="4363482"/>
          </a:xfrm>
        </p:spPr>
        <p:txBody>
          <a:bodyPr/>
          <a:lstStyle/>
          <a:p>
            <a:r>
              <a:rPr lang="en-US" dirty="0"/>
              <a:t>Dastur </a:t>
            </a:r>
            <a:r>
              <a:rPr lang="en-US" dirty="0" err="1"/>
              <a:t>masalada</a:t>
            </a:r>
            <a:r>
              <a:rPr lang="en-US" dirty="0"/>
              <a:t> </a:t>
            </a:r>
            <a:r>
              <a:rPr lang="en-US" dirty="0" err="1"/>
              <a:t>belgilangan</a:t>
            </a:r>
            <a:r>
              <a:rPr lang="en-US" dirty="0"/>
              <a:t> </a:t>
            </a:r>
            <a:r>
              <a:rPr lang="en-US" dirty="0" err="1"/>
              <a:t>xotira</a:t>
            </a:r>
            <a:r>
              <a:rPr lang="en-US" dirty="0"/>
              <a:t> </a:t>
            </a:r>
            <a:r>
              <a:rPr lang="en-US" dirty="0" err="1"/>
              <a:t>cheklovidan</a:t>
            </a:r>
            <a:r>
              <a:rPr lang="en-US" dirty="0"/>
              <a:t> </a:t>
            </a:r>
            <a:r>
              <a:rPr lang="en-US" dirty="0" err="1"/>
              <a:t>oshib</a:t>
            </a:r>
            <a:r>
              <a:rPr lang="en-US" dirty="0"/>
              <a:t> </a:t>
            </a:r>
            <a:r>
              <a:rPr lang="en-US" dirty="0" err="1"/>
              <a:t>ketdi</a:t>
            </a:r>
            <a:r>
              <a:rPr lang="en-US" dirty="0"/>
              <a:t>. Dastur </a:t>
            </a:r>
            <a:r>
              <a:rPr lang="en-US" dirty="0" err="1"/>
              <a:t>o'rnatilgan</a:t>
            </a:r>
            <a:r>
              <a:rPr lang="en-US" dirty="0"/>
              <a:t> </a:t>
            </a:r>
            <a:r>
              <a:rPr lang="en-US" dirty="0" err="1"/>
              <a:t>xotira</a:t>
            </a:r>
            <a:r>
              <a:rPr lang="en-US" dirty="0"/>
              <a:t> </a:t>
            </a:r>
            <a:r>
              <a:rPr lang="en-US" dirty="0" err="1"/>
              <a:t>hajmidan</a:t>
            </a:r>
            <a:r>
              <a:rPr lang="en-US" dirty="0"/>
              <a:t> </a:t>
            </a:r>
            <a:r>
              <a:rPr lang="en-US" dirty="0" err="1"/>
              <a:t>ko'proq</a:t>
            </a:r>
            <a:r>
              <a:rPr lang="en-US" dirty="0"/>
              <a:t> </a:t>
            </a:r>
            <a:r>
              <a:rPr lang="en-US" dirty="0" err="1"/>
              <a:t>foydalanadi</a:t>
            </a:r>
            <a:r>
              <a:rPr lang="en-US" dirty="0"/>
              <a:t>.</a:t>
            </a:r>
          </a:p>
          <a:p>
            <a:r>
              <a:rPr lang="en-US" dirty="0"/>
              <a:t>Memory Limit Exceeded </a:t>
            </a:r>
            <a:r>
              <a:rPr lang="en-US" dirty="0" err="1"/>
              <a:t>bo‘ladigan</a:t>
            </a:r>
            <a:r>
              <a:rPr lang="en-US" dirty="0"/>
              <a:t> </a:t>
            </a:r>
            <a:r>
              <a:rPr lang="en-US" dirty="0" err="1"/>
              <a:t>dastur</a:t>
            </a:r>
            <a:r>
              <a:rPr lang="en-US" dirty="0"/>
              <a:t>:</a:t>
            </a:r>
          </a:p>
          <a:p>
            <a:r>
              <a:rPr lang="ru-RU" b="1" dirty="0"/>
              <a:t>🎯 </a:t>
            </a:r>
            <a:r>
              <a:rPr lang="en-US" b="1" dirty="0"/>
              <a:t>Masala:</a:t>
            </a:r>
          </a:p>
          <a:p>
            <a:r>
              <a:rPr lang="en-US" dirty="0"/>
              <a:t>1 dan N </a:t>
            </a:r>
            <a:r>
              <a:rPr lang="en-US" dirty="0" err="1"/>
              <a:t>gacha</a:t>
            </a:r>
            <a:r>
              <a:rPr lang="en-US" dirty="0"/>
              <a:t> </a:t>
            </a:r>
            <a:r>
              <a:rPr lang="en-US" dirty="0" err="1"/>
              <a:t>bo‘lgan</a:t>
            </a:r>
            <a:r>
              <a:rPr lang="en-US" dirty="0"/>
              <a:t> </a:t>
            </a:r>
            <a:r>
              <a:rPr lang="en-US" dirty="0" err="1"/>
              <a:t>sonlar</a:t>
            </a:r>
            <a:r>
              <a:rPr lang="en-US" dirty="0"/>
              <a:t> </a:t>
            </a:r>
            <a:r>
              <a:rPr lang="en-US" dirty="0" err="1"/>
              <a:t>yig‘indisini</a:t>
            </a:r>
            <a:r>
              <a:rPr lang="en-US" dirty="0"/>
              <a:t> toping.</a:t>
            </a:r>
          </a:p>
          <a:p>
            <a:r>
              <a:rPr lang="ru-RU" dirty="0"/>
              <a:t>❌ </a:t>
            </a:r>
            <a:r>
              <a:rPr lang="en-US" dirty="0" err="1"/>
              <a:t>Yomon</a:t>
            </a:r>
            <a:r>
              <a:rPr lang="en-US" dirty="0"/>
              <a:t> </a:t>
            </a:r>
            <a:r>
              <a:rPr lang="en-US" dirty="0" err="1"/>
              <a:t>yechim</a:t>
            </a:r>
            <a:r>
              <a:rPr lang="en-US" dirty="0"/>
              <a:t> (Memory Limit Exceeded </a:t>
            </a:r>
            <a:r>
              <a:rPr lang="en-US" dirty="0" err="1"/>
              <a:t>bo‘ladi</a:t>
            </a:r>
            <a:r>
              <a:rPr lang="en-US" dirty="0"/>
              <a:t>, agar N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katta</a:t>
            </a:r>
            <a:r>
              <a:rPr lang="en-US" dirty="0"/>
              <a:t> </a:t>
            </a:r>
            <a:r>
              <a:rPr lang="en-US" dirty="0" err="1"/>
              <a:t>bo‘lsa</a:t>
            </a:r>
            <a:r>
              <a:rPr lang="en-US" dirty="0"/>
              <a:t>, </a:t>
            </a:r>
            <a:r>
              <a:rPr lang="en-US" dirty="0" err="1"/>
              <a:t>masalan</a:t>
            </a:r>
            <a:r>
              <a:rPr lang="en-US" dirty="0"/>
              <a:t> 10^9):</a:t>
            </a:r>
            <a:endParaRPr lang="ru-RU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C35F04CE-AD06-3CCA-6573-CACDEBD3023C}"/>
              </a:ext>
            </a:extLst>
          </p:cNvPr>
          <p:cNvSpPr txBox="1">
            <a:spLocks/>
          </p:cNvSpPr>
          <p:nvPr/>
        </p:nvSpPr>
        <p:spPr>
          <a:xfrm>
            <a:off x="5650309" y="2112885"/>
            <a:ext cx="4684779" cy="36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7419F3-427D-C691-CA17-934E7D0A8BFA}"/>
              </a:ext>
            </a:extLst>
          </p:cNvPr>
          <p:cNvSpPr txBox="1"/>
          <p:nvPr/>
        </p:nvSpPr>
        <p:spPr>
          <a:xfrm>
            <a:off x="5209548" y="2836785"/>
            <a:ext cx="49642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Nima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holat</a:t>
            </a:r>
            <a:r>
              <a:rPr lang="en-US" dirty="0"/>
              <a:t> </a:t>
            </a:r>
            <a:r>
              <a:rPr lang="en-US" dirty="0" err="1"/>
              <a:t>yuz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?</a:t>
            </a:r>
          </a:p>
          <a:p>
            <a:r>
              <a:rPr lang="en-US" dirty="0"/>
              <a:t>range(1, n+1) </a:t>
            </a:r>
            <a:r>
              <a:rPr lang="en-US" dirty="0" err="1"/>
              <a:t>orqali</a:t>
            </a:r>
            <a:r>
              <a:rPr lang="en-US" dirty="0"/>
              <a:t> n ta </a:t>
            </a:r>
            <a:r>
              <a:rPr lang="en-US" dirty="0" err="1"/>
              <a:t>sonni</a:t>
            </a:r>
            <a:r>
              <a:rPr lang="en-US" dirty="0"/>
              <a:t> </a:t>
            </a:r>
            <a:r>
              <a:rPr lang="en-US" dirty="0" err="1"/>
              <a:t>saqlaydigan</a:t>
            </a:r>
            <a:r>
              <a:rPr lang="en-US" dirty="0"/>
              <a:t> </a:t>
            </a:r>
            <a:r>
              <a:rPr lang="en-US" dirty="0" err="1"/>
              <a:t>massiv</a:t>
            </a:r>
            <a:r>
              <a:rPr lang="en-US" dirty="0"/>
              <a:t> (</a:t>
            </a:r>
            <a:r>
              <a:rPr lang="en-US" dirty="0" err="1"/>
              <a:t>arr</a:t>
            </a:r>
            <a:r>
              <a:rPr lang="en-US" dirty="0"/>
              <a:t>) </a:t>
            </a:r>
            <a:r>
              <a:rPr lang="en-US" dirty="0" err="1"/>
              <a:t>yaratiladi</a:t>
            </a:r>
            <a:r>
              <a:rPr lang="en-US" dirty="0"/>
              <a:t>.</a:t>
            </a:r>
          </a:p>
          <a:p>
            <a:r>
              <a:rPr lang="en-US" dirty="0" err="1"/>
              <a:t>Masalan</a:t>
            </a:r>
            <a:r>
              <a:rPr lang="en-US" dirty="0"/>
              <a:t>, agar n = 10^9 </a:t>
            </a:r>
            <a:r>
              <a:rPr lang="en-US" dirty="0" err="1"/>
              <a:t>bo‘lsa</a:t>
            </a:r>
            <a:r>
              <a:rPr lang="en-US" dirty="0"/>
              <a:t>, </a:t>
            </a:r>
            <a:r>
              <a:rPr lang="en-US" dirty="0" err="1"/>
              <a:t>massivda</a:t>
            </a:r>
            <a:r>
              <a:rPr lang="en-US" dirty="0"/>
              <a:t> 1 milliard ta </a:t>
            </a:r>
            <a:r>
              <a:rPr lang="en-US" dirty="0" err="1"/>
              <a:t>butun</a:t>
            </a:r>
            <a:r>
              <a:rPr lang="en-US" dirty="0"/>
              <a:t> son </a:t>
            </a:r>
            <a:r>
              <a:rPr lang="en-US" dirty="0" err="1"/>
              <a:t>bo‘ladi</a:t>
            </a:r>
            <a:r>
              <a:rPr lang="en-US" dirty="0"/>
              <a:t>.</a:t>
            </a:r>
          </a:p>
          <a:p>
            <a:r>
              <a:rPr lang="en-US" dirty="0"/>
              <a:t>Har </a:t>
            </a:r>
            <a:r>
              <a:rPr lang="en-US" dirty="0" err="1"/>
              <a:t>bir</a:t>
            </a:r>
            <a:r>
              <a:rPr lang="en-US" dirty="0"/>
              <a:t> int (</a:t>
            </a:r>
            <a:r>
              <a:rPr lang="en-US" dirty="0" err="1"/>
              <a:t>butun</a:t>
            </a:r>
            <a:r>
              <a:rPr lang="en-US" dirty="0"/>
              <a:t> son) </a:t>
            </a:r>
            <a:r>
              <a:rPr lang="en-US" dirty="0" err="1"/>
              <a:t>Python’da</a:t>
            </a:r>
            <a:r>
              <a:rPr lang="en-US" dirty="0"/>
              <a:t> 24 </a:t>
            </a:r>
            <a:r>
              <a:rPr lang="en-US" dirty="0" err="1"/>
              <a:t>baytdan</a:t>
            </a:r>
            <a:r>
              <a:rPr lang="en-US" dirty="0"/>
              <a:t> </a:t>
            </a:r>
            <a:r>
              <a:rPr lang="en-US" dirty="0" err="1"/>
              <a:t>oshiq</a:t>
            </a:r>
            <a:r>
              <a:rPr lang="en-US" dirty="0"/>
              <a:t> joy </a:t>
            </a:r>
            <a:r>
              <a:rPr lang="en-US" dirty="0" err="1"/>
              <a:t>egallashi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xotirani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necha</a:t>
            </a:r>
            <a:r>
              <a:rPr lang="en-US" dirty="0"/>
              <a:t> </a:t>
            </a:r>
            <a:r>
              <a:rPr lang="en-US" dirty="0" err="1"/>
              <a:t>gigabayt</a:t>
            </a:r>
            <a:r>
              <a:rPr lang="en-US" dirty="0"/>
              <a:t> </a:t>
            </a:r>
            <a:r>
              <a:rPr lang="en-US" dirty="0" err="1"/>
              <a:t>egallaydi</a:t>
            </a:r>
            <a:r>
              <a:rPr lang="en-US" dirty="0"/>
              <a:t> — </a:t>
            </a:r>
            <a:r>
              <a:rPr lang="en-US" dirty="0" err="1"/>
              <a:t>odatda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Memory Limit Exceeded </a:t>
            </a:r>
            <a:r>
              <a:rPr lang="en-US" dirty="0" err="1"/>
              <a:t>holatini</a:t>
            </a:r>
            <a:r>
              <a:rPr lang="en-US" dirty="0"/>
              <a:t> </a:t>
            </a:r>
            <a:r>
              <a:rPr lang="en-US" dirty="0" err="1"/>
              <a:t>keltirib</a:t>
            </a:r>
            <a:r>
              <a:rPr lang="en-US" dirty="0"/>
              <a:t> </a:t>
            </a:r>
            <a:r>
              <a:rPr lang="en-US" dirty="0" err="1"/>
              <a:t>chiqaradi</a:t>
            </a:r>
            <a:r>
              <a:rPr lang="en-US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957089-EC05-D469-12A4-18F24C479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304" y="1824276"/>
            <a:ext cx="523875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70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215DD-DDD2-DF79-F917-B6F0484F0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D370F-4287-A7FC-FBCD-7A4F1F26B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260" y="618477"/>
            <a:ext cx="3477416" cy="890726"/>
          </a:xfrm>
        </p:spPr>
        <p:txBody>
          <a:bodyPr>
            <a:normAutofit/>
          </a:bodyPr>
          <a:lstStyle/>
          <a:p>
            <a:r>
              <a:rPr lang="en-US" dirty="0"/>
              <a:t>Runtime error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141F56-D4A6-5054-2C4A-AA3578A50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27" y="1689517"/>
            <a:ext cx="4371543" cy="4363482"/>
          </a:xfrm>
        </p:spPr>
        <p:txBody>
          <a:bodyPr/>
          <a:lstStyle/>
          <a:p>
            <a:r>
              <a:rPr lang="en-US" dirty="0" err="1"/>
              <a:t>Bajarish</a:t>
            </a:r>
            <a:r>
              <a:rPr lang="en-US" dirty="0"/>
              <a:t> </a:t>
            </a:r>
            <a:r>
              <a:rPr lang="en-US" dirty="0" err="1"/>
              <a:t>xatosi</a:t>
            </a:r>
            <a:r>
              <a:rPr lang="en-US" dirty="0"/>
              <a:t>. Dastur </a:t>
            </a:r>
            <a:r>
              <a:rPr lang="en-US" dirty="0" err="1"/>
              <a:t>nolga</a:t>
            </a:r>
            <a:r>
              <a:rPr lang="en-US" dirty="0"/>
              <a:t> </a:t>
            </a:r>
            <a:r>
              <a:rPr lang="en-US" dirty="0" err="1"/>
              <a:t>teng</a:t>
            </a:r>
            <a:r>
              <a:rPr lang="en-US" dirty="0"/>
              <a:t> </a:t>
            </a:r>
            <a:r>
              <a:rPr lang="en-US" dirty="0" err="1"/>
              <a:t>bo'lmagan</a:t>
            </a:r>
            <a:r>
              <a:rPr lang="en-US" dirty="0"/>
              <a:t> </a:t>
            </a:r>
            <a:r>
              <a:rPr lang="en-US" dirty="0" err="1"/>
              <a:t>qaytarish</a:t>
            </a:r>
            <a:r>
              <a:rPr lang="en-US" dirty="0"/>
              <a:t> </a:t>
            </a:r>
            <a:r>
              <a:rPr lang="en-US" dirty="0" err="1"/>
              <a:t>kodi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yakunlandi</a:t>
            </a:r>
            <a:r>
              <a:rPr lang="en-US" dirty="0"/>
              <a:t>. Bunday </a:t>
            </a:r>
            <a:r>
              <a:rPr lang="en-US" dirty="0" err="1"/>
              <a:t>holda</a:t>
            </a:r>
            <a:r>
              <a:rPr lang="en-US" dirty="0"/>
              <a:t>, </a:t>
            </a:r>
            <a:r>
              <a:rPr lang="en-US" dirty="0" err="1"/>
              <a:t>ishning</a:t>
            </a:r>
            <a:r>
              <a:rPr lang="en-US" dirty="0"/>
              <a:t> </a:t>
            </a:r>
            <a:r>
              <a:rPr lang="en-US" dirty="0" err="1"/>
              <a:t>natijasi</a:t>
            </a:r>
            <a:r>
              <a:rPr lang="en-US" dirty="0"/>
              <a:t> </a:t>
            </a:r>
            <a:r>
              <a:rPr lang="en-US" dirty="0" err="1"/>
              <a:t>tekshirilmaydi</a:t>
            </a:r>
            <a:r>
              <a:rPr lang="en-US" dirty="0"/>
              <a:t>.</a:t>
            </a:r>
          </a:p>
          <a:p>
            <a:r>
              <a:rPr lang="en-US" b="1" dirty="0"/>
              <a:t>Runtime Error</a:t>
            </a:r>
            <a:r>
              <a:rPr lang="en-US" dirty="0"/>
              <a:t> (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ish</a:t>
            </a:r>
            <a:r>
              <a:rPr lang="en-US" dirty="0"/>
              <a:t> </a:t>
            </a:r>
            <a:r>
              <a:rPr lang="en-US" dirty="0" err="1"/>
              <a:t>vaqtida</a:t>
            </a:r>
            <a:r>
              <a:rPr lang="en-US" dirty="0"/>
              <a:t> </a:t>
            </a:r>
            <a:r>
              <a:rPr lang="en-US" dirty="0" err="1"/>
              <a:t>to‘xtab</a:t>
            </a:r>
            <a:r>
              <a:rPr lang="en-US" dirty="0"/>
              <a:t> </a:t>
            </a:r>
            <a:r>
              <a:rPr lang="en-US" dirty="0" err="1"/>
              <a:t>qoladigan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xatoga</a:t>
            </a:r>
            <a:r>
              <a:rPr lang="en-US" dirty="0"/>
              <a:t> </a:t>
            </a:r>
            <a:r>
              <a:rPr lang="en-US" dirty="0" err="1"/>
              <a:t>uchraydigan</a:t>
            </a:r>
            <a:r>
              <a:rPr lang="en-US" dirty="0"/>
              <a:t> </a:t>
            </a:r>
            <a:r>
              <a:rPr lang="en-US" dirty="0" err="1"/>
              <a:t>holat</a:t>
            </a:r>
            <a:r>
              <a:rPr lang="en-US" dirty="0"/>
              <a:t>)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b="1" dirty="0" err="1"/>
              <a:t>haqiqiy</a:t>
            </a:r>
            <a:r>
              <a:rPr lang="en-US" b="1" dirty="0"/>
              <a:t> Python dasturi</a:t>
            </a:r>
            <a:r>
              <a:rPr lang="en-US" dirty="0"/>
              <a:t> </a:t>
            </a:r>
            <a:r>
              <a:rPr lang="en-US" dirty="0" err="1"/>
              <a:t>misolini</a:t>
            </a:r>
            <a:r>
              <a:rPr lang="en-US" dirty="0"/>
              <a:t> </a:t>
            </a:r>
            <a:r>
              <a:rPr lang="en-US" dirty="0" err="1"/>
              <a:t>ko‘rsatamiz</a:t>
            </a:r>
            <a:r>
              <a:rPr lang="en-US" dirty="0"/>
              <a:t>.</a:t>
            </a:r>
          </a:p>
          <a:p>
            <a:r>
              <a:rPr lang="ru-RU" b="1" dirty="0"/>
              <a:t>🎯 </a:t>
            </a:r>
            <a:r>
              <a:rPr lang="en-US" b="1" dirty="0"/>
              <a:t>Masala:</a:t>
            </a:r>
          </a:p>
          <a:p>
            <a:r>
              <a:rPr lang="en-US" dirty="0" err="1"/>
              <a:t>Berilgan</a:t>
            </a:r>
            <a:r>
              <a:rPr lang="en-US" dirty="0"/>
              <a:t> 2 ta </a:t>
            </a:r>
            <a:r>
              <a:rPr lang="en-US" dirty="0" err="1"/>
              <a:t>sonning</a:t>
            </a:r>
            <a:r>
              <a:rPr lang="en-US" dirty="0"/>
              <a:t> </a:t>
            </a:r>
            <a:r>
              <a:rPr lang="en-US" dirty="0" err="1"/>
              <a:t>bo‘linmasini</a:t>
            </a:r>
            <a:r>
              <a:rPr lang="en-US" dirty="0"/>
              <a:t> </a:t>
            </a:r>
            <a:r>
              <a:rPr lang="en-US" dirty="0" err="1"/>
              <a:t>chiqaring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Kirish:</a:t>
            </a:r>
            <a:r>
              <a:rPr lang="en-US" dirty="0"/>
              <a:t> a b=0 (</a:t>
            </a:r>
            <a:r>
              <a:rPr lang="en-US" dirty="0" err="1"/>
              <a:t>ya'ni</a:t>
            </a:r>
            <a:r>
              <a:rPr lang="en-US" dirty="0"/>
              <a:t>, a / b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hisoblash</a:t>
            </a:r>
            <a:r>
              <a:rPr lang="en-US" dirty="0"/>
              <a:t>)</a:t>
            </a:r>
            <a:br>
              <a:rPr lang="en-US" dirty="0"/>
            </a:br>
            <a:r>
              <a:rPr lang="en-US" b="1" dirty="0" err="1"/>
              <a:t>Chiqish</a:t>
            </a:r>
            <a:r>
              <a:rPr lang="en-US" b="1" dirty="0"/>
              <a:t>:</a:t>
            </a:r>
            <a:r>
              <a:rPr lang="en-US" dirty="0"/>
              <a:t> a / b </a:t>
            </a:r>
            <a:r>
              <a:rPr lang="en-US" dirty="0" err="1"/>
              <a:t>natijasi</a:t>
            </a:r>
            <a:endParaRPr lang="en-US" dirty="0"/>
          </a:p>
          <a:p>
            <a:endParaRPr lang="ru-RU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5D8D0564-3ECE-7018-F185-2CD852175DFC}"/>
              </a:ext>
            </a:extLst>
          </p:cNvPr>
          <p:cNvSpPr txBox="1">
            <a:spLocks/>
          </p:cNvSpPr>
          <p:nvPr/>
        </p:nvSpPr>
        <p:spPr>
          <a:xfrm>
            <a:off x="5650309" y="2112885"/>
            <a:ext cx="4684779" cy="36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0D1265D-12F3-0DF2-9EA2-E9F6DCFD8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299" y="476434"/>
            <a:ext cx="6625701" cy="612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52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F82B0-6B31-85D3-6AAA-EF906EF6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3B471-D2E7-7693-0AA4-C4F476445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604880" cy="89072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ijobiy</a:t>
            </a:r>
            <a:r>
              <a:rPr lang="en-US" dirty="0"/>
              <a:t> </a:t>
            </a:r>
            <a:r>
              <a:rPr lang="en-US" dirty="0" err="1"/>
              <a:t>holatlar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2CD4B8-C80F-D4F5-4DC9-7A8CC1ABA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27" y="1689517"/>
            <a:ext cx="7304298" cy="4363482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Compiling</a:t>
            </a:r>
            <a:r>
              <a:rPr lang="en-US" dirty="0"/>
              <a:t>- 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kompilatsiya</a:t>
            </a:r>
            <a:r>
              <a:rPr lang="en-US" dirty="0"/>
              <a:t> </a:t>
            </a:r>
            <a:r>
              <a:rPr lang="en-US" dirty="0" err="1"/>
              <a:t>qilinmoqda</a:t>
            </a:r>
            <a:r>
              <a:rPr lang="en-US" dirty="0"/>
              <a:t>(</a:t>
            </a:r>
            <a:r>
              <a:rPr lang="en-US" dirty="0" err="1"/>
              <a:t>Manba</a:t>
            </a:r>
            <a:r>
              <a:rPr lang="en-US" dirty="0"/>
              <a:t> </a:t>
            </a:r>
            <a:r>
              <a:rPr lang="en-US" dirty="0" err="1"/>
              <a:t>kodni</a:t>
            </a:r>
            <a:r>
              <a:rPr lang="en-US" dirty="0"/>
              <a:t> </a:t>
            </a:r>
            <a:r>
              <a:rPr lang="en-US" dirty="0" err="1"/>
              <a:t>mashina</a:t>
            </a:r>
            <a:r>
              <a:rPr lang="en-US" dirty="0"/>
              <a:t> </a:t>
            </a:r>
            <a:r>
              <a:rPr lang="en-US" dirty="0" err="1"/>
              <a:t>tili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bajariladigan</a:t>
            </a:r>
            <a:r>
              <a:rPr lang="en-US" dirty="0"/>
              <a:t> </a:t>
            </a:r>
            <a:r>
              <a:rPr lang="en-US" dirty="0" err="1"/>
              <a:t>kodga</a:t>
            </a:r>
            <a:r>
              <a:rPr lang="en-US" dirty="0"/>
              <a:t> </a:t>
            </a:r>
            <a:r>
              <a:rPr lang="en-US" dirty="0" err="1"/>
              <a:t>o‘girish</a:t>
            </a:r>
            <a:r>
              <a:rPr lang="en-US" dirty="0"/>
              <a:t> </a:t>
            </a:r>
            <a:r>
              <a:rPr lang="en-US" dirty="0" err="1"/>
              <a:t>jarayoni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>
                <a:solidFill>
                  <a:schemeClr val="accent5"/>
                </a:solidFill>
              </a:rPr>
              <a:t>Running</a:t>
            </a:r>
            <a:r>
              <a:rPr lang="en-US" dirty="0"/>
              <a:t>- Dastur </a:t>
            </a:r>
            <a:r>
              <a:rPr lang="en-US" dirty="0" err="1"/>
              <a:t>ishlatilmoqda</a:t>
            </a:r>
            <a:r>
              <a:rPr lang="en-US" dirty="0"/>
              <a:t>(Dastur </a:t>
            </a:r>
            <a:r>
              <a:rPr lang="en-US" dirty="0" err="1"/>
              <a:t>mavjud</a:t>
            </a:r>
            <a:r>
              <a:rPr lang="en-US" dirty="0"/>
              <a:t> </a:t>
            </a:r>
            <a:r>
              <a:rPr lang="en-US" dirty="0" err="1"/>
              <a:t>testlar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tekshirilmoqda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>
                <a:solidFill>
                  <a:schemeClr val="accent5"/>
                </a:solidFill>
              </a:rPr>
              <a:t>Waiting</a:t>
            </a:r>
            <a:r>
              <a:rPr lang="en-US" dirty="0"/>
              <a:t>- </a:t>
            </a:r>
            <a:r>
              <a:rPr lang="en-US" dirty="0" err="1"/>
              <a:t>Kutish</a:t>
            </a:r>
            <a:r>
              <a:rPr lang="en-US" dirty="0"/>
              <a:t>(</a:t>
            </a:r>
            <a:r>
              <a:rPr lang="en-US" dirty="0" err="1"/>
              <a:t>Foydalanuvchidan</a:t>
            </a:r>
            <a:r>
              <a:rPr lang="en-US" dirty="0"/>
              <a:t> </a:t>
            </a:r>
            <a:r>
              <a:rPr lang="en-US" dirty="0" err="1"/>
              <a:t>kiritish</a:t>
            </a:r>
            <a:r>
              <a:rPr lang="en-US" dirty="0"/>
              <a:t> </a:t>
            </a:r>
            <a:r>
              <a:rPr lang="en-US" dirty="0" err="1"/>
              <a:t>kutayotganda</a:t>
            </a:r>
            <a:r>
              <a:rPr lang="en-US" dirty="0"/>
              <a:t> (input() </a:t>
            </a:r>
            <a:r>
              <a:rPr lang="en-US" dirty="0" err="1"/>
              <a:t>funksiyasi</a:t>
            </a:r>
            <a:r>
              <a:rPr lang="en-US" dirty="0"/>
              <a:t> </a:t>
            </a:r>
            <a:r>
              <a:rPr lang="en-US" dirty="0" err="1"/>
              <a:t>ishlayotganda</a:t>
            </a:r>
            <a:r>
              <a:rPr lang="en-US" dirty="0"/>
              <a:t>).</a:t>
            </a:r>
          </a:p>
          <a:p>
            <a:endParaRPr lang="ru-RU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73258A03-AC55-3EFA-1003-88C40472EBAB}"/>
              </a:ext>
            </a:extLst>
          </p:cNvPr>
          <p:cNvSpPr txBox="1">
            <a:spLocks/>
          </p:cNvSpPr>
          <p:nvPr/>
        </p:nvSpPr>
        <p:spPr>
          <a:xfrm>
            <a:off x="5650309" y="2112885"/>
            <a:ext cx="4684779" cy="36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4399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F8B24-331F-362A-A52C-13B8E665F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1C137-AB4B-A7E3-4422-637CD23C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091" y="474108"/>
            <a:ext cx="4604880" cy="890726"/>
          </a:xfrm>
        </p:spPr>
        <p:txBody>
          <a:bodyPr>
            <a:normAutofit/>
          </a:bodyPr>
          <a:lstStyle/>
          <a:p>
            <a:r>
              <a:rPr lang="en-US" b="1" dirty="0" err="1"/>
              <a:t>Umumiy</a:t>
            </a:r>
            <a:r>
              <a:rPr lang="en-US" b="1" dirty="0"/>
              <a:t> </a:t>
            </a:r>
            <a:r>
              <a:rPr lang="en-US" b="1" dirty="0" err="1"/>
              <a:t>xulosa</a:t>
            </a:r>
            <a:r>
              <a:rPr lang="en-US" b="1" dirty="0"/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ACE3E-7EFE-2A13-4DC6-BC5ECB836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005" y="1364834"/>
            <a:ext cx="7304298" cy="4363482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RoboContestdagi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dasturchiga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jihatda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borligini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muvaffaqiyatli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ekanligini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holatlar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dasturchi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yaxshilaydi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optimallashtiradi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mukammal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erishadi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sifatini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samaradorligini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ishonchliligini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oshirishda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o‘rin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tutadi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B48A8652-EC5F-57D3-FBD2-8C4F9F20B1DE}"/>
              </a:ext>
            </a:extLst>
          </p:cNvPr>
          <p:cNvSpPr txBox="1">
            <a:spLocks/>
          </p:cNvSpPr>
          <p:nvPr/>
        </p:nvSpPr>
        <p:spPr>
          <a:xfrm>
            <a:off x="5650309" y="2112885"/>
            <a:ext cx="4684779" cy="36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A25D1-01B4-CC70-CE2F-14C14C5FE172}"/>
              </a:ext>
            </a:extLst>
          </p:cNvPr>
          <p:cNvSpPr txBox="1"/>
          <p:nvPr/>
        </p:nvSpPr>
        <p:spPr>
          <a:xfrm>
            <a:off x="1784413" y="4506526"/>
            <a:ext cx="77590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PRINT</a:t>
            </a:r>
            <a:r>
              <a:rPr lang="en-US" sz="3200" dirty="0"/>
              <a:t>(“</a:t>
            </a:r>
            <a:r>
              <a:rPr lang="en-US" sz="3200" dirty="0">
                <a:solidFill>
                  <a:srgbClr val="FF0000"/>
                </a:solidFill>
              </a:rPr>
              <a:t>ETIBORINGIZ UCHUN RAXMAT</a:t>
            </a:r>
            <a:r>
              <a:rPr lang="en-US" sz="3200" dirty="0"/>
              <a:t>”)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90544688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</TotalTime>
  <Words>907</Words>
  <Application>Microsoft Office PowerPoint</Application>
  <PresentationFormat>Широкоэкранный</PresentationFormat>
  <Paragraphs>78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Courier New</vt:lpstr>
      <vt:lpstr>Times New Roman</vt:lpstr>
      <vt:lpstr>Trebuchet MS</vt:lpstr>
      <vt:lpstr>Wingdings 3</vt:lpstr>
      <vt:lpstr>Аспект</vt:lpstr>
      <vt:lpstr>Mavzu=str(“RoboContest tizimidagi holatlar”)</vt:lpstr>
      <vt:lpstr>Reja:</vt:lpstr>
      <vt:lpstr>RoboContest tizimi</vt:lpstr>
      <vt:lpstr>Holat turlari va ularning ma’nosi </vt:lpstr>
      <vt:lpstr>Wrong answer holati</vt:lpstr>
      <vt:lpstr>Time limit exceeded</vt:lpstr>
      <vt:lpstr>Presentation Error</vt:lpstr>
      <vt:lpstr>Compilation error</vt:lpstr>
      <vt:lpstr>Memory limit exceeded</vt:lpstr>
      <vt:lpstr>Runtime error</vt:lpstr>
      <vt:lpstr>Boshqa ijobiy holatlar</vt:lpstr>
      <vt:lpstr>Umumiy xulosa: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437-12</dc:creator>
  <cp:lastModifiedBy>437-12</cp:lastModifiedBy>
  <cp:revision>3</cp:revision>
  <dcterms:created xsi:type="dcterms:W3CDTF">2025-09-23T17:12:20Z</dcterms:created>
  <dcterms:modified xsi:type="dcterms:W3CDTF">2025-09-27T04:02:08Z</dcterms:modified>
</cp:coreProperties>
</file>