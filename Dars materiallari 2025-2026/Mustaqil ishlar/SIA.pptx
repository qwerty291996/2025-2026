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63" r:id="rId4"/>
    <p:sldId id="265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7" r:id="rId14"/>
    <p:sldId id="268" r:id="rId15"/>
    <p:sldId id="269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26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robocontest.uz/system" TargetMode="Externa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85390" y="106680"/>
            <a:ext cx="7221220" cy="6503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90805"/>
            <a:ext cx="10663555" cy="149415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948055" y="2033905"/>
            <a:ext cx="11087100" cy="38455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Dastur to‘g‘ri ishlaydi va cheklovlarga muvofiq barcha sinovlardan (testlardan) o‘tdi.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  <a:hlinkClick r:id="rId2"/>
            </a:endParaRPr>
          </a:p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Ya’ni, agar sizning yuborgan yechimingiz: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Arial" panose="020B0604020202020204"/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masala shartlaridagi barcha test fayllarini to‘g‘ri natijalar bilan ishlatsa;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buFont typeface="Arial" panose="020B0604020202020204"/>
              <a:buNone/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belgilangan vaqt va xotira limitlariga mos keladigan bo‘lsa;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unda “Accepted” natija chiqadi. 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51760" y="0"/>
            <a:ext cx="6889115" cy="6677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7865110" cy="583819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7934325" y="221615"/>
            <a:ext cx="3900170" cy="4557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  <a:t>a=int(input())</a:t>
            </a:r>
            <a:b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</a:br>
            <a: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  <a:t>if a%2==0:</a:t>
            </a:r>
            <a:b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</a:br>
            <a: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  <a:t>  print("Second player")</a:t>
            </a:r>
            <a:b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</a:br>
            <a: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  <a:t>else:</a:t>
            </a:r>
            <a:b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</a:br>
            <a:r>
              <a:rPr lang="en-US" altLang="ru-RU" sz="3600">
                <a:solidFill>
                  <a:schemeClr val="accent6">
                    <a:lumMod val="50000"/>
                  </a:schemeClr>
                </a:solidFill>
                <a:sym typeface="+mn-ea"/>
              </a:rPr>
              <a:t>  print("First player")</a:t>
            </a:r>
            <a:endParaRPr lang="en-US" altLang="ru-RU" sz="3600">
              <a:solidFill>
                <a:schemeClr val="accent6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8145" y="289560"/>
            <a:ext cx="10804525" cy="69151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299085" y="1319530"/>
            <a:ext cx="10739120" cy="49428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“Time Limit Exceeded” (TLE) — bu holat dastur bajarilishi belgilangan maksimal vaqt chegarasidan oshib ketganda chiqadi.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Qanday holatlarda “Time Limit Exceeded” bo‘ladi?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Masala uchun berilgan maksimal ishlash vaqtidan (masalan, 1 soniya, 2 soniya va hokazo) dastur ko‘proq vaqt talab qilsa.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Algoritm samarali emas, ya’ni masalani yechish uchun juda ko‘p hisob-kitob qilsa.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buFont typeface="Arial" panose="020B0604020202020204"/>
              <a:buChar char="•"/>
            </a:pP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40000"/>
              </a:lnSpc>
              <a:buFont typeface="Arial" panose="020B0604020202020204"/>
              <a:buNone/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Dastur cheksiz siklga kirib qolsa yoki samarali ishlamasa.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Misol uchun, agar masala uchun maksimal vaqt 2 soniya bo‘lsa va sizning dasturingiz 2.1 soniya davomida ishlasa, u holda TLE chiqadi.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Bu xatolikdan qochish uchun: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4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Keraksiz sikllarni olib tashlash yoki kamaytirish.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905" y="189230"/>
            <a:ext cx="7360285" cy="6054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68910"/>
            <a:ext cx="7569835" cy="520573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7724140" y="745490"/>
            <a:ext cx="3941445" cy="3966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a=int(input())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t=0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for i in range(3,a+1,2):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if i%10==3 or i%10==7: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t+=1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800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print(t)</a:t>
            </a:r>
            <a:endParaRPr lang="en-US" altLang="ru-RU" sz="2800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834630" y="733425"/>
            <a:ext cx="3616325" cy="5621655"/>
          </a:xfrm>
        </p:spPr>
        <p:txBody>
          <a:bodyPr>
            <a:normAutofit lnSpcReduction="10000"/>
          </a:bodyPr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a=int(input())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t=(a//10)*2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if a%10&gt;=7: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print(t+2)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elif a%10&gt;=3 and a%10&lt;7: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print(t+1)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else: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b="1" i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print(t)</a:t>
            </a:r>
            <a:endParaRPr lang="en-US" altLang="ru-RU" b="1" i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363220"/>
            <a:ext cx="7747635" cy="5596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17070" cy="125984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-635" y="1259840"/>
            <a:ext cx="11565255" cy="3371850"/>
          </a:xfrm>
          <a:prstGeom prst="rect">
            <a:avLst/>
          </a:prstGeom>
        </p:spPr>
        <p:txBody>
          <a:bodyPr>
            <a:noAutofit/>
          </a:bodyPr>
          <a:p>
            <a:pPr indent="0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“Wrong Answer” (WA) — bu holat dastur siz yuborgan kodning natijasi test fayllaridagi to‘g‘ri javob bilan mos kelmaganda chiqadi.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lnSpc>
                <a:spcPct val="120000"/>
              </a:lnSpc>
              <a:spcAft>
                <a:spcPct val="0"/>
              </a:spcAft>
              <a:buNone/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“Wrong Answer” qanday holatlarda bo‘ladi?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spcAft>
                <a:spcPct val="0"/>
              </a:spcAft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Dastur noto‘g‘ri natija qaytarganda — masalan, masala shartlariga to‘liq mos kelmaydigan javoblar.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Kirish ma’lumotlarini noto‘g‘ri o‘qish yoki noto‘g‘ri ishlash.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Algoritm xatolik bilan ishlaganda — noto‘g‘ri hisoblash, noto‘g‘ri shartlarni tekshirish.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Cheklovlarni hisobga olmagan holatlar (masalan, massiv chegaralarini oshirish).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Shartlarda aytilgan maxsus holatlar yoki chegara holatlarini noto‘g‘ri ishlash.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ctr">
              <a:lnSpc>
                <a:spcPct val="120000"/>
              </a:lnSpc>
              <a:buNone/>
            </a:pPr>
            <a:r>
              <a:rPr lang="en-US" altLang="ru-RU" sz="2000" b="1">
                <a:latin typeface="Times New Roman" panose="02020603050405020304" charset="0"/>
                <a:cs typeface="Times New Roman" panose="02020603050405020304" charset="0"/>
              </a:rPr>
              <a:t>Tuzatish</a:t>
            </a:r>
            <a:endParaRPr lang="en-US" altLang="ru-RU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Kirish va chiqishni aniq shartga moslab yozing.</a:t>
            </a:r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Testlarni qo‘lda yoki avtomatik sinab ko‘ring, ayniqsa chegara holatlarda.</a:t>
            </a:r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r>
              <a:rPr lang="en-US" altLang="ru-RU" sz="2000">
                <a:latin typeface="Times New Roman" panose="02020603050405020304" charset="0"/>
                <a:cs typeface="Times New Roman" panose="02020603050405020304" charset="0"/>
              </a:rPr>
              <a:t>Masala shartlarini diqqat bilan o‘qing.</a:t>
            </a:r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>
              <a:lnSpc>
                <a:spcPct val="120000"/>
              </a:lnSpc>
              <a:buNone/>
            </a:pPr>
            <a:endParaRPr lang="en-US" altLang="ru-RU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5795010" cy="464121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10" y="0"/>
            <a:ext cx="6357620" cy="464121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595630" y="5082540"/>
            <a:ext cx="6096000" cy="625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ru-RU" sz="2600" b="1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a=int(input())</a:t>
            </a:r>
            <a:endParaRPr lang="en-US" altLang="ru-RU" sz="2600" b="1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2600" b="1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print(a//10)</a:t>
            </a:r>
            <a:endParaRPr lang="en-US" altLang="ru-RU" sz="2600" b="1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8441690" cy="591947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8441690" y="142875"/>
            <a:ext cx="3615055" cy="2280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ru-RU" sz="4000" b="1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a=int(input())</a:t>
            </a:r>
            <a:endParaRPr lang="en-US" altLang="ru-RU" sz="4000" b="1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4000" b="1" i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print(a%10)</a:t>
            </a:r>
            <a:endParaRPr lang="en-US" altLang="ru-RU" sz="4000" b="1" i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60020"/>
            <a:ext cx="13441045" cy="8813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305" y="1190625"/>
            <a:ext cx="5116195" cy="362648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5361305" y="946150"/>
            <a:ext cx="6096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/>
              <a:t>#include &lt;iostream&gt;</a:t>
            </a:r>
            <a:endParaRPr lang="en-US" altLang="ru-RU"/>
          </a:p>
          <a:p>
            <a:r>
              <a:rPr lang="en-US" altLang="ru-RU"/>
              <a:t>#include &lt;vector&gt;</a:t>
            </a:r>
            <a:endParaRPr lang="en-US" altLang="ru-RU"/>
          </a:p>
          <a:p>
            <a:r>
              <a:rPr lang="en-US" altLang="ru-RU"/>
              <a:t>#include &lt;algorithm&gt;</a:t>
            </a:r>
            <a:endParaRPr lang="en-US" altLang="ru-RU"/>
          </a:p>
          <a:p>
            <a:r>
              <a:rPr lang="en-US" altLang="ru-RU"/>
              <a:t>using namespace std;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int main() {</a:t>
            </a:r>
            <a:endParaRPr lang="en-US" altLang="ru-RU"/>
          </a:p>
          <a:p>
            <a:r>
              <a:rPr lang="en-US" altLang="ru-RU"/>
              <a:t>    int n;</a:t>
            </a:r>
            <a:endParaRPr lang="en-US" altLang="ru-RU"/>
          </a:p>
          <a:p>
            <a:r>
              <a:rPr lang="en-US" altLang="ru-RU"/>
              <a:t>    cin &gt;&gt; n;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    if(n==12 || n==1 ||n==2) cout&lt;&lt;"Winter";</a:t>
            </a:r>
            <a:endParaRPr lang="en-US" altLang="ru-RU"/>
          </a:p>
          <a:p>
            <a:r>
              <a:rPr lang="en-US" altLang="ru-RU"/>
              <a:t>      if(n==3 || n==4 ||n==5) cout&lt;&lt;"Spring";</a:t>
            </a:r>
            <a:endParaRPr lang="en-US" altLang="ru-RU"/>
          </a:p>
          <a:p>
            <a:r>
              <a:rPr lang="en-US" altLang="ru-RU"/>
              <a:t>if(n==6 || n==7 ||n==8) cout&lt;&lt;"Summer";</a:t>
            </a:r>
            <a:endParaRPr lang="en-US" altLang="ru-RU"/>
          </a:p>
          <a:p>
            <a:r>
              <a:rPr lang="en-US" altLang="ru-RU"/>
              <a:t>if(n==9 || n==10 ||n==11) cout&lt;&lt;"Autumn";</a:t>
            </a:r>
            <a:endParaRPr lang="en-US" altLang="ru-RU"/>
          </a:p>
          <a:p>
            <a:r>
              <a:rPr lang="en-US" altLang="ru-RU"/>
              <a:t>if(n&gt;12) cout&lt;&lt;"Error";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    return 0;</a:t>
            </a:r>
            <a:endParaRPr lang="en-US" altLang="ru-RU"/>
          </a:p>
          <a:p>
            <a:r>
              <a:rPr lang="en-US" altLang="ru-RU"/>
              <a:t>}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2319</Words>
  <Application>WPS Presentation</Application>
  <PresentationFormat>宽屏</PresentationFormat>
  <Paragraphs>73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Times New Roman</vt:lpstr>
      <vt:lpstr>Microsoft YaHei</vt:lpstr>
      <vt:lpstr>Arial Unicode MS</vt:lpstr>
      <vt:lpstr>Calibri</vt:lpstr>
      <vt:lpstr>Nunito</vt:lpstr>
      <vt:lpstr>Segoe Print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user</cp:lastModifiedBy>
  <cp:revision>5</cp:revision>
  <dcterms:created xsi:type="dcterms:W3CDTF">2025-07-23T00:59:00Z</dcterms:created>
  <dcterms:modified xsi:type="dcterms:W3CDTF">2025-09-25T12:08:27Z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1049-12.2.0.22549</vt:lpwstr>
  </property>
  <property fmtid="{D5CDD505-2E9C-101B-9397-08002B2CF9AE}" pid="3" name="ICV">
    <vt:lpwstr>E9570D2E314C4FE9B5D2497FAA2293AB_13</vt:lpwstr>
  </property>
</Properties>
</file>