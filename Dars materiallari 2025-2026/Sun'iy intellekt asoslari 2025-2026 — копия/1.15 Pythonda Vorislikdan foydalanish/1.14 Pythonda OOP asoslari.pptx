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8" r:id="rId2"/>
    <p:sldId id="256" r:id="rId3"/>
    <p:sldId id="281" r:id="rId4"/>
    <p:sldId id="274" r:id="rId5"/>
    <p:sldId id="283" r:id="rId6"/>
    <p:sldId id="284" r:id="rId7"/>
    <p:sldId id="282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279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24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80297-D16C-4359-9F28-6C3EF33073F4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B6FFA-08AC-468F-804F-CBBC1D840C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84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4D483-4495-4236-AD7E-E0E70D225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FAADEF7-662E-4D1A-8DEE-89B8905C7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EAC13B-1F1F-47AB-BB1E-0DF2A45A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2E7CC1-AC5D-4F50-8335-1392B7F4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D462F2-29BB-46B6-8024-6F36DD13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73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1F36C-7896-44F5-8149-A09C2BC4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2A0FF-81E4-44E9-A3DE-305EC0C32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4AF489-3969-4B5B-A360-899E4F8E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EF89CF-2B33-42F0-B87B-F56611048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0F8553-EB89-4835-91C0-5DF6CB4A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263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69E57-22D4-48A7-AD09-0AF8ACDA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27CFF4-0593-473E-845C-818AD2E54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6667E2-BF42-4088-B111-683954C0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F3ECC5-13DF-4E70-AB9C-B63D80A69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DA217D-C568-4859-939C-2F79C094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963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4DFD2-0483-45A3-B53F-4B90EDFF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8F1D64-7BF7-4F85-BF18-8B1F75D60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9338E6-1C97-4311-A22D-8B2E86C0F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C0800A-C47D-4873-8ACA-3F3DFB7A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32739B-D331-4EDF-B642-6E75D61BA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447E38-F4FD-4816-A4C1-F3A5C7E34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61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44981-38B7-4EFA-835B-F1B7BD31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D1A789-D332-4C1E-B56F-ED0912D0C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61EA04-0803-4298-83E6-7528BECB9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02AFF4-BF3D-4560-91D1-36D91BCE0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87DFE2-004F-4A54-8229-0649B56B6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C70126-7065-4F1A-8A83-F5C943AE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513E1CB-231B-492B-99A2-C58A5975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548013-E02D-44B0-9201-983B428B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03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7895CC-7EA0-48FA-8920-1642954A6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26ECE55-1370-486B-B46C-C4DB00DD0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DF29D8-079F-48BD-9F2E-1B1C4E44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EFC913-9E3B-48FC-8B9D-63110C3FD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53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A260289-700F-4672-A408-864DBC44D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7CEC15-0356-468E-B467-C7429D0F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A326D2-9A51-4E2F-B91B-E6FED795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129D9-B30C-4339-8515-09C52F956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B7569-2390-4CFC-A9DD-11BA4A813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953C77-7EAB-4AD2-9F29-AD3068F21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244DAC-2F2A-439E-94A4-6A94054E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F9C235-E2F4-4D1F-94FE-626FABF9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FA994F-6C3D-402D-B156-2F8D0452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69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691F4-E650-42C1-9FF5-CC33B4F63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3CD075B-175B-48DB-9388-4DFBC0BAE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AB440A-99AF-439C-ADDE-F22885249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05ACB9-6AB1-47FC-A3EF-0267DDA0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D0C4AA-8D84-4FC4-8487-38C6B0B89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DCA263-6354-4A31-98B5-268555B2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69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B8993-4F41-4F1E-AB42-87E3D586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56DCB8-1D8B-4C0E-983B-5BB4A6272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E6F71-3C05-46E4-A3FC-F3FB284E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FB6B31-CCD2-473A-B22B-9E1E20C7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AEFEA6-9665-42C7-8C82-8982B21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75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595CBFB-3120-4FF8-A044-AF7E6B6F7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143DE76-F223-4E02-9606-F4A9F615D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511055-929B-47E3-8BEE-56FE1C81D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EB5384-87DE-4383-BAE6-368F73DA9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91FD88-B145-4B72-AA13-0A115C56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52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493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D47C5-8BEA-4C4C-ABE7-CA4A9B99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FF6F3B-2FD2-4397-9FF0-53E9033FA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31CD6-FA6A-4F85-BF9A-ECF5B29B1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83A4F-D54D-4F28-AE66-02A8016AA2D5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BE5C56-D4A0-4E96-BA92-7BF9870D2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DE0F2E-4A61-4D46-AB72-DA5607EB2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C2F95-843B-4035-BAA9-69E34EF0D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206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137698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14-mashg‘ulot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guruhli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sv-SE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 OOP asoslari</a:t>
            </a: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03303" y="1583147"/>
            <a:ext cx="37853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1283856" y="2575522"/>
            <a:ext cx="9624290" cy="1885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sv-SE" sz="2667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1. OOP asoslari. 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sv-SE" sz="2667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2. Klass va obyekt haqida tushuncha</a:t>
            </a:r>
          </a:p>
          <a:p>
            <a:pPr marL="285739" indent="-285739">
              <a:lnSpc>
                <a:spcPct val="150000"/>
              </a:lnSpc>
              <a:buSzPct val="100000"/>
              <a:buChar char="•"/>
            </a:pPr>
            <a:r>
              <a:rPr lang="sv-SE" sz="2667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3. __init__() (konstruktor) va __del__() (destruktor) metodlari.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3868242" y="0"/>
            <a:ext cx="4455515" cy="634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333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3333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OOP </a:t>
            </a:r>
            <a:r>
              <a:rPr lang="en-US" sz="3333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asoslari</a:t>
            </a:r>
            <a:endParaRPr lang="en-US" sz="3333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3B73B8F-F4E1-4444-94F1-884870BC4540}"/>
              </a:ext>
            </a:extLst>
          </p:cNvPr>
          <p:cNvCxnSpPr/>
          <p:nvPr/>
        </p:nvCxnSpPr>
        <p:spPr>
          <a:xfrm>
            <a:off x="0" y="5826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333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F2781AD-7BFF-4757-926C-4E797C5E046A}"/>
              </a:ext>
            </a:extLst>
          </p:cNvPr>
          <p:cNvSpPr/>
          <p:nvPr/>
        </p:nvSpPr>
        <p:spPr>
          <a:xfrm>
            <a:off x="163871" y="850205"/>
            <a:ext cx="5932129" cy="5305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tushunchalari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shablon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klassdan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nusxadir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Atributlar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obyektning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obyektning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xatti-harakatlarini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belgilovchi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Inkapsulyatsiya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jamlash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tashqaridan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boshqarilishini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cheklash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klassning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atributlarini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klasslarga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o‘tkazish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Polimorfizm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nomdagi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metodlarning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Abstraksiya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foydalanuvchidan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murakkabliklarni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yashirish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kerakli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qismlarni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080B56-CC53-4036-90D2-5B90C69781B9}"/>
              </a:ext>
            </a:extLst>
          </p:cNvPr>
          <p:cNvSpPr/>
          <p:nvPr/>
        </p:nvSpPr>
        <p:spPr>
          <a:xfrm>
            <a:off x="6488544" y="850205"/>
            <a:ext cx="5310907" cy="2412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OOPning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tamoyillari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(4 ta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poydevor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39" indent="-285739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380985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Inkapsulyatsiya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(Encapsulation)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39" indent="-285739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380985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Abstraksiya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(Abstraction)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39" indent="-285739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380985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Merosxo‘rlik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(Inheritance)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39" indent="-285739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380985" algn="l"/>
              </a:tabLs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Polimorfizm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(Polymorphism)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EFC486-5763-4791-8B87-ABCDE69D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319" y="3546658"/>
            <a:ext cx="4375355" cy="246113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FF0E6B9-971E-4C2D-BB4F-91154122DC82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OOP asoslari. 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7262C5A-CCEE-4AC9-A97C-30F37AB9A470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36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FF0E6B9-971E-4C2D-BB4F-91154122DC82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2. Klass va obyekt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7262C5A-CCEE-4AC9-A97C-30F37AB9A470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321730-A2D3-4EDD-8962-D3BCD7B57594}"/>
              </a:ext>
            </a:extLst>
          </p:cNvPr>
          <p:cNvSpPr/>
          <p:nvPr/>
        </p:nvSpPr>
        <p:spPr>
          <a:xfrm>
            <a:off x="803563" y="1981974"/>
            <a:ext cx="10751128" cy="1975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(Class)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shablon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namunadir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xususiyatlari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harakatlari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ta’riflanadi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biz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turdagi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boshqarishimiz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78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364ED6-D34C-4EDF-813F-6817C752E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72" y="18473"/>
            <a:ext cx="11139056" cy="6413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Klassning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Sintaksisi</a:t>
            </a:r>
            <a:endParaRPr kumimoji="0" lang="en-US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ru-RU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KlassNomi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Klass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atributlari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atribut1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some value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atribut2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123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Klass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metodlari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metod1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Bu metod1.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metod2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Bu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metod2.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rgbClr val="777777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KlassNomi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atribut1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atribut2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hamma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umumiydir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metod1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metod2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harakatlarini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ta’riflaydi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03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726D925-487A-4989-9A73-BC01C7C92F3C}"/>
              </a:ext>
            </a:extLst>
          </p:cNvPr>
          <p:cNvSpPr/>
          <p:nvPr/>
        </p:nvSpPr>
        <p:spPr>
          <a:xfrm>
            <a:off x="1348509" y="153422"/>
            <a:ext cx="9494982" cy="1750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(Object)</a:t>
            </a:r>
            <a:endParaRPr lang="ru-RU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konkret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nusxa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xos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bor.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instansiyalash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tegishli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ham,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xos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53DAD1-E4B2-4533-98DA-C9082C56F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8509" y="1856802"/>
            <a:ext cx="9494982" cy="4797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endParaRPr kumimoji="0" lang="en-US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ru-RU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Klassdan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yaratish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obyekt1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KlassNomi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Klassdan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yaratildi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obyekt2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KlassNomi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Yana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bir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Klass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metodlarini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chaqirish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obyekt1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metod1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Bu metod1.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obyekt2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metod2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Bu metod2.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obyekt1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obyekt2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KlassNomi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o‘ziga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xos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355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7B4AC41-34FE-4D75-B901-7F6A5BE7B937}"/>
              </a:ext>
            </a:extLst>
          </p:cNvPr>
          <p:cNvSpPr/>
          <p:nvPr/>
        </p:nvSpPr>
        <p:spPr>
          <a:xfrm>
            <a:off x="1173018" y="1884218"/>
            <a:ext cx="9845964" cy="3089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Atributlari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tegishli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umumiydir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xos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keyin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Talaba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misoli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universitet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fakultet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Har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talaba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ism,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kurs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415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8657B60-365B-4DE9-851B-FFC7E8BF3DEB}"/>
              </a:ext>
            </a:extLst>
          </p:cNvPr>
          <p:cNvSpPr/>
          <p:nvPr/>
        </p:nvSpPr>
        <p:spPr>
          <a:xfrm>
            <a:off x="600364" y="182733"/>
            <a:ext cx="10991272" cy="6719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Klass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atributlari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bular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barcha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talabalarga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umumiy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universitet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5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O'zbekiston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Milliy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Universiteti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fakultet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5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Matematika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atributlari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(har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bir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alohida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lang="en-US" sz="15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lang="en-US" sz="15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kurs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5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Talabaning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ismi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obyektga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xos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5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Talabaning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yoshi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obyektga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xos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5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kurs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kurs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Talabaning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kursi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obyektga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xos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info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5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5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5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universitet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da 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5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fakultet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fakultetida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5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kurs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5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kurs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talabasi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5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5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yoshda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Obyektlar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yaratish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talaba1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5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20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talaba2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5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Vazira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22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3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metodlarini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chaqirish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talaba1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5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info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Ali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O'zbekiston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Milliy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Universitetida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Matematika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fakultetida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2-kurs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talabasi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20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yoshda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talaba2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5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info</a:t>
            </a:r>
            <a:r>
              <a:rPr lang="en-US" sz="15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sz="15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Vazira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O'zbekiston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Milliy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Universitetida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Matematika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fakultetida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3-kurs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talabasi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22 </a:t>
            </a:r>
            <a:r>
              <a:rPr lang="en-US" sz="15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yoshda</a:t>
            </a:r>
            <a:r>
              <a:rPr lang="en-US" sz="15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857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B7719A-877D-47C1-B532-F18485B58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654" y="0"/>
            <a:ext cx="10538691" cy="6521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metodlarini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chaqirish</a:t>
            </a: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e’lon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qilingan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chaqiriladi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Klass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atributi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marka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Toyota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Metodlar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info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"Bu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marka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marka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yilni_sozla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7A3E9D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yaratish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avto1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avto2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1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Obyekt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metodlarini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chaqirish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avto1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yilni_sozla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2018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avto2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yilni_sozla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2020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avto1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info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Bu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Toyota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marka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2018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avto2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info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Bu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avto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Toyota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marka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2020 </a:t>
            </a:r>
            <a:r>
              <a:rPr kumimoji="0" lang="en-US" altLang="ru-RU" sz="16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kumimoji="0" lang="en-US" altLang="ru-RU" sz="16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info()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avtoning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markasi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yilini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chiqaradi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yilni_sozla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obyektining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yilini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sozlaydi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524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FF0E6B9-971E-4C2D-BB4F-91154122DC82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3. __init__() (Konstruktor) va __del__() (Destruktor) metodlari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7262C5A-CCEE-4AC9-A97C-30F37AB9A470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D38F314-22A3-4C00-91DB-6152F2B97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64" y="1469478"/>
            <a:ext cx="11517745" cy="3370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init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__del__()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Python'dagi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init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__()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init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—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metodidir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ya'ni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chaqiriladigan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init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boshlang‘ich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holatini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belgilashimiz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boshlang‘ich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qiymatlari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to‘ldiradi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self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parametri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chaqirgan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bildiradi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417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4FAAA3E-0155-418A-9E00-E318B855DEDC}"/>
              </a:ext>
            </a:extLst>
          </p:cNvPr>
          <p:cNvSpPr/>
          <p:nvPr/>
        </p:nvSpPr>
        <p:spPr>
          <a:xfrm>
            <a:off x="637309" y="769906"/>
            <a:ext cx="10917382" cy="5318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400" b="1" i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2400" b="1" i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Konstruktor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metodi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Obyektning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ism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atributi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Obyektning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atributi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salomlash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"Salom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men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yoshim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yaratish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`__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__`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metodini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chaqirish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Vazira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`__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__`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metodini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chaqirish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salomlash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men Ali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yoshim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20.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salomlash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men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Vazira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yoshim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22.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719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41B529-732A-4AB4-A26A-0EA663EA9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2368966"/>
            <a:ext cx="10928808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__del__()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metodidir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ya'ni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o‘chirilganida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__del__()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bajariladigan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ishlarni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fayllarni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yopish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tozalash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hokazo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__del__()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chaqirilishi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o‘chirilganda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oshiriladi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427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C33914-CD88-42EA-B588-96C6CB55F390}"/>
              </a:ext>
            </a:extLst>
          </p:cNvPr>
          <p:cNvSpPr/>
          <p:nvPr/>
        </p:nvSpPr>
        <p:spPr>
          <a:xfrm>
            <a:off x="637309" y="105109"/>
            <a:ext cx="10917382" cy="664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400" b="1" i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2400" b="1" i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yaratildi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salomlash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"Salom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men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yoshim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__del__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Destruktor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metodi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o'chirildi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yaratish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Talaba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20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salomlash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Salom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men Ali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yoshim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20.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Obyektni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o'chirish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`__del__()`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metodi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chaqiriladi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857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DBD29D5-1AF6-4ADB-AF58-1F1DF3A91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488030"/>
              </p:ext>
            </p:extLst>
          </p:nvPr>
        </p:nvGraphicFramePr>
        <p:xfrm>
          <a:off x="207864" y="1762059"/>
          <a:ext cx="11725518" cy="30316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4500">
                  <a:extLst>
                    <a:ext uri="{9D8B030D-6E8A-4147-A177-3AD203B41FA5}">
                      <a16:colId xmlns:a16="http://schemas.microsoft.com/office/drawing/2014/main" val="525666570"/>
                    </a:ext>
                  </a:extLst>
                </a:gridCol>
                <a:gridCol w="4747491">
                  <a:extLst>
                    <a:ext uri="{9D8B030D-6E8A-4147-A177-3AD203B41FA5}">
                      <a16:colId xmlns:a16="http://schemas.microsoft.com/office/drawing/2014/main" val="978703770"/>
                    </a:ext>
                  </a:extLst>
                </a:gridCol>
                <a:gridCol w="4553527">
                  <a:extLst>
                    <a:ext uri="{9D8B030D-6E8A-4147-A177-3AD203B41FA5}">
                      <a16:colId xmlns:a16="http://schemas.microsoft.com/office/drawing/2014/main" val="3621404353"/>
                    </a:ext>
                  </a:extLst>
                </a:gridCol>
              </a:tblGrid>
              <a:tr h="49101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Xususiyat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__</a:t>
                      </a:r>
                      <a:r>
                        <a:rPr lang="ru-RU" sz="20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init</a:t>
                      </a:r>
                      <a:r>
                        <a:rPr lang="ru-RU" sz="20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__()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Konstruktor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__</a:t>
                      </a:r>
                      <a:r>
                        <a:rPr lang="ru-RU" sz="20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del</a:t>
                      </a:r>
                      <a:r>
                        <a:rPr lang="ru-RU" sz="20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__()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Destruktor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3222274"/>
                  </a:ext>
                </a:extLst>
              </a:tr>
              <a:tr h="4910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Vaqti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Obyekt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yaratishda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chaqiriladi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Obyekt o‘chirilganda chaqiriladi.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6878819"/>
                  </a:ext>
                </a:extLst>
              </a:tr>
              <a:tr h="1024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Funksiyasi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Obyektni boshlang‘ich qiymat bilan to‘ldirish.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Obyektni o‘chirayotganda resurslarni tozalash.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90798903"/>
                  </a:ext>
                </a:extLst>
              </a:tr>
              <a:tr h="1024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Chaqirilishi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Yangi obyekt yaratganda avtomatik chaqiriladi.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kalit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so‘zi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orqali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chaqiriladi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380855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AB58007-8272-4F90-ABF4-CC75EA6D1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028106"/>
            <a:ext cx="690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__del__()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metodlarining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farqlari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189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303C98-042E-484B-898D-BAD04BE36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" y="2089884"/>
            <a:ext cx="11216640" cy="2678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kumimoji="0" lang="en-US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Kitoblar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Kitoblarni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boshqaradigan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tuzilsin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kitobning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muallifi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yili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kitoblar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to‘plamini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o‘chirishni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yaratilsin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boshlang‘ich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to‘ldirilsin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__del__()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o‘chirilsin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kitobning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resurslari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tozalansin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587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D1885B-626D-4A26-9297-813652D71B19}"/>
              </a:ext>
            </a:extLst>
          </p:cNvPr>
          <p:cNvSpPr/>
          <p:nvPr/>
        </p:nvSpPr>
        <p:spPr>
          <a:xfrm>
            <a:off x="665018" y="453057"/>
            <a:ext cx="10861964" cy="5951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nomi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muallifi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nomi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nomi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Kitobning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nomi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muallifi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muallifi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Kitobning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muallifi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Kitobning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nashr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yili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nomi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yaratildi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__del__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nomi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o'chirildi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5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yaratish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Python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Dasturlash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John Smith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2020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OOP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Asoslari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Jane Doe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2019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haqida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ma'lumot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"Kitob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nomi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Muallif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muallifi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"Kitob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nomi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Muallif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muallifi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o'chirish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`__del__()`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metodi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chaqiriladi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ru-RU" sz="1600" dirty="0" err="1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del</a:t>
            </a:r>
            <a:r>
              <a:rPr lang="ru-RU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kitob2</a:t>
            </a:r>
            <a:r>
              <a:rPr lang="ru-RU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ru-RU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`__</a:t>
            </a:r>
            <a:r>
              <a:rPr lang="ru-RU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del</a:t>
            </a:r>
            <a:r>
              <a:rPr lang="ru-RU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__()` </a:t>
            </a:r>
            <a:r>
              <a:rPr lang="ru-RU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metodi</a:t>
            </a:r>
            <a:r>
              <a:rPr lang="ru-RU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chaqiriladi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2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9CFCC4-B31F-487E-B727-ECBC0C949C38}"/>
              </a:ext>
            </a:extLst>
          </p:cNvPr>
          <p:cNvSpPr/>
          <p:nvPr/>
        </p:nvSpPr>
        <p:spPr>
          <a:xfrm>
            <a:off x="1459345" y="1835967"/>
            <a:ext cx="9273310" cy="3186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Chiqish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Python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Dasturlash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yaratildi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OOP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Asoslari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yaratildi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Python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Dasturlash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Muallif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John Smith,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2020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OOP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Asoslari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Muallif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Jane Doe,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Yil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2019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Python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Dasturlash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o'chirildi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OOP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Asoslari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kitobi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o'chirildi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955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15A229-216B-4238-8FA1-1559079AD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36" y="868557"/>
            <a:ext cx="10751128" cy="3089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kumimoji="0" lang="en-US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2: Bank </a:t>
            </a:r>
            <a:r>
              <a:rPr kumimoji="0" lang="en-US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</a:t>
            </a:r>
            <a:r>
              <a:rPr kumimoji="0" lang="en-US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Raqami</a:t>
            </a:r>
            <a:endParaRPr kumimoji="0" lang="ru-RU" altLang="ru-RU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Bankdagi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raqamlarini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yopish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dasturi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tuzilsin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raqamining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ismi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balans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miqdori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raqamlarini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yopish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metodlaridan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foydalanilsin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(__</a:t>
            </a: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mijozning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raqamini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balansni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belgilansin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n-US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kumimoji="0" lang="en-US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(__del__())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raqamining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yopilish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tozalansin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balansni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yangilash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yopish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021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35CAFFF-39DF-4336-B8D8-DB2BA31A2CDF}"/>
              </a:ext>
            </a:extLst>
          </p:cNvPr>
          <p:cNvSpPr/>
          <p:nvPr/>
        </p:nvSpPr>
        <p:spPr>
          <a:xfrm>
            <a:off x="1664392" y="89624"/>
            <a:ext cx="8863215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HisobRaqami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mijoz_ismi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mijoz_ismi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mijoz_ismi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Mijozning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ismi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balansi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mijoz_ismi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yaratildi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__del__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mijoz_ismi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yopildi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balans_tekshirish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mijoz_ismi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raqamidagi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so'm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pul_yechish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summa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summa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&lt;=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summa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mijoz_ismi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hisobidan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summa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so'm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yechildi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mijoz_ismi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hisobida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yetarli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mablag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'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yo'q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."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raqamlarini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yaratish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HisobRaqami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UZ123456789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HisobRaqami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Vazira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UZ987654321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1500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raqamlariga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murojaat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qilish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balans_tekshirish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Ali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raqamidagi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1000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so'm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pul_yechish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Ali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hisobidan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200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so'm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yechildi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balans_tekshirish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Ali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raqamidagi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800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so'm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Hisobni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yopish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del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`__del__()`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metodi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chaqiriladi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del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`__del__()`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metodi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chaqiriladi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234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74EB75B-94F3-4FF1-8479-CBFA59E55FFF}"/>
              </a:ext>
            </a:extLst>
          </p:cNvPr>
          <p:cNvSpPr/>
          <p:nvPr/>
        </p:nvSpPr>
        <p:spPr>
          <a:xfrm>
            <a:off x="2296160" y="1674385"/>
            <a:ext cx="7599680" cy="36938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Chiqish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yaratildi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Vazira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yaratildi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raqamidagi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1000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so'm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hisobidan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200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so'm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yechildi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raqamidagi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800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so'm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yopildi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Vazira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hisob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raqami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yopildi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56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E82A12-6807-4EB5-84C0-E704A9C83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155" y="0"/>
            <a:ext cx="7685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28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3E5C378-F702-478A-B844-2969C6240871}"/>
              </a:ext>
            </a:extLst>
          </p:cNvPr>
          <p:cNvSpPr/>
          <p:nvPr/>
        </p:nvSpPr>
        <p:spPr>
          <a:xfrm>
            <a:off x="629920" y="704344"/>
            <a:ext cx="10932160" cy="5449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MatchstickCalculator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matchsticks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{'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':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number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calculate_matchsticks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matchsticks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digit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digit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Foydalanuvchidan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sonni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olish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va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hisoblash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MatchstickCalculator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calculate_matchsticks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918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173F911-6D4A-4D98-82B2-4D3F9E27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137" y="33996"/>
            <a:ext cx="8603726" cy="679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8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EB12F45-0CB7-4BC2-92F8-A4230EB20B54}"/>
              </a:ext>
            </a:extLst>
          </p:cNvPr>
          <p:cNvSpPr/>
          <p:nvPr/>
        </p:nvSpPr>
        <p:spPr>
          <a:xfrm>
            <a:off x="447040" y="1327591"/>
            <a:ext cx="11297920" cy="4202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CatchMouse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cat1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cat2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mouse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cat1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cat2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mouse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cat1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cat2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mouse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cat1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mouse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cat2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mouse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1-mushuk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2-mushuk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sichqon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CatchMouse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04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C5D11B6-9C15-4352-B150-C4282A221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089" y="1468720"/>
            <a:ext cx="11247822" cy="392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OOP (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paradigmasi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osonlashtiradi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soddalashtiradi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usul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yaratishda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ta'minlaydi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OOPning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(__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__())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(__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__())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o‘chirishda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o‘ynaydi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boshlang‘ich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qiymatlarni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o‘rnatadi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o‘chirilganda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resurslarni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tozalaydi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OOPning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tamoyillari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inkapsulyatsiya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meros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polimorfizm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abstraksiya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kengaytiriladigan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ta'minlaydi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paradigmaning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afzalligi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modullarga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ajratilishi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soddalashishidir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6251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27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1061</Words>
  <Application>Microsoft Office PowerPoint</Application>
  <PresentationFormat>Широкоэкранный</PresentationFormat>
  <Paragraphs>270</Paragraphs>
  <Slides>27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Isakov Muxriddin</dc:creator>
  <cp:lastModifiedBy>Isakov Muxriddin</cp:lastModifiedBy>
  <cp:revision>65</cp:revision>
  <dcterms:created xsi:type="dcterms:W3CDTF">2025-10-05T13:05:44Z</dcterms:created>
  <dcterms:modified xsi:type="dcterms:W3CDTF">2025-10-05T16:42:56Z</dcterms:modified>
</cp:coreProperties>
</file>