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4" r:id="rId14"/>
    <p:sldId id="275" r:id="rId15"/>
  </p:sldIdLst>
  <p:sldSz cx="16256000" cy="9144000"/>
  <p:notesSz cx="9144000" cy="16256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iter" panose="020B0604020202020204" charset="0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54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4_Futuristic_Soldier_Images_Browse.pn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0"/>
                </a:srgbClr>
              </a:gs>
              <a:gs pos="40000">
                <a:srgbClr val="0F1115">
                  <a:alpha val="80000"/>
                </a:srgbClr>
              </a:gs>
              <a:gs pos="100000">
                <a:srgbClr val="0F1115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D4A017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762000" y="3084333"/>
            <a:ext cx="14732000" cy="236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4800" kern="0" spc="200" dirty="0">
                <a:solidFill>
                  <a:srgbClr val="D4A01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KIBERXAVFSIZLIK, SUN’IY INTELLEKT VA RAQAMLI DAVRDA HARBIY XIZMATCHINING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4800" kern="0" spc="200" dirty="0">
                <a:solidFill>
                  <a:srgbClr val="D4A01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INTELLEKTUAL SALOHIYATI VA TAFAKKURI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17623" y="5584464"/>
            <a:ext cx="14620754" cy="50799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02</a:t>
            </a:r>
            <a:endParaRPr lang="en-US" sz="14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8BF2947-EC48-4D0D-9D16-C49DAF649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839" y="0"/>
            <a:ext cx="16369678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3_Cyber_Red_Hot_Padlock_on_Abstract.png"/>
          <p:cNvPicPr>
            <a:picLocks noChangeAspect="1"/>
          </p:cNvPicPr>
          <p:nvPr/>
        </p:nvPicPr>
        <p:blipFill>
          <a:blip r:embed="rId3"/>
          <a:srcRect l="111" r="11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KIBERXAVFSIZLIK: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Zamonaviy urushlarning "beshinchi fronti"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04</a:t>
            </a:r>
            <a:endParaRPr lang="en-US" sz="1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AABD249-2001-408F-B254-26C57955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6" y="46299"/>
            <a:ext cx="16203908" cy="905140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762000" y="8826500"/>
            <a:ext cx="1016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Manba: Cyber Warfare Statistics 2026, sqmagazine.co.uk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998B0E-9386-4001-9A1F-446A16EF0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937"/>
            <a:ext cx="16256000" cy="887412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1_Autonomous_military_drones_soon_equipped.png"/>
          <p:cNvPicPr>
            <a:picLocks noChangeAspect="1"/>
          </p:cNvPicPr>
          <p:nvPr/>
        </p:nvPicPr>
        <p:blipFill>
          <a:blip r:embed="rId3"/>
          <a:srcRect l="3333" r="333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SUN'IY INTELLEKT HARBIY QUROL SIFATIDA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Dronlar, avtonom tizimlar va qaror qabul qilish tezligi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5C1E12E-5F90-43AD-B5EE-33BF1676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51" y="127321"/>
            <a:ext cx="16283902" cy="888935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C5C388C-1922-44A6-902C-70E5C21B7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937"/>
            <a:ext cx="16256000" cy="887412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3_The_Free_World_is_Losing_the_Information.png"/>
          <p:cNvPicPr>
            <a:picLocks noChangeAspect="1"/>
          </p:cNvPicPr>
          <p:nvPr/>
        </p:nvPicPr>
        <p:blipFill>
          <a:blip r:embed="rId3"/>
          <a:srcRect t="3125" b="312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AXBOROT-PSIXOLOGIK URUSH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"Feyk" xabarlar sharoitida harbiy xizmatchining hushyorligi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872D7B2-9D3C-4BCC-A05D-1D1582E2D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750"/>
            <a:ext cx="16256000" cy="90805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5_253_653_Abstract_Background_Brain.png"/>
          <p:cNvPicPr>
            <a:picLocks noChangeAspect="1"/>
          </p:cNvPicPr>
          <p:nvPr/>
        </p:nvPicPr>
        <p:blipFill>
          <a:blip r:embed="rId3"/>
          <a:srcRect l="519" r="51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INTELLEKTUAL SALOHIYAT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4699A8DA-8793-4A85-A32C-E9BF38E26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" y="138895"/>
            <a:ext cx="16241498" cy="88662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933F1E6-8F19-42C6-B138-373ACD70A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36" y="-1"/>
            <a:ext cx="16284272" cy="914400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9_55_299_Soldier_Dark_Background_Royalty.png"/>
          <p:cNvPicPr>
            <a:picLocks noChangeAspect="1"/>
          </p:cNvPicPr>
          <p:nvPr/>
        </p:nvPicPr>
        <p:blipFill>
          <a:blip r:embed="rId3"/>
          <a:srcRect t="7913" b="791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0"/>
                </a:srgbClr>
              </a:gs>
              <a:gs pos="40000">
                <a:srgbClr val="0F1115">
                  <a:alpha val="80000"/>
                </a:srgbClr>
              </a:gs>
              <a:gs pos="100000">
                <a:srgbClr val="0F1115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D4A017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762000" y="3048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E'TIBORINGIZ UCHUN RAHMAT!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762000" y="4064000"/>
            <a:ext cx="1016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4445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"Biz qurol emas, balki qurolni boshqaradigan aqldan </a:t>
            </a:r>
            <a:r>
              <a:rPr lang="en-US" sz="2200" kern="0" spc="100" dirty="0" err="1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kuchliroq</a:t>
            </a: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200" kern="0" spc="100" dirty="0" err="1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emasmiz</a:t>
            </a: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”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96</Words>
  <Application>Microsoft Office PowerPoint</Application>
  <PresentationFormat>Произвольный</PresentationFormat>
  <Paragraphs>33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Times New Roman</vt:lpstr>
      <vt:lpstr>Calibri</vt:lpstr>
      <vt:lpstr>Arial</vt:lpstr>
      <vt:lpstr>Liter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Kiberxavfsizlik, Sun'iy intellekt va raqamli davrda harbiy xizmatchining intellektual salohiyati va tafakkuri</dc:title>
  <dc:subject>Kiberxavfsizlik, Sun'iy intellekt va raqamli davrda harbiy xizmatchining intellektual salohiyati va tafakkuri</dc:subject>
  <dc:creator>Kimi</dc:creator>
  <cp:lastModifiedBy>Isakov Muxriddin</cp:lastModifiedBy>
  <cp:revision>34</cp:revision>
  <dcterms:created xsi:type="dcterms:W3CDTF">2026-05-07T15:24:53Z</dcterms:created>
  <dcterms:modified xsi:type="dcterms:W3CDTF">2026-05-07T18:09:45Z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{"Label":"Kiberxavfsizlik, Sun'iy intellekt va raqamli davrda harbiy xizmatchining intellektual salohiyati va tafakkuri","ContentProducer":"001191110108MACG2KBH8F10000","ProduceID":"19e01f05-4782-8ee7-8000-0000f0128703","ReservedCode1":"","ContentPropagator":"001191110108MACG2KBH8F20000","PropagateID":"19e01f05-4782-8ee7-8000-0000f0128703","ReservedCode2":""}</vt:lpwstr>
  </property>
</Properties>
</file>